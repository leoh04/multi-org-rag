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69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0" r:id="rId15"/>
    <p:sldId id="261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Helle Formatvorlage 3 - Akz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06" autoAdjust="0"/>
    <p:restoredTop sz="94801" autoAdjust="0"/>
  </p:normalViewPr>
  <p:slideViewPr>
    <p:cSldViewPr snapToGrid="0" showGuides="1">
      <p:cViewPr>
        <p:scale>
          <a:sx n="105" d="100"/>
          <a:sy n="105" d="100"/>
        </p:scale>
        <p:origin x="1608" y="704"/>
      </p:cViewPr>
      <p:guideLst/>
    </p:cSldViewPr>
  </p:slideViewPr>
  <p:outlineViewPr>
    <p:cViewPr>
      <p:scale>
        <a:sx n="33" d="100"/>
        <a:sy n="33" d="100"/>
      </p:scale>
      <p:origin x="0" y="-84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9456"/>
    </p:cViewPr>
  </p:sorterViewPr>
  <p:notesViewPr>
    <p:cSldViewPr snapToGrid="0">
      <p:cViewPr varScale="1">
        <p:scale>
          <a:sx n="105" d="100"/>
          <a:sy n="105" d="100"/>
        </p:scale>
        <p:origin x="4734" y="1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2B7C0-AE5A-44CA-8C07-7833E639FAAA}" type="datetimeFigureOut">
              <a:rPr lang="de-DE" smtClean="0"/>
              <a:t>21.04.26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D5F81-E6D3-4CFB-AD5E-034076274E5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52139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2D893-BCE9-471C-B833-BB7A19EF6DE4}" type="datetimeFigureOut">
              <a:rPr lang="de-DE" smtClean="0"/>
              <a:t>21.04.26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6AB94-199C-4148-8B5E-86FE1088B94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219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0" y="3392488"/>
            <a:ext cx="12192000" cy="3465512"/>
          </a:xfrm>
          <a:solidFill>
            <a:schemeClr val="bg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019176" y="2168525"/>
            <a:ext cx="10153650" cy="3852862"/>
          </a:xfrm>
          <a:solidFill>
            <a:schemeClr val="tx2">
              <a:alpha val="90000"/>
            </a:schemeClr>
          </a:solidFill>
        </p:spPr>
        <p:txBody>
          <a:bodyPr lIns="432000" tIns="1008000" rIns="180000" bIns="0" anchor="t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MASTERFORMAT DURCH KLICKEN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0" y="705458"/>
            <a:ext cx="2520000" cy="651596"/>
          </a:xfrm>
          <a:prstGeom prst="rect">
            <a:avLst/>
          </a:prstGeom>
        </p:spPr>
      </p:pic>
      <p:sp>
        <p:nvSpPr>
          <p:cNvPr id="21" name="Untertitel 2"/>
          <p:cNvSpPr txBox="1">
            <a:spLocks/>
          </p:cNvSpPr>
          <p:nvPr userDrawn="1"/>
        </p:nvSpPr>
        <p:spPr>
          <a:xfrm>
            <a:off x="1450975" y="2657022"/>
            <a:ext cx="9702800" cy="230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kern="1200" spc="30" baseline="0">
                <a:solidFill>
                  <a:schemeClr val="bg1"/>
                </a:solidFill>
                <a:latin typeface="Rockwell" panose="02060603020205020403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2"/>
              </a:buClr>
              <a:buSzPct val="90000"/>
              <a:buFontTx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Tx/>
              <a:buNone/>
              <a:defRPr sz="1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SzPct val="80000"/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 dirty="0" err="1"/>
              <a:t>Fomatvorlagen</a:t>
            </a:r>
            <a:r>
              <a:rPr lang="de-DE" dirty="0"/>
              <a:t> des Textmasters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0975" y="5283200"/>
            <a:ext cx="9702799" cy="307974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Unterzeile, Datum, Referent, o.ä.</a:t>
            </a:r>
          </a:p>
        </p:txBody>
      </p:sp>
    </p:spTree>
    <p:extLst>
      <p:ext uri="{BB962C8B-B14F-4D97-AF65-F5344CB8AC3E}">
        <p14:creationId xmlns:p14="http://schemas.microsoft.com/office/powerpoint/2010/main" val="1291709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  <p15:guide id="4" pos="703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weiß_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0" y="3392488"/>
            <a:ext cx="12192000" cy="3465512"/>
          </a:xfrm>
          <a:solidFill>
            <a:schemeClr val="bg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019176" y="2168525"/>
            <a:ext cx="10153650" cy="3852862"/>
          </a:xfrm>
          <a:solidFill>
            <a:schemeClr val="tx2">
              <a:alpha val="90000"/>
            </a:schemeClr>
          </a:solidFill>
        </p:spPr>
        <p:txBody>
          <a:bodyPr lIns="432000" tIns="1008000" rIns="180000" bIns="0" anchor="t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MASTERFORMAT DURCH KLICKEN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21" name="Untertitel 2"/>
          <p:cNvSpPr txBox="1">
            <a:spLocks/>
          </p:cNvSpPr>
          <p:nvPr userDrawn="1"/>
        </p:nvSpPr>
        <p:spPr>
          <a:xfrm>
            <a:off x="1450975" y="2657022"/>
            <a:ext cx="9702800" cy="230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kern="1200" spc="30" baseline="0">
                <a:solidFill>
                  <a:schemeClr val="bg1"/>
                </a:solidFill>
                <a:latin typeface="Rockwell" panose="02060603020205020403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2"/>
              </a:buClr>
              <a:buSzPct val="90000"/>
              <a:buFontTx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Tx/>
              <a:buNone/>
              <a:defRPr sz="1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SzPct val="80000"/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 dirty="0" err="1"/>
              <a:t>Fomatvorlagen</a:t>
            </a:r>
            <a:r>
              <a:rPr lang="de-DE" dirty="0"/>
              <a:t> des Textmasters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0975" y="5283200"/>
            <a:ext cx="9702799" cy="307974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Subheading</a:t>
            </a:r>
            <a:r>
              <a:rPr lang="de-DE" dirty="0"/>
              <a:t>, </a:t>
            </a:r>
            <a:r>
              <a:rPr lang="de-DE" dirty="0" err="1"/>
              <a:t>date</a:t>
            </a:r>
            <a:r>
              <a:rPr lang="de-DE" dirty="0"/>
              <a:t>, </a:t>
            </a:r>
            <a:r>
              <a:rPr lang="de-DE" dirty="0" err="1"/>
              <a:t>speaker</a:t>
            </a:r>
            <a:r>
              <a:rPr lang="de-DE" dirty="0"/>
              <a:t>, etc.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705459"/>
            <a:ext cx="2520001" cy="65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38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  <p15:guide id="4" pos="703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weiß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3392488"/>
            <a:ext cx="12192000" cy="3465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1019175" y="2168526"/>
            <a:ext cx="10153650" cy="3852862"/>
          </a:xfrm>
          <a:solidFill>
            <a:schemeClr val="bg2">
              <a:alpha val="80000"/>
            </a:schemeClr>
          </a:solidFill>
        </p:spPr>
        <p:txBody>
          <a:bodyPr lIns="432000" tIns="1008000" rIns="216000" bIns="0" anchor="t"/>
          <a:lstStyle>
            <a:lvl1pPr algn="l">
              <a:defRPr sz="3200" cap="all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MASTERFORMAT DURCH KLICKEN </a:t>
            </a:r>
            <a:br>
              <a:rPr lang="de-DE" dirty="0"/>
            </a:br>
            <a:r>
              <a:rPr lang="de-DE" dirty="0"/>
              <a:t>BEARBEITEN            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0975" y="5276772"/>
            <a:ext cx="9702799" cy="314402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tx2"/>
                </a:solidFill>
                <a:latin typeface="Segoe UI 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Unterzeile, Datum, Referent, o.ä.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450975" y="2636838"/>
            <a:ext cx="9419083" cy="411160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1pPr>
            <a:lvl2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2pPr>
            <a:lvl3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3pPr>
            <a:lvl4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4pPr>
            <a:lvl5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5pPr>
          </a:lstStyle>
          <a:p>
            <a:pPr lvl="0"/>
            <a:r>
              <a:rPr lang="de-DE" dirty="0" err="1"/>
              <a:t>Fomatvorlagen</a:t>
            </a:r>
            <a:r>
              <a:rPr lang="de-DE" dirty="0"/>
              <a:t> des Textmasters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0" y="705458"/>
            <a:ext cx="2520000" cy="65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73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  <p15:guide id="4" pos="703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weiß ohne Bild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3392488"/>
            <a:ext cx="12192000" cy="3465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1019175" y="2168526"/>
            <a:ext cx="10153650" cy="3852862"/>
          </a:xfrm>
          <a:solidFill>
            <a:schemeClr val="bg2">
              <a:alpha val="80000"/>
            </a:schemeClr>
          </a:solidFill>
        </p:spPr>
        <p:txBody>
          <a:bodyPr lIns="432000" tIns="1008000" rIns="216000" bIns="0" anchor="t"/>
          <a:lstStyle>
            <a:lvl1pPr algn="l">
              <a:defRPr sz="3200" cap="all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MASTERFORMAT DURCH KLICKEN </a:t>
            </a:r>
            <a:br>
              <a:rPr lang="de-DE" dirty="0"/>
            </a:br>
            <a:r>
              <a:rPr lang="de-DE" dirty="0"/>
              <a:t>BEARBEITEN            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0975" y="5276772"/>
            <a:ext cx="9702799" cy="314402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tx2"/>
                </a:solidFill>
                <a:latin typeface="Segoe UI 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Subheading</a:t>
            </a:r>
            <a:r>
              <a:rPr lang="de-DE" dirty="0"/>
              <a:t>, </a:t>
            </a:r>
            <a:r>
              <a:rPr lang="de-DE" dirty="0" err="1"/>
              <a:t>date</a:t>
            </a:r>
            <a:r>
              <a:rPr lang="de-DE" dirty="0"/>
              <a:t>, </a:t>
            </a:r>
            <a:r>
              <a:rPr lang="de-DE" dirty="0" err="1"/>
              <a:t>speaker</a:t>
            </a:r>
            <a:r>
              <a:rPr lang="de-DE" dirty="0"/>
              <a:t>, etc.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450975" y="2636838"/>
            <a:ext cx="9419083" cy="411160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1pPr>
            <a:lvl2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2pPr>
            <a:lvl3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3pPr>
            <a:lvl4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4pPr>
            <a:lvl5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5pPr>
          </a:lstStyle>
          <a:p>
            <a:pPr lvl="0"/>
            <a:r>
              <a:rPr lang="de-DE" dirty="0" err="1"/>
              <a:t>Fomatvorlagen</a:t>
            </a:r>
            <a:r>
              <a:rPr lang="de-DE" dirty="0"/>
              <a:t> des Textmasters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705459"/>
            <a:ext cx="2520001" cy="65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30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  <p15:guide id="4" pos="703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4"/>
          <p:cNvSpPr>
            <a:spLocks noGrp="1"/>
          </p:cNvSpPr>
          <p:nvPr>
            <p:ph type="pic" sz="quarter" idx="10"/>
          </p:nvPr>
        </p:nvSpPr>
        <p:spPr>
          <a:xfrm>
            <a:off x="0" y="3392488"/>
            <a:ext cx="12192000" cy="3465512"/>
          </a:xfrm>
          <a:solidFill>
            <a:schemeClr val="bg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12192000" cy="3392488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019176" y="2168526"/>
            <a:ext cx="10153650" cy="3852862"/>
          </a:xfrm>
          <a:solidFill>
            <a:schemeClr val="bg2">
              <a:lumMod val="90000"/>
              <a:alpha val="80000"/>
            </a:schemeClr>
          </a:solidFill>
        </p:spPr>
        <p:txBody>
          <a:bodyPr lIns="432000" tIns="1008000" rIns="216000" bIns="0" anchor="t"/>
          <a:lstStyle>
            <a:lvl1pPr algn="l">
              <a:defRPr sz="3200" cap="all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MASTERFORMAT DURCH KLICKEN </a:t>
            </a:r>
            <a:br>
              <a:rPr lang="de-DE" dirty="0"/>
            </a:br>
            <a:r>
              <a:rPr lang="de-DE" dirty="0"/>
              <a:t>BEARBEITEN            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0975" y="5276772"/>
            <a:ext cx="9702799" cy="314402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tx2"/>
                </a:solidFill>
                <a:latin typeface="Segoe UI 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Unterzeile, Datum, Referent, o.ä.</a:t>
            </a:r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705600"/>
            <a:ext cx="2520000" cy="651596"/>
          </a:xfrm>
          <a:prstGeom prst="rect">
            <a:avLst/>
          </a:prstGeom>
        </p:spPr>
      </p:pic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>
          <a:xfrm>
            <a:off x="1450975" y="2636838"/>
            <a:ext cx="9039225" cy="414587"/>
          </a:xfrm>
        </p:spPr>
        <p:txBody>
          <a:bodyPr/>
          <a:lstStyle>
            <a:lvl1pPr>
              <a:defRPr sz="1800" baseline="0">
                <a:solidFill>
                  <a:schemeClr val="tx2"/>
                </a:solidFill>
                <a:latin typeface="Rockwell" panose="02060603020205020403" pitchFamily="18" charset="0"/>
              </a:defRPr>
            </a:lvl1pPr>
            <a:lvl2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2pPr>
            <a:lvl3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3pPr>
            <a:lvl4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4pPr>
            <a:lvl5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828508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  <p15:guide id="4" pos="703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blau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4"/>
          <p:cNvSpPr>
            <a:spLocks noGrp="1"/>
          </p:cNvSpPr>
          <p:nvPr>
            <p:ph type="pic" sz="quarter" idx="10"/>
          </p:nvPr>
        </p:nvSpPr>
        <p:spPr>
          <a:xfrm>
            <a:off x="0" y="3392488"/>
            <a:ext cx="12192000" cy="3465512"/>
          </a:xfrm>
          <a:solidFill>
            <a:schemeClr val="bg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12192000" cy="3392488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019176" y="2168526"/>
            <a:ext cx="10153650" cy="3852862"/>
          </a:xfrm>
          <a:solidFill>
            <a:schemeClr val="bg2">
              <a:lumMod val="90000"/>
              <a:alpha val="80000"/>
            </a:schemeClr>
          </a:solidFill>
        </p:spPr>
        <p:txBody>
          <a:bodyPr lIns="432000" tIns="1008000" rIns="216000" bIns="0" anchor="t"/>
          <a:lstStyle>
            <a:lvl1pPr algn="l">
              <a:defRPr sz="3200" cap="all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MASTERFORMAT DURCH KLICKEN </a:t>
            </a:r>
            <a:br>
              <a:rPr lang="de-DE" dirty="0"/>
            </a:br>
            <a:r>
              <a:rPr lang="de-DE" dirty="0"/>
              <a:t>BEARBEITEN            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0975" y="5276772"/>
            <a:ext cx="9702799" cy="314402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tx2"/>
                </a:solidFill>
                <a:latin typeface="Segoe UI 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Subheading</a:t>
            </a:r>
            <a:r>
              <a:rPr lang="de-DE" dirty="0"/>
              <a:t>, </a:t>
            </a:r>
            <a:r>
              <a:rPr lang="de-DE" dirty="0" err="1"/>
              <a:t>date</a:t>
            </a:r>
            <a:r>
              <a:rPr lang="de-DE" dirty="0"/>
              <a:t>, </a:t>
            </a:r>
            <a:r>
              <a:rPr lang="de-DE" dirty="0" err="1"/>
              <a:t>speaker</a:t>
            </a:r>
            <a:r>
              <a:rPr lang="de-DE" dirty="0"/>
              <a:t>, etc.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>
          <a:xfrm>
            <a:off x="1450975" y="2636838"/>
            <a:ext cx="9039225" cy="414587"/>
          </a:xfrm>
        </p:spPr>
        <p:txBody>
          <a:bodyPr/>
          <a:lstStyle>
            <a:lvl1pPr>
              <a:defRPr sz="1800" baseline="0">
                <a:solidFill>
                  <a:schemeClr val="tx2"/>
                </a:solidFill>
                <a:latin typeface="Rockwell" panose="02060603020205020403" pitchFamily="18" charset="0"/>
              </a:defRPr>
            </a:lvl1pPr>
            <a:lvl2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2pPr>
            <a:lvl3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3pPr>
            <a:lvl4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4pPr>
            <a:lvl5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63" y="705600"/>
            <a:ext cx="2524262" cy="65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06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  <p15:guide id="4" pos="703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weiß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4"/>
          <p:cNvSpPr>
            <a:spLocks noGrp="1"/>
          </p:cNvSpPr>
          <p:nvPr>
            <p:ph type="pic" sz="quarter" idx="10"/>
          </p:nvPr>
        </p:nvSpPr>
        <p:spPr>
          <a:xfrm>
            <a:off x="5916613" y="0"/>
            <a:ext cx="6275386" cy="6858000"/>
          </a:xfrm>
          <a:solidFill>
            <a:schemeClr val="bg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1019175" y="2168526"/>
            <a:ext cx="5256213" cy="3852862"/>
          </a:xfrm>
          <a:solidFill>
            <a:schemeClr val="tx2">
              <a:alpha val="90000"/>
            </a:schemeClr>
          </a:solidFill>
        </p:spPr>
        <p:txBody>
          <a:bodyPr lIns="432000" tIns="432000" rIns="216000" bIns="0" anchor="t"/>
          <a:lstStyle>
            <a:lvl1pPr algn="l"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DURCH KLICKEN </a:t>
            </a:r>
            <a:br>
              <a:rPr lang="de-DE" dirty="0"/>
            </a:br>
            <a:r>
              <a:rPr lang="de-DE" dirty="0"/>
              <a:t>BEARBEITEN            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1769" y="5455577"/>
            <a:ext cx="4464844" cy="310781"/>
          </a:xfrm>
        </p:spPr>
        <p:txBody>
          <a:bodyPr anchor="t" anchorCtr="0"/>
          <a:lstStyle>
            <a:lvl1pPr marL="0" indent="0" algn="l">
              <a:buNone/>
              <a:defRPr sz="1600" baseline="0">
                <a:solidFill>
                  <a:schemeClr val="bg1"/>
                </a:solidFill>
                <a:latin typeface="Rockwell" panose="020606030202050204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Datum, </a:t>
            </a:r>
            <a:r>
              <a:rPr lang="de-DE" dirty="0" err="1"/>
              <a:t>Referent:in</a:t>
            </a:r>
            <a:endParaRPr lang="de-DE" dirty="0"/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705458"/>
            <a:ext cx="2520000" cy="65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5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weiß Bild rechts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4"/>
          <p:cNvSpPr>
            <a:spLocks noGrp="1"/>
          </p:cNvSpPr>
          <p:nvPr>
            <p:ph type="pic" sz="quarter" idx="10"/>
          </p:nvPr>
        </p:nvSpPr>
        <p:spPr>
          <a:xfrm>
            <a:off x="5916613" y="0"/>
            <a:ext cx="6275386" cy="6858000"/>
          </a:xfrm>
          <a:solidFill>
            <a:schemeClr val="bg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1019175" y="2168526"/>
            <a:ext cx="5256213" cy="3852862"/>
          </a:xfrm>
          <a:solidFill>
            <a:schemeClr val="tx2">
              <a:alpha val="90000"/>
            </a:schemeClr>
          </a:solidFill>
        </p:spPr>
        <p:txBody>
          <a:bodyPr lIns="432000" tIns="432000" rIns="216000" bIns="0" anchor="t"/>
          <a:lstStyle>
            <a:lvl1pPr algn="l"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DURCH KLICKEN </a:t>
            </a:r>
            <a:br>
              <a:rPr lang="de-DE" dirty="0"/>
            </a:br>
            <a:r>
              <a:rPr lang="de-DE" dirty="0"/>
              <a:t>BEARBEITEN            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1769" y="5455577"/>
            <a:ext cx="4464844" cy="310781"/>
          </a:xfrm>
        </p:spPr>
        <p:txBody>
          <a:bodyPr anchor="t" anchorCtr="0"/>
          <a:lstStyle>
            <a:lvl1pPr marL="0" indent="0" algn="l">
              <a:buNone/>
              <a:defRPr sz="1600" baseline="0">
                <a:solidFill>
                  <a:schemeClr val="bg1"/>
                </a:solidFill>
                <a:latin typeface="Rockwell" panose="020606030202050204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Date, </a:t>
            </a:r>
            <a:r>
              <a:rPr lang="de-DE" dirty="0" err="1"/>
              <a:t>speaker</a:t>
            </a:r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705459"/>
            <a:ext cx="2520001" cy="65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22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5916612" y="0"/>
            <a:ext cx="6281001" cy="6853715"/>
          </a:xfrm>
          <a:prstGeom prst="rect">
            <a:avLst/>
          </a:prstGeom>
          <a:solidFill>
            <a:schemeClr val="bg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695325" y="765176"/>
            <a:ext cx="5580063" cy="525621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200150" y="2170112"/>
            <a:ext cx="4895850" cy="1222376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inhalt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759575" y="2168525"/>
            <a:ext cx="4737100" cy="3852863"/>
          </a:xfrm>
        </p:spPr>
        <p:txBody>
          <a:bodyPr/>
          <a:lstStyle>
            <a:lvl3pPr marL="285750" indent="-285750">
              <a:buClr>
                <a:schemeClr val="tx2"/>
              </a:buClr>
              <a:buSzPct val="140000"/>
              <a:buFont typeface="Segoe UI" panose="020B0502040204020203" pitchFamily="34" charset="0"/>
              <a:buChar char="•"/>
              <a:defRPr/>
            </a:lvl3pPr>
          </a:lstStyle>
          <a:p>
            <a:pPr lvl="2"/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quae</a:t>
            </a:r>
            <a:r>
              <a:rPr lang="de-DE" dirty="0"/>
              <a:t>. </a:t>
            </a:r>
          </a:p>
          <a:p>
            <a:pPr lvl="2"/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ilique</a:t>
            </a:r>
            <a:r>
              <a:rPr lang="de-DE" dirty="0"/>
              <a:t> </a:t>
            </a:r>
            <a:r>
              <a:rPr lang="de-DE" dirty="0" err="1"/>
              <a:t>pore</a:t>
            </a:r>
            <a:r>
              <a:rPr lang="de-DE" dirty="0"/>
              <a:t>, </a:t>
            </a:r>
            <a:r>
              <a:rPr lang="de-DE" dirty="0" err="1"/>
              <a:t>erae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modignia</a:t>
            </a:r>
            <a:r>
              <a:rPr lang="de-DE" dirty="0"/>
              <a:t> </a:t>
            </a:r>
          </a:p>
          <a:p>
            <a:pPr lvl="2"/>
            <a:r>
              <a:rPr lang="de-DE" dirty="0" err="1"/>
              <a:t>debitq</a:t>
            </a:r>
            <a:r>
              <a:rPr lang="de-DE" dirty="0"/>
              <a:t> </a:t>
            </a:r>
            <a:r>
              <a:rPr lang="de-DE" dirty="0" err="1"/>
              <a:t>uam</a:t>
            </a:r>
            <a:r>
              <a:rPr lang="de-DE" dirty="0"/>
              <a:t>, </a:t>
            </a:r>
            <a:r>
              <a:rPr lang="de-DE" dirty="0" err="1"/>
              <a:t>conesed</a:t>
            </a:r>
            <a:r>
              <a:rPr lang="de-DE" dirty="0"/>
              <a:t> </a:t>
            </a:r>
            <a:r>
              <a:rPr lang="de-DE" dirty="0" err="1"/>
              <a:t>ips</a:t>
            </a:r>
            <a:endParaRPr lang="de-DE" dirty="0"/>
          </a:p>
          <a:p>
            <a:pPr lvl="2"/>
            <a:r>
              <a:rPr lang="de-DE" dirty="0" err="1"/>
              <a:t>andae</a:t>
            </a:r>
            <a:r>
              <a:rPr lang="de-DE" dirty="0"/>
              <a:t> </a:t>
            </a:r>
            <a:r>
              <a:rPr lang="de-DE" dirty="0" err="1"/>
              <a:t>Daeped</a:t>
            </a:r>
            <a:r>
              <a:rPr lang="de-DE" dirty="0"/>
              <a:t> unt. </a:t>
            </a:r>
            <a:r>
              <a:rPr lang="de-DE" dirty="0" err="1"/>
              <a:t>Hil</a:t>
            </a:r>
            <a:r>
              <a:rPr lang="de-DE" dirty="0"/>
              <a:t> </a:t>
            </a:r>
            <a:r>
              <a:rPr lang="de-DE" dirty="0" err="1"/>
              <a:t>magnia</a:t>
            </a:r>
            <a:endParaRPr lang="de-DE" dirty="0"/>
          </a:p>
          <a:p>
            <a:pPr lvl="2"/>
            <a:r>
              <a:rPr lang="de-DE" dirty="0" err="1"/>
              <a:t>Ugiat</a:t>
            </a:r>
            <a:r>
              <a:rPr lang="de-DE" dirty="0"/>
              <a:t> </a:t>
            </a:r>
            <a:r>
              <a:rPr lang="de-DE" dirty="0" err="1"/>
              <a:t>volorae</a:t>
            </a:r>
            <a:r>
              <a:rPr lang="de-DE" dirty="0"/>
              <a:t> </a:t>
            </a:r>
            <a:r>
              <a:rPr lang="de-DE" dirty="0" err="1"/>
              <a:t>ides</a:t>
            </a:r>
            <a:r>
              <a:rPr lang="de-DE" dirty="0"/>
              <a:t> </a:t>
            </a:r>
            <a:r>
              <a:rPr lang="de-DE" dirty="0" err="1"/>
              <a:t>aute</a:t>
            </a:r>
            <a:r>
              <a:rPr lang="de-DE" dirty="0"/>
              <a:t> </a:t>
            </a:r>
            <a:r>
              <a:rPr lang="de-DE" dirty="0" err="1"/>
              <a:t>adit</a:t>
            </a:r>
            <a:r>
              <a:rPr lang="de-DE" dirty="0"/>
              <a:t>, </a:t>
            </a:r>
            <a:r>
              <a:rPr lang="de-DE" dirty="0" err="1"/>
              <a:t>odit</a:t>
            </a:r>
            <a:r>
              <a:rPr lang="de-DE" dirty="0"/>
              <a:t> </a:t>
            </a:r>
            <a:r>
              <a:rPr lang="de-DE" dirty="0" err="1"/>
              <a:t>fugi</a:t>
            </a:r>
            <a:endParaRPr lang="de-DE" dirty="0"/>
          </a:p>
          <a:p>
            <a:pPr lvl="2"/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quae</a:t>
            </a:r>
            <a:r>
              <a:rPr lang="de-DE" dirty="0"/>
              <a:t>. </a:t>
            </a:r>
          </a:p>
          <a:p>
            <a:pPr lvl="2"/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ilique</a:t>
            </a:r>
            <a:r>
              <a:rPr lang="de-DE" dirty="0"/>
              <a:t> </a:t>
            </a:r>
            <a:r>
              <a:rPr lang="de-DE" dirty="0" err="1"/>
              <a:t>pore</a:t>
            </a:r>
            <a:r>
              <a:rPr lang="de-DE" dirty="0"/>
              <a:t>, </a:t>
            </a:r>
            <a:r>
              <a:rPr lang="de-DE" dirty="0" err="1"/>
              <a:t>erae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modignia</a:t>
            </a:r>
            <a:r>
              <a:rPr lang="de-DE" dirty="0"/>
              <a:t> </a:t>
            </a:r>
          </a:p>
          <a:p>
            <a:pPr lvl="2"/>
            <a:r>
              <a:rPr lang="de-DE" dirty="0" err="1"/>
              <a:t>debitq</a:t>
            </a:r>
            <a:r>
              <a:rPr lang="de-DE" dirty="0"/>
              <a:t> </a:t>
            </a:r>
            <a:r>
              <a:rPr lang="de-DE" dirty="0" err="1"/>
              <a:t>uam</a:t>
            </a:r>
            <a:r>
              <a:rPr lang="de-DE" dirty="0"/>
              <a:t>, </a:t>
            </a:r>
            <a:r>
              <a:rPr lang="de-DE" dirty="0" err="1"/>
              <a:t>conesed</a:t>
            </a:r>
            <a:r>
              <a:rPr lang="de-DE" dirty="0"/>
              <a:t> </a:t>
            </a:r>
            <a:r>
              <a:rPr lang="de-DE" dirty="0" err="1"/>
              <a:t>ips</a:t>
            </a:r>
            <a:endParaRPr lang="de-DE" dirty="0"/>
          </a:p>
          <a:p>
            <a:pPr lvl="2"/>
            <a:r>
              <a:rPr lang="de-DE" dirty="0" err="1"/>
              <a:t>andae</a:t>
            </a:r>
            <a:r>
              <a:rPr lang="de-DE" dirty="0"/>
              <a:t> </a:t>
            </a:r>
            <a:r>
              <a:rPr lang="de-DE" dirty="0" err="1"/>
              <a:t>Daeped</a:t>
            </a:r>
            <a:r>
              <a:rPr lang="de-DE" dirty="0"/>
              <a:t> unt. </a:t>
            </a:r>
            <a:r>
              <a:rPr lang="de-DE" dirty="0" err="1"/>
              <a:t>Hil</a:t>
            </a:r>
            <a:r>
              <a:rPr lang="de-DE" dirty="0"/>
              <a:t> </a:t>
            </a:r>
            <a:r>
              <a:rPr lang="de-DE" dirty="0" err="1"/>
              <a:t>magnia</a:t>
            </a:r>
            <a:endParaRPr lang="de-DE" dirty="0"/>
          </a:p>
          <a:p>
            <a:pPr lvl="2"/>
            <a:r>
              <a:rPr lang="de-DE" dirty="0" err="1"/>
              <a:t>Ugiat</a:t>
            </a:r>
            <a:r>
              <a:rPr lang="de-DE" dirty="0"/>
              <a:t> </a:t>
            </a:r>
            <a:r>
              <a:rPr lang="de-DE" dirty="0" err="1"/>
              <a:t>volorae</a:t>
            </a:r>
            <a:r>
              <a:rPr lang="de-DE" dirty="0"/>
              <a:t> </a:t>
            </a:r>
            <a:r>
              <a:rPr lang="de-DE" dirty="0" err="1"/>
              <a:t>ides</a:t>
            </a:r>
            <a:r>
              <a:rPr lang="de-DE" dirty="0"/>
              <a:t> </a:t>
            </a:r>
            <a:r>
              <a:rPr lang="de-DE" dirty="0" err="1"/>
              <a:t>aute</a:t>
            </a:r>
            <a:r>
              <a:rPr lang="de-DE" dirty="0"/>
              <a:t> </a:t>
            </a:r>
            <a:r>
              <a:rPr lang="de-DE" dirty="0" err="1"/>
              <a:t>adit</a:t>
            </a:r>
            <a:r>
              <a:rPr lang="de-DE" dirty="0"/>
              <a:t>, </a:t>
            </a:r>
            <a:r>
              <a:rPr lang="de-DE" dirty="0" err="1"/>
              <a:t>odit</a:t>
            </a:r>
            <a:r>
              <a:rPr lang="de-DE" dirty="0"/>
              <a:t> fug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E3005E-DC95-48C2-8744-98E740BF00DB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de-DE" dirty="0"/>
              <a:t>Universität Hohenheim, Titel der Präsentation, Name des Autors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82763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Numm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5916612" y="0"/>
            <a:ext cx="6281001" cy="6853715"/>
          </a:xfrm>
          <a:prstGeom prst="rect">
            <a:avLst/>
          </a:prstGeom>
          <a:solidFill>
            <a:schemeClr val="bg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695325" y="765176"/>
            <a:ext cx="5580063" cy="525621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200150" y="2170112"/>
            <a:ext cx="4895850" cy="1222376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inhalt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08605-9758-411F-BC2A-EA73C1E3544A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Universität Hohenheim, Titel der Präsentation, Name des Autors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760800" y="2168525"/>
            <a:ext cx="4307599" cy="3852863"/>
          </a:xfrm>
        </p:spPr>
        <p:txBody>
          <a:bodyPr/>
          <a:lstStyle>
            <a:lvl3pPr marL="342900" indent="-342900">
              <a:buClr>
                <a:schemeClr val="tx2"/>
              </a:buClr>
              <a:buSzPct val="100000"/>
              <a:buFont typeface="+mj-lt"/>
              <a:buAutoNum type="arabicPeriod"/>
              <a:defRPr/>
            </a:lvl3pPr>
          </a:lstStyle>
          <a:p>
            <a:pPr lvl="2"/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quae</a:t>
            </a:r>
            <a:r>
              <a:rPr lang="de-DE" dirty="0"/>
              <a:t>. </a:t>
            </a:r>
          </a:p>
          <a:p>
            <a:pPr lvl="2"/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ilique</a:t>
            </a:r>
            <a:r>
              <a:rPr lang="de-DE" dirty="0"/>
              <a:t> </a:t>
            </a:r>
            <a:r>
              <a:rPr lang="de-DE" dirty="0" err="1"/>
              <a:t>pore</a:t>
            </a:r>
            <a:r>
              <a:rPr lang="de-DE" dirty="0"/>
              <a:t>, </a:t>
            </a:r>
            <a:r>
              <a:rPr lang="de-DE" dirty="0" err="1"/>
              <a:t>erae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modignia</a:t>
            </a:r>
            <a:r>
              <a:rPr lang="de-DE" dirty="0"/>
              <a:t> </a:t>
            </a:r>
          </a:p>
          <a:p>
            <a:pPr lvl="2"/>
            <a:r>
              <a:rPr lang="de-DE" dirty="0" err="1"/>
              <a:t>debitq</a:t>
            </a:r>
            <a:r>
              <a:rPr lang="de-DE" dirty="0"/>
              <a:t> </a:t>
            </a:r>
            <a:r>
              <a:rPr lang="de-DE" dirty="0" err="1"/>
              <a:t>uam</a:t>
            </a:r>
            <a:r>
              <a:rPr lang="de-DE" dirty="0"/>
              <a:t>, </a:t>
            </a:r>
            <a:r>
              <a:rPr lang="de-DE" dirty="0" err="1"/>
              <a:t>conesed</a:t>
            </a:r>
            <a:r>
              <a:rPr lang="de-DE" dirty="0"/>
              <a:t> </a:t>
            </a:r>
            <a:r>
              <a:rPr lang="de-DE" dirty="0" err="1"/>
              <a:t>ips</a:t>
            </a:r>
            <a:endParaRPr lang="de-DE" dirty="0"/>
          </a:p>
          <a:p>
            <a:pPr lvl="2"/>
            <a:r>
              <a:rPr lang="de-DE" dirty="0" err="1"/>
              <a:t>andae</a:t>
            </a:r>
            <a:r>
              <a:rPr lang="de-DE" dirty="0"/>
              <a:t> </a:t>
            </a:r>
            <a:r>
              <a:rPr lang="de-DE" dirty="0" err="1"/>
              <a:t>Daeped</a:t>
            </a:r>
            <a:r>
              <a:rPr lang="de-DE" dirty="0"/>
              <a:t> unt. </a:t>
            </a:r>
            <a:r>
              <a:rPr lang="de-DE" dirty="0" err="1"/>
              <a:t>Hil</a:t>
            </a:r>
            <a:r>
              <a:rPr lang="de-DE" dirty="0"/>
              <a:t> </a:t>
            </a:r>
            <a:r>
              <a:rPr lang="de-DE" dirty="0" err="1"/>
              <a:t>magnia</a:t>
            </a:r>
            <a:endParaRPr lang="de-DE" dirty="0"/>
          </a:p>
          <a:p>
            <a:pPr lvl="2"/>
            <a:r>
              <a:rPr lang="de-DE" dirty="0" err="1"/>
              <a:t>Ugiat</a:t>
            </a:r>
            <a:r>
              <a:rPr lang="de-DE" dirty="0"/>
              <a:t> </a:t>
            </a:r>
            <a:r>
              <a:rPr lang="de-DE" dirty="0" err="1"/>
              <a:t>volorae</a:t>
            </a:r>
            <a:r>
              <a:rPr lang="de-DE" dirty="0"/>
              <a:t> </a:t>
            </a:r>
            <a:r>
              <a:rPr lang="de-DE" dirty="0" err="1"/>
              <a:t>ides</a:t>
            </a:r>
            <a:r>
              <a:rPr lang="de-DE" dirty="0"/>
              <a:t> </a:t>
            </a:r>
            <a:r>
              <a:rPr lang="de-DE" dirty="0" err="1"/>
              <a:t>aute</a:t>
            </a:r>
            <a:r>
              <a:rPr lang="de-DE" dirty="0"/>
              <a:t> </a:t>
            </a:r>
            <a:r>
              <a:rPr lang="de-DE" dirty="0" err="1"/>
              <a:t>adit</a:t>
            </a:r>
            <a:r>
              <a:rPr lang="de-DE" dirty="0"/>
              <a:t>, </a:t>
            </a:r>
            <a:r>
              <a:rPr lang="de-DE" dirty="0" err="1"/>
              <a:t>odit</a:t>
            </a:r>
            <a:r>
              <a:rPr lang="de-DE" dirty="0"/>
              <a:t> </a:t>
            </a:r>
            <a:r>
              <a:rPr lang="de-DE" dirty="0" err="1"/>
              <a:t>fugi</a:t>
            </a:r>
            <a:endParaRPr lang="de-DE" dirty="0"/>
          </a:p>
          <a:p>
            <a:pPr lvl="2"/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quae</a:t>
            </a:r>
            <a:r>
              <a:rPr lang="de-DE" dirty="0"/>
              <a:t>. </a:t>
            </a:r>
          </a:p>
          <a:p>
            <a:pPr lvl="2"/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ilique</a:t>
            </a:r>
            <a:r>
              <a:rPr lang="de-DE" dirty="0"/>
              <a:t> </a:t>
            </a:r>
            <a:r>
              <a:rPr lang="de-DE" dirty="0" err="1"/>
              <a:t>pore</a:t>
            </a:r>
            <a:r>
              <a:rPr lang="de-DE" dirty="0"/>
              <a:t>, </a:t>
            </a:r>
            <a:r>
              <a:rPr lang="de-DE" dirty="0" err="1"/>
              <a:t>erae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modignia</a:t>
            </a:r>
            <a:r>
              <a:rPr lang="de-DE" dirty="0"/>
              <a:t> </a:t>
            </a:r>
          </a:p>
          <a:p>
            <a:pPr lvl="2"/>
            <a:r>
              <a:rPr lang="de-DE" dirty="0" err="1"/>
              <a:t>debitq</a:t>
            </a:r>
            <a:r>
              <a:rPr lang="de-DE" dirty="0"/>
              <a:t> </a:t>
            </a:r>
            <a:r>
              <a:rPr lang="de-DE" dirty="0" err="1"/>
              <a:t>uam</a:t>
            </a:r>
            <a:r>
              <a:rPr lang="de-DE" dirty="0"/>
              <a:t>, </a:t>
            </a:r>
            <a:r>
              <a:rPr lang="de-DE" dirty="0" err="1"/>
              <a:t>conesed</a:t>
            </a:r>
            <a:r>
              <a:rPr lang="de-DE" dirty="0"/>
              <a:t> </a:t>
            </a:r>
            <a:r>
              <a:rPr lang="de-DE" dirty="0" err="1"/>
              <a:t>ips</a:t>
            </a:r>
            <a:endParaRPr lang="de-DE" dirty="0"/>
          </a:p>
          <a:p>
            <a:pPr lvl="2"/>
            <a:r>
              <a:rPr lang="de-DE" dirty="0" err="1"/>
              <a:t>andae</a:t>
            </a:r>
            <a:r>
              <a:rPr lang="de-DE" dirty="0"/>
              <a:t> </a:t>
            </a:r>
            <a:r>
              <a:rPr lang="de-DE" dirty="0" err="1"/>
              <a:t>Daeped</a:t>
            </a:r>
            <a:r>
              <a:rPr lang="de-DE" dirty="0"/>
              <a:t> unt. </a:t>
            </a:r>
            <a:r>
              <a:rPr lang="de-DE" dirty="0" err="1"/>
              <a:t>Hil</a:t>
            </a:r>
            <a:r>
              <a:rPr lang="de-DE" dirty="0"/>
              <a:t> </a:t>
            </a:r>
            <a:r>
              <a:rPr lang="de-DE" dirty="0" err="1"/>
              <a:t>magnia</a:t>
            </a:r>
            <a:endParaRPr lang="de-DE" dirty="0"/>
          </a:p>
          <a:p>
            <a:pPr lvl="2"/>
            <a:r>
              <a:rPr lang="de-DE" dirty="0" err="1"/>
              <a:t>Ugiat</a:t>
            </a:r>
            <a:r>
              <a:rPr lang="de-DE" dirty="0"/>
              <a:t> </a:t>
            </a:r>
            <a:r>
              <a:rPr lang="de-DE" dirty="0" err="1"/>
              <a:t>volorae</a:t>
            </a:r>
            <a:r>
              <a:rPr lang="de-DE" dirty="0"/>
              <a:t> </a:t>
            </a:r>
            <a:r>
              <a:rPr lang="de-DE" dirty="0" err="1"/>
              <a:t>ides</a:t>
            </a:r>
            <a:r>
              <a:rPr lang="de-DE" dirty="0"/>
              <a:t> </a:t>
            </a:r>
            <a:r>
              <a:rPr lang="de-DE" dirty="0" err="1"/>
              <a:t>aute</a:t>
            </a:r>
            <a:r>
              <a:rPr lang="de-DE" dirty="0"/>
              <a:t> </a:t>
            </a:r>
            <a:r>
              <a:rPr lang="de-DE" dirty="0" err="1"/>
              <a:t>adit</a:t>
            </a:r>
            <a:r>
              <a:rPr lang="de-DE" dirty="0"/>
              <a:t>, </a:t>
            </a:r>
            <a:r>
              <a:rPr lang="de-DE" dirty="0" err="1"/>
              <a:t>odit</a:t>
            </a:r>
            <a:r>
              <a:rPr lang="de-DE" dirty="0"/>
              <a:t> fug</a:t>
            </a:r>
          </a:p>
        </p:txBody>
      </p:sp>
    </p:spTree>
    <p:extLst>
      <p:ext uri="{BB962C8B-B14F-4D97-AF65-F5344CB8AC3E}">
        <p14:creationId xmlns:p14="http://schemas.microsoft.com/office/powerpoint/2010/main" val="1797800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br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E2162D5B-250E-4598-A930-B964702EF604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 dirty="0"/>
              <a:t>Universität Hohenheim, How </a:t>
            </a:r>
            <a:r>
              <a:rPr lang="de-DE" dirty="0" err="1"/>
              <a:t>to</a:t>
            </a:r>
            <a:r>
              <a:rPr lang="de-DE" dirty="0"/>
              <a:t> host an LLM </a:t>
            </a:r>
            <a:r>
              <a:rPr lang="de-DE" dirty="0" err="1"/>
              <a:t>for</a:t>
            </a:r>
            <a:r>
              <a:rPr lang="de-DE" dirty="0"/>
              <a:t> sensitive Data, Leonard Hegemann (B.Sc. Digital Business Management)</a:t>
            </a:r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/>
          </p:nvPr>
        </p:nvSpPr>
        <p:spPr>
          <a:xfrm>
            <a:off x="695325" y="1808164"/>
            <a:ext cx="10801350" cy="4213224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92373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L links,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695325" y="765176"/>
            <a:ext cx="5221288" cy="5256212"/>
          </a:xfrm>
          <a:prstGeom prst="rect">
            <a:avLst/>
          </a:prstGeom>
          <a:solidFill>
            <a:schemeClr val="bg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1200151" y="1808162"/>
            <a:ext cx="4716462" cy="4213225"/>
          </a:xfrm>
        </p:spPr>
        <p:txBody>
          <a:bodyPr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066B8BD4-24DC-4274-9372-C9FF7442A4D9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/>
          </p:nvPr>
        </p:nvSpPr>
        <p:spPr>
          <a:xfrm>
            <a:off x="6275388" y="1808163"/>
            <a:ext cx="5221287" cy="4213225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63214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L breit, Text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00D6677D-5274-4B7A-B59B-78B684BD92C9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275388" y="1808165"/>
            <a:ext cx="5221287" cy="4213224"/>
          </a:xfrm>
        </p:spPr>
        <p:txBody>
          <a:bodyPr/>
          <a:lstStyle/>
          <a:p>
            <a:pPr lvl="1"/>
            <a:r>
              <a:rPr lang="de-DE" dirty="0"/>
              <a:t>Zweite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>
          <a:xfrm>
            <a:off x="695325" y="1808164"/>
            <a:ext cx="5221288" cy="4213225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131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3D1F1DF4-0EF8-4E88-B2F0-552CB8F5D1D8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695325" y="1808165"/>
            <a:ext cx="5221288" cy="4213224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6275388" y="1808165"/>
            <a:ext cx="5221287" cy="4213224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9" name="Gerader Verbinder 8"/>
          <p:cNvCxnSpPr>
            <a:stCxn id="10" idx="2"/>
          </p:cNvCxnSpPr>
          <p:nvPr userDrawn="1"/>
        </p:nvCxnSpPr>
        <p:spPr>
          <a:xfrm>
            <a:off x="6096000" y="1808164"/>
            <a:ext cx="0" cy="43688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99258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gleich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 userDrawn="1"/>
        </p:nvSpPr>
        <p:spPr>
          <a:xfrm>
            <a:off x="5916612" y="1808163"/>
            <a:ext cx="5580061" cy="4213225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 userDrawn="1"/>
        </p:nvSpPr>
        <p:spPr>
          <a:xfrm>
            <a:off x="695325" y="1808163"/>
            <a:ext cx="5580063" cy="4213225"/>
          </a:xfrm>
          <a:prstGeom prst="rect">
            <a:avLst/>
          </a:prstGeom>
          <a:solidFill>
            <a:schemeClr val="bg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18C38CCC-F0F0-45F0-806B-2778B1472CBE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1010625" y="2168525"/>
            <a:ext cx="4869475" cy="3852863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6570051" y="2168525"/>
            <a:ext cx="4926624" cy="3852863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0664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15" y="2375188"/>
            <a:ext cx="6528185" cy="16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21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precherwechsel 3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15" y="2375188"/>
            <a:ext cx="6528185" cy="16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640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15" y="2375188"/>
            <a:ext cx="6528185" cy="16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057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2_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15" y="2375188"/>
            <a:ext cx="6528185" cy="16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560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5514" cy="685800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15" y="2375188"/>
            <a:ext cx="6528185" cy="16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493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1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5514" cy="6858000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15" y="2375188"/>
            <a:ext cx="6528185" cy="16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923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80133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4" y="5385226"/>
            <a:ext cx="2847101" cy="73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016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5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80133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4" y="5396505"/>
            <a:ext cx="2847101" cy="73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8098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/Bild mit Farb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1"/>
          </p:nvPr>
        </p:nvSpPr>
        <p:spPr>
          <a:xfrm>
            <a:off x="5916612" y="0"/>
            <a:ext cx="6275387" cy="6858000"/>
          </a:xfrm>
          <a:solidFill>
            <a:schemeClr val="bg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90400B-B8CE-45F6-8484-C50DA004031E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xfrm>
            <a:off x="1538243" y="6176964"/>
            <a:ext cx="4378370" cy="544512"/>
          </a:xfrm>
        </p:spPr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5" y="765175"/>
            <a:ext cx="5580063" cy="5275265"/>
          </a:xfrm>
          <a:solidFill>
            <a:schemeClr val="bg2">
              <a:lumMod val="90000"/>
              <a:alpha val="80000"/>
            </a:schemeClr>
          </a:solidFill>
        </p:spPr>
        <p:txBody>
          <a:bodyPr lIns="504000" tIns="1008000"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200151" y="3392488"/>
            <a:ext cx="4679950" cy="2628900"/>
          </a:xfrm>
        </p:spPr>
        <p:txBody>
          <a:bodyPr/>
          <a:lstStyle/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6470277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/Bild mit Farb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1"/>
          </p:nvPr>
        </p:nvSpPr>
        <p:spPr>
          <a:xfrm>
            <a:off x="5916612" y="0"/>
            <a:ext cx="6275387" cy="6858000"/>
          </a:xfr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1" y="0"/>
            <a:ext cx="6275387" cy="6858000"/>
          </a:xfrm>
          <a:solidFill>
            <a:schemeClr val="bg2">
              <a:lumMod val="90000"/>
              <a:alpha val="80000"/>
            </a:schemeClr>
          </a:solidFill>
        </p:spPr>
        <p:txBody>
          <a:bodyPr lIns="684000" tIns="720000" rIns="46800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95326" y="2168525"/>
            <a:ext cx="5184775" cy="3852863"/>
          </a:xfrm>
        </p:spPr>
        <p:txBody>
          <a:bodyPr/>
          <a:lstStyle/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6398971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1"/>
          </p:nvPr>
        </p:nvSpPr>
        <p:spPr>
          <a:xfrm>
            <a:off x="5916613" y="0"/>
            <a:ext cx="6275386" cy="6858000"/>
          </a:xfr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8B7965C-A36D-4D4D-9F0C-9DF308512F2C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xfrm>
            <a:off x="1538243" y="6176964"/>
            <a:ext cx="4378370" cy="544512"/>
          </a:xfrm>
        </p:spPr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5031E853-7511-4591-3535-5D4C86BC46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6" y="2168525"/>
            <a:ext cx="5184775" cy="3852863"/>
          </a:xfrm>
        </p:spPr>
        <p:txBody>
          <a:bodyPr/>
          <a:lstStyle/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itel 9">
            <a:extLst>
              <a:ext uri="{FF2B5EF4-FFF2-40B4-BE49-F238E27FC236}">
                <a16:creationId xmlns:a16="http://schemas.microsoft.com/office/drawing/2014/main" id="{BD02CD4E-F65A-3A85-C56F-F6DC13EEBE36}"/>
              </a:ext>
            </a:extLst>
          </p:cNvPr>
          <p:cNvSpPr txBox="1">
            <a:spLocks/>
          </p:cNvSpPr>
          <p:nvPr userDrawn="1"/>
        </p:nvSpPr>
        <p:spPr>
          <a:xfrm>
            <a:off x="695326" y="765174"/>
            <a:ext cx="5221287" cy="10429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 cap="all" spc="0" baseline="0">
                <a:solidFill>
                  <a:srgbClr val="004678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019204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L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1200151" y="1808162"/>
            <a:ext cx="4716462" cy="4213225"/>
          </a:xfrm>
        </p:spPr>
        <p:txBody>
          <a:bodyPr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5AAC50B-1973-417D-95F3-12435879B4EC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xfrm>
            <a:off x="1538243" y="6176964"/>
            <a:ext cx="9000000" cy="544512"/>
          </a:xfrm>
        </p:spPr>
        <p:txBody>
          <a:bodyPr/>
          <a:lstStyle/>
          <a:p>
            <a:r>
              <a:rPr lang="de-DE" dirty="0"/>
              <a:t>Universität Hohenheim, Titel der Präsentation, Name des Autors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5"/>
          </p:nvPr>
        </p:nvSpPr>
        <p:spPr>
          <a:xfrm>
            <a:off x="6275388" y="765175"/>
            <a:ext cx="5221287" cy="5256213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45147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L,Text links +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6" y="765174"/>
            <a:ext cx="5221287" cy="1042989"/>
          </a:xfrm>
        </p:spPr>
        <p:txBody>
          <a:bodyPr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>
          <a:solidFill>
            <a:schemeClr val="bg1">
              <a:alpha val="0"/>
            </a:schemeClr>
          </a:solidFill>
        </p:spPr>
        <p:txBody>
          <a:bodyPr/>
          <a:lstStyle/>
          <a:p>
            <a:fld id="{D60E4D2F-8CB3-4226-971E-E3979BAE9BFF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solidFill>
            <a:schemeClr val="bg1">
              <a:alpha val="0"/>
            </a:schemeClr>
          </a:solidFill>
        </p:spPr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4"/>
          </p:nvPr>
        </p:nvSpPr>
        <p:spPr>
          <a:xfrm>
            <a:off x="6275388" y="765174"/>
            <a:ext cx="5221287" cy="5256213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695326" y="2168525"/>
            <a:ext cx="5221287" cy="38528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9175912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L breit+2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6" y="765174"/>
            <a:ext cx="10801349" cy="1042989"/>
          </a:xfrm>
        </p:spPr>
        <p:txBody>
          <a:bodyPr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>
          <a:solidFill>
            <a:schemeClr val="bg1">
              <a:alpha val="0"/>
            </a:schemeClr>
          </a:solidFill>
        </p:spPr>
        <p:txBody>
          <a:bodyPr/>
          <a:lstStyle/>
          <a:p>
            <a:fld id="{ED7DC3BA-CC51-4F93-9D36-ECB8391EBCDD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solidFill>
            <a:schemeClr val="bg1">
              <a:alpha val="0"/>
            </a:schemeClr>
          </a:solidFill>
        </p:spPr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4"/>
          </p:nvPr>
        </p:nvSpPr>
        <p:spPr>
          <a:xfrm>
            <a:off x="6275388" y="2168525"/>
            <a:ext cx="5221287" cy="3852862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695326" y="2168525"/>
            <a:ext cx="5221288" cy="3852863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2956443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/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7" y="764381"/>
            <a:ext cx="5184774" cy="1042989"/>
          </a:xfrm>
        </p:spPr>
        <p:txBody>
          <a:bodyPr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FA42589-0B9F-4A37-B483-83733D4B1101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4"/>
          </p:nvPr>
        </p:nvSpPr>
        <p:spPr>
          <a:xfrm>
            <a:off x="6254750" y="765175"/>
            <a:ext cx="2433638" cy="5256213"/>
          </a:xfrm>
          <a:noFill/>
        </p:spPr>
        <p:txBody>
          <a:bodyPr/>
          <a:lstStyle/>
          <a:p>
            <a:endParaRPr lang="de-DE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5"/>
          </p:nvPr>
        </p:nvSpPr>
        <p:spPr>
          <a:xfrm>
            <a:off x="9083675" y="764381"/>
            <a:ext cx="2433638" cy="5256213"/>
          </a:xfrm>
          <a:noFill/>
        </p:spPr>
        <p:txBody>
          <a:bodyPr/>
          <a:lstStyle/>
          <a:p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/>
          </p:nvPr>
        </p:nvSpPr>
        <p:spPr>
          <a:xfrm>
            <a:off x="695325" y="2168525"/>
            <a:ext cx="5221288" cy="3852863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6254750" y="6110925"/>
            <a:ext cx="2433638" cy="368300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  <p:sp>
        <p:nvSpPr>
          <p:cNvPr id="14" name="Textplatzhalt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9083675" y="6110925"/>
            <a:ext cx="2433638" cy="368300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14737345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/4 Grafi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6" y="764381"/>
            <a:ext cx="5221287" cy="1042989"/>
          </a:xfrm>
        </p:spPr>
        <p:txBody>
          <a:bodyPr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15B927E-FCBC-4EAD-B31E-E3E5068F6639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xfrm>
            <a:off x="1538242" y="6176964"/>
            <a:ext cx="9000000" cy="544512"/>
          </a:xfrm>
        </p:spPr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4"/>
          </p:nvPr>
        </p:nvSpPr>
        <p:spPr>
          <a:xfrm>
            <a:off x="6275388" y="765175"/>
            <a:ext cx="2449512" cy="2448719"/>
          </a:xfr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5"/>
          </p:nvPr>
        </p:nvSpPr>
        <p:spPr>
          <a:xfrm>
            <a:off x="9083675" y="764381"/>
            <a:ext cx="2413000" cy="2448719"/>
          </a:xfr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/>
          </p:nvPr>
        </p:nvSpPr>
        <p:spPr>
          <a:xfrm>
            <a:off x="695325" y="2168525"/>
            <a:ext cx="5221287" cy="3852863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275388" y="3572669"/>
            <a:ext cx="2449512" cy="2448719"/>
          </a:xfrm>
          <a:noFill/>
        </p:spPr>
        <p:txBody>
          <a:bodyPr/>
          <a:lstStyle/>
          <a:p>
            <a:endParaRPr lang="de-DE"/>
          </a:p>
        </p:txBody>
      </p:sp>
      <p:sp>
        <p:nvSpPr>
          <p:cNvPr id="12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83675" y="3571875"/>
            <a:ext cx="2413000" cy="2448719"/>
          </a:xfrm>
          <a:noFill/>
        </p:spPr>
        <p:txBody>
          <a:bodyPr/>
          <a:lstStyle/>
          <a:p>
            <a:endParaRPr lang="de-DE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Textplatzhalt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6254750" y="6110925"/>
            <a:ext cx="2433638" cy="368300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9083675" y="6110925"/>
            <a:ext cx="2433638" cy="368300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  <p:sp>
        <p:nvSpPr>
          <p:cNvPr id="16" name="Textplatzhalt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6291262" y="3302637"/>
            <a:ext cx="2433638" cy="269238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  <p:sp>
        <p:nvSpPr>
          <p:cNvPr id="17" name="Textplatzhalt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9120187" y="3302637"/>
            <a:ext cx="2376487" cy="269238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2207050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/2 Grafi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6" y="764381"/>
            <a:ext cx="8029574" cy="1042989"/>
          </a:xfrm>
        </p:spPr>
        <p:txBody>
          <a:bodyPr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FD7A94C-3A8F-4E95-AFFF-3722A590B344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xfrm>
            <a:off x="1538242" y="6176964"/>
            <a:ext cx="9000000" cy="544512"/>
          </a:xfrm>
        </p:spPr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5"/>
          </p:nvPr>
        </p:nvSpPr>
        <p:spPr>
          <a:xfrm>
            <a:off x="9083675" y="764381"/>
            <a:ext cx="2413000" cy="2448719"/>
          </a:xfr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/>
          </p:nvPr>
        </p:nvSpPr>
        <p:spPr>
          <a:xfrm>
            <a:off x="695325" y="1807371"/>
            <a:ext cx="8029575" cy="4214018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83675" y="3571875"/>
            <a:ext cx="2413000" cy="2448719"/>
          </a:xfrm>
          <a:noFill/>
        </p:spPr>
        <p:txBody>
          <a:bodyPr/>
          <a:lstStyle/>
          <a:p>
            <a:endParaRPr lang="de-DE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9083675" y="6110925"/>
            <a:ext cx="2433638" cy="368300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  <p:sp>
        <p:nvSpPr>
          <p:cNvPr id="17" name="Textplatzhalt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9120187" y="3302637"/>
            <a:ext cx="2376487" cy="269238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4745915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ild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D1E8DFD-3C28-4203-8E8F-6050008A509A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xfrm>
            <a:off x="1538243" y="6176964"/>
            <a:ext cx="9000000" cy="544512"/>
          </a:xfrm>
        </p:spPr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95325" y="1"/>
            <a:ext cx="10801350" cy="6021388"/>
          </a:xfr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05172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ild/Vide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6048B2-59C2-4CC3-9237-A7B1C4E7A592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95325" y="765175"/>
            <a:ext cx="10801350" cy="5256214"/>
          </a:xfr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91794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ild/Video mit Beschreibu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95325" y="1"/>
            <a:ext cx="10801350" cy="6021388"/>
          </a:xfr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9209643-A802-4768-9A4F-D84D3C0F4E67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1" y="-1"/>
            <a:ext cx="5916612" cy="2447999"/>
          </a:xfrm>
          <a:solidFill>
            <a:schemeClr val="tx1">
              <a:lumMod val="75000"/>
              <a:alpha val="80000"/>
            </a:schemeClr>
          </a:solidFill>
        </p:spPr>
        <p:txBody>
          <a:bodyPr lIns="1224000" rIns="180000" anchor="ctr" anchorCtr="0"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8290882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379537" y="765175"/>
            <a:ext cx="10117138" cy="5256213"/>
          </a:xfrm>
        </p:spPr>
        <p:txBody>
          <a:bodyPr anchor="ctr" anchorCtr="0"/>
          <a:lstStyle>
            <a:lvl1pPr>
              <a:defRPr sz="4800" b="0" cap="none" spc="100" baseline="0">
                <a:solidFill>
                  <a:schemeClr val="bg1"/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 dirty="0"/>
              <a:t>„Zitat durch klicken bearbeiten“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379538" y="5661060"/>
            <a:ext cx="9562440" cy="360327"/>
          </a:xfrm>
        </p:spPr>
        <p:txBody>
          <a:bodyPr anchor="b" anchorCtr="0"/>
          <a:lstStyle>
            <a:lvl1pPr algn="l">
              <a:defRPr sz="1600" spc="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dirty="0"/>
              <a:t>Urheber</a:t>
            </a:r>
          </a:p>
        </p:txBody>
      </p:sp>
    </p:spTree>
    <p:extLst>
      <p:ext uri="{BB962C8B-B14F-4D97-AF65-F5344CB8AC3E}">
        <p14:creationId xmlns:p14="http://schemas.microsoft.com/office/powerpoint/2010/main" val="1010846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9">
          <p15:clr>
            <a:srgbClr val="FBAE40"/>
          </p15:clr>
        </p15:guide>
        <p15:guide id="2" orient="horz" pos="166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Kapiteltrenn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695325" y="765175"/>
            <a:ext cx="10801350" cy="52562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/>
          <p:cNvSpPr/>
          <p:nvPr userDrawn="1"/>
        </p:nvSpPr>
        <p:spPr>
          <a:xfrm>
            <a:off x="0" y="8731"/>
            <a:ext cx="10801350" cy="5256213"/>
          </a:xfrm>
          <a:prstGeom prst="rect">
            <a:avLst/>
          </a:prstGeom>
          <a:solidFill>
            <a:schemeClr val="bg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379538" y="2173286"/>
            <a:ext cx="7345362" cy="2443163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Titeltrenner</a:t>
            </a:r>
            <a:r>
              <a:rPr lang="de-DE" dirty="0"/>
              <a:t>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039944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9">
          <p15:clr>
            <a:srgbClr val="FBAE40"/>
          </p15:clr>
        </p15:guide>
        <p15:guide id="2" orient="horz" pos="166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Kapiteltrenner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7"/>
          <p:cNvSpPr>
            <a:spLocks noGrp="1"/>
          </p:cNvSpPr>
          <p:nvPr>
            <p:ph type="pic" sz="quarter" idx="16"/>
          </p:nvPr>
        </p:nvSpPr>
        <p:spPr>
          <a:xfrm>
            <a:off x="695325" y="765175"/>
            <a:ext cx="10781919" cy="5256213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0" y="1808163"/>
            <a:ext cx="6096000" cy="3168650"/>
          </a:xfrm>
          <a:solidFill>
            <a:schemeClr val="tx2">
              <a:alpha val="90000"/>
            </a:schemeClr>
          </a:solidFill>
        </p:spPr>
        <p:txBody>
          <a:bodyPr lIns="1188000" tIns="0" anchor="ctr" anchorCtr="0"/>
          <a:lstStyle>
            <a:lvl1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de-DE" dirty="0" err="1"/>
              <a:t>Kapiteltrenner</a:t>
            </a:r>
            <a:r>
              <a:rPr lang="de-DE" dirty="0"/>
              <a:t> mit </a:t>
            </a:r>
            <a:r>
              <a:rPr lang="de-DE" dirty="0" err="1"/>
              <a:t>bild</a:t>
            </a:r>
            <a:r>
              <a:rPr lang="de-DE" dirty="0"/>
              <a:t>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819752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9">
          <p15:clr>
            <a:srgbClr val="FBAE40"/>
          </p15:clr>
        </p15:guide>
        <p15:guide id="2" orient="horz" pos="166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Kapiteltrenner mit Bild und Dr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7"/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12191999" cy="685799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2" name="Träne 1"/>
          <p:cNvSpPr/>
          <p:nvPr userDrawn="1"/>
        </p:nvSpPr>
        <p:spPr>
          <a:xfrm rot="5400000">
            <a:off x="695325" y="781844"/>
            <a:ext cx="5221288" cy="5221288"/>
          </a:xfrm>
          <a:prstGeom prst="teardrop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1390651" y="1808163"/>
            <a:ext cx="4525961" cy="3168650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Titeltrenner</a:t>
            </a:r>
            <a:r>
              <a:rPr lang="de-DE" dirty="0"/>
              <a:t>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885135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9">
          <p15:clr>
            <a:srgbClr val="FBAE40"/>
          </p15:clr>
        </p15:guide>
        <p15:guide id="2" orient="horz" pos="166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Kapiteltrenner mit Fläche und Dr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695325" y="1808163"/>
            <a:ext cx="10801350" cy="5049837"/>
          </a:xfrm>
          <a:prstGeom prst="rect">
            <a:avLst/>
          </a:prstGeom>
          <a:solidFill>
            <a:schemeClr val="bg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Titelmasterformat durch Klicken bearbeiten</a:t>
            </a:r>
          </a:p>
          <a:p>
            <a:pPr algn="ctr"/>
            <a:endParaRPr lang="de-DE" dirty="0"/>
          </a:p>
        </p:txBody>
      </p:sp>
      <p:sp>
        <p:nvSpPr>
          <p:cNvPr id="2" name="Träne 1"/>
          <p:cNvSpPr/>
          <p:nvPr userDrawn="1"/>
        </p:nvSpPr>
        <p:spPr>
          <a:xfrm rot="5400000">
            <a:off x="3485356" y="781844"/>
            <a:ext cx="5221288" cy="5221288"/>
          </a:xfrm>
          <a:prstGeom prst="teardrop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4089115" y="1808163"/>
            <a:ext cx="4206473" cy="3168650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Titeltrenner</a:t>
            </a:r>
            <a:r>
              <a:rPr lang="de-DE" dirty="0"/>
              <a:t>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32332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9">
          <p15:clr>
            <a:srgbClr val="FBAE40"/>
          </p15:clr>
        </p15:guide>
        <p15:guide id="2" orient="horz" pos="166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HL+Tabelle br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1E018F8D-C1E7-4A69-B721-962DFD49AD61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abellenplatzhalter 2"/>
          <p:cNvSpPr>
            <a:spLocks noGrp="1"/>
          </p:cNvSpPr>
          <p:nvPr>
            <p:ph type="tbl" sz="quarter" idx="10"/>
          </p:nvPr>
        </p:nvSpPr>
        <p:spPr>
          <a:xfrm>
            <a:off x="695325" y="2168524"/>
            <a:ext cx="10801350" cy="3852863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99140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HL+Tabelle ha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6" y="765175"/>
            <a:ext cx="5221288" cy="5256211"/>
          </a:xfrm>
        </p:spPr>
        <p:txBody>
          <a:bodyPr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FFD186D9-A20D-4A21-B4C9-816C275996A7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abellenplatzhalter 2"/>
          <p:cNvSpPr>
            <a:spLocks noGrp="1"/>
          </p:cNvSpPr>
          <p:nvPr>
            <p:ph type="tbl" sz="quarter" idx="10"/>
          </p:nvPr>
        </p:nvSpPr>
        <p:spPr>
          <a:xfrm>
            <a:off x="6275387" y="765176"/>
            <a:ext cx="5221287" cy="5256212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52785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HL+Tabelle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6" y="765175"/>
            <a:ext cx="2558237" cy="5256211"/>
          </a:xfrm>
        </p:spPr>
        <p:txBody>
          <a:bodyPr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F7983435-9D9B-4825-B60D-9166CD7D4886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abellenplatzhalter 2"/>
          <p:cNvSpPr>
            <a:spLocks noGrp="1"/>
          </p:cNvSpPr>
          <p:nvPr>
            <p:ph type="tbl" sz="quarter" idx="10"/>
          </p:nvPr>
        </p:nvSpPr>
        <p:spPr>
          <a:xfrm>
            <a:off x="3467101" y="765176"/>
            <a:ext cx="8029574" cy="5256212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9459540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lu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3392488"/>
            <a:ext cx="12192000" cy="3465512"/>
          </a:xfrm>
          <a:solidFill>
            <a:schemeClr val="bg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>
          <a:xfrm>
            <a:off x="1019176" y="2168525"/>
            <a:ext cx="10153650" cy="2808288"/>
          </a:xfrm>
          <a:solidFill>
            <a:schemeClr val="tx2">
              <a:alpha val="90000"/>
            </a:schemeClr>
          </a:solidFill>
        </p:spPr>
        <p:txBody>
          <a:bodyPr lIns="432000" tIns="1008000" rIns="216000" bIns="0" anchor="t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de-DE" dirty="0"/>
              <a:t>Vielen Dank für Ihre Aufmerksamkeit</a:t>
            </a: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0" y="705458"/>
            <a:ext cx="2520000" cy="651596"/>
          </a:xfrm>
          <a:prstGeom prst="rect">
            <a:avLst/>
          </a:prstGeom>
        </p:spPr>
      </p:pic>
      <p:sp>
        <p:nvSpPr>
          <p:cNvPr id="4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450975" y="4219881"/>
            <a:ext cx="9511551" cy="396569"/>
          </a:xfrm>
        </p:spPr>
        <p:txBody>
          <a:bodyPr anchor="b" anchorCtr="0"/>
          <a:lstStyle>
            <a:lvl3pPr>
              <a:defRPr>
                <a:solidFill>
                  <a:schemeClr val="bg1"/>
                </a:solidFill>
              </a:defRPr>
            </a:lvl3pPr>
          </a:lstStyle>
          <a:p>
            <a:pPr lvl="2"/>
            <a:r>
              <a:rPr lang="de-DE" dirty="0"/>
              <a:t>Unterzeile, Datum, Referent, o.ä.</a:t>
            </a:r>
          </a:p>
        </p:txBody>
      </p:sp>
    </p:spTree>
    <p:extLst>
      <p:ext uri="{BB962C8B-B14F-4D97-AF65-F5344CB8AC3E}">
        <p14:creationId xmlns:p14="http://schemas.microsoft.com/office/powerpoint/2010/main" val="2530396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91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luss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3392488"/>
            <a:ext cx="12192000" cy="3465512"/>
          </a:xfrm>
          <a:solidFill>
            <a:schemeClr val="bg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>
          <a:xfrm>
            <a:off x="1019176" y="2168525"/>
            <a:ext cx="10153650" cy="2808288"/>
          </a:xfrm>
          <a:solidFill>
            <a:schemeClr val="tx2">
              <a:alpha val="90000"/>
            </a:schemeClr>
          </a:solidFill>
        </p:spPr>
        <p:txBody>
          <a:bodyPr lIns="432000" tIns="1008000" rIns="216000" bIns="0" anchor="t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Thank you for your attention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450975" y="4219881"/>
            <a:ext cx="9511551" cy="396569"/>
          </a:xfrm>
        </p:spPr>
        <p:txBody>
          <a:bodyPr anchor="b" anchorCtr="0"/>
          <a:lstStyle>
            <a:lvl3pPr>
              <a:defRPr>
                <a:solidFill>
                  <a:schemeClr val="bg1"/>
                </a:solidFill>
              </a:defRPr>
            </a:lvl3pPr>
          </a:lstStyle>
          <a:p>
            <a:pPr lvl="2"/>
            <a:r>
              <a:rPr lang="de-DE" dirty="0"/>
              <a:t>Unterzeile, Datum, Referent, o.ä.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0" y="705458"/>
            <a:ext cx="2520000" cy="65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33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91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luss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3392488"/>
            <a:ext cx="12192000" cy="3465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1019175" y="2168526"/>
            <a:ext cx="10477500" cy="2808287"/>
          </a:xfrm>
          <a:solidFill>
            <a:schemeClr val="bg2">
              <a:alpha val="80000"/>
            </a:schemeClr>
          </a:solidFill>
        </p:spPr>
        <p:txBody>
          <a:bodyPr lIns="396000" tIns="1008000" rIns="216000" bIns="0" anchor="t"/>
          <a:lstStyle>
            <a:lvl1pPr algn="l">
              <a:defRPr sz="3200" cap="all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Vielen Dank für Ihre </a:t>
            </a:r>
            <a:br>
              <a:rPr lang="de-DE" dirty="0"/>
            </a:br>
            <a:r>
              <a:rPr lang="de-DE" dirty="0"/>
              <a:t>Aufmerksamkeit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70026" y="4222800"/>
            <a:ext cx="9719589" cy="314402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tx2"/>
                </a:solidFill>
                <a:latin typeface="Segoe UI 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Unterzeile, Datum, Referent, o.ä.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0" y="705458"/>
            <a:ext cx="2520000" cy="65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370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 userDrawn="1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luss blau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3392488"/>
            <a:ext cx="12192000" cy="3465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1019175" y="2168526"/>
            <a:ext cx="10477500" cy="2808287"/>
          </a:xfrm>
          <a:solidFill>
            <a:schemeClr val="bg2">
              <a:alpha val="80000"/>
            </a:schemeClr>
          </a:solidFill>
        </p:spPr>
        <p:txBody>
          <a:bodyPr lIns="396000" tIns="1008000" rIns="216000" bIns="0" anchor="t"/>
          <a:lstStyle>
            <a:lvl1pPr algn="l">
              <a:defRPr sz="32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Thank you for </a:t>
            </a:r>
            <a:br>
              <a:rPr lang="en-US" dirty="0"/>
            </a:br>
            <a:r>
              <a:rPr lang="en-US" dirty="0"/>
              <a:t>your attention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70027" y="4222800"/>
            <a:ext cx="9795004" cy="314402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tx2"/>
                </a:solidFill>
                <a:latin typeface="Segoe UI 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Unterzeile, Datum, Referent, o.ä.</a:t>
            </a:r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0" y="705458"/>
            <a:ext cx="2520000" cy="65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03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/>
          <p:nvPr userDrawn="1"/>
        </p:nvSpPr>
        <p:spPr>
          <a:xfrm>
            <a:off x="10775614" y="4620538"/>
            <a:ext cx="719709" cy="3173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/>
          <a:lstStyle/>
          <a:p>
            <a:fld id="{B7D6821A-5A5B-41CD-A421-0A8E8DBEEFA5}" type="datetime1">
              <a:rPr lang="de-DE" smtClean="0"/>
              <a:t>21.04.26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/>
          <a:lstStyle/>
          <a:p>
            <a:fld id="{2104B226-4361-4E3F-8691-235B281AC8CE}" type="slidenum">
              <a:rPr lang="de-DE" smtClean="0"/>
              <a:t>‹#›</a:t>
            </a:fld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600" y="5448314"/>
            <a:ext cx="573074" cy="573074"/>
          </a:xfrm>
          <a:prstGeom prst="rect">
            <a:avLst/>
          </a:prstGeom>
        </p:spPr>
      </p:pic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695325" y="765176"/>
            <a:ext cx="5184774" cy="1042987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Standards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695325" y="4616450"/>
            <a:ext cx="2520100" cy="1404938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9" name="Gerader Verbinder 8"/>
          <p:cNvCxnSpPr/>
          <p:nvPr userDrawn="1"/>
        </p:nvCxnSpPr>
        <p:spPr>
          <a:xfrm>
            <a:off x="6254750" y="1808164"/>
            <a:ext cx="524192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räne 9"/>
          <p:cNvSpPr/>
          <p:nvPr userDrawn="1"/>
        </p:nvSpPr>
        <p:spPr>
          <a:xfrm>
            <a:off x="3456531" y="4616450"/>
            <a:ext cx="1369901" cy="1369901"/>
          </a:xfrm>
          <a:prstGeom prst="teardrop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11" name="Textfeld 10"/>
          <p:cNvSpPr txBox="1"/>
          <p:nvPr userDrawn="1"/>
        </p:nvSpPr>
        <p:spPr>
          <a:xfrm>
            <a:off x="10554789" y="4042240"/>
            <a:ext cx="9405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dirty="0"/>
              <a:t>Symbole</a:t>
            </a:r>
          </a:p>
        </p:txBody>
      </p:sp>
      <p:graphicFrame>
        <p:nvGraphicFramePr>
          <p:cNvPr id="12" name="Tabelle 1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17083489"/>
              </p:ext>
            </p:extLst>
          </p:nvPr>
        </p:nvGraphicFramePr>
        <p:xfrm>
          <a:off x="695323" y="1810514"/>
          <a:ext cx="10800000" cy="18542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5760000">
                  <a:extLst>
                    <a:ext uri="{9D8B030D-6E8A-4147-A177-3AD203B41FA5}">
                      <a16:colId xmlns:a16="http://schemas.microsoft.com/office/drawing/2014/main" val="2034300086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401894712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445799608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37392713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364051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de-DE" sz="1600" dirty="0"/>
                        <a:t>Benennung Spalte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de-DE" sz="1600" dirty="0"/>
                        <a:t>Spalte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de-DE" sz="1600" dirty="0"/>
                        <a:t>Spalte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de-DE" sz="1600" dirty="0" err="1"/>
                        <a:t>Credits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de-DE" sz="1600" dirty="0"/>
                        <a:t>Spalte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396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2000 Degree M.Sc. Food Systems</a:t>
                      </a:r>
                      <a:endParaRPr lang="de-DE" sz="1600" dirty="0"/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BE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-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120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1.6</a:t>
                      </a:r>
                    </a:p>
                  </a:txBody>
                  <a:tcPr anchor="ctr"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358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3000 </a:t>
                      </a:r>
                      <a:r>
                        <a:rPr lang="de-DE" sz="1600" dirty="0" err="1"/>
                        <a:t>Compulsory</a:t>
                      </a:r>
                      <a:r>
                        <a:rPr lang="de-DE" sz="1600" dirty="0"/>
                        <a:t>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129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1507-440 SPOC: Introduction to Food Systems</a:t>
                      </a:r>
                      <a:endParaRPr lang="de-DE" sz="1600" dirty="0"/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BE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-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7.5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2.3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43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1507-450 </a:t>
                      </a:r>
                      <a:r>
                        <a:rPr lang="de-DE" sz="1600" dirty="0" err="1"/>
                        <a:t>AgFoodTech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18923"/>
                  </a:ext>
                </a:extLst>
              </a:tr>
            </a:tbl>
          </a:graphicData>
        </a:graphic>
      </p:graphicFrame>
      <p:sp>
        <p:nvSpPr>
          <p:cNvPr id="13" name="Textfeld 12"/>
          <p:cNvSpPr txBox="1"/>
          <p:nvPr userDrawn="1"/>
        </p:nvSpPr>
        <p:spPr>
          <a:xfrm>
            <a:off x="9082323" y="1252991"/>
            <a:ext cx="2413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dirty="0"/>
              <a:t>Look Tabelle</a:t>
            </a:r>
          </a:p>
        </p:txBody>
      </p:sp>
      <p:graphicFrame>
        <p:nvGraphicFramePr>
          <p:cNvPr id="14" name="Inhaltsplatzhalter 6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976134078"/>
              </p:ext>
            </p:extLst>
          </p:nvPr>
        </p:nvGraphicFramePr>
        <p:xfrm>
          <a:off x="5094026" y="4622331"/>
          <a:ext cx="5221285" cy="1112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80583">
                  <a:extLst>
                    <a:ext uri="{9D8B030D-6E8A-4147-A177-3AD203B41FA5}">
                      <a16:colId xmlns:a16="http://schemas.microsoft.com/office/drawing/2014/main" val="928685103"/>
                    </a:ext>
                  </a:extLst>
                </a:gridCol>
                <a:gridCol w="1208315">
                  <a:extLst>
                    <a:ext uri="{9D8B030D-6E8A-4147-A177-3AD203B41FA5}">
                      <a16:colId xmlns:a16="http://schemas.microsoft.com/office/drawing/2014/main" val="2216239891"/>
                    </a:ext>
                  </a:extLst>
                </a:gridCol>
                <a:gridCol w="1159328">
                  <a:extLst>
                    <a:ext uri="{9D8B030D-6E8A-4147-A177-3AD203B41FA5}">
                      <a16:colId xmlns:a16="http://schemas.microsoft.com/office/drawing/2014/main" val="1190962114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2341469501"/>
                    </a:ext>
                  </a:extLst>
                </a:gridCol>
                <a:gridCol w="1128030">
                  <a:extLst>
                    <a:ext uri="{9D8B030D-6E8A-4147-A177-3AD203B41FA5}">
                      <a16:colId xmlns:a16="http://schemas.microsoft.com/office/drawing/2014/main" val="2363874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1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1 - 25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1" i="0" u="none" strike="noStrike" cap="none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+mn-lt"/>
                        </a:rPr>
                        <a:t>26</a:t>
                      </a:r>
                      <a:r>
                        <a:rPr lang="de-DE" sz="1400" b="1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 - 50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1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51 - 75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1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76 - 100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extLst>
                  <a:ext uri="{0D108BD9-81ED-4DB2-BD59-A6C34878D82A}">
                    <a16:rowId xmlns:a16="http://schemas.microsoft.com/office/drawing/2014/main" val="1591409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€ 30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€ 20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€ 10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extLst>
                  <a:ext uri="{0D108BD9-81ED-4DB2-BD59-A6C34878D82A}">
                    <a16:rowId xmlns:a16="http://schemas.microsoft.com/office/drawing/2014/main" val="2498317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€ 20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€ 10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€ 30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extLst>
                  <a:ext uri="{0D108BD9-81ED-4DB2-BD59-A6C34878D82A}">
                    <a16:rowId xmlns:a16="http://schemas.microsoft.com/office/drawing/2014/main" val="217553299"/>
                  </a:ext>
                </a:extLst>
              </a:tr>
            </a:tbl>
          </a:graphicData>
        </a:graphic>
      </p:graphicFrame>
      <p:cxnSp>
        <p:nvCxnSpPr>
          <p:cNvPr id="15" name="Gerade Verbindung mit Pfeil 14"/>
          <p:cNvCxnSpPr/>
          <p:nvPr userDrawn="1"/>
        </p:nvCxnSpPr>
        <p:spPr>
          <a:xfrm>
            <a:off x="10920912" y="4774981"/>
            <a:ext cx="381000" cy="0"/>
          </a:xfrm>
          <a:prstGeom prst="straightConnector1">
            <a:avLst/>
          </a:prstGeom>
          <a:ln w="28575" cap="sq" cmpd="sng" algn="ctr">
            <a:solidFill>
              <a:schemeClr val="bg1"/>
            </a:solidFill>
            <a:prstDash val="solid"/>
            <a:round/>
            <a:headEnd type="none" w="med" len="med"/>
            <a:tailEnd type="arrow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Gerader Verbinder 18"/>
          <p:cNvCxnSpPr/>
          <p:nvPr userDrawn="1"/>
        </p:nvCxnSpPr>
        <p:spPr>
          <a:xfrm>
            <a:off x="695325" y="4176257"/>
            <a:ext cx="4131107" cy="0"/>
          </a:xfrm>
          <a:prstGeom prst="line">
            <a:avLst/>
          </a:prstGeom>
          <a:ln w="6350" cap="sq" cmpd="sng" algn="ctr">
            <a:solidFill>
              <a:schemeClr val="tx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09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95325" y="765176"/>
            <a:ext cx="10801349" cy="10429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TITELMASTERFORMAT DURCH KLICKEN BEARBEITEN JDLFJS ÜBER SDKRJE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95325" y="2168525"/>
            <a:ext cx="10801349" cy="3852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FOLGERUNG VIERTE EBENE 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7EFEDEAA-A5CE-4328-A5AA-9C585C3B2363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8243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 dirty="0"/>
              <a:t>Universität Hohenheim, Titel der Präsentation, Name des Autors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1469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5" r:id="rId2"/>
    <p:sldLayoutId id="2147483669" r:id="rId3"/>
    <p:sldLayoutId id="2147483706" r:id="rId4"/>
    <p:sldLayoutId id="2147483660" r:id="rId5"/>
    <p:sldLayoutId id="2147483707" r:id="rId6"/>
    <p:sldLayoutId id="2147483701" r:id="rId7"/>
    <p:sldLayoutId id="2147483708" r:id="rId8"/>
    <p:sldLayoutId id="2147483670" r:id="rId9"/>
    <p:sldLayoutId id="2147483671" r:id="rId10"/>
    <p:sldLayoutId id="2147483650" r:id="rId11"/>
    <p:sldLayoutId id="2147483674" r:id="rId12"/>
    <p:sldLayoutId id="2147483673" r:id="rId13"/>
    <p:sldLayoutId id="2147483675" r:id="rId14"/>
    <p:sldLayoutId id="2147483677" r:id="rId15"/>
    <p:sldLayoutId id="2147483664" r:id="rId16"/>
    <p:sldLayoutId id="2147483709" r:id="rId17"/>
    <p:sldLayoutId id="2147483668" r:id="rId18"/>
    <p:sldLayoutId id="2147483710" r:id="rId19"/>
    <p:sldLayoutId id="2147483661" r:id="rId20"/>
    <p:sldLayoutId id="2147483711" r:id="rId21"/>
    <p:sldLayoutId id="2147483663" r:id="rId22"/>
    <p:sldLayoutId id="2147483713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99" r:id="rId29"/>
    <p:sldLayoutId id="2147483683" r:id="rId30"/>
    <p:sldLayoutId id="2147483684" r:id="rId31"/>
    <p:sldLayoutId id="2147483703" r:id="rId32"/>
    <p:sldLayoutId id="2147483685" r:id="rId33"/>
    <p:sldLayoutId id="2147483704" r:id="rId34"/>
    <p:sldLayoutId id="2147483686" r:id="rId35"/>
    <p:sldLayoutId id="2147483689" r:id="rId36"/>
    <p:sldLayoutId id="2147483690" r:id="rId37"/>
    <p:sldLayoutId id="2147483667" r:id="rId38"/>
    <p:sldLayoutId id="2147483691" r:id="rId39"/>
    <p:sldLayoutId id="2147483696" r:id="rId40"/>
    <p:sldLayoutId id="2147483692" r:id="rId41"/>
    <p:sldLayoutId id="2147483693" r:id="rId42"/>
    <p:sldLayoutId id="2147483694" r:id="rId43"/>
    <p:sldLayoutId id="2147483666" r:id="rId44"/>
    <p:sldLayoutId id="2147483715" r:id="rId45"/>
    <p:sldLayoutId id="2147483702" r:id="rId46"/>
    <p:sldLayoutId id="2147483714" r:id="rId47"/>
    <p:sldLayoutId id="2147483655" r:id="rId4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cap="all" spc="0" baseline="0">
          <a:solidFill>
            <a:srgbClr val="004678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500"/>
        </a:spcBef>
        <a:spcAft>
          <a:spcPts val="0"/>
        </a:spcAft>
        <a:buFont typeface="Arial" panose="020B0604020202020204" pitchFamily="34" charset="0"/>
        <a:buNone/>
        <a:defRPr sz="2200" kern="1200" spc="30" baseline="0">
          <a:solidFill>
            <a:schemeClr val="tx1">
              <a:lumMod val="75000"/>
            </a:schemeClr>
          </a:solidFill>
          <a:latin typeface="Rockwell" panose="02060603020205020403" pitchFamily="18" charset="0"/>
          <a:ea typeface="+mn-ea"/>
          <a:cs typeface="+mn-cs"/>
        </a:defRPr>
      </a:lvl1pPr>
      <a:lvl2pPr marL="288000" indent="-288000" algn="l" defTabSz="914400" rtl="0" eaLnBrk="1" latinLnBrk="0" hangingPunct="1">
        <a:lnSpc>
          <a:spcPct val="100000"/>
        </a:lnSpc>
        <a:spcBef>
          <a:spcPts val="800"/>
        </a:spcBef>
        <a:spcAft>
          <a:spcPts val="500"/>
        </a:spcAft>
        <a:buClr>
          <a:schemeClr val="tx2"/>
        </a:buClr>
        <a:buSzPct val="90000"/>
        <a:buFontTx/>
        <a:buBlip>
          <a:blip r:embed="rId50"/>
        </a:buBlip>
        <a:defRPr sz="18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FontTx/>
        <a:buNone/>
        <a:defRPr sz="16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3pPr>
      <a:lvl4pPr marL="288000" indent="-288000" algn="l" defTabSz="914400" rtl="0" eaLnBrk="1" latinLnBrk="0" hangingPunct="1">
        <a:lnSpc>
          <a:spcPct val="90000"/>
        </a:lnSpc>
        <a:spcBef>
          <a:spcPts val="1000"/>
        </a:spcBef>
        <a:spcAft>
          <a:spcPts val="1000"/>
        </a:spcAft>
        <a:buFontTx/>
        <a:buBlip>
          <a:blip r:embed="rId51"/>
        </a:buBlip>
        <a:defRPr sz="1800" kern="1200" baseline="0">
          <a:solidFill>
            <a:schemeClr val="tx2"/>
          </a:solidFill>
          <a:latin typeface="+mj-lt"/>
          <a:ea typeface="+mn-ea"/>
          <a:cs typeface="+mn-cs"/>
        </a:defRPr>
      </a:lvl4pPr>
      <a:lvl5pPr marL="540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80000"/>
        <a:buFontTx/>
        <a:buBlip>
          <a:blip r:embed="rId52"/>
        </a:buBlip>
        <a:defRPr sz="16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pos="3840">
          <p15:clr>
            <a:srgbClr val="F26B43"/>
          </p15:clr>
        </p15:guide>
        <p15:guide id="3" pos="7242">
          <p15:clr>
            <a:srgbClr val="F26B43"/>
          </p15:clr>
        </p15:guide>
        <p15:guide id="4" pos="3953">
          <p15:clr>
            <a:srgbClr val="F26B43"/>
          </p15:clr>
        </p15:guide>
        <p15:guide id="5" pos="5496">
          <p15:clr>
            <a:srgbClr val="F26B43"/>
          </p15:clr>
        </p15:guide>
        <p15:guide id="6" pos="3727">
          <p15:clr>
            <a:srgbClr val="F26B43"/>
          </p15:clr>
        </p15:guide>
        <p15:guide id="7" pos="2184">
          <p15:clr>
            <a:srgbClr val="F26B43"/>
          </p15:clr>
        </p15:guide>
        <p15:guide id="8" pos="1958">
          <p15:clr>
            <a:srgbClr val="F26B43"/>
          </p15:clr>
        </p15:guide>
        <p15:guide id="9" pos="756">
          <p15:clr>
            <a:srgbClr val="F26B43"/>
          </p15:clr>
        </p15:guide>
        <p15:guide id="10" pos="5722">
          <p15:clr>
            <a:srgbClr val="F26B43"/>
          </p15:clr>
        </p15:guide>
        <p15:guide id="11" orient="horz" pos="1139">
          <p15:clr>
            <a:srgbClr val="F26B43"/>
          </p15:clr>
        </p15:guide>
        <p15:guide id="12" orient="horz" pos="1366">
          <p15:clr>
            <a:srgbClr val="F26B43"/>
          </p15:clr>
        </p15:guide>
        <p15:guide id="13" orient="horz" pos="2024">
          <p15:clr>
            <a:srgbClr val="F26B43"/>
          </p15:clr>
        </p15:guide>
        <p15:guide id="14" orient="horz" pos="2251">
          <p15:clr>
            <a:srgbClr val="F26B43"/>
          </p15:clr>
        </p15:guide>
        <p15:guide id="15" orient="horz" pos="2908">
          <p15:clr>
            <a:srgbClr val="F26B43"/>
          </p15:clr>
        </p15:guide>
        <p15:guide id="16" orient="horz" pos="3135">
          <p15:clr>
            <a:srgbClr val="F26B43"/>
          </p15:clr>
        </p15:guide>
        <p15:guide id="17" orient="horz" pos="3793">
          <p15:clr>
            <a:srgbClr val="F26B43"/>
          </p15:clr>
        </p15:guide>
        <p15:guide id="18" orient="horz" pos="482">
          <p15:clr>
            <a:srgbClr val="F26B43"/>
          </p15:clr>
        </p15:guide>
        <p15:guide id="19" orient="horz" pos="2137">
          <p15:clr>
            <a:srgbClr val="F26B43"/>
          </p15:clr>
        </p15:guide>
        <p15:guide id="20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1.svg"/><Relationship Id="rId4" Type="http://schemas.openxmlformats.org/officeDocument/2006/relationships/image" Target="../media/image2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6.jpeg"/><Relationship Id="rId5" Type="http://schemas.openxmlformats.org/officeDocument/2006/relationships/slide" Target="slide6.xml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hetzner.com/de/dedicated-rootserver/matrix-gpu/" TargetMode="External"/><Relationship Id="rId5" Type="http://schemas.openxmlformats.org/officeDocument/2006/relationships/hyperlink" Target="https://subdomain.aidaho.uni-hohenheim.de/" TargetMode="Externa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2A54F8B-03AE-EE7E-8739-57BE93B336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ln>
            <a:noFill/>
          </a:ln>
        </p:spPr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385C84-F087-EBD9-0033-06995F6765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E" dirty="0"/>
              <a:t>How to host an LLM for sensitive data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D66AE46-038C-CF7A-BF32-047DE98C60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E" dirty="0"/>
              <a:t>22.04.2026 – Leonard Hegemann (B.Sc. Digital Business Management)</a:t>
            </a:r>
          </a:p>
        </p:txBody>
      </p:sp>
    </p:spTree>
    <p:extLst>
      <p:ext uri="{BB962C8B-B14F-4D97-AF65-F5344CB8AC3E}">
        <p14:creationId xmlns:p14="http://schemas.microsoft.com/office/powerpoint/2010/main" val="1956447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AED70-A58F-A228-BC0A-EC779CFEB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Problem with Sensitive data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89B07-3BB6-4816-F458-D7B05DAF677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2162D5B-250E-4598-A930-B964702EF604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1C15B1-4812-12FB-B9F7-F68A9DA24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Universität Hohenheim, Titel der Präsentation, Name des Autors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85C5B-99C9-ED2E-5D52-BD1864637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104B226-4361-4E3F-8691-235B281AC8CE}" type="slidenum">
              <a:rPr lang="de-DE" smtClean="0"/>
              <a:pPr/>
              <a:t>2</a:t>
            </a:fld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A0944D-080A-DAAD-5C7D-B9BE61A77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31" y="1686606"/>
            <a:ext cx="3309218" cy="3860754"/>
          </a:xfrm>
          <a:prstGeom prst="rect">
            <a:avLst/>
          </a:prstGeom>
          <a:ln>
            <a:noFill/>
          </a:ln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F10BCD2F-20B1-250F-CAA0-BE4A40A16516}"/>
              </a:ext>
            </a:extLst>
          </p:cNvPr>
          <p:cNvGrpSpPr/>
          <p:nvPr/>
        </p:nvGrpSpPr>
        <p:grpSpPr>
          <a:xfrm>
            <a:off x="5332061" y="2743614"/>
            <a:ext cx="1746738" cy="1746738"/>
            <a:chOff x="5332062" y="2740688"/>
            <a:chExt cx="1746738" cy="1746738"/>
          </a:xfrm>
        </p:grpSpPr>
        <p:pic>
          <p:nvPicPr>
            <p:cNvPr id="11" name="Graphic 10" descr="Magnifying glass with solid fill">
              <a:extLst>
                <a:ext uri="{FF2B5EF4-FFF2-40B4-BE49-F238E27FC236}">
                  <a16:creationId xmlns:a16="http://schemas.microsoft.com/office/drawing/2014/main" id="{DD8AE1CC-311D-6A3C-A268-A713721EB6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5332062" y="2740688"/>
              <a:ext cx="1746738" cy="1746738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FC72FBC-E445-4B16-ADC3-7BAC2EB37A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78416" y="3131317"/>
              <a:ext cx="595365" cy="595365"/>
            </a:xfrm>
            <a:prstGeom prst="rect">
              <a:avLst/>
            </a:prstGeom>
          </p:spPr>
        </p:pic>
      </p:grpSp>
      <p:grpSp>
        <p:nvGrpSpPr>
          <p:cNvPr id="20" name="Google Shape;471;p21">
            <a:extLst>
              <a:ext uri="{FF2B5EF4-FFF2-40B4-BE49-F238E27FC236}">
                <a16:creationId xmlns:a16="http://schemas.microsoft.com/office/drawing/2014/main" id="{EF53EF2B-86C2-749D-94C6-C1DF4DB2FFC7}"/>
              </a:ext>
            </a:extLst>
          </p:cNvPr>
          <p:cNvGrpSpPr/>
          <p:nvPr/>
        </p:nvGrpSpPr>
        <p:grpSpPr>
          <a:xfrm>
            <a:off x="8806913" y="2702583"/>
            <a:ext cx="3070800" cy="1828800"/>
            <a:chOff x="3042223" y="1184846"/>
            <a:chExt cx="5834837" cy="3482664"/>
          </a:xfrm>
          <a:solidFill>
            <a:schemeClr val="accent1"/>
          </a:solidFill>
        </p:grpSpPr>
        <p:grpSp>
          <p:nvGrpSpPr>
            <p:cNvPr id="21" name="Google Shape;472;p21">
              <a:extLst>
                <a:ext uri="{FF2B5EF4-FFF2-40B4-BE49-F238E27FC236}">
                  <a16:creationId xmlns:a16="http://schemas.microsoft.com/office/drawing/2014/main" id="{A6749E9B-A2D2-8967-8762-23753719480A}"/>
                </a:ext>
              </a:extLst>
            </p:cNvPr>
            <p:cNvGrpSpPr/>
            <p:nvPr/>
          </p:nvGrpSpPr>
          <p:grpSpPr>
            <a:xfrm>
              <a:off x="3042223" y="1184846"/>
              <a:ext cx="5834837" cy="3482664"/>
              <a:chOff x="457205" y="1113072"/>
              <a:chExt cx="5776495" cy="3409697"/>
            </a:xfrm>
            <a:grpFill/>
          </p:grpSpPr>
          <p:grpSp>
            <p:nvGrpSpPr>
              <p:cNvPr id="23" name="Google Shape;473;p21">
                <a:extLst>
                  <a:ext uri="{FF2B5EF4-FFF2-40B4-BE49-F238E27FC236}">
                    <a16:creationId xmlns:a16="http://schemas.microsoft.com/office/drawing/2014/main" id="{8E284C44-32B8-7690-5EFD-CEC7708B8C6E}"/>
                  </a:ext>
                </a:extLst>
              </p:cNvPr>
              <p:cNvGrpSpPr/>
              <p:nvPr/>
            </p:nvGrpSpPr>
            <p:grpSpPr>
              <a:xfrm>
                <a:off x="457205" y="1113072"/>
                <a:ext cx="5446024" cy="3409697"/>
                <a:chOff x="2145100" y="2263675"/>
                <a:chExt cx="4257700" cy="2665700"/>
              </a:xfrm>
              <a:grpFill/>
            </p:grpSpPr>
            <p:sp>
              <p:nvSpPr>
                <p:cNvPr id="177" name="Google Shape;474;p21">
                  <a:extLst>
                    <a:ext uri="{FF2B5EF4-FFF2-40B4-BE49-F238E27FC236}">
                      <a16:creationId xmlns:a16="http://schemas.microsoft.com/office/drawing/2014/main" id="{CE206FF0-0DD1-504E-620F-FBF41E685F10}"/>
                    </a:ext>
                  </a:extLst>
                </p:cNvPr>
                <p:cNvSpPr/>
                <p:nvPr/>
              </p:nvSpPr>
              <p:spPr>
                <a:xfrm>
                  <a:off x="5029650" y="2282650"/>
                  <a:ext cx="117050" cy="99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2" h="3983" extrusionOk="0">
                      <a:moveTo>
                        <a:pt x="244" y="2007"/>
                      </a:moveTo>
                      <a:cubicBezTo>
                        <a:pt x="244" y="2068"/>
                        <a:pt x="274" y="2129"/>
                        <a:pt x="366" y="2129"/>
                      </a:cubicBezTo>
                      <a:cubicBezTo>
                        <a:pt x="457" y="2159"/>
                        <a:pt x="517" y="2129"/>
                        <a:pt x="548" y="2159"/>
                      </a:cubicBezTo>
                      <a:cubicBezTo>
                        <a:pt x="669" y="2281"/>
                        <a:pt x="821" y="2311"/>
                        <a:pt x="1004" y="2341"/>
                      </a:cubicBezTo>
                      <a:cubicBezTo>
                        <a:pt x="1004" y="2341"/>
                        <a:pt x="1034" y="2341"/>
                        <a:pt x="1065" y="2372"/>
                      </a:cubicBezTo>
                      <a:cubicBezTo>
                        <a:pt x="1095" y="2402"/>
                        <a:pt x="1065" y="2433"/>
                        <a:pt x="1004" y="2433"/>
                      </a:cubicBezTo>
                      <a:lnTo>
                        <a:pt x="730" y="2463"/>
                      </a:lnTo>
                      <a:cubicBezTo>
                        <a:pt x="639" y="2493"/>
                        <a:pt x="548" y="2524"/>
                        <a:pt x="487" y="2615"/>
                      </a:cubicBezTo>
                      <a:cubicBezTo>
                        <a:pt x="457" y="2645"/>
                        <a:pt x="487" y="2737"/>
                        <a:pt x="609" y="2828"/>
                      </a:cubicBezTo>
                      <a:cubicBezTo>
                        <a:pt x="700" y="2919"/>
                        <a:pt x="852" y="3071"/>
                        <a:pt x="973" y="3192"/>
                      </a:cubicBezTo>
                      <a:cubicBezTo>
                        <a:pt x="1004" y="3223"/>
                        <a:pt x="1065" y="3253"/>
                        <a:pt x="1095" y="3253"/>
                      </a:cubicBezTo>
                      <a:cubicBezTo>
                        <a:pt x="1369" y="3192"/>
                        <a:pt x="1551" y="2889"/>
                        <a:pt x="1490" y="2645"/>
                      </a:cubicBezTo>
                      <a:cubicBezTo>
                        <a:pt x="1490" y="2585"/>
                        <a:pt x="1429" y="2524"/>
                        <a:pt x="1460" y="2433"/>
                      </a:cubicBezTo>
                      <a:cubicBezTo>
                        <a:pt x="1460" y="2402"/>
                        <a:pt x="1490" y="2402"/>
                        <a:pt x="1521" y="2402"/>
                      </a:cubicBezTo>
                      <a:lnTo>
                        <a:pt x="1581" y="2402"/>
                      </a:lnTo>
                      <a:cubicBezTo>
                        <a:pt x="1703" y="2493"/>
                        <a:pt x="1764" y="2645"/>
                        <a:pt x="1764" y="2828"/>
                      </a:cubicBezTo>
                      <a:cubicBezTo>
                        <a:pt x="1764" y="2919"/>
                        <a:pt x="1733" y="3010"/>
                        <a:pt x="1733" y="3101"/>
                      </a:cubicBezTo>
                      <a:cubicBezTo>
                        <a:pt x="1703" y="3314"/>
                        <a:pt x="1703" y="3314"/>
                        <a:pt x="1885" y="3344"/>
                      </a:cubicBezTo>
                      <a:cubicBezTo>
                        <a:pt x="2037" y="3314"/>
                        <a:pt x="2189" y="3405"/>
                        <a:pt x="2280" y="3527"/>
                      </a:cubicBezTo>
                      <a:cubicBezTo>
                        <a:pt x="2402" y="3740"/>
                        <a:pt x="2615" y="3831"/>
                        <a:pt x="2858" y="3831"/>
                      </a:cubicBezTo>
                      <a:cubicBezTo>
                        <a:pt x="3253" y="3831"/>
                        <a:pt x="3618" y="3861"/>
                        <a:pt x="3983" y="3983"/>
                      </a:cubicBezTo>
                      <a:cubicBezTo>
                        <a:pt x="4043" y="3983"/>
                        <a:pt x="4135" y="3983"/>
                        <a:pt x="4195" y="3983"/>
                      </a:cubicBezTo>
                      <a:cubicBezTo>
                        <a:pt x="4347" y="3922"/>
                        <a:pt x="4499" y="3800"/>
                        <a:pt x="4621" y="3679"/>
                      </a:cubicBezTo>
                      <a:cubicBezTo>
                        <a:pt x="4682" y="3588"/>
                        <a:pt x="4682" y="3496"/>
                        <a:pt x="4621" y="3405"/>
                      </a:cubicBezTo>
                      <a:cubicBezTo>
                        <a:pt x="4621" y="3375"/>
                        <a:pt x="4591" y="3344"/>
                        <a:pt x="4560" y="3314"/>
                      </a:cubicBezTo>
                      <a:cubicBezTo>
                        <a:pt x="4469" y="3253"/>
                        <a:pt x="4408" y="3192"/>
                        <a:pt x="4347" y="3132"/>
                      </a:cubicBezTo>
                      <a:cubicBezTo>
                        <a:pt x="4256" y="3101"/>
                        <a:pt x="4195" y="3010"/>
                        <a:pt x="4226" y="2919"/>
                      </a:cubicBezTo>
                      <a:cubicBezTo>
                        <a:pt x="4287" y="2706"/>
                        <a:pt x="4074" y="2585"/>
                        <a:pt x="4043" y="2433"/>
                      </a:cubicBezTo>
                      <a:cubicBezTo>
                        <a:pt x="3952" y="2098"/>
                        <a:pt x="3739" y="1855"/>
                        <a:pt x="3466" y="1703"/>
                      </a:cubicBezTo>
                      <a:cubicBezTo>
                        <a:pt x="3344" y="1642"/>
                        <a:pt x="3192" y="1642"/>
                        <a:pt x="3071" y="1703"/>
                      </a:cubicBezTo>
                      <a:cubicBezTo>
                        <a:pt x="2980" y="1794"/>
                        <a:pt x="2858" y="1794"/>
                        <a:pt x="2767" y="1703"/>
                      </a:cubicBezTo>
                      <a:cubicBezTo>
                        <a:pt x="2645" y="1612"/>
                        <a:pt x="2463" y="1612"/>
                        <a:pt x="2341" y="1733"/>
                      </a:cubicBezTo>
                      <a:cubicBezTo>
                        <a:pt x="2280" y="1764"/>
                        <a:pt x="2250" y="1764"/>
                        <a:pt x="2220" y="1794"/>
                      </a:cubicBezTo>
                      <a:lnTo>
                        <a:pt x="2220" y="1794"/>
                      </a:lnTo>
                      <a:lnTo>
                        <a:pt x="2189" y="1794"/>
                      </a:lnTo>
                      <a:cubicBezTo>
                        <a:pt x="2098" y="1916"/>
                        <a:pt x="1976" y="2007"/>
                        <a:pt x="1885" y="2098"/>
                      </a:cubicBezTo>
                      <a:cubicBezTo>
                        <a:pt x="1855" y="2159"/>
                        <a:pt x="1794" y="2159"/>
                        <a:pt x="1794" y="2098"/>
                      </a:cubicBezTo>
                      <a:cubicBezTo>
                        <a:pt x="1764" y="2098"/>
                        <a:pt x="1764" y="2068"/>
                        <a:pt x="1794" y="2037"/>
                      </a:cubicBezTo>
                      <a:cubicBezTo>
                        <a:pt x="1855" y="1916"/>
                        <a:pt x="2007" y="1825"/>
                        <a:pt x="2159" y="1825"/>
                      </a:cubicBezTo>
                      <a:lnTo>
                        <a:pt x="2189" y="1825"/>
                      </a:lnTo>
                      <a:lnTo>
                        <a:pt x="2189" y="1825"/>
                      </a:lnTo>
                      <a:cubicBezTo>
                        <a:pt x="2220" y="1642"/>
                        <a:pt x="2159" y="1430"/>
                        <a:pt x="2007" y="1308"/>
                      </a:cubicBezTo>
                      <a:cubicBezTo>
                        <a:pt x="1855" y="1186"/>
                        <a:pt x="1764" y="1004"/>
                        <a:pt x="1794" y="822"/>
                      </a:cubicBezTo>
                      <a:cubicBezTo>
                        <a:pt x="1794" y="730"/>
                        <a:pt x="1703" y="639"/>
                        <a:pt x="1612" y="639"/>
                      </a:cubicBezTo>
                      <a:cubicBezTo>
                        <a:pt x="1338" y="609"/>
                        <a:pt x="1095" y="457"/>
                        <a:pt x="943" y="244"/>
                      </a:cubicBezTo>
                      <a:cubicBezTo>
                        <a:pt x="852" y="153"/>
                        <a:pt x="761" y="92"/>
                        <a:pt x="639" y="62"/>
                      </a:cubicBezTo>
                      <a:cubicBezTo>
                        <a:pt x="578" y="1"/>
                        <a:pt x="457" y="62"/>
                        <a:pt x="426" y="123"/>
                      </a:cubicBezTo>
                      <a:cubicBezTo>
                        <a:pt x="366" y="305"/>
                        <a:pt x="305" y="487"/>
                        <a:pt x="214" y="639"/>
                      </a:cubicBezTo>
                      <a:cubicBezTo>
                        <a:pt x="62" y="852"/>
                        <a:pt x="1" y="1156"/>
                        <a:pt x="122" y="1399"/>
                      </a:cubicBezTo>
                      <a:cubicBezTo>
                        <a:pt x="214" y="1582"/>
                        <a:pt x="274" y="1794"/>
                        <a:pt x="244" y="200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475;p21">
                  <a:extLst>
                    <a:ext uri="{FF2B5EF4-FFF2-40B4-BE49-F238E27FC236}">
                      <a16:creationId xmlns:a16="http://schemas.microsoft.com/office/drawing/2014/main" id="{BDC860A0-ADF7-9258-28DE-2A95FA051B60}"/>
                    </a:ext>
                  </a:extLst>
                </p:cNvPr>
                <p:cNvSpPr/>
                <p:nvPr/>
              </p:nvSpPr>
              <p:spPr>
                <a:xfrm>
                  <a:off x="5582850" y="2338900"/>
                  <a:ext cx="97300" cy="6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2" h="2797" extrusionOk="0">
                      <a:moveTo>
                        <a:pt x="274" y="1611"/>
                      </a:moveTo>
                      <a:cubicBezTo>
                        <a:pt x="396" y="1733"/>
                        <a:pt x="487" y="1885"/>
                        <a:pt x="518" y="2067"/>
                      </a:cubicBezTo>
                      <a:cubicBezTo>
                        <a:pt x="518" y="2128"/>
                        <a:pt x="578" y="2189"/>
                        <a:pt x="639" y="2219"/>
                      </a:cubicBezTo>
                      <a:cubicBezTo>
                        <a:pt x="761" y="2280"/>
                        <a:pt x="882" y="2341"/>
                        <a:pt x="1004" y="2401"/>
                      </a:cubicBezTo>
                      <a:cubicBezTo>
                        <a:pt x="1156" y="2432"/>
                        <a:pt x="1308" y="2523"/>
                        <a:pt x="1429" y="2614"/>
                      </a:cubicBezTo>
                      <a:cubicBezTo>
                        <a:pt x="1521" y="2736"/>
                        <a:pt x="1673" y="2797"/>
                        <a:pt x="1794" y="2736"/>
                      </a:cubicBezTo>
                      <a:lnTo>
                        <a:pt x="2129" y="2736"/>
                      </a:lnTo>
                      <a:cubicBezTo>
                        <a:pt x="2189" y="2736"/>
                        <a:pt x="2250" y="2705"/>
                        <a:pt x="2281" y="2645"/>
                      </a:cubicBezTo>
                      <a:cubicBezTo>
                        <a:pt x="2341" y="2553"/>
                        <a:pt x="2341" y="2432"/>
                        <a:pt x="2463" y="2371"/>
                      </a:cubicBezTo>
                      <a:cubicBezTo>
                        <a:pt x="2554" y="2280"/>
                        <a:pt x="2615" y="2219"/>
                        <a:pt x="2676" y="2098"/>
                      </a:cubicBezTo>
                      <a:cubicBezTo>
                        <a:pt x="2767" y="1915"/>
                        <a:pt x="2980" y="1824"/>
                        <a:pt x="3192" y="1885"/>
                      </a:cubicBezTo>
                      <a:cubicBezTo>
                        <a:pt x="3253" y="1885"/>
                        <a:pt x="3314" y="1885"/>
                        <a:pt x="3375" y="1854"/>
                      </a:cubicBezTo>
                      <a:cubicBezTo>
                        <a:pt x="3436" y="1824"/>
                        <a:pt x="3496" y="1763"/>
                        <a:pt x="3527" y="1702"/>
                      </a:cubicBezTo>
                      <a:cubicBezTo>
                        <a:pt x="3557" y="1672"/>
                        <a:pt x="3588" y="1642"/>
                        <a:pt x="3588" y="1581"/>
                      </a:cubicBezTo>
                      <a:cubicBezTo>
                        <a:pt x="3588" y="1490"/>
                        <a:pt x="3618" y="1459"/>
                        <a:pt x="3679" y="1429"/>
                      </a:cubicBezTo>
                      <a:cubicBezTo>
                        <a:pt x="3709" y="1398"/>
                        <a:pt x="3740" y="1368"/>
                        <a:pt x="3770" y="1338"/>
                      </a:cubicBezTo>
                      <a:cubicBezTo>
                        <a:pt x="3831" y="1277"/>
                        <a:pt x="3861" y="1216"/>
                        <a:pt x="3861" y="1155"/>
                      </a:cubicBezTo>
                      <a:cubicBezTo>
                        <a:pt x="3891" y="1064"/>
                        <a:pt x="3891" y="973"/>
                        <a:pt x="3861" y="882"/>
                      </a:cubicBezTo>
                      <a:cubicBezTo>
                        <a:pt x="3831" y="790"/>
                        <a:pt x="3800" y="699"/>
                        <a:pt x="3740" y="578"/>
                      </a:cubicBezTo>
                      <a:cubicBezTo>
                        <a:pt x="3800" y="365"/>
                        <a:pt x="3679" y="304"/>
                        <a:pt x="3527" y="274"/>
                      </a:cubicBezTo>
                      <a:lnTo>
                        <a:pt x="2645" y="91"/>
                      </a:lnTo>
                      <a:cubicBezTo>
                        <a:pt x="2645" y="91"/>
                        <a:pt x="2615" y="91"/>
                        <a:pt x="2584" y="91"/>
                      </a:cubicBezTo>
                      <a:cubicBezTo>
                        <a:pt x="2524" y="122"/>
                        <a:pt x="2463" y="152"/>
                        <a:pt x="2432" y="183"/>
                      </a:cubicBezTo>
                      <a:cubicBezTo>
                        <a:pt x="2402" y="213"/>
                        <a:pt x="2402" y="274"/>
                        <a:pt x="2432" y="304"/>
                      </a:cubicBezTo>
                      <a:cubicBezTo>
                        <a:pt x="2554" y="487"/>
                        <a:pt x="2615" y="730"/>
                        <a:pt x="2584" y="942"/>
                      </a:cubicBezTo>
                      <a:cubicBezTo>
                        <a:pt x="2584" y="1003"/>
                        <a:pt x="2615" y="1064"/>
                        <a:pt x="2615" y="1125"/>
                      </a:cubicBezTo>
                      <a:lnTo>
                        <a:pt x="2645" y="1125"/>
                      </a:lnTo>
                      <a:lnTo>
                        <a:pt x="2676" y="1155"/>
                      </a:lnTo>
                      <a:lnTo>
                        <a:pt x="2615" y="1125"/>
                      </a:lnTo>
                      <a:lnTo>
                        <a:pt x="2615" y="1094"/>
                      </a:lnTo>
                      <a:cubicBezTo>
                        <a:pt x="2584" y="1094"/>
                        <a:pt x="2554" y="1064"/>
                        <a:pt x="2554" y="1034"/>
                      </a:cubicBezTo>
                      <a:cubicBezTo>
                        <a:pt x="2402" y="851"/>
                        <a:pt x="2281" y="608"/>
                        <a:pt x="2250" y="365"/>
                      </a:cubicBezTo>
                      <a:cubicBezTo>
                        <a:pt x="2250" y="213"/>
                        <a:pt x="2129" y="122"/>
                        <a:pt x="2007" y="91"/>
                      </a:cubicBezTo>
                      <a:cubicBezTo>
                        <a:pt x="1885" y="61"/>
                        <a:pt x="1733" y="31"/>
                        <a:pt x="1612" y="0"/>
                      </a:cubicBezTo>
                      <a:cubicBezTo>
                        <a:pt x="1581" y="31"/>
                        <a:pt x="1521" y="31"/>
                        <a:pt x="1521" y="61"/>
                      </a:cubicBezTo>
                      <a:cubicBezTo>
                        <a:pt x="1460" y="152"/>
                        <a:pt x="1429" y="243"/>
                        <a:pt x="1399" y="335"/>
                      </a:cubicBezTo>
                      <a:cubicBezTo>
                        <a:pt x="1399" y="456"/>
                        <a:pt x="1399" y="578"/>
                        <a:pt x="1399" y="699"/>
                      </a:cubicBezTo>
                      <a:lnTo>
                        <a:pt x="1429" y="699"/>
                      </a:lnTo>
                      <a:cubicBezTo>
                        <a:pt x="1460" y="730"/>
                        <a:pt x="1460" y="760"/>
                        <a:pt x="1490" y="790"/>
                      </a:cubicBezTo>
                      <a:lnTo>
                        <a:pt x="1399" y="730"/>
                      </a:lnTo>
                      <a:lnTo>
                        <a:pt x="1399" y="699"/>
                      </a:lnTo>
                      <a:cubicBezTo>
                        <a:pt x="1217" y="639"/>
                        <a:pt x="1034" y="639"/>
                        <a:pt x="882" y="456"/>
                      </a:cubicBezTo>
                      <a:cubicBezTo>
                        <a:pt x="761" y="335"/>
                        <a:pt x="609" y="243"/>
                        <a:pt x="426" y="213"/>
                      </a:cubicBezTo>
                      <a:cubicBezTo>
                        <a:pt x="335" y="183"/>
                        <a:pt x="244" y="243"/>
                        <a:pt x="183" y="335"/>
                      </a:cubicBezTo>
                      <a:cubicBezTo>
                        <a:pt x="153" y="487"/>
                        <a:pt x="92" y="669"/>
                        <a:pt x="31" y="851"/>
                      </a:cubicBezTo>
                      <a:cubicBezTo>
                        <a:pt x="1" y="912"/>
                        <a:pt x="1" y="973"/>
                        <a:pt x="31" y="1034"/>
                      </a:cubicBezTo>
                      <a:cubicBezTo>
                        <a:pt x="92" y="1246"/>
                        <a:pt x="183" y="1429"/>
                        <a:pt x="274" y="1611"/>
                      </a:cubicBezTo>
                      <a:close/>
                      <a:moveTo>
                        <a:pt x="2736" y="1277"/>
                      </a:moveTo>
                      <a:lnTo>
                        <a:pt x="2767" y="1307"/>
                      </a:lnTo>
                      <a:lnTo>
                        <a:pt x="2736" y="1307"/>
                      </a:lnTo>
                      <a:cubicBezTo>
                        <a:pt x="2736" y="1277"/>
                        <a:pt x="2706" y="1277"/>
                        <a:pt x="2706" y="1246"/>
                      </a:cubicBezTo>
                      <a:cubicBezTo>
                        <a:pt x="2706" y="1277"/>
                        <a:pt x="2736" y="1277"/>
                        <a:pt x="2736" y="1277"/>
                      </a:cubicBezTo>
                      <a:close/>
                      <a:moveTo>
                        <a:pt x="1521" y="851"/>
                      </a:moveTo>
                      <a:lnTo>
                        <a:pt x="1521" y="912"/>
                      </a:lnTo>
                      <a:lnTo>
                        <a:pt x="1521" y="912"/>
                      </a:lnTo>
                      <a:lnTo>
                        <a:pt x="1460" y="851"/>
                      </a:lnTo>
                      <a:cubicBezTo>
                        <a:pt x="1490" y="851"/>
                        <a:pt x="1521" y="851"/>
                        <a:pt x="1521" y="85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476;p21">
                  <a:extLst>
                    <a:ext uri="{FF2B5EF4-FFF2-40B4-BE49-F238E27FC236}">
                      <a16:creationId xmlns:a16="http://schemas.microsoft.com/office/drawing/2014/main" id="{8C74FA2D-9B60-BC33-8DFA-5718EA53A4E7}"/>
                    </a:ext>
                  </a:extLst>
                </p:cNvPr>
                <p:cNvSpPr/>
                <p:nvPr/>
              </p:nvSpPr>
              <p:spPr>
                <a:xfrm>
                  <a:off x="5153525" y="2342700"/>
                  <a:ext cx="57000" cy="6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0" h="2736" extrusionOk="0">
                      <a:moveTo>
                        <a:pt x="274" y="1125"/>
                      </a:moveTo>
                      <a:cubicBezTo>
                        <a:pt x="274" y="1155"/>
                        <a:pt x="274" y="1186"/>
                        <a:pt x="274" y="1246"/>
                      </a:cubicBezTo>
                      <a:cubicBezTo>
                        <a:pt x="274" y="1338"/>
                        <a:pt x="274" y="1429"/>
                        <a:pt x="274" y="1520"/>
                      </a:cubicBezTo>
                      <a:cubicBezTo>
                        <a:pt x="335" y="1763"/>
                        <a:pt x="365" y="2006"/>
                        <a:pt x="426" y="2249"/>
                      </a:cubicBezTo>
                      <a:cubicBezTo>
                        <a:pt x="487" y="2432"/>
                        <a:pt x="578" y="2584"/>
                        <a:pt x="699" y="2705"/>
                      </a:cubicBezTo>
                      <a:cubicBezTo>
                        <a:pt x="730" y="2736"/>
                        <a:pt x="791" y="2736"/>
                        <a:pt x="821" y="2736"/>
                      </a:cubicBezTo>
                      <a:cubicBezTo>
                        <a:pt x="851" y="2736"/>
                        <a:pt x="912" y="2705"/>
                        <a:pt x="943" y="2675"/>
                      </a:cubicBezTo>
                      <a:cubicBezTo>
                        <a:pt x="1125" y="2371"/>
                        <a:pt x="1398" y="2158"/>
                        <a:pt x="1702" y="2006"/>
                      </a:cubicBezTo>
                      <a:cubicBezTo>
                        <a:pt x="1824" y="1946"/>
                        <a:pt x="1946" y="1824"/>
                        <a:pt x="2067" y="1702"/>
                      </a:cubicBezTo>
                      <a:cubicBezTo>
                        <a:pt x="2158" y="1642"/>
                        <a:pt x="2219" y="1550"/>
                        <a:pt x="2250" y="1429"/>
                      </a:cubicBezTo>
                      <a:cubicBezTo>
                        <a:pt x="2280" y="1368"/>
                        <a:pt x="2280" y="1307"/>
                        <a:pt x="2250" y="1246"/>
                      </a:cubicBezTo>
                      <a:cubicBezTo>
                        <a:pt x="2219" y="1125"/>
                        <a:pt x="2158" y="1034"/>
                        <a:pt x="2098" y="942"/>
                      </a:cubicBezTo>
                      <a:cubicBezTo>
                        <a:pt x="2037" y="790"/>
                        <a:pt x="1915" y="669"/>
                        <a:pt x="1763" y="638"/>
                      </a:cubicBezTo>
                      <a:cubicBezTo>
                        <a:pt x="1550" y="547"/>
                        <a:pt x="1338" y="456"/>
                        <a:pt x="1155" y="335"/>
                      </a:cubicBezTo>
                      <a:cubicBezTo>
                        <a:pt x="943" y="274"/>
                        <a:pt x="730" y="183"/>
                        <a:pt x="547" y="61"/>
                      </a:cubicBezTo>
                      <a:cubicBezTo>
                        <a:pt x="456" y="31"/>
                        <a:pt x="365" y="0"/>
                        <a:pt x="274" y="0"/>
                      </a:cubicBezTo>
                      <a:cubicBezTo>
                        <a:pt x="243" y="0"/>
                        <a:pt x="183" y="0"/>
                        <a:pt x="152" y="61"/>
                      </a:cubicBezTo>
                      <a:cubicBezTo>
                        <a:pt x="31" y="243"/>
                        <a:pt x="0" y="487"/>
                        <a:pt x="91" y="699"/>
                      </a:cubicBezTo>
                      <a:cubicBezTo>
                        <a:pt x="183" y="821"/>
                        <a:pt x="213" y="973"/>
                        <a:pt x="274" y="11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" name="Google Shape;477;p21">
                  <a:extLst>
                    <a:ext uri="{FF2B5EF4-FFF2-40B4-BE49-F238E27FC236}">
                      <a16:creationId xmlns:a16="http://schemas.microsoft.com/office/drawing/2014/main" id="{C2B13B74-FC67-FF3A-51A7-93D7A25D522F}"/>
                    </a:ext>
                  </a:extLst>
                </p:cNvPr>
                <p:cNvSpPr/>
                <p:nvPr/>
              </p:nvSpPr>
              <p:spPr>
                <a:xfrm>
                  <a:off x="5693050" y="2342700"/>
                  <a:ext cx="51700" cy="2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8" h="882" extrusionOk="0">
                      <a:moveTo>
                        <a:pt x="335" y="608"/>
                      </a:moveTo>
                      <a:cubicBezTo>
                        <a:pt x="669" y="760"/>
                        <a:pt x="1003" y="821"/>
                        <a:pt x="1368" y="882"/>
                      </a:cubicBezTo>
                      <a:cubicBezTo>
                        <a:pt x="1459" y="851"/>
                        <a:pt x="1550" y="851"/>
                        <a:pt x="1642" y="821"/>
                      </a:cubicBezTo>
                      <a:cubicBezTo>
                        <a:pt x="1824" y="790"/>
                        <a:pt x="1976" y="669"/>
                        <a:pt x="2037" y="487"/>
                      </a:cubicBezTo>
                      <a:cubicBezTo>
                        <a:pt x="2067" y="426"/>
                        <a:pt x="2067" y="365"/>
                        <a:pt x="2037" y="304"/>
                      </a:cubicBezTo>
                      <a:cubicBezTo>
                        <a:pt x="1946" y="91"/>
                        <a:pt x="1763" y="0"/>
                        <a:pt x="1550" y="0"/>
                      </a:cubicBezTo>
                      <a:cubicBezTo>
                        <a:pt x="1398" y="0"/>
                        <a:pt x="1246" y="61"/>
                        <a:pt x="1094" y="61"/>
                      </a:cubicBezTo>
                      <a:cubicBezTo>
                        <a:pt x="912" y="61"/>
                        <a:pt x="730" y="61"/>
                        <a:pt x="547" y="31"/>
                      </a:cubicBezTo>
                      <a:cubicBezTo>
                        <a:pt x="517" y="31"/>
                        <a:pt x="456" y="61"/>
                        <a:pt x="426" y="61"/>
                      </a:cubicBezTo>
                      <a:cubicBezTo>
                        <a:pt x="335" y="122"/>
                        <a:pt x="213" y="152"/>
                        <a:pt x="91" y="122"/>
                      </a:cubicBezTo>
                      <a:cubicBezTo>
                        <a:pt x="31" y="122"/>
                        <a:pt x="0" y="213"/>
                        <a:pt x="31" y="274"/>
                      </a:cubicBezTo>
                      <a:cubicBezTo>
                        <a:pt x="91" y="426"/>
                        <a:pt x="213" y="547"/>
                        <a:pt x="335" y="60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478;p21">
                  <a:extLst>
                    <a:ext uri="{FF2B5EF4-FFF2-40B4-BE49-F238E27FC236}">
                      <a16:creationId xmlns:a16="http://schemas.microsoft.com/office/drawing/2014/main" id="{5F39D1F8-428B-5453-2DC1-A4A0345CE994}"/>
                    </a:ext>
                  </a:extLst>
                </p:cNvPr>
                <p:cNvSpPr/>
                <p:nvPr/>
              </p:nvSpPr>
              <p:spPr>
                <a:xfrm>
                  <a:off x="5680875" y="2424750"/>
                  <a:ext cx="41075" cy="27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3" h="1096" extrusionOk="0">
                      <a:moveTo>
                        <a:pt x="31" y="1065"/>
                      </a:moveTo>
                      <a:cubicBezTo>
                        <a:pt x="31" y="1065"/>
                        <a:pt x="92" y="1095"/>
                        <a:pt x="92" y="1065"/>
                      </a:cubicBezTo>
                      <a:cubicBezTo>
                        <a:pt x="274" y="943"/>
                        <a:pt x="487" y="882"/>
                        <a:pt x="730" y="913"/>
                      </a:cubicBezTo>
                      <a:cubicBezTo>
                        <a:pt x="974" y="882"/>
                        <a:pt x="1217" y="882"/>
                        <a:pt x="1460" y="822"/>
                      </a:cubicBezTo>
                      <a:cubicBezTo>
                        <a:pt x="1581" y="791"/>
                        <a:pt x="1642" y="670"/>
                        <a:pt x="1551" y="578"/>
                      </a:cubicBezTo>
                      <a:cubicBezTo>
                        <a:pt x="1460" y="366"/>
                        <a:pt x="1278" y="214"/>
                        <a:pt x="1065" y="122"/>
                      </a:cubicBezTo>
                      <a:cubicBezTo>
                        <a:pt x="943" y="92"/>
                        <a:pt x="852" y="62"/>
                        <a:pt x="730" y="31"/>
                      </a:cubicBezTo>
                      <a:cubicBezTo>
                        <a:pt x="639" y="1"/>
                        <a:pt x="518" y="1"/>
                        <a:pt x="396" y="1"/>
                      </a:cubicBezTo>
                      <a:cubicBezTo>
                        <a:pt x="305" y="31"/>
                        <a:pt x="183" y="92"/>
                        <a:pt x="153" y="214"/>
                      </a:cubicBezTo>
                      <a:cubicBezTo>
                        <a:pt x="122" y="335"/>
                        <a:pt x="92" y="487"/>
                        <a:pt x="62" y="761"/>
                      </a:cubicBezTo>
                      <a:cubicBezTo>
                        <a:pt x="62" y="761"/>
                        <a:pt x="31" y="882"/>
                        <a:pt x="1" y="1004"/>
                      </a:cubicBezTo>
                      <a:cubicBezTo>
                        <a:pt x="1" y="1034"/>
                        <a:pt x="1" y="1065"/>
                        <a:pt x="31" y="106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479;p21">
                  <a:extLst>
                    <a:ext uri="{FF2B5EF4-FFF2-40B4-BE49-F238E27FC236}">
                      <a16:creationId xmlns:a16="http://schemas.microsoft.com/office/drawing/2014/main" id="{D4872AA7-BD0E-793C-AE18-788A40D61660}"/>
                    </a:ext>
                  </a:extLst>
                </p:cNvPr>
                <p:cNvSpPr/>
                <p:nvPr/>
              </p:nvSpPr>
              <p:spPr>
                <a:xfrm>
                  <a:off x="5374650" y="2496950"/>
                  <a:ext cx="20550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822" extrusionOk="0">
                      <a:moveTo>
                        <a:pt x="274" y="760"/>
                      </a:moveTo>
                      <a:cubicBezTo>
                        <a:pt x="335" y="760"/>
                        <a:pt x="396" y="791"/>
                        <a:pt x="456" y="791"/>
                      </a:cubicBezTo>
                      <a:lnTo>
                        <a:pt x="517" y="791"/>
                      </a:lnTo>
                      <a:cubicBezTo>
                        <a:pt x="700" y="821"/>
                        <a:pt x="821" y="669"/>
                        <a:pt x="791" y="487"/>
                      </a:cubicBezTo>
                      <a:cubicBezTo>
                        <a:pt x="791" y="365"/>
                        <a:pt x="730" y="213"/>
                        <a:pt x="669" y="122"/>
                      </a:cubicBezTo>
                      <a:cubicBezTo>
                        <a:pt x="608" y="31"/>
                        <a:pt x="517" y="0"/>
                        <a:pt x="426" y="31"/>
                      </a:cubicBezTo>
                      <a:cubicBezTo>
                        <a:pt x="335" y="61"/>
                        <a:pt x="213" y="122"/>
                        <a:pt x="122" y="152"/>
                      </a:cubicBezTo>
                      <a:cubicBezTo>
                        <a:pt x="31" y="213"/>
                        <a:pt x="0" y="304"/>
                        <a:pt x="31" y="396"/>
                      </a:cubicBezTo>
                      <a:cubicBezTo>
                        <a:pt x="31" y="396"/>
                        <a:pt x="31" y="426"/>
                        <a:pt x="31" y="456"/>
                      </a:cubicBezTo>
                      <a:cubicBezTo>
                        <a:pt x="31" y="639"/>
                        <a:pt x="122" y="700"/>
                        <a:pt x="274" y="76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480;p21">
                  <a:extLst>
                    <a:ext uri="{FF2B5EF4-FFF2-40B4-BE49-F238E27FC236}">
                      <a16:creationId xmlns:a16="http://schemas.microsoft.com/office/drawing/2014/main" id="{C2A11B53-D38A-3EA2-55C2-40F2E1111DAE}"/>
                    </a:ext>
                  </a:extLst>
                </p:cNvPr>
                <p:cNvSpPr/>
                <p:nvPr/>
              </p:nvSpPr>
              <p:spPr>
                <a:xfrm>
                  <a:off x="5663400" y="2414875"/>
                  <a:ext cx="12950" cy="1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640" extrusionOk="0">
                      <a:moveTo>
                        <a:pt x="62" y="62"/>
                      </a:moveTo>
                      <a:cubicBezTo>
                        <a:pt x="31" y="92"/>
                        <a:pt x="1" y="153"/>
                        <a:pt x="1" y="214"/>
                      </a:cubicBezTo>
                      <a:cubicBezTo>
                        <a:pt x="1" y="396"/>
                        <a:pt x="122" y="548"/>
                        <a:pt x="305" y="639"/>
                      </a:cubicBezTo>
                      <a:cubicBezTo>
                        <a:pt x="366" y="639"/>
                        <a:pt x="426" y="609"/>
                        <a:pt x="457" y="578"/>
                      </a:cubicBezTo>
                      <a:cubicBezTo>
                        <a:pt x="487" y="517"/>
                        <a:pt x="518" y="457"/>
                        <a:pt x="518" y="396"/>
                      </a:cubicBezTo>
                      <a:cubicBezTo>
                        <a:pt x="518" y="214"/>
                        <a:pt x="426" y="92"/>
                        <a:pt x="244" y="31"/>
                      </a:cubicBezTo>
                      <a:cubicBezTo>
                        <a:pt x="183" y="1"/>
                        <a:pt x="122" y="1"/>
                        <a:pt x="62" y="6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481;p21">
                  <a:extLst>
                    <a:ext uri="{FF2B5EF4-FFF2-40B4-BE49-F238E27FC236}">
                      <a16:creationId xmlns:a16="http://schemas.microsoft.com/office/drawing/2014/main" id="{BB060A43-15ED-77C3-1BF9-38083CE675A6}"/>
                    </a:ext>
                  </a:extLst>
                </p:cNvPr>
                <p:cNvSpPr/>
                <p:nvPr/>
              </p:nvSpPr>
              <p:spPr>
                <a:xfrm>
                  <a:off x="5567650" y="2373100"/>
                  <a:ext cx="15225" cy="1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791" extrusionOk="0">
                      <a:moveTo>
                        <a:pt x="487" y="760"/>
                      </a:moveTo>
                      <a:cubicBezTo>
                        <a:pt x="487" y="790"/>
                        <a:pt x="518" y="790"/>
                        <a:pt x="548" y="760"/>
                      </a:cubicBezTo>
                      <a:cubicBezTo>
                        <a:pt x="578" y="730"/>
                        <a:pt x="609" y="699"/>
                        <a:pt x="609" y="669"/>
                      </a:cubicBezTo>
                      <a:cubicBezTo>
                        <a:pt x="609" y="608"/>
                        <a:pt x="609" y="547"/>
                        <a:pt x="578" y="486"/>
                      </a:cubicBezTo>
                      <a:cubicBezTo>
                        <a:pt x="548" y="304"/>
                        <a:pt x="396" y="152"/>
                        <a:pt x="244" y="91"/>
                      </a:cubicBezTo>
                      <a:cubicBezTo>
                        <a:pt x="183" y="91"/>
                        <a:pt x="153" y="61"/>
                        <a:pt x="123" y="30"/>
                      </a:cubicBezTo>
                      <a:cubicBezTo>
                        <a:pt x="62" y="0"/>
                        <a:pt x="31" y="0"/>
                        <a:pt x="1" y="30"/>
                      </a:cubicBezTo>
                      <a:cubicBezTo>
                        <a:pt x="1" y="61"/>
                        <a:pt x="1" y="61"/>
                        <a:pt x="1" y="91"/>
                      </a:cubicBezTo>
                      <a:cubicBezTo>
                        <a:pt x="153" y="334"/>
                        <a:pt x="305" y="547"/>
                        <a:pt x="487" y="76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482;p21">
                  <a:extLst>
                    <a:ext uri="{FF2B5EF4-FFF2-40B4-BE49-F238E27FC236}">
                      <a16:creationId xmlns:a16="http://schemas.microsoft.com/office/drawing/2014/main" id="{9E0741C8-27EF-9014-BC6E-53E7AE12505B}"/>
                    </a:ext>
                  </a:extLst>
                </p:cNvPr>
                <p:cNvSpPr/>
                <p:nvPr/>
              </p:nvSpPr>
              <p:spPr>
                <a:xfrm>
                  <a:off x="5057025" y="2634500"/>
                  <a:ext cx="12175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548" extrusionOk="0">
                      <a:moveTo>
                        <a:pt x="274" y="30"/>
                      </a:moveTo>
                      <a:cubicBezTo>
                        <a:pt x="243" y="0"/>
                        <a:pt x="213" y="0"/>
                        <a:pt x="152" y="30"/>
                      </a:cubicBezTo>
                      <a:cubicBezTo>
                        <a:pt x="30" y="122"/>
                        <a:pt x="0" y="304"/>
                        <a:pt x="91" y="426"/>
                      </a:cubicBezTo>
                      <a:cubicBezTo>
                        <a:pt x="152" y="517"/>
                        <a:pt x="274" y="547"/>
                        <a:pt x="395" y="517"/>
                      </a:cubicBezTo>
                      <a:cubicBezTo>
                        <a:pt x="426" y="517"/>
                        <a:pt x="456" y="486"/>
                        <a:pt x="486" y="456"/>
                      </a:cubicBezTo>
                      <a:cubicBezTo>
                        <a:pt x="486" y="274"/>
                        <a:pt x="426" y="122"/>
                        <a:pt x="274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483;p21">
                  <a:extLst>
                    <a:ext uri="{FF2B5EF4-FFF2-40B4-BE49-F238E27FC236}">
                      <a16:creationId xmlns:a16="http://schemas.microsoft.com/office/drawing/2014/main" id="{EC9273E3-F57D-696E-C098-E95E55A94B45}"/>
                    </a:ext>
                  </a:extLst>
                </p:cNvPr>
                <p:cNvSpPr/>
                <p:nvPr/>
              </p:nvSpPr>
              <p:spPr>
                <a:xfrm>
                  <a:off x="5152000" y="2449825"/>
                  <a:ext cx="11425" cy="1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" h="427" extrusionOk="0">
                      <a:moveTo>
                        <a:pt x="61" y="396"/>
                      </a:moveTo>
                      <a:cubicBezTo>
                        <a:pt x="274" y="427"/>
                        <a:pt x="426" y="305"/>
                        <a:pt x="456" y="92"/>
                      </a:cubicBezTo>
                      <a:cubicBezTo>
                        <a:pt x="426" y="62"/>
                        <a:pt x="426" y="31"/>
                        <a:pt x="396" y="1"/>
                      </a:cubicBezTo>
                      <a:lnTo>
                        <a:pt x="335" y="1"/>
                      </a:lnTo>
                      <a:cubicBezTo>
                        <a:pt x="244" y="62"/>
                        <a:pt x="152" y="123"/>
                        <a:pt x="61" y="183"/>
                      </a:cubicBezTo>
                      <a:cubicBezTo>
                        <a:pt x="31" y="214"/>
                        <a:pt x="0" y="244"/>
                        <a:pt x="31" y="305"/>
                      </a:cubicBezTo>
                      <a:cubicBezTo>
                        <a:pt x="31" y="335"/>
                        <a:pt x="31" y="366"/>
                        <a:pt x="61" y="39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484;p21">
                  <a:extLst>
                    <a:ext uri="{FF2B5EF4-FFF2-40B4-BE49-F238E27FC236}">
                      <a16:creationId xmlns:a16="http://schemas.microsoft.com/office/drawing/2014/main" id="{C74F95BE-74A6-2E0C-A896-88F4D8050E34}"/>
                    </a:ext>
                  </a:extLst>
                </p:cNvPr>
                <p:cNvSpPr/>
                <p:nvPr/>
              </p:nvSpPr>
              <p:spPr>
                <a:xfrm>
                  <a:off x="5225700" y="2376125"/>
                  <a:ext cx="16000" cy="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" h="335" extrusionOk="0">
                      <a:moveTo>
                        <a:pt x="578" y="213"/>
                      </a:moveTo>
                      <a:cubicBezTo>
                        <a:pt x="609" y="213"/>
                        <a:pt x="609" y="183"/>
                        <a:pt x="609" y="153"/>
                      </a:cubicBezTo>
                      <a:cubicBezTo>
                        <a:pt x="639" y="153"/>
                        <a:pt x="578" y="61"/>
                        <a:pt x="548" y="61"/>
                      </a:cubicBezTo>
                      <a:cubicBezTo>
                        <a:pt x="396" y="1"/>
                        <a:pt x="214" y="122"/>
                        <a:pt x="62" y="31"/>
                      </a:cubicBezTo>
                      <a:cubicBezTo>
                        <a:pt x="62" y="31"/>
                        <a:pt x="31" y="61"/>
                        <a:pt x="1" y="61"/>
                      </a:cubicBezTo>
                      <a:cubicBezTo>
                        <a:pt x="1" y="92"/>
                        <a:pt x="1" y="122"/>
                        <a:pt x="1" y="122"/>
                      </a:cubicBezTo>
                      <a:cubicBezTo>
                        <a:pt x="153" y="305"/>
                        <a:pt x="396" y="335"/>
                        <a:pt x="578" y="2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" name="Google Shape;485;p21">
                  <a:extLst>
                    <a:ext uri="{FF2B5EF4-FFF2-40B4-BE49-F238E27FC236}">
                      <a16:creationId xmlns:a16="http://schemas.microsoft.com/office/drawing/2014/main" id="{BE80DF28-6AD5-3E5C-ADF6-9C8B8FF75A19}"/>
                    </a:ext>
                  </a:extLst>
                </p:cNvPr>
                <p:cNvSpPr/>
                <p:nvPr/>
              </p:nvSpPr>
              <p:spPr>
                <a:xfrm>
                  <a:off x="5050175" y="2545575"/>
                  <a:ext cx="6100" cy="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" h="336" extrusionOk="0">
                      <a:moveTo>
                        <a:pt x="122" y="305"/>
                      </a:moveTo>
                      <a:cubicBezTo>
                        <a:pt x="183" y="335"/>
                        <a:pt x="244" y="274"/>
                        <a:pt x="244" y="183"/>
                      </a:cubicBezTo>
                      <a:cubicBezTo>
                        <a:pt x="244" y="122"/>
                        <a:pt x="213" y="62"/>
                        <a:pt x="183" y="31"/>
                      </a:cubicBezTo>
                      <a:cubicBezTo>
                        <a:pt x="122" y="1"/>
                        <a:pt x="0" y="92"/>
                        <a:pt x="0" y="183"/>
                      </a:cubicBezTo>
                      <a:cubicBezTo>
                        <a:pt x="0" y="244"/>
                        <a:pt x="31" y="305"/>
                        <a:pt x="122" y="30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486;p21">
                  <a:extLst>
                    <a:ext uri="{FF2B5EF4-FFF2-40B4-BE49-F238E27FC236}">
                      <a16:creationId xmlns:a16="http://schemas.microsoft.com/office/drawing/2014/main" id="{10F7A5FC-B919-2BE4-EFB7-7B29277B3469}"/>
                    </a:ext>
                  </a:extLst>
                </p:cNvPr>
                <p:cNvSpPr/>
                <p:nvPr/>
              </p:nvSpPr>
              <p:spPr>
                <a:xfrm>
                  <a:off x="5010650" y="2645125"/>
                  <a:ext cx="6125" cy="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" h="305" extrusionOk="0">
                      <a:moveTo>
                        <a:pt x="214" y="305"/>
                      </a:moveTo>
                      <a:cubicBezTo>
                        <a:pt x="214" y="305"/>
                        <a:pt x="244" y="274"/>
                        <a:pt x="244" y="244"/>
                      </a:cubicBezTo>
                      <a:cubicBezTo>
                        <a:pt x="244" y="183"/>
                        <a:pt x="214" y="122"/>
                        <a:pt x="214" y="61"/>
                      </a:cubicBezTo>
                      <a:cubicBezTo>
                        <a:pt x="183" y="31"/>
                        <a:pt x="153" y="1"/>
                        <a:pt x="122" y="1"/>
                      </a:cubicBezTo>
                      <a:cubicBezTo>
                        <a:pt x="92" y="1"/>
                        <a:pt x="62" y="31"/>
                        <a:pt x="31" y="61"/>
                      </a:cubicBezTo>
                      <a:cubicBezTo>
                        <a:pt x="1" y="153"/>
                        <a:pt x="1" y="244"/>
                        <a:pt x="92" y="305"/>
                      </a:cubicBezTo>
                      <a:cubicBezTo>
                        <a:pt x="122" y="305"/>
                        <a:pt x="183" y="305"/>
                        <a:pt x="214" y="30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487;p21">
                  <a:extLst>
                    <a:ext uri="{FF2B5EF4-FFF2-40B4-BE49-F238E27FC236}">
                      <a16:creationId xmlns:a16="http://schemas.microsoft.com/office/drawing/2014/main" id="{241F1E94-6402-F3F4-E1ED-505CFE0A3D4B}"/>
                    </a:ext>
                  </a:extLst>
                </p:cNvPr>
                <p:cNvSpPr/>
                <p:nvPr/>
              </p:nvSpPr>
              <p:spPr>
                <a:xfrm>
                  <a:off x="5087400" y="2459725"/>
                  <a:ext cx="6100" cy="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" h="244" extrusionOk="0">
                      <a:moveTo>
                        <a:pt x="31" y="91"/>
                      </a:moveTo>
                      <a:cubicBezTo>
                        <a:pt x="1" y="152"/>
                        <a:pt x="31" y="213"/>
                        <a:pt x="92" y="243"/>
                      </a:cubicBezTo>
                      <a:cubicBezTo>
                        <a:pt x="122" y="243"/>
                        <a:pt x="183" y="213"/>
                        <a:pt x="214" y="182"/>
                      </a:cubicBezTo>
                      <a:cubicBezTo>
                        <a:pt x="244" y="152"/>
                        <a:pt x="214" y="61"/>
                        <a:pt x="153" y="31"/>
                      </a:cubicBezTo>
                      <a:cubicBezTo>
                        <a:pt x="122" y="0"/>
                        <a:pt x="62" y="31"/>
                        <a:pt x="31" y="9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488;p21">
                  <a:extLst>
                    <a:ext uri="{FF2B5EF4-FFF2-40B4-BE49-F238E27FC236}">
                      <a16:creationId xmlns:a16="http://schemas.microsoft.com/office/drawing/2014/main" id="{4AD6F98D-F5C7-F8A1-FAAA-451532AE0CB8}"/>
                    </a:ext>
                  </a:extLst>
                </p:cNvPr>
                <p:cNvSpPr/>
                <p:nvPr/>
              </p:nvSpPr>
              <p:spPr>
                <a:xfrm>
                  <a:off x="5620850" y="2441475"/>
                  <a:ext cx="7625" cy="5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14" extrusionOk="0">
                      <a:moveTo>
                        <a:pt x="1" y="61"/>
                      </a:moveTo>
                      <a:cubicBezTo>
                        <a:pt x="31" y="183"/>
                        <a:pt x="153" y="213"/>
                        <a:pt x="305" y="213"/>
                      </a:cubicBezTo>
                      <a:cubicBezTo>
                        <a:pt x="305" y="213"/>
                        <a:pt x="305" y="183"/>
                        <a:pt x="305" y="153"/>
                      </a:cubicBezTo>
                      <a:cubicBezTo>
                        <a:pt x="305" y="122"/>
                        <a:pt x="305" y="122"/>
                        <a:pt x="305" y="92"/>
                      </a:cubicBezTo>
                      <a:cubicBezTo>
                        <a:pt x="213" y="31"/>
                        <a:pt x="92" y="1"/>
                        <a:pt x="1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" name="Google Shape;489;p21">
                  <a:extLst>
                    <a:ext uri="{FF2B5EF4-FFF2-40B4-BE49-F238E27FC236}">
                      <a16:creationId xmlns:a16="http://schemas.microsoft.com/office/drawing/2014/main" id="{F7D2E41A-379D-5AC3-3087-2061138A6677}"/>
                    </a:ext>
                  </a:extLst>
                </p:cNvPr>
                <p:cNvSpPr/>
                <p:nvPr/>
              </p:nvSpPr>
              <p:spPr>
                <a:xfrm>
                  <a:off x="5258375" y="2408050"/>
                  <a:ext cx="5350" cy="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" h="244" extrusionOk="0">
                      <a:moveTo>
                        <a:pt x="183" y="183"/>
                      </a:moveTo>
                      <a:cubicBezTo>
                        <a:pt x="214" y="152"/>
                        <a:pt x="183" y="61"/>
                        <a:pt x="122" y="31"/>
                      </a:cubicBezTo>
                      <a:cubicBezTo>
                        <a:pt x="92" y="0"/>
                        <a:pt x="31" y="31"/>
                        <a:pt x="31" y="61"/>
                      </a:cubicBezTo>
                      <a:cubicBezTo>
                        <a:pt x="1" y="122"/>
                        <a:pt x="1" y="213"/>
                        <a:pt x="62" y="243"/>
                      </a:cubicBezTo>
                      <a:cubicBezTo>
                        <a:pt x="122" y="243"/>
                        <a:pt x="153" y="213"/>
                        <a:pt x="183" y="18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" name="Google Shape;490;p21">
                  <a:extLst>
                    <a:ext uri="{FF2B5EF4-FFF2-40B4-BE49-F238E27FC236}">
                      <a16:creationId xmlns:a16="http://schemas.microsoft.com/office/drawing/2014/main" id="{2FEF2BE1-14B0-FA3A-5A86-3B78D1CB8716}"/>
                    </a:ext>
                  </a:extLst>
                </p:cNvPr>
                <p:cNvSpPr/>
                <p:nvPr/>
              </p:nvSpPr>
              <p:spPr>
                <a:xfrm>
                  <a:off x="5013700" y="2627650"/>
                  <a:ext cx="3825" cy="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183" extrusionOk="0">
                      <a:moveTo>
                        <a:pt x="152" y="92"/>
                      </a:moveTo>
                      <a:lnTo>
                        <a:pt x="152" y="31"/>
                      </a:lnTo>
                      <a:cubicBezTo>
                        <a:pt x="152" y="31"/>
                        <a:pt x="122" y="1"/>
                        <a:pt x="122" y="1"/>
                      </a:cubicBezTo>
                      <a:cubicBezTo>
                        <a:pt x="92" y="1"/>
                        <a:pt x="61" y="31"/>
                        <a:pt x="31" y="61"/>
                      </a:cubicBezTo>
                      <a:cubicBezTo>
                        <a:pt x="0" y="122"/>
                        <a:pt x="31" y="153"/>
                        <a:pt x="61" y="153"/>
                      </a:cubicBezTo>
                      <a:cubicBezTo>
                        <a:pt x="92" y="183"/>
                        <a:pt x="122" y="122"/>
                        <a:pt x="152" y="9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491;p21">
                  <a:extLst>
                    <a:ext uri="{FF2B5EF4-FFF2-40B4-BE49-F238E27FC236}">
                      <a16:creationId xmlns:a16="http://schemas.microsoft.com/office/drawing/2014/main" id="{5BCA6E7E-5694-F64E-7641-EF4FF84DEABC}"/>
                    </a:ext>
                  </a:extLst>
                </p:cNvPr>
                <p:cNvSpPr/>
                <p:nvPr/>
              </p:nvSpPr>
              <p:spPr>
                <a:xfrm>
                  <a:off x="5168725" y="2469600"/>
                  <a:ext cx="3825" cy="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153" extrusionOk="0">
                      <a:moveTo>
                        <a:pt x="0" y="61"/>
                      </a:moveTo>
                      <a:cubicBezTo>
                        <a:pt x="0" y="122"/>
                        <a:pt x="31" y="152"/>
                        <a:pt x="61" y="152"/>
                      </a:cubicBezTo>
                      <a:cubicBezTo>
                        <a:pt x="122" y="152"/>
                        <a:pt x="152" y="122"/>
                        <a:pt x="152" y="61"/>
                      </a:cubicBezTo>
                      <a:cubicBezTo>
                        <a:pt x="152" y="31"/>
                        <a:pt x="91" y="0"/>
                        <a:pt x="61" y="31"/>
                      </a:cubicBezTo>
                      <a:cubicBezTo>
                        <a:pt x="31" y="31"/>
                        <a:pt x="0" y="61"/>
                        <a:pt x="0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492;p21">
                  <a:extLst>
                    <a:ext uri="{FF2B5EF4-FFF2-40B4-BE49-F238E27FC236}">
                      <a16:creationId xmlns:a16="http://schemas.microsoft.com/office/drawing/2014/main" id="{37E9950E-F798-C85B-91E0-B1C44A214415}"/>
                    </a:ext>
                  </a:extLst>
                </p:cNvPr>
                <p:cNvSpPr/>
                <p:nvPr/>
              </p:nvSpPr>
              <p:spPr>
                <a:xfrm>
                  <a:off x="5098050" y="2565350"/>
                  <a:ext cx="2300" cy="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61" extrusionOk="0">
                      <a:moveTo>
                        <a:pt x="61" y="61"/>
                      </a:moveTo>
                      <a:cubicBezTo>
                        <a:pt x="92" y="0"/>
                        <a:pt x="61" y="0"/>
                        <a:pt x="31" y="0"/>
                      </a:cubicBezTo>
                      <a:cubicBezTo>
                        <a:pt x="0" y="0"/>
                        <a:pt x="31" y="30"/>
                        <a:pt x="31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493;p21">
                  <a:extLst>
                    <a:ext uri="{FF2B5EF4-FFF2-40B4-BE49-F238E27FC236}">
                      <a16:creationId xmlns:a16="http://schemas.microsoft.com/office/drawing/2014/main" id="{F0E40081-060C-CF63-CD6A-68037F4BF560}"/>
                    </a:ext>
                  </a:extLst>
                </p:cNvPr>
                <p:cNvSpPr/>
                <p:nvPr/>
              </p:nvSpPr>
              <p:spPr>
                <a:xfrm>
                  <a:off x="5096525" y="2577500"/>
                  <a:ext cx="1550" cy="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31" extrusionOk="0">
                      <a:moveTo>
                        <a:pt x="61" y="31"/>
                      </a:moveTo>
                      <a:lnTo>
                        <a:pt x="31" y="0"/>
                      </a:lnTo>
                      <a:lnTo>
                        <a:pt x="1" y="3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494;p21">
                  <a:extLst>
                    <a:ext uri="{FF2B5EF4-FFF2-40B4-BE49-F238E27FC236}">
                      <a16:creationId xmlns:a16="http://schemas.microsoft.com/office/drawing/2014/main" id="{51D0FC98-F728-8E89-B951-CB4F4DE17DBD}"/>
                    </a:ext>
                  </a:extLst>
                </p:cNvPr>
                <p:cNvSpPr/>
                <p:nvPr/>
              </p:nvSpPr>
              <p:spPr>
                <a:xfrm>
                  <a:off x="5038775" y="2580550"/>
                  <a:ext cx="3075" cy="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152" extrusionOk="0">
                      <a:moveTo>
                        <a:pt x="31" y="61"/>
                      </a:moveTo>
                      <a:cubicBezTo>
                        <a:pt x="1" y="91"/>
                        <a:pt x="31" y="152"/>
                        <a:pt x="61" y="152"/>
                      </a:cubicBezTo>
                      <a:cubicBezTo>
                        <a:pt x="61" y="152"/>
                        <a:pt x="122" y="122"/>
                        <a:pt x="122" y="122"/>
                      </a:cubicBezTo>
                      <a:cubicBezTo>
                        <a:pt x="122" y="91"/>
                        <a:pt x="122" y="30"/>
                        <a:pt x="61" y="0"/>
                      </a:cubicBezTo>
                      <a:cubicBezTo>
                        <a:pt x="61" y="0"/>
                        <a:pt x="31" y="30"/>
                        <a:pt x="31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495;p21">
                  <a:extLst>
                    <a:ext uri="{FF2B5EF4-FFF2-40B4-BE49-F238E27FC236}">
                      <a16:creationId xmlns:a16="http://schemas.microsoft.com/office/drawing/2014/main" id="{91106480-4AD0-E76E-8DD2-5A4081605BD8}"/>
                    </a:ext>
                  </a:extLst>
                </p:cNvPr>
                <p:cNvSpPr/>
                <p:nvPr/>
              </p:nvSpPr>
              <p:spPr>
                <a:xfrm>
                  <a:off x="5086650" y="2593450"/>
                  <a:ext cx="1550" cy="1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62" extrusionOk="0">
                      <a:moveTo>
                        <a:pt x="0" y="62"/>
                      </a:moveTo>
                      <a:lnTo>
                        <a:pt x="61" y="62"/>
                      </a:lnTo>
                      <a:cubicBezTo>
                        <a:pt x="61" y="62"/>
                        <a:pt x="61" y="31"/>
                        <a:pt x="61" y="31"/>
                      </a:cubicBezTo>
                      <a:cubicBezTo>
                        <a:pt x="61" y="1"/>
                        <a:pt x="0" y="31"/>
                        <a:pt x="0" y="6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496;p21">
                  <a:extLst>
                    <a:ext uri="{FF2B5EF4-FFF2-40B4-BE49-F238E27FC236}">
                      <a16:creationId xmlns:a16="http://schemas.microsoft.com/office/drawing/2014/main" id="{A10EBA71-AC36-2D62-9B65-97B044AD1E57}"/>
                    </a:ext>
                  </a:extLst>
                </p:cNvPr>
                <p:cNvSpPr/>
                <p:nvPr/>
              </p:nvSpPr>
              <p:spPr>
                <a:xfrm>
                  <a:off x="5027375" y="2638300"/>
                  <a:ext cx="3075" cy="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61" extrusionOk="0">
                      <a:moveTo>
                        <a:pt x="92" y="0"/>
                      </a:moveTo>
                      <a:cubicBezTo>
                        <a:pt x="92" y="0"/>
                        <a:pt x="61" y="0"/>
                        <a:pt x="61" y="0"/>
                      </a:cubicBezTo>
                      <a:cubicBezTo>
                        <a:pt x="31" y="0"/>
                        <a:pt x="31" y="0"/>
                        <a:pt x="1" y="30"/>
                      </a:cubicBezTo>
                      <a:cubicBezTo>
                        <a:pt x="1" y="30"/>
                        <a:pt x="1" y="61"/>
                        <a:pt x="31" y="61"/>
                      </a:cubicBezTo>
                      <a:cubicBezTo>
                        <a:pt x="61" y="61"/>
                        <a:pt x="122" y="61"/>
                        <a:pt x="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" name="Google Shape;497;p21">
                  <a:extLst>
                    <a:ext uri="{FF2B5EF4-FFF2-40B4-BE49-F238E27FC236}">
                      <a16:creationId xmlns:a16="http://schemas.microsoft.com/office/drawing/2014/main" id="{01BCB818-B55D-33D2-0535-A007F7113C24}"/>
                    </a:ext>
                  </a:extLst>
                </p:cNvPr>
                <p:cNvSpPr/>
                <p:nvPr/>
              </p:nvSpPr>
              <p:spPr>
                <a:xfrm>
                  <a:off x="5616300" y="2439200"/>
                  <a:ext cx="3825" cy="3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123" extrusionOk="0">
                      <a:moveTo>
                        <a:pt x="91" y="31"/>
                      </a:moveTo>
                      <a:cubicBezTo>
                        <a:pt x="61" y="0"/>
                        <a:pt x="0" y="31"/>
                        <a:pt x="0" y="92"/>
                      </a:cubicBezTo>
                      <a:cubicBezTo>
                        <a:pt x="0" y="92"/>
                        <a:pt x="31" y="122"/>
                        <a:pt x="31" y="122"/>
                      </a:cubicBezTo>
                      <a:cubicBezTo>
                        <a:pt x="91" y="122"/>
                        <a:pt x="122" y="122"/>
                        <a:pt x="152" y="122"/>
                      </a:cubicBezTo>
                      <a:cubicBezTo>
                        <a:pt x="152" y="92"/>
                        <a:pt x="152" y="31"/>
                        <a:pt x="91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" name="Google Shape;498;p21">
                  <a:extLst>
                    <a:ext uri="{FF2B5EF4-FFF2-40B4-BE49-F238E27FC236}">
                      <a16:creationId xmlns:a16="http://schemas.microsoft.com/office/drawing/2014/main" id="{51956971-9082-B492-A162-7CF778709C11}"/>
                    </a:ext>
                  </a:extLst>
                </p:cNvPr>
                <p:cNvSpPr/>
                <p:nvPr/>
              </p:nvSpPr>
              <p:spPr>
                <a:xfrm>
                  <a:off x="5620100" y="244225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499;p21">
                  <a:extLst>
                    <a:ext uri="{FF2B5EF4-FFF2-40B4-BE49-F238E27FC236}">
                      <a16:creationId xmlns:a16="http://schemas.microsoft.com/office/drawing/2014/main" id="{98AD999C-982C-D3EA-4B98-644B48BEB531}"/>
                    </a:ext>
                  </a:extLst>
                </p:cNvPr>
                <p:cNvSpPr/>
                <p:nvPr/>
              </p:nvSpPr>
              <p:spPr>
                <a:xfrm>
                  <a:off x="5050925" y="2528875"/>
                  <a:ext cx="3075" cy="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92" extrusionOk="0">
                      <a:moveTo>
                        <a:pt x="122" y="61"/>
                      </a:moveTo>
                      <a:lnTo>
                        <a:pt x="122" y="0"/>
                      </a:lnTo>
                      <a:cubicBezTo>
                        <a:pt x="122" y="0"/>
                        <a:pt x="62" y="0"/>
                        <a:pt x="62" y="0"/>
                      </a:cubicBezTo>
                      <a:cubicBezTo>
                        <a:pt x="62" y="0"/>
                        <a:pt x="1" y="61"/>
                        <a:pt x="62" y="91"/>
                      </a:cubicBezTo>
                      <a:cubicBezTo>
                        <a:pt x="122" y="91"/>
                        <a:pt x="92" y="61"/>
                        <a:pt x="122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" name="Google Shape;500;p21">
                  <a:extLst>
                    <a:ext uri="{FF2B5EF4-FFF2-40B4-BE49-F238E27FC236}">
                      <a16:creationId xmlns:a16="http://schemas.microsoft.com/office/drawing/2014/main" id="{BDBA36D9-75F7-CBAD-CBCB-04BD07AD0256}"/>
                    </a:ext>
                  </a:extLst>
                </p:cNvPr>
                <p:cNvSpPr/>
                <p:nvPr/>
              </p:nvSpPr>
              <p:spPr>
                <a:xfrm>
                  <a:off x="5041825" y="2531900"/>
                  <a:ext cx="2300" cy="3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23" extrusionOk="0">
                      <a:moveTo>
                        <a:pt x="91" y="61"/>
                      </a:moveTo>
                      <a:lnTo>
                        <a:pt x="91" y="31"/>
                      </a:lnTo>
                      <a:cubicBezTo>
                        <a:pt x="91" y="1"/>
                        <a:pt x="0" y="1"/>
                        <a:pt x="0" y="61"/>
                      </a:cubicBezTo>
                      <a:cubicBezTo>
                        <a:pt x="30" y="122"/>
                        <a:pt x="61" y="61"/>
                        <a:pt x="91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" name="Google Shape;501;p21">
                  <a:extLst>
                    <a:ext uri="{FF2B5EF4-FFF2-40B4-BE49-F238E27FC236}">
                      <a16:creationId xmlns:a16="http://schemas.microsoft.com/office/drawing/2014/main" id="{8F3DC8FC-497B-391E-0C82-4B29C04E2D9A}"/>
                    </a:ext>
                  </a:extLst>
                </p:cNvPr>
                <p:cNvSpPr/>
                <p:nvPr/>
              </p:nvSpPr>
              <p:spPr>
                <a:xfrm>
                  <a:off x="5179350" y="2463525"/>
                  <a:ext cx="1550" cy="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31" extrusionOk="0">
                      <a:moveTo>
                        <a:pt x="1" y="30"/>
                      </a:moveTo>
                      <a:lnTo>
                        <a:pt x="62" y="3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" name="Google Shape;502;p21">
                  <a:extLst>
                    <a:ext uri="{FF2B5EF4-FFF2-40B4-BE49-F238E27FC236}">
                      <a16:creationId xmlns:a16="http://schemas.microsoft.com/office/drawing/2014/main" id="{9BC95EA8-4369-69EF-1863-B2D4F5E53AF9}"/>
                    </a:ext>
                  </a:extLst>
                </p:cNvPr>
                <p:cNvSpPr/>
                <p:nvPr/>
              </p:nvSpPr>
              <p:spPr>
                <a:xfrm>
                  <a:off x="5517500" y="2490875"/>
                  <a:ext cx="3075" cy="1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62" extrusionOk="0">
                      <a:moveTo>
                        <a:pt x="62" y="61"/>
                      </a:moveTo>
                      <a:lnTo>
                        <a:pt x="122" y="31"/>
                      </a:lnTo>
                      <a:cubicBezTo>
                        <a:pt x="122" y="31"/>
                        <a:pt x="92" y="0"/>
                        <a:pt x="62" y="0"/>
                      </a:cubicBezTo>
                      <a:cubicBezTo>
                        <a:pt x="62" y="0"/>
                        <a:pt x="31" y="0"/>
                        <a:pt x="31" y="31"/>
                      </a:cubicBezTo>
                      <a:cubicBezTo>
                        <a:pt x="1" y="31"/>
                        <a:pt x="62" y="61"/>
                        <a:pt x="62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" name="Google Shape;503;p21">
                  <a:extLst>
                    <a:ext uri="{FF2B5EF4-FFF2-40B4-BE49-F238E27FC236}">
                      <a16:creationId xmlns:a16="http://schemas.microsoft.com/office/drawing/2014/main" id="{21EFAF35-83E2-1B65-AFAC-103712D14730}"/>
                    </a:ext>
                  </a:extLst>
                </p:cNvPr>
                <p:cNvSpPr/>
                <p:nvPr/>
              </p:nvSpPr>
              <p:spPr>
                <a:xfrm>
                  <a:off x="5401250" y="2526575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" name="Google Shape;504;p21">
                  <a:extLst>
                    <a:ext uri="{FF2B5EF4-FFF2-40B4-BE49-F238E27FC236}">
                      <a16:creationId xmlns:a16="http://schemas.microsoft.com/office/drawing/2014/main" id="{523816AC-2CF2-8AC5-E21C-BE03A498CBF1}"/>
                    </a:ext>
                  </a:extLst>
                </p:cNvPr>
                <p:cNvSpPr/>
                <p:nvPr/>
              </p:nvSpPr>
              <p:spPr>
                <a:xfrm>
                  <a:off x="5400475" y="2525075"/>
                  <a:ext cx="800" cy="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31" extrusionOk="0">
                      <a:moveTo>
                        <a:pt x="1" y="31"/>
                      </a:moveTo>
                      <a:lnTo>
                        <a:pt x="31" y="31"/>
                      </a:lnTo>
                      <a:cubicBezTo>
                        <a:pt x="1" y="31"/>
                        <a:pt x="1" y="0"/>
                        <a:pt x="1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" name="Google Shape;505;p21">
                  <a:extLst>
                    <a:ext uri="{FF2B5EF4-FFF2-40B4-BE49-F238E27FC236}">
                      <a16:creationId xmlns:a16="http://schemas.microsoft.com/office/drawing/2014/main" id="{4617DB8D-DEF3-42AC-09E8-6696B3036DCD}"/>
                    </a:ext>
                  </a:extLst>
                </p:cNvPr>
                <p:cNvSpPr/>
                <p:nvPr/>
              </p:nvSpPr>
              <p:spPr>
                <a:xfrm>
                  <a:off x="5077525" y="2594225"/>
                  <a:ext cx="1550" cy="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61" extrusionOk="0">
                      <a:moveTo>
                        <a:pt x="61" y="0"/>
                      </a:moveTo>
                      <a:lnTo>
                        <a:pt x="1" y="31"/>
                      </a:lnTo>
                      <a:lnTo>
                        <a:pt x="31" y="6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09" name="Google Shape;506;p21">
                  <a:extLst>
                    <a:ext uri="{FF2B5EF4-FFF2-40B4-BE49-F238E27FC236}">
                      <a16:creationId xmlns:a16="http://schemas.microsoft.com/office/drawing/2014/main" id="{1B4C50EC-1BA1-8109-C142-BC3CC945FC3C}"/>
                    </a:ext>
                  </a:extLst>
                </p:cNvPr>
                <p:cNvGrpSpPr/>
                <p:nvPr/>
              </p:nvGrpSpPr>
              <p:grpSpPr>
                <a:xfrm>
                  <a:off x="2145100" y="2263675"/>
                  <a:ext cx="4257700" cy="2665700"/>
                  <a:chOff x="2145100" y="2263675"/>
                  <a:chExt cx="4257700" cy="2665700"/>
                </a:xfrm>
                <a:grpFill/>
              </p:grpSpPr>
              <p:sp>
                <p:nvSpPr>
                  <p:cNvPr id="210" name="Google Shape;507;p21">
                    <a:extLst>
                      <a:ext uri="{FF2B5EF4-FFF2-40B4-BE49-F238E27FC236}">
                        <a16:creationId xmlns:a16="http://schemas.microsoft.com/office/drawing/2014/main" id="{BFB44FF5-0DD4-86F1-ACF1-2D005DC88C65}"/>
                      </a:ext>
                    </a:extLst>
                  </p:cNvPr>
                  <p:cNvSpPr/>
                  <p:nvPr/>
                </p:nvSpPr>
                <p:spPr>
                  <a:xfrm>
                    <a:off x="4515200" y="345060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1" name="Google Shape;508;p21">
                    <a:extLst>
                      <a:ext uri="{FF2B5EF4-FFF2-40B4-BE49-F238E27FC236}">
                        <a16:creationId xmlns:a16="http://schemas.microsoft.com/office/drawing/2014/main" id="{6FFCA828-F52E-18EB-0035-CF982125E485}"/>
                      </a:ext>
                    </a:extLst>
                  </p:cNvPr>
                  <p:cNvSpPr/>
                  <p:nvPr/>
                </p:nvSpPr>
                <p:spPr>
                  <a:xfrm>
                    <a:off x="3544825" y="4011400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31" y="1"/>
                        </a:moveTo>
                        <a:lnTo>
                          <a:pt x="3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2" name="Google Shape;509;p21">
                    <a:extLst>
                      <a:ext uri="{FF2B5EF4-FFF2-40B4-BE49-F238E27FC236}">
                        <a16:creationId xmlns:a16="http://schemas.microsoft.com/office/drawing/2014/main" id="{A21D933A-8646-891A-73EB-DBED7835F756}"/>
                      </a:ext>
                    </a:extLst>
                  </p:cNvPr>
                  <p:cNvSpPr/>
                  <p:nvPr/>
                </p:nvSpPr>
                <p:spPr>
                  <a:xfrm>
                    <a:off x="3183875" y="2697550"/>
                    <a:ext cx="77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2" extrusionOk="0">
                        <a:moveTo>
                          <a:pt x="31" y="1"/>
                        </a:moveTo>
                        <a:lnTo>
                          <a:pt x="1" y="1"/>
                        </a:lnTo>
                        <a:lnTo>
                          <a:pt x="1" y="31"/>
                        </a:lnTo>
                        <a:lnTo>
                          <a:pt x="31" y="31"/>
                        </a:lnTo>
                        <a:cubicBezTo>
                          <a:pt x="31" y="31"/>
                          <a:pt x="31" y="31"/>
                          <a:pt x="31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3" name="Google Shape;510;p21">
                    <a:extLst>
                      <a:ext uri="{FF2B5EF4-FFF2-40B4-BE49-F238E27FC236}">
                        <a16:creationId xmlns:a16="http://schemas.microsoft.com/office/drawing/2014/main" id="{F4026300-4756-F0AD-7058-9A1957EA60F3}"/>
                      </a:ext>
                    </a:extLst>
                  </p:cNvPr>
                  <p:cNvSpPr/>
                  <p:nvPr/>
                </p:nvSpPr>
                <p:spPr>
                  <a:xfrm>
                    <a:off x="3217325" y="2822950"/>
                    <a:ext cx="76750" cy="76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0" h="3040" extrusionOk="0">
                        <a:moveTo>
                          <a:pt x="973" y="213"/>
                        </a:moveTo>
                        <a:lnTo>
                          <a:pt x="973" y="213"/>
                        </a:lnTo>
                        <a:lnTo>
                          <a:pt x="1003" y="183"/>
                        </a:lnTo>
                        <a:lnTo>
                          <a:pt x="881" y="578"/>
                        </a:lnTo>
                        <a:cubicBezTo>
                          <a:pt x="730" y="973"/>
                          <a:pt x="486" y="1338"/>
                          <a:pt x="395" y="1763"/>
                        </a:cubicBezTo>
                        <a:cubicBezTo>
                          <a:pt x="365" y="1854"/>
                          <a:pt x="274" y="1885"/>
                          <a:pt x="213" y="1946"/>
                        </a:cubicBezTo>
                        <a:cubicBezTo>
                          <a:pt x="152" y="1976"/>
                          <a:pt x="91" y="2037"/>
                          <a:pt x="61" y="2067"/>
                        </a:cubicBezTo>
                        <a:cubicBezTo>
                          <a:pt x="0" y="2189"/>
                          <a:pt x="30" y="2310"/>
                          <a:pt x="122" y="2371"/>
                        </a:cubicBezTo>
                        <a:cubicBezTo>
                          <a:pt x="152" y="2401"/>
                          <a:pt x="213" y="2401"/>
                          <a:pt x="243" y="2432"/>
                        </a:cubicBezTo>
                        <a:cubicBezTo>
                          <a:pt x="334" y="2432"/>
                          <a:pt x="395" y="2523"/>
                          <a:pt x="395" y="2614"/>
                        </a:cubicBezTo>
                        <a:cubicBezTo>
                          <a:pt x="365" y="2675"/>
                          <a:pt x="365" y="2705"/>
                          <a:pt x="395" y="2766"/>
                        </a:cubicBezTo>
                        <a:cubicBezTo>
                          <a:pt x="365" y="2918"/>
                          <a:pt x="517" y="3040"/>
                          <a:pt x="638" y="2979"/>
                        </a:cubicBezTo>
                        <a:cubicBezTo>
                          <a:pt x="730" y="2949"/>
                          <a:pt x="851" y="2918"/>
                          <a:pt x="881" y="2888"/>
                        </a:cubicBezTo>
                        <a:cubicBezTo>
                          <a:pt x="1125" y="2614"/>
                          <a:pt x="1489" y="2523"/>
                          <a:pt x="1641" y="2189"/>
                        </a:cubicBezTo>
                        <a:cubicBezTo>
                          <a:pt x="1641" y="2158"/>
                          <a:pt x="1733" y="2158"/>
                          <a:pt x="1763" y="2158"/>
                        </a:cubicBezTo>
                        <a:cubicBezTo>
                          <a:pt x="1885" y="2249"/>
                          <a:pt x="2037" y="2341"/>
                          <a:pt x="2037" y="2523"/>
                        </a:cubicBezTo>
                        <a:cubicBezTo>
                          <a:pt x="2037" y="2584"/>
                          <a:pt x="2067" y="2645"/>
                          <a:pt x="2128" y="2675"/>
                        </a:cubicBezTo>
                        <a:cubicBezTo>
                          <a:pt x="2310" y="2736"/>
                          <a:pt x="2462" y="2827"/>
                          <a:pt x="2644" y="2857"/>
                        </a:cubicBezTo>
                        <a:cubicBezTo>
                          <a:pt x="2675" y="2888"/>
                          <a:pt x="2736" y="2888"/>
                          <a:pt x="2766" y="2857"/>
                        </a:cubicBezTo>
                        <a:cubicBezTo>
                          <a:pt x="2857" y="2766"/>
                          <a:pt x="2948" y="2705"/>
                          <a:pt x="3009" y="2614"/>
                        </a:cubicBezTo>
                        <a:cubicBezTo>
                          <a:pt x="3070" y="2523"/>
                          <a:pt x="3040" y="2401"/>
                          <a:pt x="2948" y="2341"/>
                        </a:cubicBezTo>
                        <a:cubicBezTo>
                          <a:pt x="2918" y="2310"/>
                          <a:pt x="2888" y="2310"/>
                          <a:pt x="2888" y="2310"/>
                        </a:cubicBezTo>
                        <a:cubicBezTo>
                          <a:pt x="2736" y="2280"/>
                          <a:pt x="2644" y="2158"/>
                          <a:pt x="2644" y="2006"/>
                        </a:cubicBezTo>
                        <a:cubicBezTo>
                          <a:pt x="2644" y="1824"/>
                          <a:pt x="2584" y="1642"/>
                          <a:pt x="2462" y="1520"/>
                        </a:cubicBezTo>
                        <a:cubicBezTo>
                          <a:pt x="2371" y="1429"/>
                          <a:pt x="2310" y="1338"/>
                          <a:pt x="2249" y="1246"/>
                        </a:cubicBezTo>
                        <a:cubicBezTo>
                          <a:pt x="2158" y="973"/>
                          <a:pt x="1854" y="882"/>
                          <a:pt x="1733" y="638"/>
                        </a:cubicBezTo>
                        <a:cubicBezTo>
                          <a:pt x="1733" y="608"/>
                          <a:pt x="1641" y="608"/>
                          <a:pt x="1611" y="578"/>
                        </a:cubicBezTo>
                        <a:cubicBezTo>
                          <a:pt x="1459" y="547"/>
                          <a:pt x="1459" y="517"/>
                          <a:pt x="1550" y="426"/>
                        </a:cubicBezTo>
                        <a:cubicBezTo>
                          <a:pt x="1641" y="365"/>
                          <a:pt x="1702" y="274"/>
                          <a:pt x="1763" y="183"/>
                        </a:cubicBezTo>
                        <a:cubicBezTo>
                          <a:pt x="1793" y="152"/>
                          <a:pt x="1793" y="91"/>
                          <a:pt x="1763" y="61"/>
                        </a:cubicBezTo>
                        <a:cubicBezTo>
                          <a:pt x="1763" y="0"/>
                          <a:pt x="1702" y="0"/>
                          <a:pt x="1672" y="31"/>
                        </a:cubicBezTo>
                        <a:cubicBezTo>
                          <a:pt x="1581" y="91"/>
                          <a:pt x="1489" y="122"/>
                          <a:pt x="1398" y="91"/>
                        </a:cubicBezTo>
                        <a:cubicBezTo>
                          <a:pt x="1307" y="61"/>
                          <a:pt x="1216" y="61"/>
                          <a:pt x="1125" y="61"/>
                        </a:cubicBezTo>
                        <a:lnTo>
                          <a:pt x="1003" y="183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4" name="Google Shape;511;p21">
                    <a:extLst>
                      <a:ext uri="{FF2B5EF4-FFF2-40B4-BE49-F238E27FC236}">
                        <a16:creationId xmlns:a16="http://schemas.microsoft.com/office/drawing/2014/main" id="{7D28FFAD-279B-F32E-9024-07CC78447243}"/>
                      </a:ext>
                    </a:extLst>
                  </p:cNvPr>
                  <p:cNvSpPr/>
                  <p:nvPr/>
                </p:nvSpPr>
                <p:spPr>
                  <a:xfrm>
                    <a:off x="3321425" y="4900475"/>
                    <a:ext cx="77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2" extrusionOk="0">
                        <a:moveTo>
                          <a:pt x="0" y="31"/>
                        </a:moveTo>
                        <a:lnTo>
                          <a:pt x="0" y="31"/>
                        </a:lnTo>
                        <a:lnTo>
                          <a:pt x="31" y="31"/>
                        </a:lnTo>
                        <a:lnTo>
                          <a:pt x="3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5" name="Google Shape;512;p21">
                    <a:extLst>
                      <a:ext uri="{FF2B5EF4-FFF2-40B4-BE49-F238E27FC236}">
                        <a16:creationId xmlns:a16="http://schemas.microsoft.com/office/drawing/2014/main" id="{B75241DB-A7C6-21B5-C279-35D800B6151F}"/>
                      </a:ext>
                    </a:extLst>
                  </p:cNvPr>
                  <p:cNvSpPr/>
                  <p:nvPr/>
                </p:nvSpPr>
                <p:spPr>
                  <a:xfrm>
                    <a:off x="3317625" y="271580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6" name="Google Shape;513;p21">
                    <a:extLst>
                      <a:ext uri="{FF2B5EF4-FFF2-40B4-BE49-F238E27FC236}">
                        <a16:creationId xmlns:a16="http://schemas.microsoft.com/office/drawing/2014/main" id="{FED87E6D-590F-73EC-E751-5C1A0B3480D8}"/>
                      </a:ext>
                    </a:extLst>
                  </p:cNvPr>
                  <p:cNvSpPr/>
                  <p:nvPr/>
                </p:nvSpPr>
                <p:spPr>
                  <a:xfrm>
                    <a:off x="3423250" y="3293325"/>
                    <a:ext cx="77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1" extrusionOk="0">
                        <a:moveTo>
                          <a:pt x="0" y="30"/>
                        </a:moveTo>
                        <a:lnTo>
                          <a:pt x="31" y="0"/>
                        </a:lnTo>
                        <a:lnTo>
                          <a:pt x="0" y="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7" name="Google Shape;514;p21">
                    <a:extLst>
                      <a:ext uri="{FF2B5EF4-FFF2-40B4-BE49-F238E27FC236}">
                        <a16:creationId xmlns:a16="http://schemas.microsoft.com/office/drawing/2014/main" id="{260CBA3C-EEF1-5489-E1C9-1E2BB7A88A21}"/>
                      </a:ext>
                    </a:extLst>
                  </p:cNvPr>
                  <p:cNvSpPr/>
                  <p:nvPr/>
                </p:nvSpPr>
                <p:spPr>
                  <a:xfrm>
                    <a:off x="3348775" y="49217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1"/>
                        </a:move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8" name="Google Shape;515;p21">
                    <a:extLst>
                      <a:ext uri="{FF2B5EF4-FFF2-40B4-BE49-F238E27FC236}">
                        <a16:creationId xmlns:a16="http://schemas.microsoft.com/office/drawing/2014/main" id="{F17B51C4-5670-C9F9-F19D-F4DA7FB313D0}"/>
                      </a:ext>
                    </a:extLst>
                  </p:cNvPr>
                  <p:cNvSpPr/>
                  <p:nvPr/>
                </p:nvSpPr>
                <p:spPr>
                  <a:xfrm>
                    <a:off x="2435375" y="2829775"/>
                    <a:ext cx="2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2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31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9" name="Google Shape;516;p21">
                    <a:extLst>
                      <a:ext uri="{FF2B5EF4-FFF2-40B4-BE49-F238E27FC236}">
                        <a16:creationId xmlns:a16="http://schemas.microsoft.com/office/drawing/2014/main" id="{24216A5B-F9C1-DEA3-F975-7B6C73C5F829}"/>
                      </a:ext>
                    </a:extLst>
                  </p:cNvPr>
                  <p:cNvSpPr/>
                  <p:nvPr/>
                </p:nvSpPr>
                <p:spPr>
                  <a:xfrm>
                    <a:off x="2145100" y="2443750"/>
                    <a:ext cx="1611000" cy="248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440" h="99425" extrusionOk="0">
                        <a:moveTo>
                          <a:pt x="64044" y="65898"/>
                        </a:moveTo>
                        <a:cubicBezTo>
                          <a:pt x="64014" y="65838"/>
                          <a:pt x="63984" y="65807"/>
                          <a:pt x="63923" y="65777"/>
                        </a:cubicBezTo>
                        <a:cubicBezTo>
                          <a:pt x="63801" y="65716"/>
                          <a:pt x="63710" y="65686"/>
                          <a:pt x="63588" y="65686"/>
                        </a:cubicBezTo>
                        <a:cubicBezTo>
                          <a:pt x="63406" y="65716"/>
                          <a:pt x="63224" y="65625"/>
                          <a:pt x="63102" y="65503"/>
                        </a:cubicBezTo>
                        <a:cubicBezTo>
                          <a:pt x="62920" y="65382"/>
                          <a:pt x="62677" y="65321"/>
                          <a:pt x="62555" y="65108"/>
                        </a:cubicBezTo>
                        <a:cubicBezTo>
                          <a:pt x="62312" y="64835"/>
                          <a:pt x="62008" y="64622"/>
                          <a:pt x="61674" y="64470"/>
                        </a:cubicBezTo>
                        <a:cubicBezTo>
                          <a:pt x="61552" y="64379"/>
                          <a:pt x="61370" y="64348"/>
                          <a:pt x="61218" y="64348"/>
                        </a:cubicBezTo>
                        <a:cubicBezTo>
                          <a:pt x="60671" y="64348"/>
                          <a:pt x="60123" y="64287"/>
                          <a:pt x="59607" y="64105"/>
                        </a:cubicBezTo>
                        <a:cubicBezTo>
                          <a:pt x="59546" y="64105"/>
                          <a:pt x="59485" y="64105"/>
                          <a:pt x="59424" y="64135"/>
                        </a:cubicBezTo>
                        <a:cubicBezTo>
                          <a:pt x="59333" y="64166"/>
                          <a:pt x="59242" y="64227"/>
                          <a:pt x="59181" y="64257"/>
                        </a:cubicBezTo>
                        <a:cubicBezTo>
                          <a:pt x="59090" y="64287"/>
                          <a:pt x="59060" y="64257"/>
                          <a:pt x="59029" y="64166"/>
                        </a:cubicBezTo>
                        <a:cubicBezTo>
                          <a:pt x="58968" y="64075"/>
                          <a:pt x="58938" y="63953"/>
                          <a:pt x="58908" y="63862"/>
                        </a:cubicBezTo>
                        <a:cubicBezTo>
                          <a:pt x="58847" y="63771"/>
                          <a:pt x="58786" y="63680"/>
                          <a:pt x="58695" y="63680"/>
                        </a:cubicBezTo>
                        <a:cubicBezTo>
                          <a:pt x="58421" y="63619"/>
                          <a:pt x="58148" y="63528"/>
                          <a:pt x="57874" y="63376"/>
                        </a:cubicBezTo>
                        <a:cubicBezTo>
                          <a:pt x="57692" y="63254"/>
                          <a:pt x="57449" y="63224"/>
                          <a:pt x="57236" y="63193"/>
                        </a:cubicBezTo>
                        <a:cubicBezTo>
                          <a:pt x="57053" y="63163"/>
                          <a:pt x="56871" y="63254"/>
                          <a:pt x="56780" y="63406"/>
                        </a:cubicBezTo>
                        <a:cubicBezTo>
                          <a:pt x="56749" y="63436"/>
                          <a:pt x="56749" y="63436"/>
                          <a:pt x="56719" y="63436"/>
                        </a:cubicBezTo>
                        <a:cubicBezTo>
                          <a:pt x="56689" y="63436"/>
                          <a:pt x="56658" y="63406"/>
                          <a:pt x="56689" y="63345"/>
                        </a:cubicBezTo>
                        <a:cubicBezTo>
                          <a:pt x="56689" y="63284"/>
                          <a:pt x="56689" y="63254"/>
                          <a:pt x="56719" y="63224"/>
                        </a:cubicBezTo>
                        <a:cubicBezTo>
                          <a:pt x="56749" y="63072"/>
                          <a:pt x="56658" y="62920"/>
                          <a:pt x="56537" y="62889"/>
                        </a:cubicBezTo>
                        <a:cubicBezTo>
                          <a:pt x="56354" y="62828"/>
                          <a:pt x="56202" y="62768"/>
                          <a:pt x="56020" y="62707"/>
                        </a:cubicBezTo>
                        <a:cubicBezTo>
                          <a:pt x="56020" y="62768"/>
                          <a:pt x="56020" y="62798"/>
                          <a:pt x="55990" y="62828"/>
                        </a:cubicBezTo>
                        <a:lnTo>
                          <a:pt x="55990" y="62828"/>
                        </a:lnTo>
                        <a:lnTo>
                          <a:pt x="56020" y="62859"/>
                        </a:lnTo>
                        <a:lnTo>
                          <a:pt x="55990" y="62859"/>
                        </a:lnTo>
                        <a:lnTo>
                          <a:pt x="55990" y="62859"/>
                        </a:lnTo>
                        <a:cubicBezTo>
                          <a:pt x="55807" y="62798"/>
                          <a:pt x="55594" y="62859"/>
                          <a:pt x="55442" y="62980"/>
                        </a:cubicBezTo>
                        <a:cubicBezTo>
                          <a:pt x="55412" y="62859"/>
                          <a:pt x="55290" y="62859"/>
                          <a:pt x="55199" y="62859"/>
                        </a:cubicBezTo>
                        <a:cubicBezTo>
                          <a:pt x="55351" y="62707"/>
                          <a:pt x="55534" y="62616"/>
                          <a:pt x="55716" y="62585"/>
                        </a:cubicBezTo>
                        <a:cubicBezTo>
                          <a:pt x="55777" y="62403"/>
                          <a:pt x="55838" y="62251"/>
                          <a:pt x="55868" y="62069"/>
                        </a:cubicBezTo>
                        <a:cubicBezTo>
                          <a:pt x="55898" y="61947"/>
                          <a:pt x="55868" y="61856"/>
                          <a:pt x="55807" y="61734"/>
                        </a:cubicBezTo>
                        <a:cubicBezTo>
                          <a:pt x="55716" y="61643"/>
                          <a:pt x="55686" y="61521"/>
                          <a:pt x="55564" y="61400"/>
                        </a:cubicBezTo>
                        <a:cubicBezTo>
                          <a:pt x="55382" y="61217"/>
                          <a:pt x="55260" y="60974"/>
                          <a:pt x="55199" y="60701"/>
                        </a:cubicBezTo>
                        <a:cubicBezTo>
                          <a:pt x="55169" y="60549"/>
                          <a:pt x="55108" y="60427"/>
                          <a:pt x="55017" y="60336"/>
                        </a:cubicBezTo>
                        <a:cubicBezTo>
                          <a:pt x="54683" y="59910"/>
                          <a:pt x="54257" y="59607"/>
                          <a:pt x="53740" y="59485"/>
                        </a:cubicBezTo>
                        <a:cubicBezTo>
                          <a:pt x="53679" y="59455"/>
                          <a:pt x="53619" y="59424"/>
                          <a:pt x="53558" y="59394"/>
                        </a:cubicBezTo>
                        <a:cubicBezTo>
                          <a:pt x="53315" y="59303"/>
                          <a:pt x="53072" y="59242"/>
                          <a:pt x="52828" y="59272"/>
                        </a:cubicBezTo>
                        <a:lnTo>
                          <a:pt x="52069" y="59272"/>
                        </a:lnTo>
                        <a:cubicBezTo>
                          <a:pt x="52008" y="59272"/>
                          <a:pt x="51917" y="59242"/>
                          <a:pt x="51886" y="59211"/>
                        </a:cubicBezTo>
                        <a:cubicBezTo>
                          <a:pt x="51673" y="59029"/>
                          <a:pt x="51430" y="58877"/>
                          <a:pt x="51187" y="58786"/>
                        </a:cubicBezTo>
                        <a:cubicBezTo>
                          <a:pt x="51157" y="58786"/>
                          <a:pt x="51096" y="58725"/>
                          <a:pt x="51096" y="58695"/>
                        </a:cubicBezTo>
                        <a:cubicBezTo>
                          <a:pt x="51065" y="58573"/>
                          <a:pt x="51005" y="58482"/>
                          <a:pt x="50944" y="58391"/>
                        </a:cubicBezTo>
                        <a:cubicBezTo>
                          <a:pt x="50792" y="58239"/>
                          <a:pt x="50670" y="58087"/>
                          <a:pt x="50488" y="57965"/>
                        </a:cubicBezTo>
                        <a:cubicBezTo>
                          <a:pt x="50397" y="57874"/>
                          <a:pt x="50275" y="57813"/>
                          <a:pt x="50154" y="57783"/>
                        </a:cubicBezTo>
                        <a:cubicBezTo>
                          <a:pt x="50032" y="57752"/>
                          <a:pt x="49910" y="57752"/>
                          <a:pt x="49819" y="57722"/>
                        </a:cubicBezTo>
                        <a:cubicBezTo>
                          <a:pt x="49728" y="57722"/>
                          <a:pt x="49667" y="57692"/>
                          <a:pt x="49698" y="57600"/>
                        </a:cubicBezTo>
                        <a:cubicBezTo>
                          <a:pt x="49698" y="57418"/>
                          <a:pt x="49576" y="57236"/>
                          <a:pt x="49394" y="57175"/>
                        </a:cubicBezTo>
                        <a:cubicBezTo>
                          <a:pt x="49242" y="57114"/>
                          <a:pt x="49059" y="57053"/>
                          <a:pt x="48907" y="56962"/>
                        </a:cubicBezTo>
                        <a:cubicBezTo>
                          <a:pt x="48847" y="56932"/>
                          <a:pt x="48786" y="56871"/>
                          <a:pt x="48755" y="56810"/>
                        </a:cubicBezTo>
                        <a:cubicBezTo>
                          <a:pt x="48755" y="56749"/>
                          <a:pt x="48847" y="56749"/>
                          <a:pt x="48907" y="56719"/>
                        </a:cubicBezTo>
                        <a:cubicBezTo>
                          <a:pt x="48907" y="56719"/>
                          <a:pt x="48938" y="56719"/>
                          <a:pt x="48968" y="56689"/>
                        </a:cubicBezTo>
                        <a:cubicBezTo>
                          <a:pt x="48999" y="56658"/>
                          <a:pt x="49029" y="56628"/>
                          <a:pt x="48999" y="56597"/>
                        </a:cubicBezTo>
                        <a:cubicBezTo>
                          <a:pt x="48999" y="56567"/>
                          <a:pt x="48968" y="56567"/>
                          <a:pt x="48938" y="56567"/>
                        </a:cubicBezTo>
                        <a:cubicBezTo>
                          <a:pt x="48755" y="56506"/>
                          <a:pt x="48543" y="56506"/>
                          <a:pt x="48330" y="56537"/>
                        </a:cubicBezTo>
                        <a:cubicBezTo>
                          <a:pt x="48239" y="56537"/>
                          <a:pt x="48117" y="56476"/>
                          <a:pt x="48056" y="56385"/>
                        </a:cubicBezTo>
                        <a:cubicBezTo>
                          <a:pt x="47995" y="56354"/>
                          <a:pt x="47935" y="56385"/>
                          <a:pt x="47935" y="56415"/>
                        </a:cubicBezTo>
                        <a:cubicBezTo>
                          <a:pt x="47904" y="56476"/>
                          <a:pt x="47904" y="56567"/>
                          <a:pt x="47844" y="56597"/>
                        </a:cubicBezTo>
                        <a:cubicBezTo>
                          <a:pt x="47661" y="56841"/>
                          <a:pt x="47296" y="56901"/>
                          <a:pt x="47053" y="56749"/>
                        </a:cubicBezTo>
                        <a:cubicBezTo>
                          <a:pt x="46901" y="56628"/>
                          <a:pt x="46719" y="56597"/>
                          <a:pt x="46537" y="56628"/>
                        </a:cubicBezTo>
                        <a:cubicBezTo>
                          <a:pt x="46324" y="56658"/>
                          <a:pt x="46111" y="56658"/>
                          <a:pt x="45929" y="56658"/>
                        </a:cubicBezTo>
                        <a:cubicBezTo>
                          <a:pt x="45837" y="56689"/>
                          <a:pt x="45746" y="56628"/>
                          <a:pt x="45716" y="56506"/>
                        </a:cubicBezTo>
                        <a:cubicBezTo>
                          <a:pt x="45716" y="56506"/>
                          <a:pt x="45716" y="56476"/>
                          <a:pt x="45716" y="56445"/>
                        </a:cubicBezTo>
                        <a:cubicBezTo>
                          <a:pt x="45685" y="56324"/>
                          <a:pt x="45594" y="56202"/>
                          <a:pt x="45442" y="56172"/>
                        </a:cubicBezTo>
                        <a:cubicBezTo>
                          <a:pt x="45351" y="56172"/>
                          <a:pt x="45290" y="56141"/>
                          <a:pt x="45199" y="56141"/>
                        </a:cubicBezTo>
                        <a:cubicBezTo>
                          <a:pt x="45017" y="56111"/>
                          <a:pt x="44895" y="55989"/>
                          <a:pt x="44834" y="55837"/>
                        </a:cubicBezTo>
                        <a:cubicBezTo>
                          <a:pt x="44834" y="55777"/>
                          <a:pt x="44774" y="55716"/>
                          <a:pt x="44713" y="55716"/>
                        </a:cubicBezTo>
                        <a:cubicBezTo>
                          <a:pt x="44622" y="55716"/>
                          <a:pt x="44530" y="55777"/>
                          <a:pt x="44470" y="55837"/>
                        </a:cubicBezTo>
                        <a:cubicBezTo>
                          <a:pt x="44470" y="55898"/>
                          <a:pt x="44439" y="55929"/>
                          <a:pt x="44439" y="55989"/>
                        </a:cubicBezTo>
                        <a:cubicBezTo>
                          <a:pt x="44439" y="56111"/>
                          <a:pt x="44348" y="56233"/>
                          <a:pt x="44196" y="56263"/>
                        </a:cubicBezTo>
                        <a:cubicBezTo>
                          <a:pt x="44074" y="56293"/>
                          <a:pt x="43983" y="56354"/>
                          <a:pt x="43892" y="56385"/>
                        </a:cubicBezTo>
                        <a:cubicBezTo>
                          <a:pt x="43831" y="56415"/>
                          <a:pt x="43770" y="56385"/>
                          <a:pt x="43710" y="56324"/>
                        </a:cubicBezTo>
                        <a:cubicBezTo>
                          <a:pt x="43679" y="56233"/>
                          <a:pt x="43649" y="56202"/>
                          <a:pt x="43710" y="56111"/>
                        </a:cubicBezTo>
                        <a:cubicBezTo>
                          <a:pt x="43801" y="56050"/>
                          <a:pt x="43922" y="55929"/>
                          <a:pt x="44014" y="55837"/>
                        </a:cubicBezTo>
                        <a:cubicBezTo>
                          <a:pt x="44105" y="55746"/>
                          <a:pt x="44014" y="55655"/>
                          <a:pt x="43953" y="55594"/>
                        </a:cubicBezTo>
                        <a:cubicBezTo>
                          <a:pt x="43892" y="55594"/>
                          <a:pt x="43831" y="55564"/>
                          <a:pt x="43740" y="55564"/>
                        </a:cubicBezTo>
                        <a:cubicBezTo>
                          <a:pt x="43588" y="55594"/>
                          <a:pt x="43436" y="55655"/>
                          <a:pt x="43345" y="55777"/>
                        </a:cubicBezTo>
                        <a:cubicBezTo>
                          <a:pt x="43193" y="55929"/>
                          <a:pt x="43011" y="56020"/>
                          <a:pt x="42798" y="56081"/>
                        </a:cubicBezTo>
                        <a:cubicBezTo>
                          <a:pt x="42585" y="56111"/>
                          <a:pt x="42372" y="56172"/>
                          <a:pt x="42190" y="56293"/>
                        </a:cubicBezTo>
                        <a:cubicBezTo>
                          <a:pt x="42160" y="56324"/>
                          <a:pt x="42099" y="56293"/>
                          <a:pt x="42038" y="56293"/>
                        </a:cubicBezTo>
                        <a:cubicBezTo>
                          <a:pt x="41916" y="56293"/>
                          <a:pt x="41764" y="56354"/>
                          <a:pt x="41673" y="56445"/>
                        </a:cubicBezTo>
                        <a:cubicBezTo>
                          <a:pt x="41552" y="56567"/>
                          <a:pt x="41460" y="56749"/>
                          <a:pt x="41430" y="56932"/>
                        </a:cubicBezTo>
                        <a:cubicBezTo>
                          <a:pt x="41400" y="57084"/>
                          <a:pt x="41308" y="57236"/>
                          <a:pt x="41187" y="57296"/>
                        </a:cubicBezTo>
                        <a:cubicBezTo>
                          <a:pt x="41035" y="57388"/>
                          <a:pt x="40913" y="57509"/>
                          <a:pt x="40822" y="57631"/>
                        </a:cubicBezTo>
                        <a:cubicBezTo>
                          <a:pt x="40761" y="57692"/>
                          <a:pt x="40731" y="57752"/>
                          <a:pt x="40731" y="57844"/>
                        </a:cubicBezTo>
                        <a:lnTo>
                          <a:pt x="40731" y="57844"/>
                        </a:lnTo>
                        <a:lnTo>
                          <a:pt x="40731" y="57874"/>
                        </a:lnTo>
                        <a:lnTo>
                          <a:pt x="40731" y="57874"/>
                        </a:lnTo>
                        <a:cubicBezTo>
                          <a:pt x="40731" y="57874"/>
                          <a:pt x="40731" y="57844"/>
                          <a:pt x="40731" y="57844"/>
                        </a:cubicBezTo>
                        <a:cubicBezTo>
                          <a:pt x="40701" y="57844"/>
                          <a:pt x="40640" y="57813"/>
                          <a:pt x="40609" y="57813"/>
                        </a:cubicBezTo>
                        <a:cubicBezTo>
                          <a:pt x="40518" y="57692"/>
                          <a:pt x="40397" y="57600"/>
                          <a:pt x="40275" y="57479"/>
                        </a:cubicBezTo>
                        <a:cubicBezTo>
                          <a:pt x="39910" y="57175"/>
                          <a:pt x="39394" y="57084"/>
                          <a:pt x="38968" y="57296"/>
                        </a:cubicBezTo>
                        <a:cubicBezTo>
                          <a:pt x="38877" y="57327"/>
                          <a:pt x="38786" y="57357"/>
                          <a:pt x="38694" y="57418"/>
                        </a:cubicBezTo>
                        <a:cubicBezTo>
                          <a:pt x="38542" y="57540"/>
                          <a:pt x="38330" y="57570"/>
                          <a:pt x="38147" y="57448"/>
                        </a:cubicBezTo>
                        <a:cubicBezTo>
                          <a:pt x="37783" y="57388"/>
                          <a:pt x="37509" y="57175"/>
                          <a:pt x="37327" y="56901"/>
                        </a:cubicBezTo>
                        <a:cubicBezTo>
                          <a:pt x="37205" y="56719"/>
                          <a:pt x="37114" y="56567"/>
                          <a:pt x="37023" y="56385"/>
                        </a:cubicBezTo>
                        <a:cubicBezTo>
                          <a:pt x="36962" y="56324"/>
                          <a:pt x="36962" y="56233"/>
                          <a:pt x="36962" y="56172"/>
                        </a:cubicBezTo>
                        <a:cubicBezTo>
                          <a:pt x="36931" y="55959"/>
                          <a:pt x="36992" y="55716"/>
                          <a:pt x="37114" y="55534"/>
                        </a:cubicBezTo>
                        <a:cubicBezTo>
                          <a:pt x="37144" y="55473"/>
                          <a:pt x="37175" y="55382"/>
                          <a:pt x="37175" y="55290"/>
                        </a:cubicBezTo>
                        <a:cubicBezTo>
                          <a:pt x="37205" y="55047"/>
                          <a:pt x="37235" y="54834"/>
                          <a:pt x="37327" y="54622"/>
                        </a:cubicBezTo>
                        <a:cubicBezTo>
                          <a:pt x="37357" y="54409"/>
                          <a:pt x="37387" y="54166"/>
                          <a:pt x="37387" y="53953"/>
                        </a:cubicBezTo>
                        <a:cubicBezTo>
                          <a:pt x="37387" y="53923"/>
                          <a:pt x="37357" y="53862"/>
                          <a:pt x="37327" y="53831"/>
                        </a:cubicBezTo>
                        <a:cubicBezTo>
                          <a:pt x="37235" y="53801"/>
                          <a:pt x="37144" y="53771"/>
                          <a:pt x="37053" y="53740"/>
                        </a:cubicBezTo>
                        <a:lnTo>
                          <a:pt x="37053" y="53740"/>
                        </a:lnTo>
                        <a:lnTo>
                          <a:pt x="37053" y="53740"/>
                        </a:lnTo>
                        <a:lnTo>
                          <a:pt x="37023" y="53740"/>
                        </a:lnTo>
                        <a:lnTo>
                          <a:pt x="37053" y="53710"/>
                        </a:lnTo>
                        <a:cubicBezTo>
                          <a:pt x="36901" y="53588"/>
                          <a:pt x="36719" y="53497"/>
                          <a:pt x="36536" y="53467"/>
                        </a:cubicBezTo>
                        <a:cubicBezTo>
                          <a:pt x="36324" y="53467"/>
                          <a:pt x="36111" y="53436"/>
                          <a:pt x="35928" y="53406"/>
                        </a:cubicBezTo>
                        <a:cubicBezTo>
                          <a:pt x="35685" y="53345"/>
                          <a:pt x="35472" y="53467"/>
                          <a:pt x="35260" y="53436"/>
                        </a:cubicBezTo>
                        <a:cubicBezTo>
                          <a:pt x="35017" y="53436"/>
                          <a:pt x="34865" y="53467"/>
                          <a:pt x="34713" y="53467"/>
                        </a:cubicBezTo>
                        <a:cubicBezTo>
                          <a:pt x="34591" y="53467"/>
                          <a:pt x="34500" y="53467"/>
                          <a:pt x="34378" y="53406"/>
                        </a:cubicBezTo>
                        <a:cubicBezTo>
                          <a:pt x="34317" y="53406"/>
                          <a:pt x="34287" y="53345"/>
                          <a:pt x="34317" y="53315"/>
                        </a:cubicBezTo>
                        <a:cubicBezTo>
                          <a:pt x="34530" y="53132"/>
                          <a:pt x="34652" y="52859"/>
                          <a:pt x="34621" y="52585"/>
                        </a:cubicBezTo>
                        <a:cubicBezTo>
                          <a:pt x="34621" y="52464"/>
                          <a:pt x="34621" y="52312"/>
                          <a:pt x="34652" y="52190"/>
                        </a:cubicBezTo>
                        <a:cubicBezTo>
                          <a:pt x="34652" y="52129"/>
                          <a:pt x="34713" y="52068"/>
                          <a:pt x="34773" y="52068"/>
                        </a:cubicBezTo>
                        <a:cubicBezTo>
                          <a:pt x="34925" y="52068"/>
                          <a:pt x="35047" y="51947"/>
                          <a:pt x="35047" y="51795"/>
                        </a:cubicBezTo>
                        <a:cubicBezTo>
                          <a:pt x="35108" y="51643"/>
                          <a:pt x="35108" y="51491"/>
                          <a:pt x="35108" y="51339"/>
                        </a:cubicBezTo>
                        <a:cubicBezTo>
                          <a:pt x="35108" y="51126"/>
                          <a:pt x="35169" y="50944"/>
                          <a:pt x="35320" y="50792"/>
                        </a:cubicBezTo>
                        <a:cubicBezTo>
                          <a:pt x="35412" y="50670"/>
                          <a:pt x="35503" y="50579"/>
                          <a:pt x="35564" y="50457"/>
                        </a:cubicBezTo>
                        <a:cubicBezTo>
                          <a:pt x="35594" y="50397"/>
                          <a:pt x="35624" y="50336"/>
                          <a:pt x="35655" y="50275"/>
                        </a:cubicBezTo>
                        <a:cubicBezTo>
                          <a:pt x="35685" y="50123"/>
                          <a:pt x="35594" y="50002"/>
                          <a:pt x="35442" y="49971"/>
                        </a:cubicBezTo>
                        <a:cubicBezTo>
                          <a:pt x="35169" y="49941"/>
                          <a:pt x="34895" y="49941"/>
                          <a:pt x="34652" y="50032"/>
                        </a:cubicBezTo>
                        <a:cubicBezTo>
                          <a:pt x="34439" y="50123"/>
                          <a:pt x="34196" y="50154"/>
                          <a:pt x="33983" y="50154"/>
                        </a:cubicBezTo>
                        <a:cubicBezTo>
                          <a:pt x="33801" y="50154"/>
                          <a:pt x="33618" y="50275"/>
                          <a:pt x="33558" y="50427"/>
                        </a:cubicBezTo>
                        <a:cubicBezTo>
                          <a:pt x="33497" y="50549"/>
                          <a:pt x="33466" y="50640"/>
                          <a:pt x="33436" y="50761"/>
                        </a:cubicBezTo>
                        <a:cubicBezTo>
                          <a:pt x="33375" y="51096"/>
                          <a:pt x="33193" y="51400"/>
                          <a:pt x="32950" y="51612"/>
                        </a:cubicBezTo>
                        <a:cubicBezTo>
                          <a:pt x="32858" y="51886"/>
                          <a:pt x="32706" y="51886"/>
                          <a:pt x="32463" y="51795"/>
                        </a:cubicBezTo>
                        <a:cubicBezTo>
                          <a:pt x="32372" y="51764"/>
                          <a:pt x="32251" y="51764"/>
                          <a:pt x="32129" y="51795"/>
                        </a:cubicBezTo>
                        <a:cubicBezTo>
                          <a:pt x="31916" y="51856"/>
                          <a:pt x="31703" y="51947"/>
                          <a:pt x="31491" y="52008"/>
                        </a:cubicBezTo>
                        <a:cubicBezTo>
                          <a:pt x="31308" y="52068"/>
                          <a:pt x="31126" y="52008"/>
                          <a:pt x="30974" y="51886"/>
                        </a:cubicBezTo>
                        <a:cubicBezTo>
                          <a:pt x="30883" y="51764"/>
                          <a:pt x="30731" y="51673"/>
                          <a:pt x="30579" y="51643"/>
                        </a:cubicBezTo>
                        <a:cubicBezTo>
                          <a:pt x="30396" y="51582"/>
                          <a:pt x="30275" y="51430"/>
                          <a:pt x="30214" y="51248"/>
                        </a:cubicBezTo>
                        <a:cubicBezTo>
                          <a:pt x="30123" y="51005"/>
                          <a:pt x="30001" y="50792"/>
                          <a:pt x="29819" y="50609"/>
                        </a:cubicBezTo>
                        <a:cubicBezTo>
                          <a:pt x="29758" y="50518"/>
                          <a:pt x="29697" y="50427"/>
                          <a:pt x="29697" y="50305"/>
                        </a:cubicBezTo>
                        <a:cubicBezTo>
                          <a:pt x="29667" y="50093"/>
                          <a:pt x="29606" y="49910"/>
                          <a:pt x="29576" y="49698"/>
                        </a:cubicBezTo>
                        <a:cubicBezTo>
                          <a:pt x="29576" y="49576"/>
                          <a:pt x="29545" y="49424"/>
                          <a:pt x="29576" y="49302"/>
                        </a:cubicBezTo>
                        <a:cubicBezTo>
                          <a:pt x="29576" y="48816"/>
                          <a:pt x="29667" y="48360"/>
                          <a:pt x="29758" y="47874"/>
                        </a:cubicBezTo>
                        <a:cubicBezTo>
                          <a:pt x="29758" y="47783"/>
                          <a:pt x="29788" y="47691"/>
                          <a:pt x="29849" y="47631"/>
                        </a:cubicBezTo>
                        <a:cubicBezTo>
                          <a:pt x="30001" y="47448"/>
                          <a:pt x="30062" y="47236"/>
                          <a:pt x="30032" y="46992"/>
                        </a:cubicBezTo>
                        <a:cubicBezTo>
                          <a:pt x="30001" y="46688"/>
                          <a:pt x="30062" y="46354"/>
                          <a:pt x="30184" y="46050"/>
                        </a:cubicBezTo>
                        <a:cubicBezTo>
                          <a:pt x="30244" y="45807"/>
                          <a:pt x="30457" y="45594"/>
                          <a:pt x="30731" y="45503"/>
                        </a:cubicBezTo>
                        <a:cubicBezTo>
                          <a:pt x="31035" y="45473"/>
                          <a:pt x="31339" y="45351"/>
                          <a:pt x="31582" y="45138"/>
                        </a:cubicBezTo>
                        <a:cubicBezTo>
                          <a:pt x="31764" y="45017"/>
                          <a:pt x="31977" y="44925"/>
                          <a:pt x="32190" y="44865"/>
                        </a:cubicBezTo>
                        <a:cubicBezTo>
                          <a:pt x="32372" y="44804"/>
                          <a:pt x="32554" y="44834"/>
                          <a:pt x="32706" y="44895"/>
                        </a:cubicBezTo>
                        <a:cubicBezTo>
                          <a:pt x="32828" y="44956"/>
                          <a:pt x="32980" y="44986"/>
                          <a:pt x="33102" y="44925"/>
                        </a:cubicBezTo>
                        <a:cubicBezTo>
                          <a:pt x="33254" y="44865"/>
                          <a:pt x="33406" y="44895"/>
                          <a:pt x="33466" y="45017"/>
                        </a:cubicBezTo>
                        <a:cubicBezTo>
                          <a:pt x="33618" y="45229"/>
                          <a:pt x="33892" y="45321"/>
                          <a:pt x="34135" y="45229"/>
                        </a:cubicBezTo>
                        <a:cubicBezTo>
                          <a:pt x="34257" y="45199"/>
                          <a:pt x="34378" y="45169"/>
                          <a:pt x="34500" y="45108"/>
                        </a:cubicBezTo>
                        <a:cubicBezTo>
                          <a:pt x="34561" y="44986"/>
                          <a:pt x="34591" y="44834"/>
                          <a:pt x="34591" y="44713"/>
                        </a:cubicBezTo>
                        <a:cubicBezTo>
                          <a:pt x="34591" y="44561"/>
                          <a:pt x="34713" y="44530"/>
                          <a:pt x="34804" y="44500"/>
                        </a:cubicBezTo>
                        <a:cubicBezTo>
                          <a:pt x="34895" y="44470"/>
                          <a:pt x="34986" y="44470"/>
                          <a:pt x="35077" y="44439"/>
                        </a:cubicBezTo>
                        <a:cubicBezTo>
                          <a:pt x="35412" y="44439"/>
                          <a:pt x="35716" y="44439"/>
                          <a:pt x="36020" y="44439"/>
                        </a:cubicBezTo>
                        <a:cubicBezTo>
                          <a:pt x="36384" y="44409"/>
                          <a:pt x="36719" y="44530"/>
                          <a:pt x="36962" y="44804"/>
                        </a:cubicBezTo>
                        <a:cubicBezTo>
                          <a:pt x="37053" y="44865"/>
                          <a:pt x="37175" y="44895"/>
                          <a:pt x="37266" y="44834"/>
                        </a:cubicBezTo>
                        <a:lnTo>
                          <a:pt x="37509" y="44743"/>
                        </a:lnTo>
                        <a:cubicBezTo>
                          <a:pt x="37600" y="44713"/>
                          <a:pt x="37722" y="44713"/>
                          <a:pt x="37783" y="44804"/>
                        </a:cubicBezTo>
                        <a:cubicBezTo>
                          <a:pt x="37904" y="44956"/>
                          <a:pt x="38056" y="45138"/>
                          <a:pt x="38208" y="45321"/>
                        </a:cubicBezTo>
                        <a:cubicBezTo>
                          <a:pt x="38269" y="45412"/>
                          <a:pt x="38269" y="45533"/>
                          <a:pt x="38238" y="45655"/>
                        </a:cubicBezTo>
                        <a:cubicBezTo>
                          <a:pt x="38208" y="45716"/>
                          <a:pt x="38208" y="45777"/>
                          <a:pt x="38178" y="45837"/>
                        </a:cubicBezTo>
                        <a:cubicBezTo>
                          <a:pt x="38086" y="45959"/>
                          <a:pt x="38117" y="46111"/>
                          <a:pt x="38208" y="46232"/>
                        </a:cubicBezTo>
                        <a:cubicBezTo>
                          <a:pt x="38330" y="46597"/>
                          <a:pt x="38482" y="46932"/>
                          <a:pt x="38634" y="47296"/>
                        </a:cubicBezTo>
                        <a:cubicBezTo>
                          <a:pt x="38725" y="47448"/>
                          <a:pt x="38846" y="47600"/>
                          <a:pt x="38968" y="47722"/>
                        </a:cubicBezTo>
                        <a:cubicBezTo>
                          <a:pt x="39090" y="47843"/>
                          <a:pt x="39272" y="47813"/>
                          <a:pt x="39363" y="47691"/>
                        </a:cubicBezTo>
                        <a:cubicBezTo>
                          <a:pt x="39545" y="47418"/>
                          <a:pt x="39667" y="47114"/>
                          <a:pt x="39667" y="46780"/>
                        </a:cubicBezTo>
                        <a:cubicBezTo>
                          <a:pt x="39697" y="46749"/>
                          <a:pt x="39697" y="46688"/>
                          <a:pt x="39667" y="46658"/>
                        </a:cubicBezTo>
                        <a:cubicBezTo>
                          <a:pt x="39637" y="46476"/>
                          <a:pt x="39545" y="46324"/>
                          <a:pt x="39515" y="46141"/>
                        </a:cubicBezTo>
                        <a:cubicBezTo>
                          <a:pt x="39485" y="45959"/>
                          <a:pt x="39485" y="45777"/>
                          <a:pt x="39454" y="45594"/>
                        </a:cubicBezTo>
                        <a:cubicBezTo>
                          <a:pt x="39454" y="45564"/>
                          <a:pt x="39454" y="45564"/>
                          <a:pt x="39454" y="45533"/>
                        </a:cubicBezTo>
                        <a:cubicBezTo>
                          <a:pt x="39272" y="45017"/>
                          <a:pt x="39242" y="44470"/>
                          <a:pt x="39333" y="43922"/>
                        </a:cubicBezTo>
                        <a:cubicBezTo>
                          <a:pt x="39333" y="43831"/>
                          <a:pt x="39363" y="43740"/>
                          <a:pt x="39424" y="43679"/>
                        </a:cubicBezTo>
                        <a:cubicBezTo>
                          <a:pt x="39606" y="43375"/>
                          <a:pt x="39910" y="43132"/>
                          <a:pt x="40245" y="43011"/>
                        </a:cubicBezTo>
                        <a:lnTo>
                          <a:pt x="40397" y="42950"/>
                        </a:lnTo>
                        <a:cubicBezTo>
                          <a:pt x="40518" y="42919"/>
                          <a:pt x="40640" y="42828"/>
                          <a:pt x="40701" y="42737"/>
                        </a:cubicBezTo>
                        <a:cubicBezTo>
                          <a:pt x="40792" y="42646"/>
                          <a:pt x="40853" y="42555"/>
                          <a:pt x="40913" y="42463"/>
                        </a:cubicBezTo>
                        <a:cubicBezTo>
                          <a:pt x="40974" y="42403"/>
                          <a:pt x="41065" y="42342"/>
                          <a:pt x="41126" y="42311"/>
                        </a:cubicBezTo>
                        <a:cubicBezTo>
                          <a:pt x="41278" y="42251"/>
                          <a:pt x="41430" y="42159"/>
                          <a:pt x="41521" y="42038"/>
                        </a:cubicBezTo>
                        <a:cubicBezTo>
                          <a:pt x="41704" y="41886"/>
                          <a:pt x="41947" y="41764"/>
                          <a:pt x="42190" y="41704"/>
                        </a:cubicBezTo>
                        <a:cubicBezTo>
                          <a:pt x="42311" y="41673"/>
                          <a:pt x="42403" y="41582"/>
                          <a:pt x="42372" y="41460"/>
                        </a:cubicBezTo>
                        <a:cubicBezTo>
                          <a:pt x="42372" y="41369"/>
                          <a:pt x="42463" y="41339"/>
                          <a:pt x="42494" y="41308"/>
                        </a:cubicBezTo>
                        <a:cubicBezTo>
                          <a:pt x="42585" y="41278"/>
                          <a:pt x="42646" y="41217"/>
                          <a:pt x="42737" y="41156"/>
                        </a:cubicBezTo>
                        <a:cubicBezTo>
                          <a:pt x="42767" y="41096"/>
                          <a:pt x="42798" y="41035"/>
                          <a:pt x="42767" y="40974"/>
                        </a:cubicBezTo>
                        <a:cubicBezTo>
                          <a:pt x="42707" y="40883"/>
                          <a:pt x="42676" y="40761"/>
                          <a:pt x="42737" y="40670"/>
                        </a:cubicBezTo>
                        <a:cubicBezTo>
                          <a:pt x="42828" y="40518"/>
                          <a:pt x="42828" y="40305"/>
                          <a:pt x="42737" y="40153"/>
                        </a:cubicBezTo>
                        <a:cubicBezTo>
                          <a:pt x="42707" y="40093"/>
                          <a:pt x="42676" y="40032"/>
                          <a:pt x="42676" y="39941"/>
                        </a:cubicBezTo>
                        <a:cubicBezTo>
                          <a:pt x="42676" y="39758"/>
                          <a:pt x="42707" y="39545"/>
                          <a:pt x="42737" y="39333"/>
                        </a:cubicBezTo>
                        <a:cubicBezTo>
                          <a:pt x="42737" y="39333"/>
                          <a:pt x="42767" y="39333"/>
                          <a:pt x="42767" y="39333"/>
                        </a:cubicBezTo>
                        <a:cubicBezTo>
                          <a:pt x="42798" y="39333"/>
                          <a:pt x="42828" y="39333"/>
                          <a:pt x="42828" y="39333"/>
                        </a:cubicBezTo>
                        <a:cubicBezTo>
                          <a:pt x="42950" y="39424"/>
                          <a:pt x="42919" y="39545"/>
                          <a:pt x="42919" y="39667"/>
                        </a:cubicBezTo>
                        <a:cubicBezTo>
                          <a:pt x="42919" y="39697"/>
                          <a:pt x="42950" y="39728"/>
                          <a:pt x="42980" y="39758"/>
                        </a:cubicBezTo>
                        <a:cubicBezTo>
                          <a:pt x="43011" y="39758"/>
                          <a:pt x="43041" y="39758"/>
                          <a:pt x="43041" y="39728"/>
                        </a:cubicBezTo>
                        <a:cubicBezTo>
                          <a:pt x="43163" y="39545"/>
                          <a:pt x="43284" y="39393"/>
                          <a:pt x="43406" y="39211"/>
                        </a:cubicBezTo>
                        <a:cubicBezTo>
                          <a:pt x="43436" y="39150"/>
                          <a:pt x="43467" y="39059"/>
                          <a:pt x="43467" y="38968"/>
                        </a:cubicBezTo>
                        <a:cubicBezTo>
                          <a:pt x="43467" y="38907"/>
                          <a:pt x="43467" y="38816"/>
                          <a:pt x="43467" y="38755"/>
                        </a:cubicBezTo>
                        <a:cubicBezTo>
                          <a:pt x="43467" y="38694"/>
                          <a:pt x="43497" y="38694"/>
                          <a:pt x="43558" y="38694"/>
                        </a:cubicBezTo>
                        <a:cubicBezTo>
                          <a:pt x="43679" y="38694"/>
                          <a:pt x="43770" y="38634"/>
                          <a:pt x="43862" y="38542"/>
                        </a:cubicBezTo>
                        <a:cubicBezTo>
                          <a:pt x="44044" y="38360"/>
                          <a:pt x="44196" y="38086"/>
                          <a:pt x="44226" y="37813"/>
                        </a:cubicBezTo>
                        <a:cubicBezTo>
                          <a:pt x="44287" y="37600"/>
                          <a:pt x="44409" y="37539"/>
                          <a:pt x="44622" y="37539"/>
                        </a:cubicBezTo>
                        <a:cubicBezTo>
                          <a:pt x="44743" y="37509"/>
                          <a:pt x="44895" y="37479"/>
                          <a:pt x="45017" y="37448"/>
                        </a:cubicBezTo>
                        <a:cubicBezTo>
                          <a:pt x="45078" y="37448"/>
                          <a:pt x="45138" y="37418"/>
                          <a:pt x="45199" y="37357"/>
                        </a:cubicBezTo>
                        <a:cubicBezTo>
                          <a:pt x="45199" y="37357"/>
                          <a:pt x="45229" y="37327"/>
                          <a:pt x="45229" y="37327"/>
                        </a:cubicBezTo>
                        <a:cubicBezTo>
                          <a:pt x="45229" y="37296"/>
                          <a:pt x="45229" y="37266"/>
                          <a:pt x="45199" y="37266"/>
                        </a:cubicBezTo>
                        <a:cubicBezTo>
                          <a:pt x="45169" y="37235"/>
                          <a:pt x="45108" y="37235"/>
                          <a:pt x="45078" y="37235"/>
                        </a:cubicBezTo>
                        <a:cubicBezTo>
                          <a:pt x="45017" y="37235"/>
                          <a:pt x="44986" y="37205"/>
                          <a:pt x="44986" y="37144"/>
                        </a:cubicBezTo>
                        <a:cubicBezTo>
                          <a:pt x="45017" y="37083"/>
                          <a:pt x="45047" y="37144"/>
                          <a:pt x="45047" y="37144"/>
                        </a:cubicBezTo>
                        <a:lnTo>
                          <a:pt x="45138" y="37144"/>
                        </a:lnTo>
                        <a:cubicBezTo>
                          <a:pt x="45503" y="37205"/>
                          <a:pt x="45898" y="37023"/>
                          <a:pt x="46263" y="37023"/>
                        </a:cubicBezTo>
                        <a:cubicBezTo>
                          <a:pt x="46324" y="37023"/>
                          <a:pt x="46385" y="36962"/>
                          <a:pt x="46445" y="36901"/>
                        </a:cubicBezTo>
                        <a:cubicBezTo>
                          <a:pt x="46567" y="36810"/>
                          <a:pt x="46567" y="36749"/>
                          <a:pt x="46415" y="36627"/>
                        </a:cubicBezTo>
                        <a:cubicBezTo>
                          <a:pt x="46293" y="36567"/>
                          <a:pt x="46233" y="36445"/>
                          <a:pt x="46233" y="36293"/>
                        </a:cubicBezTo>
                        <a:cubicBezTo>
                          <a:pt x="46293" y="36141"/>
                          <a:pt x="46324" y="36020"/>
                          <a:pt x="46385" y="35868"/>
                        </a:cubicBezTo>
                        <a:cubicBezTo>
                          <a:pt x="46506" y="35594"/>
                          <a:pt x="46719" y="35412"/>
                          <a:pt x="46962" y="35290"/>
                        </a:cubicBezTo>
                        <a:cubicBezTo>
                          <a:pt x="47114" y="35260"/>
                          <a:pt x="47266" y="35168"/>
                          <a:pt x="47388" y="35077"/>
                        </a:cubicBezTo>
                        <a:cubicBezTo>
                          <a:pt x="47448" y="34986"/>
                          <a:pt x="47570" y="34956"/>
                          <a:pt x="47692" y="34956"/>
                        </a:cubicBezTo>
                        <a:cubicBezTo>
                          <a:pt x="47995" y="34956"/>
                          <a:pt x="48269" y="34895"/>
                          <a:pt x="48543" y="34804"/>
                        </a:cubicBezTo>
                        <a:cubicBezTo>
                          <a:pt x="48664" y="34773"/>
                          <a:pt x="48664" y="34682"/>
                          <a:pt x="48725" y="34591"/>
                        </a:cubicBezTo>
                        <a:cubicBezTo>
                          <a:pt x="48755" y="34530"/>
                          <a:pt x="48786" y="34500"/>
                          <a:pt x="48847" y="34469"/>
                        </a:cubicBezTo>
                        <a:cubicBezTo>
                          <a:pt x="49059" y="34409"/>
                          <a:pt x="49303" y="34378"/>
                          <a:pt x="49515" y="34317"/>
                        </a:cubicBezTo>
                        <a:cubicBezTo>
                          <a:pt x="49546" y="34348"/>
                          <a:pt x="49546" y="34348"/>
                          <a:pt x="49576" y="34348"/>
                        </a:cubicBezTo>
                        <a:cubicBezTo>
                          <a:pt x="49576" y="34378"/>
                          <a:pt x="49576" y="34439"/>
                          <a:pt x="49546" y="34469"/>
                        </a:cubicBezTo>
                        <a:cubicBezTo>
                          <a:pt x="49485" y="34469"/>
                          <a:pt x="49363" y="34530"/>
                          <a:pt x="49272" y="34561"/>
                        </a:cubicBezTo>
                        <a:cubicBezTo>
                          <a:pt x="49090" y="34652"/>
                          <a:pt x="48938" y="34804"/>
                          <a:pt x="48877" y="34986"/>
                        </a:cubicBezTo>
                        <a:cubicBezTo>
                          <a:pt x="48816" y="35077"/>
                          <a:pt x="48816" y="35168"/>
                          <a:pt x="48816" y="35260"/>
                        </a:cubicBezTo>
                        <a:cubicBezTo>
                          <a:pt x="48847" y="35381"/>
                          <a:pt x="48938" y="35503"/>
                          <a:pt x="49059" y="35594"/>
                        </a:cubicBezTo>
                        <a:cubicBezTo>
                          <a:pt x="49090" y="35594"/>
                          <a:pt x="49151" y="35624"/>
                          <a:pt x="49181" y="35594"/>
                        </a:cubicBezTo>
                        <a:cubicBezTo>
                          <a:pt x="49485" y="35503"/>
                          <a:pt x="49728" y="35320"/>
                          <a:pt x="49910" y="35077"/>
                        </a:cubicBezTo>
                        <a:cubicBezTo>
                          <a:pt x="49971" y="34956"/>
                          <a:pt x="50154" y="34895"/>
                          <a:pt x="50306" y="34925"/>
                        </a:cubicBezTo>
                        <a:lnTo>
                          <a:pt x="51339" y="34591"/>
                        </a:lnTo>
                        <a:lnTo>
                          <a:pt x="51643" y="34469"/>
                        </a:lnTo>
                        <a:cubicBezTo>
                          <a:pt x="51704" y="34226"/>
                          <a:pt x="51947" y="34317"/>
                          <a:pt x="52099" y="34226"/>
                        </a:cubicBezTo>
                        <a:cubicBezTo>
                          <a:pt x="52160" y="34196"/>
                          <a:pt x="52221" y="34165"/>
                          <a:pt x="52281" y="34135"/>
                        </a:cubicBezTo>
                        <a:cubicBezTo>
                          <a:pt x="52312" y="34135"/>
                          <a:pt x="52372" y="34105"/>
                          <a:pt x="52403" y="34074"/>
                        </a:cubicBezTo>
                        <a:cubicBezTo>
                          <a:pt x="52433" y="34044"/>
                          <a:pt x="52464" y="33922"/>
                          <a:pt x="52433" y="33892"/>
                        </a:cubicBezTo>
                        <a:cubicBezTo>
                          <a:pt x="52281" y="33770"/>
                          <a:pt x="52190" y="33618"/>
                          <a:pt x="52251" y="33406"/>
                        </a:cubicBezTo>
                        <a:cubicBezTo>
                          <a:pt x="52251" y="33406"/>
                          <a:pt x="52251" y="33375"/>
                          <a:pt x="52251" y="33345"/>
                        </a:cubicBezTo>
                        <a:cubicBezTo>
                          <a:pt x="52221" y="33345"/>
                          <a:pt x="52099" y="33254"/>
                          <a:pt x="52069" y="33284"/>
                        </a:cubicBezTo>
                        <a:cubicBezTo>
                          <a:pt x="51856" y="33497"/>
                          <a:pt x="51673" y="33709"/>
                          <a:pt x="51491" y="33953"/>
                        </a:cubicBezTo>
                        <a:cubicBezTo>
                          <a:pt x="51461" y="34044"/>
                          <a:pt x="51369" y="34105"/>
                          <a:pt x="51278" y="34044"/>
                        </a:cubicBezTo>
                        <a:cubicBezTo>
                          <a:pt x="51217" y="34044"/>
                          <a:pt x="51157" y="34013"/>
                          <a:pt x="51096" y="34013"/>
                        </a:cubicBezTo>
                        <a:cubicBezTo>
                          <a:pt x="51065" y="34074"/>
                          <a:pt x="51035" y="34105"/>
                          <a:pt x="50974" y="34074"/>
                        </a:cubicBezTo>
                        <a:cubicBezTo>
                          <a:pt x="50913" y="34074"/>
                          <a:pt x="50883" y="34044"/>
                          <a:pt x="50822" y="34013"/>
                        </a:cubicBezTo>
                        <a:lnTo>
                          <a:pt x="50640" y="33983"/>
                        </a:lnTo>
                        <a:cubicBezTo>
                          <a:pt x="50488" y="33983"/>
                          <a:pt x="50397" y="33861"/>
                          <a:pt x="50397" y="33740"/>
                        </a:cubicBezTo>
                        <a:cubicBezTo>
                          <a:pt x="50184" y="33709"/>
                          <a:pt x="50002" y="33527"/>
                          <a:pt x="50002" y="33314"/>
                        </a:cubicBezTo>
                        <a:cubicBezTo>
                          <a:pt x="49941" y="33102"/>
                          <a:pt x="49971" y="32858"/>
                          <a:pt x="50062" y="32646"/>
                        </a:cubicBezTo>
                        <a:cubicBezTo>
                          <a:pt x="50123" y="32585"/>
                          <a:pt x="50062" y="32494"/>
                          <a:pt x="49941" y="32463"/>
                        </a:cubicBezTo>
                        <a:lnTo>
                          <a:pt x="49819" y="32463"/>
                        </a:lnTo>
                        <a:cubicBezTo>
                          <a:pt x="49789" y="32463"/>
                          <a:pt x="49758" y="32463"/>
                          <a:pt x="49758" y="32433"/>
                        </a:cubicBezTo>
                        <a:lnTo>
                          <a:pt x="49880" y="32402"/>
                        </a:lnTo>
                        <a:cubicBezTo>
                          <a:pt x="50032" y="32342"/>
                          <a:pt x="50184" y="32251"/>
                          <a:pt x="50336" y="32129"/>
                        </a:cubicBezTo>
                        <a:cubicBezTo>
                          <a:pt x="50427" y="32068"/>
                          <a:pt x="50427" y="31947"/>
                          <a:pt x="50397" y="31825"/>
                        </a:cubicBezTo>
                        <a:cubicBezTo>
                          <a:pt x="50366" y="31734"/>
                          <a:pt x="50306" y="31673"/>
                          <a:pt x="50245" y="31612"/>
                        </a:cubicBezTo>
                        <a:cubicBezTo>
                          <a:pt x="50062" y="31460"/>
                          <a:pt x="49819" y="31399"/>
                          <a:pt x="49606" y="31460"/>
                        </a:cubicBezTo>
                        <a:cubicBezTo>
                          <a:pt x="48999" y="31551"/>
                          <a:pt x="48391" y="31764"/>
                          <a:pt x="47844" y="32068"/>
                        </a:cubicBezTo>
                        <a:lnTo>
                          <a:pt x="47844" y="32099"/>
                        </a:lnTo>
                        <a:lnTo>
                          <a:pt x="47813" y="32099"/>
                        </a:lnTo>
                        <a:lnTo>
                          <a:pt x="47600" y="32342"/>
                        </a:lnTo>
                        <a:lnTo>
                          <a:pt x="47600" y="32372"/>
                        </a:lnTo>
                        <a:lnTo>
                          <a:pt x="47296" y="32494"/>
                        </a:lnTo>
                        <a:lnTo>
                          <a:pt x="47144" y="32615"/>
                        </a:lnTo>
                        <a:lnTo>
                          <a:pt x="47144" y="32646"/>
                        </a:lnTo>
                        <a:lnTo>
                          <a:pt x="47144" y="32585"/>
                        </a:lnTo>
                        <a:lnTo>
                          <a:pt x="47296" y="32463"/>
                        </a:lnTo>
                        <a:lnTo>
                          <a:pt x="47570" y="32342"/>
                        </a:lnTo>
                        <a:lnTo>
                          <a:pt x="47600" y="32342"/>
                        </a:lnTo>
                        <a:cubicBezTo>
                          <a:pt x="47631" y="32159"/>
                          <a:pt x="47661" y="32129"/>
                          <a:pt x="47813" y="32099"/>
                        </a:cubicBezTo>
                        <a:lnTo>
                          <a:pt x="47844" y="32068"/>
                        </a:lnTo>
                        <a:lnTo>
                          <a:pt x="47844" y="32068"/>
                        </a:lnTo>
                        <a:cubicBezTo>
                          <a:pt x="47844" y="31977"/>
                          <a:pt x="47904" y="31886"/>
                          <a:pt x="47965" y="31795"/>
                        </a:cubicBezTo>
                        <a:cubicBezTo>
                          <a:pt x="48208" y="31612"/>
                          <a:pt x="48451" y="31460"/>
                          <a:pt x="48725" y="31369"/>
                        </a:cubicBezTo>
                        <a:cubicBezTo>
                          <a:pt x="48907" y="31339"/>
                          <a:pt x="49059" y="31247"/>
                          <a:pt x="49151" y="31065"/>
                        </a:cubicBezTo>
                        <a:cubicBezTo>
                          <a:pt x="49181" y="31035"/>
                          <a:pt x="49181" y="30974"/>
                          <a:pt x="49242" y="30943"/>
                        </a:cubicBezTo>
                        <a:cubicBezTo>
                          <a:pt x="49363" y="30822"/>
                          <a:pt x="49515" y="30731"/>
                          <a:pt x="49637" y="30609"/>
                        </a:cubicBezTo>
                        <a:cubicBezTo>
                          <a:pt x="49789" y="30518"/>
                          <a:pt x="49941" y="30609"/>
                          <a:pt x="50123" y="30609"/>
                        </a:cubicBezTo>
                        <a:cubicBezTo>
                          <a:pt x="50762" y="30640"/>
                          <a:pt x="51369" y="30700"/>
                          <a:pt x="52008" y="30822"/>
                        </a:cubicBezTo>
                        <a:cubicBezTo>
                          <a:pt x="52281" y="30852"/>
                          <a:pt x="52555" y="30731"/>
                          <a:pt x="52828" y="30761"/>
                        </a:cubicBezTo>
                        <a:cubicBezTo>
                          <a:pt x="52889" y="30792"/>
                          <a:pt x="52950" y="30761"/>
                          <a:pt x="53011" y="30731"/>
                        </a:cubicBezTo>
                        <a:cubicBezTo>
                          <a:pt x="53072" y="30731"/>
                          <a:pt x="53132" y="30700"/>
                          <a:pt x="53193" y="30670"/>
                        </a:cubicBezTo>
                        <a:cubicBezTo>
                          <a:pt x="53376" y="30579"/>
                          <a:pt x="53528" y="30457"/>
                          <a:pt x="53649" y="30275"/>
                        </a:cubicBezTo>
                        <a:cubicBezTo>
                          <a:pt x="53771" y="30153"/>
                          <a:pt x="53892" y="30062"/>
                          <a:pt x="54075" y="30062"/>
                        </a:cubicBezTo>
                        <a:cubicBezTo>
                          <a:pt x="54166" y="30032"/>
                          <a:pt x="54287" y="30001"/>
                          <a:pt x="54409" y="30001"/>
                        </a:cubicBezTo>
                        <a:cubicBezTo>
                          <a:pt x="54713" y="29971"/>
                          <a:pt x="55017" y="29849"/>
                          <a:pt x="55260" y="29636"/>
                        </a:cubicBezTo>
                        <a:cubicBezTo>
                          <a:pt x="55412" y="29545"/>
                          <a:pt x="55473" y="29363"/>
                          <a:pt x="55412" y="29211"/>
                        </a:cubicBezTo>
                        <a:cubicBezTo>
                          <a:pt x="55351" y="29120"/>
                          <a:pt x="55351" y="28998"/>
                          <a:pt x="55412" y="28877"/>
                        </a:cubicBezTo>
                        <a:cubicBezTo>
                          <a:pt x="55442" y="28816"/>
                          <a:pt x="55473" y="28725"/>
                          <a:pt x="55473" y="28633"/>
                        </a:cubicBezTo>
                        <a:cubicBezTo>
                          <a:pt x="55503" y="28573"/>
                          <a:pt x="55503" y="28512"/>
                          <a:pt x="55473" y="28451"/>
                        </a:cubicBezTo>
                        <a:cubicBezTo>
                          <a:pt x="55382" y="28238"/>
                          <a:pt x="55199" y="28147"/>
                          <a:pt x="54987" y="28147"/>
                        </a:cubicBezTo>
                        <a:lnTo>
                          <a:pt x="54987" y="28147"/>
                        </a:lnTo>
                        <a:lnTo>
                          <a:pt x="54926" y="28177"/>
                        </a:lnTo>
                        <a:lnTo>
                          <a:pt x="54956" y="28147"/>
                        </a:lnTo>
                        <a:lnTo>
                          <a:pt x="54956" y="28147"/>
                        </a:lnTo>
                        <a:cubicBezTo>
                          <a:pt x="54956" y="28086"/>
                          <a:pt x="54956" y="28026"/>
                          <a:pt x="54926" y="27965"/>
                        </a:cubicBezTo>
                        <a:cubicBezTo>
                          <a:pt x="54926" y="27843"/>
                          <a:pt x="54835" y="27752"/>
                          <a:pt x="54713" y="27722"/>
                        </a:cubicBezTo>
                        <a:cubicBezTo>
                          <a:pt x="54652" y="27722"/>
                          <a:pt x="54561" y="27722"/>
                          <a:pt x="54500" y="27722"/>
                        </a:cubicBezTo>
                        <a:cubicBezTo>
                          <a:pt x="54500" y="27722"/>
                          <a:pt x="54470" y="27722"/>
                          <a:pt x="54439" y="27722"/>
                        </a:cubicBezTo>
                        <a:cubicBezTo>
                          <a:pt x="54470" y="27691"/>
                          <a:pt x="54500" y="27661"/>
                          <a:pt x="54531" y="27630"/>
                        </a:cubicBezTo>
                        <a:cubicBezTo>
                          <a:pt x="54591" y="27630"/>
                          <a:pt x="54652" y="27600"/>
                          <a:pt x="54713" y="27570"/>
                        </a:cubicBezTo>
                        <a:cubicBezTo>
                          <a:pt x="54804" y="27539"/>
                          <a:pt x="54804" y="27418"/>
                          <a:pt x="54743" y="27326"/>
                        </a:cubicBezTo>
                        <a:cubicBezTo>
                          <a:pt x="54683" y="27235"/>
                          <a:pt x="54622" y="27144"/>
                          <a:pt x="54470" y="27174"/>
                        </a:cubicBezTo>
                        <a:lnTo>
                          <a:pt x="54348" y="27174"/>
                        </a:lnTo>
                        <a:cubicBezTo>
                          <a:pt x="54166" y="26992"/>
                          <a:pt x="53953" y="26870"/>
                          <a:pt x="53740" y="26779"/>
                        </a:cubicBezTo>
                        <a:cubicBezTo>
                          <a:pt x="53679" y="26779"/>
                          <a:pt x="53649" y="26749"/>
                          <a:pt x="53649" y="26688"/>
                        </a:cubicBezTo>
                        <a:cubicBezTo>
                          <a:pt x="53558" y="26475"/>
                          <a:pt x="53436" y="26293"/>
                          <a:pt x="53254" y="26141"/>
                        </a:cubicBezTo>
                        <a:cubicBezTo>
                          <a:pt x="53193" y="26080"/>
                          <a:pt x="53102" y="25989"/>
                          <a:pt x="53041" y="25898"/>
                        </a:cubicBezTo>
                        <a:cubicBezTo>
                          <a:pt x="52980" y="25837"/>
                          <a:pt x="52980" y="25715"/>
                          <a:pt x="53041" y="25655"/>
                        </a:cubicBezTo>
                        <a:cubicBezTo>
                          <a:pt x="53102" y="25563"/>
                          <a:pt x="53193" y="25503"/>
                          <a:pt x="53284" y="25412"/>
                        </a:cubicBezTo>
                        <a:cubicBezTo>
                          <a:pt x="53345" y="25351"/>
                          <a:pt x="53345" y="25229"/>
                          <a:pt x="53284" y="25168"/>
                        </a:cubicBezTo>
                        <a:cubicBezTo>
                          <a:pt x="53193" y="25016"/>
                          <a:pt x="53132" y="24834"/>
                          <a:pt x="53163" y="24652"/>
                        </a:cubicBezTo>
                        <a:cubicBezTo>
                          <a:pt x="53163" y="24591"/>
                          <a:pt x="53132" y="24530"/>
                          <a:pt x="53072" y="24469"/>
                        </a:cubicBezTo>
                        <a:cubicBezTo>
                          <a:pt x="53041" y="24439"/>
                          <a:pt x="53072" y="24256"/>
                          <a:pt x="52950" y="24196"/>
                        </a:cubicBezTo>
                        <a:cubicBezTo>
                          <a:pt x="52828" y="24104"/>
                          <a:pt x="52950" y="24013"/>
                          <a:pt x="52920" y="23922"/>
                        </a:cubicBezTo>
                        <a:cubicBezTo>
                          <a:pt x="52889" y="23831"/>
                          <a:pt x="52889" y="23709"/>
                          <a:pt x="52889" y="23618"/>
                        </a:cubicBezTo>
                        <a:cubicBezTo>
                          <a:pt x="52859" y="23466"/>
                          <a:pt x="52828" y="23345"/>
                          <a:pt x="52768" y="23223"/>
                        </a:cubicBezTo>
                        <a:cubicBezTo>
                          <a:pt x="52676" y="22919"/>
                          <a:pt x="52616" y="22615"/>
                          <a:pt x="52585" y="22311"/>
                        </a:cubicBezTo>
                        <a:cubicBezTo>
                          <a:pt x="52585" y="22220"/>
                          <a:pt x="52555" y="22129"/>
                          <a:pt x="52524" y="22038"/>
                        </a:cubicBezTo>
                        <a:cubicBezTo>
                          <a:pt x="52524" y="22007"/>
                          <a:pt x="52464" y="21977"/>
                          <a:pt x="52433" y="21977"/>
                        </a:cubicBezTo>
                        <a:cubicBezTo>
                          <a:pt x="52403" y="21946"/>
                          <a:pt x="52403" y="21946"/>
                          <a:pt x="52372" y="21977"/>
                        </a:cubicBezTo>
                        <a:cubicBezTo>
                          <a:pt x="52190" y="22220"/>
                          <a:pt x="52008" y="22494"/>
                          <a:pt x="51856" y="22737"/>
                        </a:cubicBezTo>
                        <a:cubicBezTo>
                          <a:pt x="51734" y="23041"/>
                          <a:pt x="51521" y="23284"/>
                          <a:pt x="51217" y="23436"/>
                        </a:cubicBezTo>
                        <a:cubicBezTo>
                          <a:pt x="51126" y="23466"/>
                          <a:pt x="51065" y="23557"/>
                          <a:pt x="51005" y="23588"/>
                        </a:cubicBezTo>
                        <a:cubicBezTo>
                          <a:pt x="50913" y="23649"/>
                          <a:pt x="50792" y="23709"/>
                          <a:pt x="50701" y="23740"/>
                        </a:cubicBezTo>
                        <a:cubicBezTo>
                          <a:pt x="50579" y="23770"/>
                          <a:pt x="50458" y="23740"/>
                          <a:pt x="50366" y="23679"/>
                        </a:cubicBezTo>
                        <a:cubicBezTo>
                          <a:pt x="50306" y="23618"/>
                          <a:pt x="50245" y="23527"/>
                          <a:pt x="50214" y="23436"/>
                        </a:cubicBezTo>
                        <a:cubicBezTo>
                          <a:pt x="50184" y="23345"/>
                          <a:pt x="50093" y="23253"/>
                          <a:pt x="50002" y="23193"/>
                        </a:cubicBezTo>
                        <a:cubicBezTo>
                          <a:pt x="49880" y="23132"/>
                          <a:pt x="49819" y="22980"/>
                          <a:pt x="49850" y="22858"/>
                        </a:cubicBezTo>
                        <a:cubicBezTo>
                          <a:pt x="49850" y="22646"/>
                          <a:pt x="50002" y="22433"/>
                          <a:pt x="49910" y="22190"/>
                        </a:cubicBezTo>
                        <a:cubicBezTo>
                          <a:pt x="49910" y="22159"/>
                          <a:pt x="49971" y="22068"/>
                          <a:pt x="49971" y="22007"/>
                        </a:cubicBezTo>
                        <a:cubicBezTo>
                          <a:pt x="50062" y="21794"/>
                          <a:pt x="50154" y="21582"/>
                          <a:pt x="50275" y="21399"/>
                        </a:cubicBezTo>
                        <a:cubicBezTo>
                          <a:pt x="50306" y="21338"/>
                          <a:pt x="50275" y="21247"/>
                          <a:pt x="50184" y="21217"/>
                        </a:cubicBezTo>
                        <a:cubicBezTo>
                          <a:pt x="50002" y="21187"/>
                          <a:pt x="49850" y="21004"/>
                          <a:pt x="49637" y="21004"/>
                        </a:cubicBezTo>
                        <a:cubicBezTo>
                          <a:pt x="49546" y="21004"/>
                          <a:pt x="49485" y="20913"/>
                          <a:pt x="49394" y="20883"/>
                        </a:cubicBezTo>
                        <a:cubicBezTo>
                          <a:pt x="49333" y="20852"/>
                          <a:pt x="49303" y="20791"/>
                          <a:pt x="49303" y="20700"/>
                        </a:cubicBezTo>
                        <a:cubicBezTo>
                          <a:pt x="49303" y="20639"/>
                          <a:pt x="49333" y="20579"/>
                          <a:pt x="49303" y="20518"/>
                        </a:cubicBezTo>
                        <a:cubicBezTo>
                          <a:pt x="49181" y="20366"/>
                          <a:pt x="49090" y="20214"/>
                          <a:pt x="49029" y="20031"/>
                        </a:cubicBezTo>
                        <a:cubicBezTo>
                          <a:pt x="48968" y="19940"/>
                          <a:pt x="48907" y="19849"/>
                          <a:pt x="48847" y="19758"/>
                        </a:cubicBezTo>
                        <a:cubicBezTo>
                          <a:pt x="48755" y="19606"/>
                          <a:pt x="48543" y="19545"/>
                          <a:pt x="48360" y="19606"/>
                        </a:cubicBezTo>
                        <a:cubicBezTo>
                          <a:pt x="48299" y="19636"/>
                          <a:pt x="48208" y="19636"/>
                          <a:pt x="48117" y="19636"/>
                        </a:cubicBezTo>
                        <a:cubicBezTo>
                          <a:pt x="47844" y="19606"/>
                          <a:pt x="47570" y="19515"/>
                          <a:pt x="47357" y="19393"/>
                        </a:cubicBezTo>
                        <a:cubicBezTo>
                          <a:pt x="47266" y="19332"/>
                          <a:pt x="47144" y="19302"/>
                          <a:pt x="47053" y="19272"/>
                        </a:cubicBezTo>
                        <a:cubicBezTo>
                          <a:pt x="46749" y="19180"/>
                          <a:pt x="46476" y="19332"/>
                          <a:pt x="46385" y="19606"/>
                        </a:cubicBezTo>
                        <a:cubicBezTo>
                          <a:pt x="46293" y="19758"/>
                          <a:pt x="46293" y="19940"/>
                          <a:pt x="46385" y="20062"/>
                        </a:cubicBezTo>
                        <a:cubicBezTo>
                          <a:pt x="46445" y="20153"/>
                          <a:pt x="46445" y="20305"/>
                          <a:pt x="46385" y="20396"/>
                        </a:cubicBezTo>
                        <a:cubicBezTo>
                          <a:pt x="46263" y="20518"/>
                          <a:pt x="46141" y="20670"/>
                          <a:pt x="46050" y="20822"/>
                        </a:cubicBezTo>
                        <a:cubicBezTo>
                          <a:pt x="45989" y="21004"/>
                          <a:pt x="46141" y="21217"/>
                          <a:pt x="46111" y="21430"/>
                        </a:cubicBezTo>
                        <a:cubicBezTo>
                          <a:pt x="46081" y="21521"/>
                          <a:pt x="46111" y="21612"/>
                          <a:pt x="46141" y="21673"/>
                        </a:cubicBezTo>
                        <a:cubicBezTo>
                          <a:pt x="46172" y="21855"/>
                          <a:pt x="46111" y="21946"/>
                          <a:pt x="45989" y="22007"/>
                        </a:cubicBezTo>
                        <a:cubicBezTo>
                          <a:pt x="45929" y="22038"/>
                          <a:pt x="45837" y="22068"/>
                          <a:pt x="45807" y="22129"/>
                        </a:cubicBezTo>
                        <a:cubicBezTo>
                          <a:pt x="45655" y="22372"/>
                          <a:pt x="45473" y="22615"/>
                          <a:pt x="45229" y="22797"/>
                        </a:cubicBezTo>
                        <a:cubicBezTo>
                          <a:pt x="45138" y="22889"/>
                          <a:pt x="45138" y="23071"/>
                          <a:pt x="45229" y="23162"/>
                        </a:cubicBezTo>
                        <a:cubicBezTo>
                          <a:pt x="45290" y="23284"/>
                          <a:pt x="45381" y="23345"/>
                          <a:pt x="45442" y="23436"/>
                        </a:cubicBezTo>
                        <a:cubicBezTo>
                          <a:pt x="45503" y="23527"/>
                          <a:pt x="45533" y="23618"/>
                          <a:pt x="45564" y="23679"/>
                        </a:cubicBezTo>
                        <a:cubicBezTo>
                          <a:pt x="45594" y="23922"/>
                          <a:pt x="45625" y="24196"/>
                          <a:pt x="45655" y="24439"/>
                        </a:cubicBezTo>
                        <a:cubicBezTo>
                          <a:pt x="45716" y="24682"/>
                          <a:pt x="45533" y="24956"/>
                          <a:pt x="45625" y="25229"/>
                        </a:cubicBezTo>
                        <a:cubicBezTo>
                          <a:pt x="45625" y="25260"/>
                          <a:pt x="45594" y="25320"/>
                          <a:pt x="45533" y="25351"/>
                        </a:cubicBezTo>
                        <a:cubicBezTo>
                          <a:pt x="45442" y="25412"/>
                          <a:pt x="45351" y="25472"/>
                          <a:pt x="45260" y="25533"/>
                        </a:cubicBezTo>
                        <a:cubicBezTo>
                          <a:pt x="44986" y="25807"/>
                          <a:pt x="44652" y="26019"/>
                          <a:pt x="44287" y="26141"/>
                        </a:cubicBezTo>
                        <a:lnTo>
                          <a:pt x="43770" y="26323"/>
                        </a:lnTo>
                        <a:cubicBezTo>
                          <a:pt x="43679" y="26384"/>
                          <a:pt x="43619" y="26475"/>
                          <a:pt x="43619" y="26597"/>
                        </a:cubicBezTo>
                        <a:cubicBezTo>
                          <a:pt x="43649" y="26870"/>
                          <a:pt x="43649" y="27144"/>
                          <a:pt x="43619" y="27418"/>
                        </a:cubicBezTo>
                        <a:cubicBezTo>
                          <a:pt x="43588" y="27600"/>
                          <a:pt x="43558" y="27782"/>
                          <a:pt x="43558" y="27965"/>
                        </a:cubicBezTo>
                        <a:cubicBezTo>
                          <a:pt x="43558" y="28147"/>
                          <a:pt x="43558" y="28329"/>
                          <a:pt x="43588" y="28481"/>
                        </a:cubicBezTo>
                        <a:cubicBezTo>
                          <a:pt x="43588" y="28573"/>
                          <a:pt x="43558" y="28633"/>
                          <a:pt x="43558" y="28694"/>
                        </a:cubicBezTo>
                        <a:cubicBezTo>
                          <a:pt x="43497" y="28816"/>
                          <a:pt x="43406" y="28937"/>
                          <a:pt x="43345" y="29059"/>
                        </a:cubicBezTo>
                        <a:cubicBezTo>
                          <a:pt x="43315" y="29089"/>
                          <a:pt x="43284" y="29089"/>
                          <a:pt x="43254" y="29089"/>
                        </a:cubicBezTo>
                        <a:cubicBezTo>
                          <a:pt x="43071" y="29059"/>
                          <a:pt x="43011" y="29181"/>
                          <a:pt x="42889" y="29272"/>
                        </a:cubicBezTo>
                        <a:cubicBezTo>
                          <a:pt x="42798" y="29302"/>
                          <a:pt x="42707" y="29302"/>
                          <a:pt x="42646" y="29211"/>
                        </a:cubicBezTo>
                        <a:cubicBezTo>
                          <a:pt x="42615" y="29150"/>
                          <a:pt x="42585" y="29089"/>
                          <a:pt x="42585" y="29029"/>
                        </a:cubicBezTo>
                        <a:cubicBezTo>
                          <a:pt x="42555" y="28968"/>
                          <a:pt x="42524" y="28785"/>
                          <a:pt x="42433" y="28725"/>
                        </a:cubicBezTo>
                        <a:cubicBezTo>
                          <a:pt x="42251" y="28512"/>
                          <a:pt x="42099" y="28238"/>
                          <a:pt x="41977" y="27965"/>
                        </a:cubicBezTo>
                        <a:cubicBezTo>
                          <a:pt x="41916" y="27904"/>
                          <a:pt x="41916" y="27782"/>
                          <a:pt x="41977" y="27722"/>
                        </a:cubicBezTo>
                        <a:cubicBezTo>
                          <a:pt x="42160" y="27418"/>
                          <a:pt x="42251" y="27083"/>
                          <a:pt x="42281" y="26749"/>
                        </a:cubicBezTo>
                        <a:cubicBezTo>
                          <a:pt x="42281" y="26627"/>
                          <a:pt x="42311" y="26536"/>
                          <a:pt x="42372" y="26415"/>
                        </a:cubicBezTo>
                        <a:cubicBezTo>
                          <a:pt x="42403" y="26323"/>
                          <a:pt x="42433" y="26202"/>
                          <a:pt x="42463" y="26111"/>
                        </a:cubicBezTo>
                        <a:cubicBezTo>
                          <a:pt x="42494" y="25989"/>
                          <a:pt x="42433" y="25928"/>
                          <a:pt x="42372" y="25928"/>
                        </a:cubicBezTo>
                        <a:cubicBezTo>
                          <a:pt x="42008" y="25837"/>
                          <a:pt x="41673" y="25776"/>
                          <a:pt x="41308" y="25746"/>
                        </a:cubicBezTo>
                        <a:cubicBezTo>
                          <a:pt x="41217" y="25746"/>
                          <a:pt x="41126" y="25715"/>
                          <a:pt x="41065" y="25624"/>
                        </a:cubicBezTo>
                        <a:cubicBezTo>
                          <a:pt x="40913" y="25412"/>
                          <a:pt x="40701" y="25229"/>
                          <a:pt x="40457" y="25108"/>
                        </a:cubicBezTo>
                        <a:cubicBezTo>
                          <a:pt x="40214" y="25016"/>
                          <a:pt x="40032" y="24834"/>
                          <a:pt x="39941" y="24591"/>
                        </a:cubicBezTo>
                        <a:cubicBezTo>
                          <a:pt x="39789" y="24348"/>
                          <a:pt x="39606" y="24165"/>
                          <a:pt x="39363" y="24013"/>
                        </a:cubicBezTo>
                        <a:cubicBezTo>
                          <a:pt x="39150" y="23892"/>
                          <a:pt x="38938" y="23770"/>
                          <a:pt x="38725" y="23649"/>
                        </a:cubicBezTo>
                        <a:cubicBezTo>
                          <a:pt x="38603" y="23588"/>
                          <a:pt x="38482" y="23557"/>
                          <a:pt x="38390" y="23588"/>
                        </a:cubicBezTo>
                        <a:cubicBezTo>
                          <a:pt x="38208" y="23679"/>
                          <a:pt x="37995" y="23709"/>
                          <a:pt x="37813" y="23679"/>
                        </a:cubicBezTo>
                        <a:lnTo>
                          <a:pt x="37783" y="23679"/>
                        </a:lnTo>
                        <a:lnTo>
                          <a:pt x="37783" y="23649"/>
                        </a:lnTo>
                        <a:lnTo>
                          <a:pt x="37813" y="23649"/>
                        </a:lnTo>
                        <a:cubicBezTo>
                          <a:pt x="37935" y="23497"/>
                          <a:pt x="37995" y="23314"/>
                          <a:pt x="37965" y="23101"/>
                        </a:cubicBezTo>
                        <a:cubicBezTo>
                          <a:pt x="37965" y="22858"/>
                          <a:pt x="37965" y="22615"/>
                          <a:pt x="37965" y="22342"/>
                        </a:cubicBezTo>
                        <a:cubicBezTo>
                          <a:pt x="37965" y="22250"/>
                          <a:pt x="37965" y="22159"/>
                          <a:pt x="37935" y="22068"/>
                        </a:cubicBezTo>
                        <a:cubicBezTo>
                          <a:pt x="37935" y="22038"/>
                          <a:pt x="37874" y="22007"/>
                          <a:pt x="37843" y="22007"/>
                        </a:cubicBezTo>
                        <a:cubicBezTo>
                          <a:pt x="37752" y="21977"/>
                          <a:pt x="37661" y="21977"/>
                          <a:pt x="37570" y="21977"/>
                        </a:cubicBezTo>
                        <a:cubicBezTo>
                          <a:pt x="37479" y="21977"/>
                          <a:pt x="37418" y="21916"/>
                          <a:pt x="37387" y="21825"/>
                        </a:cubicBezTo>
                        <a:cubicBezTo>
                          <a:pt x="37387" y="21764"/>
                          <a:pt x="37387" y="21673"/>
                          <a:pt x="37387" y="21612"/>
                        </a:cubicBezTo>
                        <a:cubicBezTo>
                          <a:pt x="37418" y="21490"/>
                          <a:pt x="37479" y="21369"/>
                          <a:pt x="37509" y="21247"/>
                        </a:cubicBezTo>
                        <a:cubicBezTo>
                          <a:pt x="37600" y="20670"/>
                          <a:pt x="37904" y="20153"/>
                          <a:pt x="38330" y="19788"/>
                        </a:cubicBezTo>
                        <a:cubicBezTo>
                          <a:pt x="38421" y="19697"/>
                          <a:pt x="38512" y="19606"/>
                          <a:pt x="38573" y="19484"/>
                        </a:cubicBezTo>
                        <a:cubicBezTo>
                          <a:pt x="38786" y="19120"/>
                          <a:pt x="39090" y="18846"/>
                          <a:pt x="39485" y="18694"/>
                        </a:cubicBezTo>
                        <a:cubicBezTo>
                          <a:pt x="39667" y="18512"/>
                          <a:pt x="39880" y="18390"/>
                          <a:pt x="39941" y="18147"/>
                        </a:cubicBezTo>
                        <a:cubicBezTo>
                          <a:pt x="39971" y="18056"/>
                          <a:pt x="40032" y="18025"/>
                          <a:pt x="40093" y="18025"/>
                        </a:cubicBezTo>
                        <a:cubicBezTo>
                          <a:pt x="40184" y="18056"/>
                          <a:pt x="40275" y="18086"/>
                          <a:pt x="40366" y="18086"/>
                        </a:cubicBezTo>
                        <a:cubicBezTo>
                          <a:pt x="40579" y="18117"/>
                          <a:pt x="40761" y="17934"/>
                          <a:pt x="40761" y="17691"/>
                        </a:cubicBezTo>
                        <a:cubicBezTo>
                          <a:pt x="40761" y="17600"/>
                          <a:pt x="40761" y="17478"/>
                          <a:pt x="40761" y="17387"/>
                        </a:cubicBezTo>
                        <a:lnTo>
                          <a:pt x="40761" y="17387"/>
                        </a:lnTo>
                        <a:lnTo>
                          <a:pt x="40731" y="17357"/>
                        </a:lnTo>
                        <a:lnTo>
                          <a:pt x="40761" y="17357"/>
                        </a:lnTo>
                        <a:cubicBezTo>
                          <a:pt x="41065" y="17417"/>
                          <a:pt x="41339" y="17265"/>
                          <a:pt x="41460" y="16992"/>
                        </a:cubicBezTo>
                        <a:cubicBezTo>
                          <a:pt x="41491" y="16931"/>
                          <a:pt x="41552" y="16901"/>
                          <a:pt x="41612" y="16931"/>
                        </a:cubicBezTo>
                        <a:cubicBezTo>
                          <a:pt x="41734" y="16962"/>
                          <a:pt x="41825" y="17022"/>
                          <a:pt x="41947" y="17053"/>
                        </a:cubicBezTo>
                        <a:cubicBezTo>
                          <a:pt x="42038" y="17083"/>
                          <a:pt x="42160" y="17083"/>
                          <a:pt x="42251" y="16992"/>
                        </a:cubicBezTo>
                        <a:cubicBezTo>
                          <a:pt x="42615" y="16688"/>
                          <a:pt x="42950" y="16354"/>
                          <a:pt x="43284" y="16050"/>
                        </a:cubicBezTo>
                        <a:cubicBezTo>
                          <a:pt x="43315" y="16019"/>
                          <a:pt x="43345" y="15958"/>
                          <a:pt x="43345" y="15928"/>
                        </a:cubicBezTo>
                        <a:cubicBezTo>
                          <a:pt x="43315" y="15837"/>
                          <a:pt x="43345" y="15746"/>
                          <a:pt x="43436" y="15685"/>
                        </a:cubicBezTo>
                        <a:lnTo>
                          <a:pt x="43892" y="15320"/>
                        </a:lnTo>
                        <a:lnTo>
                          <a:pt x="44014" y="15168"/>
                        </a:lnTo>
                        <a:lnTo>
                          <a:pt x="44014" y="15168"/>
                        </a:lnTo>
                        <a:cubicBezTo>
                          <a:pt x="44044" y="15168"/>
                          <a:pt x="44074" y="15138"/>
                          <a:pt x="44105" y="15107"/>
                        </a:cubicBezTo>
                        <a:cubicBezTo>
                          <a:pt x="44287" y="14925"/>
                          <a:pt x="44287" y="14925"/>
                          <a:pt x="44166" y="14712"/>
                        </a:cubicBezTo>
                        <a:cubicBezTo>
                          <a:pt x="44166" y="14712"/>
                          <a:pt x="44166" y="14682"/>
                          <a:pt x="44135" y="14651"/>
                        </a:cubicBezTo>
                        <a:cubicBezTo>
                          <a:pt x="44135" y="14591"/>
                          <a:pt x="44135" y="14560"/>
                          <a:pt x="44196" y="14560"/>
                        </a:cubicBezTo>
                        <a:cubicBezTo>
                          <a:pt x="44409" y="14530"/>
                          <a:pt x="44622" y="14499"/>
                          <a:pt x="44682" y="14773"/>
                        </a:cubicBezTo>
                        <a:cubicBezTo>
                          <a:pt x="44713" y="14803"/>
                          <a:pt x="44713" y="14803"/>
                          <a:pt x="44743" y="14803"/>
                        </a:cubicBezTo>
                        <a:cubicBezTo>
                          <a:pt x="45047" y="14955"/>
                          <a:pt x="45412" y="14986"/>
                          <a:pt x="45716" y="14834"/>
                        </a:cubicBezTo>
                        <a:cubicBezTo>
                          <a:pt x="45959" y="14743"/>
                          <a:pt x="46172" y="14591"/>
                          <a:pt x="46354" y="14439"/>
                        </a:cubicBezTo>
                        <a:cubicBezTo>
                          <a:pt x="46415" y="14378"/>
                          <a:pt x="46476" y="14317"/>
                          <a:pt x="46567" y="14287"/>
                        </a:cubicBezTo>
                        <a:cubicBezTo>
                          <a:pt x="46749" y="14256"/>
                          <a:pt x="46810" y="14104"/>
                          <a:pt x="46901" y="13983"/>
                        </a:cubicBezTo>
                        <a:cubicBezTo>
                          <a:pt x="46962" y="13892"/>
                          <a:pt x="46992" y="13770"/>
                          <a:pt x="46962" y="13648"/>
                        </a:cubicBezTo>
                        <a:cubicBezTo>
                          <a:pt x="46932" y="13557"/>
                          <a:pt x="46901" y="13496"/>
                          <a:pt x="46871" y="13405"/>
                        </a:cubicBezTo>
                        <a:cubicBezTo>
                          <a:pt x="46810" y="13284"/>
                          <a:pt x="46810" y="13132"/>
                          <a:pt x="46840" y="13010"/>
                        </a:cubicBezTo>
                        <a:cubicBezTo>
                          <a:pt x="46901" y="12889"/>
                          <a:pt x="46901" y="12767"/>
                          <a:pt x="46932" y="12645"/>
                        </a:cubicBezTo>
                        <a:lnTo>
                          <a:pt x="46932" y="12645"/>
                        </a:lnTo>
                        <a:lnTo>
                          <a:pt x="46901" y="12645"/>
                        </a:lnTo>
                        <a:lnTo>
                          <a:pt x="46962" y="12645"/>
                        </a:lnTo>
                        <a:lnTo>
                          <a:pt x="46962" y="12645"/>
                        </a:lnTo>
                        <a:cubicBezTo>
                          <a:pt x="47053" y="12676"/>
                          <a:pt x="47114" y="12676"/>
                          <a:pt x="47205" y="12676"/>
                        </a:cubicBezTo>
                        <a:cubicBezTo>
                          <a:pt x="47448" y="12676"/>
                          <a:pt x="47540" y="12554"/>
                          <a:pt x="47570" y="12281"/>
                        </a:cubicBezTo>
                        <a:cubicBezTo>
                          <a:pt x="47570" y="12220"/>
                          <a:pt x="47600" y="12129"/>
                          <a:pt x="47631" y="12037"/>
                        </a:cubicBezTo>
                        <a:cubicBezTo>
                          <a:pt x="47752" y="11916"/>
                          <a:pt x="47692" y="11825"/>
                          <a:pt x="47600" y="11703"/>
                        </a:cubicBezTo>
                        <a:cubicBezTo>
                          <a:pt x="47448" y="11642"/>
                          <a:pt x="47327" y="11490"/>
                          <a:pt x="47357" y="11308"/>
                        </a:cubicBezTo>
                        <a:cubicBezTo>
                          <a:pt x="47357" y="11156"/>
                          <a:pt x="47296" y="11095"/>
                          <a:pt x="47114" y="11095"/>
                        </a:cubicBezTo>
                        <a:cubicBezTo>
                          <a:pt x="46932" y="11095"/>
                          <a:pt x="46932" y="10974"/>
                          <a:pt x="46932" y="10882"/>
                        </a:cubicBezTo>
                        <a:cubicBezTo>
                          <a:pt x="46780" y="10882"/>
                          <a:pt x="46628" y="10852"/>
                          <a:pt x="46537" y="10730"/>
                        </a:cubicBezTo>
                        <a:lnTo>
                          <a:pt x="46537" y="10730"/>
                        </a:lnTo>
                        <a:lnTo>
                          <a:pt x="46506" y="10730"/>
                        </a:lnTo>
                        <a:lnTo>
                          <a:pt x="46537" y="10761"/>
                        </a:lnTo>
                        <a:cubicBezTo>
                          <a:pt x="46476" y="10791"/>
                          <a:pt x="46445" y="10791"/>
                          <a:pt x="46385" y="10791"/>
                        </a:cubicBezTo>
                        <a:cubicBezTo>
                          <a:pt x="46202" y="10791"/>
                          <a:pt x="46050" y="10913"/>
                          <a:pt x="46020" y="11095"/>
                        </a:cubicBezTo>
                        <a:cubicBezTo>
                          <a:pt x="45959" y="11278"/>
                          <a:pt x="45837" y="11460"/>
                          <a:pt x="45898" y="11673"/>
                        </a:cubicBezTo>
                        <a:cubicBezTo>
                          <a:pt x="45929" y="11703"/>
                          <a:pt x="45929" y="11764"/>
                          <a:pt x="45868" y="11794"/>
                        </a:cubicBezTo>
                        <a:lnTo>
                          <a:pt x="45655" y="12037"/>
                        </a:lnTo>
                        <a:cubicBezTo>
                          <a:pt x="45442" y="12037"/>
                          <a:pt x="45351" y="12189"/>
                          <a:pt x="45260" y="12372"/>
                        </a:cubicBezTo>
                        <a:cubicBezTo>
                          <a:pt x="45229" y="12463"/>
                          <a:pt x="45169" y="12554"/>
                          <a:pt x="45108" y="12645"/>
                        </a:cubicBezTo>
                        <a:cubicBezTo>
                          <a:pt x="45047" y="12737"/>
                          <a:pt x="44956" y="12767"/>
                          <a:pt x="44865" y="12767"/>
                        </a:cubicBezTo>
                        <a:lnTo>
                          <a:pt x="44865" y="12767"/>
                        </a:lnTo>
                        <a:lnTo>
                          <a:pt x="44865" y="12797"/>
                        </a:lnTo>
                        <a:lnTo>
                          <a:pt x="44865" y="12767"/>
                        </a:lnTo>
                        <a:lnTo>
                          <a:pt x="44865" y="12767"/>
                        </a:lnTo>
                        <a:cubicBezTo>
                          <a:pt x="44804" y="12676"/>
                          <a:pt x="44804" y="12585"/>
                          <a:pt x="44713" y="12585"/>
                        </a:cubicBezTo>
                        <a:cubicBezTo>
                          <a:pt x="44622" y="12554"/>
                          <a:pt x="44561" y="12645"/>
                          <a:pt x="44530" y="12828"/>
                        </a:cubicBezTo>
                        <a:cubicBezTo>
                          <a:pt x="44500" y="12889"/>
                          <a:pt x="44500" y="13010"/>
                          <a:pt x="44530" y="13071"/>
                        </a:cubicBezTo>
                        <a:cubicBezTo>
                          <a:pt x="44561" y="13162"/>
                          <a:pt x="44530" y="13253"/>
                          <a:pt x="44470" y="13344"/>
                        </a:cubicBezTo>
                        <a:cubicBezTo>
                          <a:pt x="44409" y="13405"/>
                          <a:pt x="44318" y="13436"/>
                          <a:pt x="44226" y="13405"/>
                        </a:cubicBezTo>
                        <a:cubicBezTo>
                          <a:pt x="44166" y="13405"/>
                          <a:pt x="44105" y="13344"/>
                          <a:pt x="44074" y="13284"/>
                        </a:cubicBezTo>
                        <a:cubicBezTo>
                          <a:pt x="44044" y="13162"/>
                          <a:pt x="44014" y="13041"/>
                          <a:pt x="43983" y="12919"/>
                        </a:cubicBezTo>
                        <a:cubicBezTo>
                          <a:pt x="43953" y="12676"/>
                          <a:pt x="44044" y="12402"/>
                          <a:pt x="44226" y="12250"/>
                        </a:cubicBezTo>
                        <a:cubicBezTo>
                          <a:pt x="44287" y="12189"/>
                          <a:pt x="44348" y="12098"/>
                          <a:pt x="44348" y="12007"/>
                        </a:cubicBezTo>
                        <a:cubicBezTo>
                          <a:pt x="44378" y="11703"/>
                          <a:pt x="44318" y="11399"/>
                          <a:pt x="44135" y="11156"/>
                        </a:cubicBezTo>
                        <a:cubicBezTo>
                          <a:pt x="44105" y="11095"/>
                          <a:pt x="44014" y="11095"/>
                          <a:pt x="43953" y="11156"/>
                        </a:cubicBezTo>
                        <a:cubicBezTo>
                          <a:pt x="43801" y="11308"/>
                          <a:pt x="43710" y="11460"/>
                          <a:pt x="43619" y="11642"/>
                        </a:cubicBezTo>
                        <a:cubicBezTo>
                          <a:pt x="43588" y="11764"/>
                          <a:pt x="43497" y="11855"/>
                          <a:pt x="43406" y="11916"/>
                        </a:cubicBezTo>
                        <a:cubicBezTo>
                          <a:pt x="43406" y="11946"/>
                          <a:pt x="43375" y="11946"/>
                          <a:pt x="43345" y="11946"/>
                        </a:cubicBezTo>
                        <a:cubicBezTo>
                          <a:pt x="43284" y="11946"/>
                          <a:pt x="43254" y="11916"/>
                          <a:pt x="43284" y="11855"/>
                        </a:cubicBezTo>
                        <a:cubicBezTo>
                          <a:pt x="43375" y="11642"/>
                          <a:pt x="43406" y="11430"/>
                          <a:pt x="43406" y="11217"/>
                        </a:cubicBezTo>
                        <a:cubicBezTo>
                          <a:pt x="43406" y="11065"/>
                          <a:pt x="43497" y="11065"/>
                          <a:pt x="43558" y="11034"/>
                        </a:cubicBezTo>
                        <a:cubicBezTo>
                          <a:pt x="43710" y="11004"/>
                          <a:pt x="43710" y="10822"/>
                          <a:pt x="43619" y="10761"/>
                        </a:cubicBezTo>
                        <a:cubicBezTo>
                          <a:pt x="43497" y="10670"/>
                          <a:pt x="43375" y="10609"/>
                          <a:pt x="43254" y="10578"/>
                        </a:cubicBezTo>
                        <a:cubicBezTo>
                          <a:pt x="43132" y="10548"/>
                          <a:pt x="43041" y="10518"/>
                          <a:pt x="42950" y="10426"/>
                        </a:cubicBezTo>
                        <a:cubicBezTo>
                          <a:pt x="42919" y="10396"/>
                          <a:pt x="42889" y="10366"/>
                          <a:pt x="42919" y="10305"/>
                        </a:cubicBezTo>
                        <a:cubicBezTo>
                          <a:pt x="43041" y="10183"/>
                          <a:pt x="43163" y="10062"/>
                          <a:pt x="43315" y="9940"/>
                        </a:cubicBezTo>
                        <a:cubicBezTo>
                          <a:pt x="43345" y="9910"/>
                          <a:pt x="43375" y="9910"/>
                          <a:pt x="43436" y="9910"/>
                        </a:cubicBezTo>
                        <a:cubicBezTo>
                          <a:pt x="43588" y="9849"/>
                          <a:pt x="43649" y="9788"/>
                          <a:pt x="43619" y="9667"/>
                        </a:cubicBezTo>
                        <a:cubicBezTo>
                          <a:pt x="43467" y="9271"/>
                          <a:pt x="43467" y="8816"/>
                          <a:pt x="43619" y="8420"/>
                        </a:cubicBezTo>
                        <a:cubicBezTo>
                          <a:pt x="43619" y="8329"/>
                          <a:pt x="43619" y="8268"/>
                          <a:pt x="43619" y="8208"/>
                        </a:cubicBezTo>
                        <a:cubicBezTo>
                          <a:pt x="43558" y="7934"/>
                          <a:pt x="43497" y="7691"/>
                          <a:pt x="43436" y="7417"/>
                        </a:cubicBezTo>
                        <a:cubicBezTo>
                          <a:pt x="43375" y="7326"/>
                          <a:pt x="43436" y="7265"/>
                          <a:pt x="43527" y="7205"/>
                        </a:cubicBezTo>
                        <a:cubicBezTo>
                          <a:pt x="43679" y="7083"/>
                          <a:pt x="43862" y="6931"/>
                          <a:pt x="44014" y="6809"/>
                        </a:cubicBezTo>
                        <a:cubicBezTo>
                          <a:pt x="44135" y="6718"/>
                          <a:pt x="44196" y="6597"/>
                          <a:pt x="44196" y="6475"/>
                        </a:cubicBezTo>
                        <a:cubicBezTo>
                          <a:pt x="44226" y="6414"/>
                          <a:pt x="44226" y="6384"/>
                          <a:pt x="44257" y="6353"/>
                        </a:cubicBezTo>
                        <a:cubicBezTo>
                          <a:pt x="44287" y="6323"/>
                          <a:pt x="44348" y="6262"/>
                          <a:pt x="44348" y="6293"/>
                        </a:cubicBezTo>
                        <a:cubicBezTo>
                          <a:pt x="44470" y="6323"/>
                          <a:pt x="44561" y="6384"/>
                          <a:pt x="44652" y="6445"/>
                        </a:cubicBezTo>
                        <a:cubicBezTo>
                          <a:pt x="44804" y="6505"/>
                          <a:pt x="44926" y="6475"/>
                          <a:pt x="45047" y="6414"/>
                        </a:cubicBezTo>
                        <a:cubicBezTo>
                          <a:pt x="45108" y="6353"/>
                          <a:pt x="45199" y="6293"/>
                          <a:pt x="45260" y="6232"/>
                        </a:cubicBezTo>
                        <a:cubicBezTo>
                          <a:pt x="45564" y="5928"/>
                          <a:pt x="45898" y="5654"/>
                          <a:pt x="46202" y="5350"/>
                        </a:cubicBezTo>
                        <a:cubicBezTo>
                          <a:pt x="46263" y="5290"/>
                          <a:pt x="46324" y="5198"/>
                          <a:pt x="46354" y="5138"/>
                        </a:cubicBezTo>
                        <a:cubicBezTo>
                          <a:pt x="46415" y="5016"/>
                          <a:pt x="46385" y="4864"/>
                          <a:pt x="46263" y="4773"/>
                        </a:cubicBezTo>
                        <a:cubicBezTo>
                          <a:pt x="46233" y="4773"/>
                          <a:pt x="46233" y="4743"/>
                          <a:pt x="46202" y="4743"/>
                        </a:cubicBezTo>
                        <a:cubicBezTo>
                          <a:pt x="45929" y="4712"/>
                          <a:pt x="45685" y="4591"/>
                          <a:pt x="45473" y="4408"/>
                        </a:cubicBezTo>
                        <a:cubicBezTo>
                          <a:pt x="45412" y="4347"/>
                          <a:pt x="45321" y="4317"/>
                          <a:pt x="45229" y="4317"/>
                        </a:cubicBezTo>
                        <a:cubicBezTo>
                          <a:pt x="45047" y="4256"/>
                          <a:pt x="44834" y="4256"/>
                          <a:pt x="44622" y="4317"/>
                        </a:cubicBezTo>
                        <a:cubicBezTo>
                          <a:pt x="44561" y="4317"/>
                          <a:pt x="44500" y="4347"/>
                          <a:pt x="44439" y="4408"/>
                        </a:cubicBezTo>
                        <a:cubicBezTo>
                          <a:pt x="44348" y="4499"/>
                          <a:pt x="44287" y="4651"/>
                          <a:pt x="44105" y="4712"/>
                        </a:cubicBezTo>
                        <a:cubicBezTo>
                          <a:pt x="44014" y="4834"/>
                          <a:pt x="43953" y="4986"/>
                          <a:pt x="43862" y="5107"/>
                        </a:cubicBezTo>
                        <a:cubicBezTo>
                          <a:pt x="43740" y="5320"/>
                          <a:pt x="43619" y="5563"/>
                          <a:pt x="43497" y="5776"/>
                        </a:cubicBezTo>
                        <a:cubicBezTo>
                          <a:pt x="43436" y="5898"/>
                          <a:pt x="43406" y="6019"/>
                          <a:pt x="43375" y="6141"/>
                        </a:cubicBezTo>
                        <a:cubicBezTo>
                          <a:pt x="43345" y="6445"/>
                          <a:pt x="43254" y="6718"/>
                          <a:pt x="43132" y="6992"/>
                        </a:cubicBezTo>
                        <a:cubicBezTo>
                          <a:pt x="43102" y="7053"/>
                          <a:pt x="43071" y="7113"/>
                          <a:pt x="43011" y="7144"/>
                        </a:cubicBezTo>
                        <a:cubicBezTo>
                          <a:pt x="42889" y="7235"/>
                          <a:pt x="42767" y="7326"/>
                          <a:pt x="42646" y="7417"/>
                        </a:cubicBezTo>
                        <a:cubicBezTo>
                          <a:pt x="42524" y="7509"/>
                          <a:pt x="42524" y="7600"/>
                          <a:pt x="42524" y="7721"/>
                        </a:cubicBezTo>
                        <a:lnTo>
                          <a:pt x="42555" y="7721"/>
                        </a:lnTo>
                        <a:lnTo>
                          <a:pt x="42555" y="7752"/>
                        </a:lnTo>
                        <a:lnTo>
                          <a:pt x="42585" y="7752"/>
                        </a:lnTo>
                        <a:cubicBezTo>
                          <a:pt x="42555" y="7752"/>
                          <a:pt x="42555" y="7752"/>
                          <a:pt x="42555" y="7752"/>
                        </a:cubicBezTo>
                        <a:lnTo>
                          <a:pt x="42524" y="7752"/>
                        </a:lnTo>
                        <a:lnTo>
                          <a:pt x="42524" y="7752"/>
                        </a:lnTo>
                        <a:cubicBezTo>
                          <a:pt x="42433" y="7752"/>
                          <a:pt x="42342" y="7782"/>
                          <a:pt x="42251" y="7843"/>
                        </a:cubicBezTo>
                        <a:cubicBezTo>
                          <a:pt x="41947" y="8025"/>
                          <a:pt x="41764" y="8299"/>
                          <a:pt x="41704" y="8633"/>
                        </a:cubicBezTo>
                        <a:cubicBezTo>
                          <a:pt x="41704" y="8785"/>
                          <a:pt x="41643" y="8907"/>
                          <a:pt x="41552" y="8998"/>
                        </a:cubicBezTo>
                        <a:cubicBezTo>
                          <a:pt x="41521" y="9028"/>
                          <a:pt x="41491" y="9059"/>
                          <a:pt x="41460" y="9089"/>
                        </a:cubicBezTo>
                        <a:cubicBezTo>
                          <a:pt x="41369" y="9211"/>
                          <a:pt x="41308" y="9393"/>
                          <a:pt x="41339" y="9545"/>
                        </a:cubicBezTo>
                        <a:cubicBezTo>
                          <a:pt x="41339" y="9697"/>
                          <a:pt x="41400" y="9849"/>
                          <a:pt x="41491" y="9971"/>
                        </a:cubicBezTo>
                        <a:cubicBezTo>
                          <a:pt x="41521" y="10062"/>
                          <a:pt x="41552" y="10123"/>
                          <a:pt x="41582" y="10183"/>
                        </a:cubicBezTo>
                        <a:cubicBezTo>
                          <a:pt x="41643" y="10214"/>
                          <a:pt x="41704" y="10244"/>
                          <a:pt x="41764" y="10244"/>
                        </a:cubicBezTo>
                        <a:cubicBezTo>
                          <a:pt x="41886" y="10335"/>
                          <a:pt x="42008" y="10426"/>
                          <a:pt x="42129" y="10518"/>
                        </a:cubicBezTo>
                        <a:cubicBezTo>
                          <a:pt x="42160" y="10518"/>
                          <a:pt x="42160" y="10548"/>
                          <a:pt x="42190" y="10578"/>
                        </a:cubicBezTo>
                        <a:cubicBezTo>
                          <a:pt x="42190" y="10609"/>
                          <a:pt x="42129" y="10609"/>
                          <a:pt x="42099" y="10639"/>
                        </a:cubicBezTo>
                        <a:cubicBezTo>
                          <a:pt x="42038" y="10639"/>
                          <a:pt x="41977" y="10670"/>
                          <a:pt x="41916" y="10700"/>
                        </a:cubicBezTo>
                        <a:cubicBezTo>
                          <a:pt x="41795" y="10822"/>
                          <a:pt x="41704" y="10943"/>
                          <a:pt x="41612" y="11065"/>
                        </a:cubicBezTo>
                        <a:cubicBezTo>
                          <a:pt x="41582" y="11156"/>
                          <a:pt x="41612" y="11217"/>
                          <a:pt x="41704" y="11278"/>
                        </a:cubicBezTo>
                        <a:cubicBezTo>
                          <a:pt x="41734" y="11308"/>
                          <a:pt x="41795" y="11308"/>
                          <a:pt x="41825" y="11308"/>
                        </a:cubicBezTo>
                        <a:lnTo>
                          <a:pt x="41825" y="11308"/>
                        </a:lnTo>
                        <a:lnTo>
                          <a:pt x="41886" y="11308"/>
                        </a:lnTo>
                        <a:lnTo>
                          <a:pt x="41825" y="11338"/>
                        </a:lnTo>
                        <a:lnTo>
                          <a:pt x="41825" y="11338"/>
                        </a:lnTo>
                        <a:cubicBezTo>
                          <a:pt x="41856" y="11430"/>
                          <a:pt x="41856" y="11521"/>
                          <a:pt x="41795" y="11582"/>
                        </a:cubicBezTo>
                        <a:cubicBezTo>
                          <a:pt x="41673" y="11703"/>
                          <a:pt x="41552" y="11794"/>
                          <a:pt x="41430" y="11885"/>
                        </a:cubicBezTo>
                        <a:cubicBezTo>
                          <a:pt x="41308" y="12037"/>
                          <a:pt x="41126" y="12098"/>
                          <a:pt x="40944" y="12098"/>
                        </a:cubicBezTo>
                        <a:cubicBezTo>
                          <a:pt x="40701" y="12098"/>
                          <a:pt x="40609" y="12281"/>
                          <a:pt x="40549" y="12493"/>
                        </a:cubicBezTo>
                        <a:cubicBezTo>
                          <a:pt x="40488" y="12706"/>
                          <a:pt x="40488" y="12797"/>
                          <a:pt x="40457" y="12949"/>
                        </a:cubicBezTo>
                        <a:cubicBezTo>
                          <a:pt x="40457" y="12980"/>
                          <a:pt x="40427" y="13010"/>
                          <a:pt x="40397" y="13041"/>
                        </a:cubicBezTo>
                        <a:lnTo>
                          <a:pt x="40336" y="13010"/>
                        </a:lnTo>
                        <a:lnTo>
                          <a:pt x="40214" y="12767"/>
                        </a:lnTo>
                        <a:cubicBezTo>
                          <a:pt x="40123" y="12706"/>
                          <a:pt x="40123" y="12554"/>
                          <a:pt x="40214" y="12463"/>
                        </a:cubicBezTo>
                        <a:lnTo>
                          <a:pt x="40579" y="11977"/>
                        </a:lnTo>
                        <a:cubicBezTo>
                          <a:pt x="40609" y="11946"/>
                          <a:pt x="40579" y="11825"/>
                          <a:pt x="40518" y="11825"/>
                        </a:cubicBezTo>
                        <a:cubicBezTo>
                          <a:pt x="40275" y="11794"/>
                          <a:pt x="40214" y="11642"/>
                          <a:pt x="40214" y="11430"/>
                        </a:cubicBezTo>
                        <a:lnTo>
                          <a:pt x="40153" y="11369"/>
                        </a:lnTo>
                        <a:lnTo>
                          <a:pt x="40214" y="11430"/>
                        </a:lnTo>
                        <a:lnTo>
                          <a:pt x="40214" y="11430"/>
                        </a:lnTo>
                        <a:lnTo>
                          <a:pt x="40214" y="11430"/>
                        </a:lnTo>
                        <a:lnTo>
                          <a:pt x="40214" y="11430"/>
                        </a:lnTo>
                        <a:lnTo>
                          <a:pt x="40457" y="11490"/>
                        </a:lnTo>
                        <a:cubicBezTo>
                          <a:pt x="40549" y="11521"/>
                          <a:pt x="40640" y="11521"/>
                          <a:pt x="40731" y="11490"/>
                        </a:cubicBezTo>
                        <a:cubicBezTo>
                          <a:pt x="40883" y="11430"/>
                          <a:pt x="41035" y="11369"/>
                          <a:pt x="41156" y="11308"/>
                        </a:cubicBezTo>
                        <a:cubicBezTo>
                          <a:pt x="41187" y="11278"/>
                          <a:pt x="41217" y="11217"/>
                          <a:pt x="41217" y="11186"/>
                        </a:cubicBezTo>
                        <a:cubicBezTo>
                          <a:pt x="41217" y="11034"/>
                          <a:pt x="41217" y="10882"/>
                          <a:pt x="41187" y="10700"/>
                        </a:cubicBezTo>
                        <a:cubicBezTo>
                          <a:pt x="41187" y="10548"/>
                          <a:pt x="41187" y="10578"/>
                          <a:pt x="41339" y="10548"/>
                        </a:cubicBezTo>
                        <a:cubicBezTo>
                          <a:pt x="41491" y="10518"/>
                          <a:pt x="41552" y="10366"/>
                          <a:pt x="41582" y="10214"/>
                        </a:cubicBezTo>
                        <a:lnTo>
                          <a:pt x="41460" y="10214"/>
                        </a:lnTo>
                        <a:cubicBezTo>
                          <a:pt x="41187" y="10275"/>
                          <a:pt x="40913" y="10092"/>
                          <a:pt x="40822" y="9849"/>
                        </a:cubicBezTo>
                        <a:cubicBezTo>
                          <a:pt x="40822" y="9788"/>
                          <a:pt x="40792" y="9758"/>
                          <a:pt x="40761" y="9727"/>
                        </a:cubicBezTo>
                        <a:cubicBezTo>
                          <a:pt x="40731" y="9667"/>
                          <a:pt x="40640" y="9667"/>
                          <a:pt x="40579" y="9697"/>
                        </a:cubicBezTo>
                        <a:cubicBezTo>
                          <a:pt x="40488" y="9758"/>
                          <a:pt x="40427" y="9849"/>
                          <a:pt x="40336" y="9910"/>
                        </a:cubicBezTo>
                        <a:cubicBezTo>
                          <a:pt x="40184" y="10183"/>
                          <a:pt x="39941" y="10366"/>
                          <a:pt x="39637" y="10396"/>
                        </a:cubicBezTo>
                        <a:cubicBezTo>
                          <a:pt x="39606" y="10426"/>
                          <a:pt x="39576" y="10426"/>
                          <a:pt x="39515" y="10457"/>
                        </a:cubicBezTo>
                        <a:cubicBezTo>
                          <a:pt x="39515" y="10457"/>
                          <a:pt x="39515" y="10487"/>
                          <a:pt x="39485" y="10518"/>
                        </a:cubicBezTo>
                        <a:cubicBezTo>
                          <a:pt x="39454" y="10578"/>
                          <a:pt x="39454" y="10639"/>
                          <a:pt x="39485" y="10700"/>
                        </a:cubicBezTo>
                        <a:cubicBezTo>
                          <a:pt x="39728" y="10852"/>
                          <a:pt x="39941" y="11065"/>
                          <a:pt x="40093" y="11308"/>
                        </a:cubicBezTo>
                        <a:lnTo>
                          <a:pt x="40062" y="11308"/>
                        </a:lnTo>
                        <a:cubicBezTo>
                          <a:pt x="40093" y="11308"/>
                          <a:pt x="40093" y="11308"/>
                          <a:pt x="40093" y="11338"/>
                        </a:cubicBezTo>
                        <a:cubicBezTo>
                          <a:pt x="39971" y="11369"/>
                          <a:pt x="39880" y="11369"/>
                          <a:pt x="39758" y="11399"/>
                        </a:cubicBezTo>
                        <a:cubicBezTo>
                          <a:pt x="39637" y="11399"/>
                          <a:pt x="39545" y="11399"/>
                          <a:pt x="39485" y="11521"/>
                        </a:cubicBezTo>
                        <a:cubicBezTo>
                          <a:pt x="39454" y="11612"/>
                          <a:pt x="39394" y="11673"/>
                          <a:pt x="39302" y="11703"/>
                        </a:cubicBezTo>
                        <a:cubicBezTo>
                          <a:pt x="39242" y="11764"/>
                          <a:pt x="39211" y="11825"/>
                          <a:pt x="39211" y="11885"/>
                        </a:cubicBezTo>
                        <a:cubicBezTo>
                          <a:pt x="39242" y="11946"/>
                          <a:pt x="39211" y="12007"/>
                          <a:pt x="39150" y="12068"/>
                        </a:cubicBezTo>
                        <a:cubicBezTo>
                          <a:pt x="39059" y="12098"/>
                          <a:pt x="38968" y="12098"/>
                          <a:pt x="38877" y="12068"/>
                        </a:cubicBezTo>
                        <a:cubicBezTo>
                          <a:pt x="38786" y="12037"/>
                          <a:pt x="38725" y="11977"/>
                          <a:pt x="38634" y="11946"/>
                        </a:cubicBezTo>
                        <a:cubicBezTo>
                          <a:pt x="38482" y="11885"/>
                          <a:pt x="38330" y="11885"/>
                          <a:pt x="38178" y="11946"/>
                        </a:cubicBezTo>
                        <a:cubicBezTo>
                          <a:pt x="38117" y="11977"/>
                          <a:pt x="38056" y="11977"/>
                          <a:pt x="37965" y="12007"/>
                        </a:cubicBezTo>
                        <a:cubicBezTo>
                          <a:pt x="37904" y="12007"/>
                          <a:pt x="37813" y="12007"/>
                          <a:pt x="37722" y="11946"/>
                        </a:cubicBezTo>
                        <a:cubicBezTo>
                          <a:pt x="37570" y="11885"/>
                          <a:pt x="37448" y="11794"/>
                          <a:pt x="37357" y="11642"/>
                        </a:cubicBezTo>
                        <a:cubicBezTo>
                          <a:pt x="37266" y="11460"/>
                          <a:pt x="37114" y="11338"/>
                          <a:pt x="36901" y="11278"/>
                        </a:cubicBezTo>
                        <a:cubicBezTo>
                          <a:pt x="36810" y="11278"/>
                          <a:pt x="36749" y="11186"/>
                          <a:pt x="36719" y="11095"/>
                        </a:cubicBezTo>
                        <a:cubicBezTo>
                          <a:pt x="36597" y="10913"/>
                          <a:pt x="36567" y="10670"/>
                          <a:pt x="36567" y="10457"/>
                        </a:cubicBezTo>
                        <a:cubicBezTo>
                          <a:pt x="36567" y="10396"/>
                          <a:pt x="36567" y="10305"/>
                          <a:pt x="36567" y="10244"/>
                        </a:cubicBezTo>
                        <a:cubicBezTo>
                          <a:pt x="36536" y="10092"/>
                          <a:pt x="36415" y="9971"/>
                          <a:pt x="36232" y="9971"/>
                        </a:cubicBezTo>
                        <a:cubicBezTo>
                          <a:pt x="35928" y="10031"/>
                          <a:pt x="35624" y="10062"/>
                          <a:pt x="35290" y="10062"/>
                        </a:cubicBezTo>
                        <a:cubicBezTo>
                          <a:pt x="35169" y="10092"/>
                          <a:pt x="35047" y="10214"/>
                          <a:pt x="35017" y="10335"/>
                        </a:cubicBezTo>
                        <a:cubicBezTo>
                          <a:pt x="34956" y="10457"/>
                          <a:pt x="35017" y="10578"/>
                          <a:pt x="35108" y="10639"/>
                        </a:cubicBezTo>
                        <a:cubicBezTo>
                          <a:pt x="35169" y="10700"/>
                          <a:pt x="35229" y="10700"/>
                          <a:pt x="35290" y="10670"/>
                        </a:cubicBezTo>
                        <a:cubicBezTo>
                          <a:pt x="35320" y="10639"/>
                          <a:pt x="35351" y="10578"/>
                          <a:pt x="35412" y="10578"/>
                        </a:cubicBezTo>
                        <a:cubicBezTo>
                          <a:pt x="35533" y="10548"/>
                          <a:pt x="35685" y="10548"/>
                          <a:pt x="35807" y="10518"/>
                        </a:cubicBezTo>
                        <a:cubicBezTo>
                          <a:pt x="35928" y="10487"/>
                          <a:pt x="36050" y="10457"/>
                          <a:pt x="36202" y="10396"/>
                        </a:cubicBezTo>
                        <a:cubicBezTo>
                          <a:pt x="36202" y="10396"/>
                          <a:pt x="36263" y="10457"/>
                          <a:pt x="36263" y="10487"/>
                        </a:cubicBezTo>
                        <a:cubicBezTo>
                          <a:pt x="36263" y="10487"/>
                          <a:pt x="36263" y="10518"/>
                          <a:pt x="36232" y="10518"/>
                        </a:cubicBezTo>
                        <a:cubicBezTo>
                          <a:pt x="36111" y="10578"/>
                          <a:pt x="35989" y="10609"/>
                          <a:pt x="35868" y="10670"/>
                        </a:cubicBezTo>
                        <a:cubicBezTo>
                          <a:pt x="35716" y="10791"/>
                          <a:pt x="35564" y="10852"/>
                          <a:pt x="35381" y="10882"/>
                        </a:cubicBezTo>
                        <a:cubicBezTo>
                          <a:pt x="35290" y="10913"/>
                          <a:pt x="35199" y="10943"/>
                          <a:pt x="35108" y="10974"/>
                        </a:cubicBezTo>
                        <a:cubicBezTo>
                          <a:pt x="34986" y="11004"/>
                          <a:pt x="34865" y="11126"/>
                          <a:pt x="34834" y="11247"/>
                        </a:cubicBezTo>
                        <a:cubicBezTo>
                          <a:pt x="34773" y="11460"/>
                          <a:pt x="34713" y="11703"/>
                          <a:pt x="34682" y="11916"/>
                        </a:cubicBezTo>
                        <a:cubicBezTo>
                          <a:pt x="34682" y="11977"/>
                          <a:pt x="34652" y="12037"/>
                          <a:pt x="34591" y="12068"/>
                        </a:cubicBezTo>
                        <a:cubicBezTo>
                          <a:pt x="34530" y="12129"/>
                          <a:pt x="34469" y="12189"/>
                          <a:pt x="34409" y="12159"/>
                        </a:cubicBezTo>
                        <a:cubicBezTo>
                          <a:pt x="34378" y="12129"/>
                          <a:pt x="34378" y="12037"/>
                          <a:pt x="34409" y="11977"/>
                        </a:cubicBezTo>
                        <a:cubicBezTo>
                          <a:pt x="34469" y="11885"/>
                          <a:pt x="34469" y="11764"/>
                          <a:pt x="34409" y="11673"/>
                        </a:cubicBezTo>
                        <a:cubicBezTo>
                          <a:pt x="34348" y="11521"/>
                          <a:pt x="34287" y="11369"/>
                          <a:pt x="34226" y="11217"/>
                        </a:cubicBezTo>
                        <a:cubicBezTo>
                          <a:pt x="34165" y="11095"/>
                          <a:pt x="34105" y="10974"/>
                          <a:pt x="34044" y="10852"/>
                        </a:cubicBezTo>
                        <a:cubicBezTo>
                          <a:pt x="33983" y="10761"/>
                          <a:pt x="33922" y="10730"/>
                          <a:pt x="33801" y="10730"/>
                        </a:cubicBezTo>
                        <a:lnTo>
                          <a:pt x="33558" y="10791"/>
                        </a:lnTo>
                        <a:cubicBezTo>
                          <a:pt x="32889" y="10974"/>
                          <a:pt x="32220" y="10791"/>
                          <a:pt x="31703" y="10366"/>
                        </a:cubicBezTo>
                        <a:cubicBezTo>
                          <a:pt x="31673" y="10305"/>
                          <a:pt x="31673" y="10244"/>
                          <a:pt x="31703" y="10183"/>
                        </a:cubicBezTo>
                        <a:cubicBezTo>
                          <a:pt x="31764" y="10062"/>
                          <a:pt x="31886" y="9971"/>
                          <a:pt x="32007" y="9971"/>
                        </a:cubicBezTo>
                        <a:lnTo>
                          <a:pt x="32220" y="9971"/>
                        </a:lnTo>
                        <a:cubicBezTo>
                          <a:pt x="32524" y="9971"/>
                          <a:pt x="32646" y="9819"/>
                          <a:pt x="32585" y="9545"/>
                        </a:cubicBezTo>
                        <a:cubicBezTo>
                          <a:pt x="32554" y="9423"/>
                          <a:pt x="32524" y="9271"/>
                          <a:pt x="32433" y="9150"/>
                        </a:cubicBezTo>
                        <a:cubicBezTo>
                          <a:pt x="32372" y="8998"/>
                          <a:pt x="32190" y="8876"/>
                          <a:pt x="32007" y="8876"/>
                        </a:cubicBezTo>
                        <a:cubicBezTo>
                          <a:pt x="31795" y="8907"/>
                          <a:pt x="31551" y="8846"/>
                          <a:pt x="31399" y="8664"/>
                        </a:cubicBezTo>
                        <a:cubicBezTo>
                          <a:pt x="31126" y="8481"/>
                          <a:pt x="30883" y="8268"/>
                          <a:pt x="30640" y="8086"/>
                        </a:cubicBezTo>
                        <a:cubicBezTo>
                          <a:pt x="30457" y="7964"/>
                          <a:pt x="30336" y="7812"/>
                          <a:pt x="30275" y="7600"/>
                        </a:cubicBezTo>
                        <a:cubicBezTo>
                          <a:pt x="30244" y="7357"/>
                          <a:pt x="30062" y="7144"/>
                          <a:pt x="29819" y="7083"/>
                        </a:cubicBezTo>
                        <a:cubicBezTo>
                          <a:pt x="29636" y="6961"/>
                          <a:pt x="29393" y="7022"/>
                          <a:pt x="29272" y="7174"/>
                        </a:cubicBezTo>
                        <a:cubicBezTo>
                          <a:pt x="29211" y="7265"/>
                          <a:pt x="29150" y="7326"/>
                          <a:pt x="29059" y="7357"/>
                        </a:cubicBezTo>
                        <a:cubicBezTo>
                          <a:pt x="28998" y="7387"/>
                          <a:pt x="28937" y="7387"/>
                          <a:pt x="28877" y="7387"/>
                        </a:cubicBezTo>
                        <a:cubicBezTo>
                          <a:pt x="28785" y="7387"/>
                          <a:pt x="28725" y="7296"/>
                          <a:pt x="28755" y="7265"/>
                        </a:cubicBezTo>
                        <a:cubicBezTo>
                          <a:pt x="28907" y="7053"/>
                          <a:pt x="28998" y="6779"/>
                          <a:pt x="29029" y="6505"/>
                        </a:cubicBezTo>
                        <a:cubicBezTo>
                          <a:pt x="29029" y="6475"/>
                          <a:pt x="28998" y="6475"/>
                          <a:pt x="28998" y="6445"/>
                        </a:cubicBezTo>
                        <a:cubicBezTo>
                          <a:pt x="28968" y="6445"/>
                          <a:pt x="28968" y="6414"/>
                          <a:pt x="28937" y="6414"/>
                        </a:cubicBezTo>
                        <a:cubicBezTo>
                          <a:pt x="28877" y="6445"/>
                          <a:pt x="28816" y="6475"/>
                          <a:pt x="28755" y="6536"/>
                        </a:cubicBezTo>
                        <a:cubicBezTo>
                          <a:pt x="28573" y="6688"/>
                          <a:pt x="28390" y="6840"/>
                          <a:pt x="28177" y="6992"/>
                        </a:cubicBezTo>
                        <a:cubicBezTo>
                          <a:pt x="28147" y="7022"/>
                          <a:pt x="28086" y="7022"/>
                          <a:pt x="28056" y="6992"/>
                        </a:cubicBezTo>
                        <a:cubicBezTo>
                          <a:pt x="28026" y="6992"/>
                          <a:pt x="27995" y="6961"/>
                          <a:pt x="27965" y="6901"/>
                        </a:cubicBezTo>
                        <a:cubicBezTo>
                          <a:pt x="27934" y="6718"/>
                          <a:pt x="27965" y="6536"/>
                          <a:pt x="27995" y="6384"/>
                        </a:cubicBezTo>
                        <a:cubicBezTo>
                          <a:pt x="28086" y="6050"/>
                          <a:pt x="28117" y="5746"/>
                          <a:pt x="28086" y="5411"/>
                        </a:cubicBezTo>
                        <a:cubicBezTo>
                          <a:pt x="28086" y="5350"/>
                          <a:pt x="28056" y="5290"/>
                          <a:pt x="28026" y="5229"/>
                        </a:cubicBezTo>
                        <a:cubicBezTo>
                          <a:pt x="27995" y="5229"/>
                          <a:pt x="27965" y="5229"/>
                          <a:pt x="27934" y="5229"/>
                        </a:cubicBezTo>
                        <a:cubicBezTo>
                          <a:pt x="27843" y="5290"/>
                          <a:pt x="27782" y="5411"/>
                          <a:pt x="27782" y="5533"/>
                        </a:cubicBezTo>
                        <a:cubicBezTo>
                          <a:pt x="27782" y="5624"/>
                          <a:pt x="27722" y="5746"/>
                          <a:pt x="27600" y="5806"/>
                        </a:cubicBezTo>
                        <a:cubicBezTo>
                          <a:pt x="27478" y="5867"/>
                          <a:pt x="27357" y="5958"/>
                          <a:pt x="27205" y="6050"/>
                        </a:cubicBezTo>
                        <a:cubicBezTo>
                          <a:pt x="27114" y="6080"/>
                          <a:pt x="27022" y="6050"/>
                          <a:pt x="26962" y="5989"/>
                        </a:cubicBezTo>
                        <a:lnTo>
                          <a:pt x="26870" y="5898"/>
                        </a:lnTo>
                        <a:lnTo>
                          <a:pt x="26870" y="5898"/>
                        </a:lnTo>
                        <a:lnTo>
                          <a:pt x="26810" y="5898"/>
                        </a:lnTo>
                        <a:cubicBezTo>
                          <a:pt x="26779" y="5928"/>
                          <a:pt x="26749" y="5958"/>
                          <a:pt x="26688" y="5989"/>
                        </a:cubicBezTo>
                        <a:cubicBezTo>
                          <a:pt x="26688" y="5989"/>
                          <a:pt x="26658" y="5989"/>
                          <a:pt x="26627" y="5989"/>
                        </a:cubicBezTo>
                        <a:cubicBezTo>
                          <a:pt x="26597" y="5958"/>
                          <a:pt x="26597" y="5928"/>
                          <a:pt x="26688" y="5928"/>
                        </a:cubicBezTo>
                        <a:lnTo>
                          <a:pt x="26810" y="5928"/>
                        </a:lnTo>
                        <a:lnTo>
                          <a:pt x="26840" y="5898"/>
                        </a:lnTo>
                        <a:lnTo>
                          <a:pt x="26840" y="5898"/>
                        </a:lnTo>
                        <a:cubicBezTo>
                          <a:pt x="26840" y="5837"/>
                          <a:pt x="26901" y="5776"/>
                          <a:pt x="26901" y="5715"/>
                        </a:cubicBezTo>
                        <a:cubicBezTo>
                          <a:pt x="26931" y="5654"/>
                          <a:pt x="26901" y="5563"/>
                          <a:pt x="26840" y="5563"/>
                        </a:cubicBezTo>
                        <a:cubicBezTo>
                          <a:pt x="26688" y="5502"/>
                          <a:pt x="26506" y="5472"/>
                          <a:pt x="26354" y="5533"/>
                        </a:cubicBezTo>
                        <a:cubicBezTo>
                          <a:pt x="26050" y="5685"/>
                          <a:pt x="25685" y="5776"/>
                          <a:pt x="25320" y="5776"/>
                        </a:cubicBezTo>
                        <a:cubicBezTo>
                          <a:pt x="25199" y="5776"/>
                          <a:pt x="25108" y="5806"/>
                          <a:pt x="25016" y="5867"/>
                        </a:cubicBezTo>
                        <a:cubicBezTo>
                          <a:pt x="24834" y="6019"/>
                          <a:pt x="24591" y="6050"/>
                          <a:pt x="24378" y="5989"/>
                        </a:cubicBezTo>
                        <a:lnTo>
                          <a:pt x="24378" y="5989"/>
                        </a:lnTo>
                        <a:lnTo>
                          <a:pt x="24378" y="6019"/>
                        </a:lnTo>
                        <a:lnTo>
                          <a:pt x="24378" y="5989"/>
                        </a:lnTo>
                        <a:lnTo>
                          <a:pt x="24378" y="5989"/>
                        </a:lnTo>
                        <a:lnTo>
                          <a:pt x="24408" y="5958"/>
                        </a:lnTo>
                        <a:cubicBezTo>
                          <a:pt x="24469" y="5867"/>
                          <a:pt x="24469" y="5776"/>
                          <a:pt x="24408" y="5715"/>
                        </a:cubicBezTo>
                        <a:cubicBezTo>
                          <a:pt x="24348" y="5624"/>
                          <a:pt x="24287" y="5624"/>
                          <a:pt x="24196" y="5685"/>
                        </a:cubicBezTo>
                        <a:cubicBezTo>
                          <a:pt x="24104" y="5746"/>
                          <a:pt x="24044" y="5776"/>
                          <a:pt x="23952" y="5776"/>
                        </a:cubicBezTo>
                        <a:cubicBezTo>
                          <a:pt x="23801" y="5806"/>
                          <a:pt x="23649" y="5837"/>
                          <a:pt x="23497" y="5898"/>
                        </a:cubicBezTo>
                        <a:cubicBezTo>
                          <a:pt x="23314" y="5928"/>
                          <a:pt x="23162" y="6080"/>
                          <a:pt x="23132" y="6262"/>
                        </a:cubicBezTo>
                        <a:cubicBezTo>
                          <a:pt x="23132" y="6353"/>
                          <a:pt x="23041" y="6384"/>
                          <a:pt x="23010" y="6353"/>
                        </a:cubicBezTo>
                        <a:lnTo>
                          <a:pt x="22737" y="6171"/>
                        </a:lnTo>
                        <a:cubicBezTo>
                          <a:pt x="22585" y="6080"/>
                          <a:pt x="22494" y="5928"/>
                          <a:pt x="22463" y="5776"/>
                        </a:cubicBezTo>
                        <a:cubicBezTo>
                          <a:pt x="22402" y="5624"/>
                          <a:pt x="22372" y="5472"/>
                          <a:pt x="22311" y="5350"/>
                        </a:cubicBezTo>
                        <a:cubicBezTo>
                          <a:pt x="22281" y="5229"/>
                          <a:pt x="22220" y="5138"/>
                          <a:pt x="22159" y="5046"/>
                        </a:cubicBezTo>
                        <a:cubicBezTo>
                          <a:pt x="22007" y="4894"/>
                          <a:pt x="21825" y="4773"/>
                          <a:pt x="21642" y="4651"/>
                        </a:cubicBezTo>
                        <a:cubicBezTo>
                          <a:pt x="21338" y="4499"/>
                          <a:pt x="21095" y="4256"/>
                          <a:pt x="20974" y="3922"/>
                        </a:cubicBezTo>
                        <a:cubicBezTo>
                          <a:pt x="20943" y="3891"/>
                          <a:pt x="20913" y="3831"/>
                          <a:pt x="20883" y="3800"/>
                        </a:cubicBezTo>
                        <a:cubicBezTo>
                          <a:pt x="20852" y="3739"/>
                          <a:pt x="20761" y="3679"/>
                          <a:pt x="20670" y="3679"/>
                        </a:cubicBezTo>
                        <a:cubicBezTo>
                          <a:pt x="20579" y="3679"/>
                          <a:pt x="20487" y="3679"/>
                          <a:pt x="20396" y="3679"/>
                        </a:cubicBezTo>
                        <a:cubicBezTo>
                          <a:pt x="20214" y="3679"/>
                          <a:pt x="20031" y="3587"/>
                          <a:pt x="19910" y="3466"/>
                        </a:cubicBezTo>
                        <a:cubicBezTo>
                          <a:pt x="19697" y="3284"/>
                          <a:pt x="19484" y="3132"/>
                          <a:pt x="19211" y="3010"/>
                        </a:cubicBezTo>
                        <a:cubicBezTo>
                          <a:pt x="19089" y="2980"/>
                          <a:pt x="18998" y="2888"/>
                          <a:pt x="18907" y="2767"/>
                        </a:cubicBezTo>
                        <a:cubicBezTo>
                          <a:pt x="18785" y="2676"/>
                          <a:pt x="18694" y="2554"/>
                          <a:pt x="18633" y="2402"/>
                        </a:cubicBezTo>
                        <a:cubicBezTo>
                          <a:pt x="18572" y="2250"/>
                          <a:pt x="18420" y="2159"/>
                          <a:pt x="18238" y="2189"/>
                        </a:cubicBezTo>
                        <a:lnTo>
                          <a:pt x="17934" y="2280"/>
                        </a:lnTo>
                        <a:cubicBezTo>
                          <a:pt x="17843" y="2280"/>
                          <a:pt x="17782" y="2250"/>
                          <a:pt x="17752" y="2189"/>
                        </a:cubicBezTo>
                        <a:cubicBezTo>
                          <a:pt x="17630" y="2037"/>
                          <a:pt x="17661" y="1825"/>
                          <a:pt x="17539" y="1642"/>
                        </a:cubicBezTo>
                        <a:cubicBezTo>
                          <a:pt x="17539" y="1642"/>
                          <a:pt x="17569" y="1551"/>
                          <a:pt x="17600" y="1521"/>
                        </a:cubicBezTo>
                        <a:cubicBezTo>
                          <a:pt x="17661" y="1460"/>
                          <a:pt x="17661" y="1399"/>
                          <a:pt x="17630" y="1338"/>
                        </a:cubicBezTo>
                        <a:cubicBezTo>
                          <a:pt x="17630" y="1277"/>
                          <a:pt x="17569" y="1217"/>
                          <a:pt x="17509" y="1186"/>
                        </a:cubicBezTo>
                        <a:cubicBezTo>
                          <a:pt x="17417" y="1125"/>
                          <a:pt x="17296" y="1095"/>
                          <a:pt x="17205" y="1065"/>
                        </a:cubicBezTo>
                        <a:cubicBezTo>
                          <a:pt x="17144" y="1034"/>
                          <a:pt x="17053" y="1034"/>
                          <a:pt x="16992" y="1034"/>
                        </a:cubicBezTo>
                        <a:cubicBezTo>
                          <a:pt x="16901" y="1034"/>
                          <a:pt x="16870" y="973"/>
                          <a:pt x="16901" y="821"/>
                        </a:cubicBezTo>
                        <a:cubicBezTo>
                          <a:pt x="16901" y="670"/>
                          <a:pt x="16901" y="609"/>
                          <a:pt x="16779" y="548"/>
                        </a:cubicBezTo>
                        <a:lnTo>
                          <a:pt x="16779" y="548"/>
                        </a:lnTo>
                        <a:lnTo>
                          <a:pt x="16749" y="548"/>
                        </a:lnTo>
                        <a:lnTo>
                          <a:pt x="16536" y="609"/>
                        </a:lnTo>
                        <a:lnTo>
                          <a:pt x="16475" y="670"/>
                        </a:lnTo>
                        <a:lnTo>
                          <a:pt x="16445" y="670"/>
                        </a:lnTo>
                        <a:cubicBezTo>
                          <a:pt x="16445" y="700"/>
                          <a:pt x="16445" y="730"/>
                          <a:pt x="16414" y="791"/>
                        </a:cubicBezTo>
                        <a:cubicBezTo>
                          <a:pt x="16384" y="882"/>
                          <a:pt x="16293" y="913"/>
                          <a:pt x="16202" y="852"/>
                        </a:cubicBezTo>
                        <a:cubicBezTo>
                          <a:pt x="16171" y="852"/>
                          <a:pt x="16171" y="761"/>
                          <a:pt x="16141" y="730"/>
                        </a:cubicBezTo>
                        <a:cubicBezTo>
                          <a:pt x="16141" y="700"/>
                          <a:pt x="16171" y="700"/>
                          <a:pt x="16202" y="700"/>
                        </a:cubicBezTo>
                        <a:cubicBezTo>
                          <a:pt x="16293" y="700"/>
                          <a:pt x="16354" y="670"/>
                          <a:pt x="16445" y="670"/>
                        </a:cubicBezTo>
                        <a:lnTo>
                          <a:pt x="16445" y="639"/>
                        </a:lnTo>
                        <a:lnTo>
                          <a:pt x="16536" y="609"/>
                        </a:lnTo>
                        <a:cubicBezTo>
                          <a:pt x="16597" y="578"/>
                          <a:pt x="16658" y="548"/>
                          <a:pt x="16749" y="548"/>
                        </a:cubicBezTo>
                        <a:lnTo>
                          <a:pt x="16779" y="548"/>
                        </a:lnTo>
                        <a:lnTo>
                          <a:pt x="16779" y="548"/>
                        </a:lnTo>
                        <a:cubicBezTo>
                          <a:pt x="16718" y="396"/>
                          <a:pt x="16627" y="214"/>
                          <a:pt x="16506" y="92"/>
                        </a:cubicBezTo>
                        <a:cubicBezTo>
                          <a:pt x="16445" y="31"/>
                          <a:pt x="16354" y="1"/>
                          <a:pt x="16262" y="31"/>
                        </a:cubicBezTo>
                        <a:cubicBezTo>
                          <a:pt x="16110" y="92"/>
                          <a:pt x="15958" y="153"/>
                          <a:pt x="15837" y="244"/>
                        </a:cubicBezTo>
                        <a:cubicBezTo>
                          <a:pt x="15654" y="396"/>
                          <a:pt x="15411" y="426"/>
                          <a:pt x="15168" y="335"/>
                        </a:cubicBezTo>
                        <a:lnTo>
                          <a:pt x="14803" y="214"/>
                        </a:lnTo>
                        <a:cubicBezTo>
                          <a:pt x="14591" y="153"/>
                          <a:pt x="14378" y="244"/>
                          <a:pt x="14256" y="396"/>
                        </a:cubicBezTo>
                        <a:cubicBezTo>
                          <a:pt x="14195" y="426"/>
                          <a:pt x="14195" y="518"/>
                          <a:pt x="14135" y="578"/>
                        </a:cubicBezTo>
                        <a:cubicBezTo>
                          <a:pt x="14104" y="609"/>
                          <a:pt x="14043" y="670"/>
                          <a:pt x="13983" y="700"/>
                        </a:cubicBezTo>
                        <a:cubicBezTo>
                          <a:pt x="13831" y="761"/>
                          <a:pt x="13648" y="761"/>
                          <a:pt x="13466" y="730"/>
                        </a:cubicBezTo>
                        <a:cubicBezTo>
                          <a:pt x="13223" y="670"/>
                          <a:pt x="12949" y="730"/>
                          <a:pt x="12736" y="882"/>
                        </a:cubicBezTo>
                        <a:cubicBezTo>
                          <a:pt x="12341" y="1125"/>
                          <a:pt x="11946" y="1369"/>
                          <a:pt x="11581" y="1703"/>
                        </a:cubicBezTo>
                        <a:cubicBezTo>
                          <a:pt x="11521" y="1733"/>
                          <a:pt x="11460" y="1794"/>
                          <a:pt x="11429" y="1825"/>
                        </a:cubicBezTo>
                        <a:cubicBezTo>
                          <a:pt x="10974" y="2068"/>
                          <a:pt x="10518" y="2311"/>
                          <a:pt x="10001" y="2007"/>
                        </a:cubicBezTo>
                        <a:lnTo>
                          <a:pt x="9940" y="1977"/>
                        </a:lnTo>
                        <a:cubicBezTo>
                          <a:pt x="9788" y="1885"/>
                          <a:pt x="9575" y="1946"/>
                          <a:pt x="9454" y="2098"/>
                        </a:cubicBezTo>
                        <a:cubicBezTo>
                          <a:pt x="9363" y="2250"/>
                          <a:pt x="9271" y="2372"/>
                          <a:pt x="9150" y="2493"/>
                        </a:cubicBezTo>
                        <a:cubicBezTo>
                          <a:pt x="8967" y="2615"/>
                          <a:pt x="8907" y="2828"/>
                          <a:pt x="9028" y="3010"/>
                        </a:cubicBezTo>
                        <a:cubicBezTo>
                          <a:pt x="9059" y="3162"/>
                          <a:pt x="9089" y="3314"/>
                          <a:pt x="9150" y="3466"/>
                        </a:cubicBezTo>
                        <a:cubicBezTo>
                          <a:pt x="9332" y="3891"/>
                          <a:pt x="9302" y="4347"/>
                          <a:pt x="9089" y="4712"/>
                        </a:cubicBezTo>
                        <a:cubicBezTo>
                          <a:pt x="9059" y="4834"/>
                          <a:pt x="9119" y="4955"/>
                          <a:pt x="9211" y="5016"/>
                        </a:cubicBezTo>
                        <a:cubicBezTo>
                          <a:pt x="9302" y="5107"/>
                          <a:pt x="9454" y="5168"/>
                          <a:pt x="9545" y="5229"/>
                        </a:cubicBezTo>
                        <a:cubicBezTo>
                          <a:pt x="9575" y="5259"/>
                          <a:pt x="9575" y="5320"/>
                          <a:pt x="9575" y="5350"/>
                        </a:cubicBezTo>
                        <a:lnTo>
                          <a:pt x="9515" y="5381"/>
                        </a:lnTo>
                        <a:cubicBezTo>
                          <a:pt x="9454" y="5381"/>
                          <a:pt x="9393" y="5411"/>
                          <a:pt x="9363" y="5472"/>
                        </a:cubicBezTo>
                        <a:cubicBezTo>
                          <a:pt x="9332" y="5654"/>
                          <a:pt x="9332" y="5837"/>
                          <a:pt x="9332" y="6019"/>
                        </a:cubicBezTo>
                        <a:cubicBezTo>
                          <a:pt x="9332" y="6050"/>
                          <a:pt x="9393" y="6080"/>
                          <a:pt x="9423" y="6110"/>
                        </a:cubicBezTo>
                        <a:cubicBezTo>
                          <a:pt x="9484" y="6110"/>
                          <a:pt x="9545" y="6110"/>
                          <a:pt x="9606" y="6110"/>
                        </a:cubicBezTo>
                        <a:lnTo>
                          <a:pt x="9606" y="6080"/>
                        </a:lnTo>
                        <a:lnTo>
                          <a:pt x="9606" y="6080"/>
                        </a:lnTo>
                        <a:lnTo>
                          <a:pt x="9606" y="5958"/>
                        </a:lnTo>
                        <a:lnTo>
                          <a:pt x="9606" y="5958"/>
                        </a:lnTo>
                        <a:lnTo>
                          <a:pt x="9606" y="5928"/>
                        </a:lnTo>
                        <a:lnTo>
                          <a:pt x="9636" y="5958"/>
                        </a:lnTo>
                        <a:lnTo>
                          <a:pt x="9636" y="5958"/>
                        </a:lnTo>
                        <a:cubicBezTo>
                          <a:pt x="9818" y="5898"/>
                          <a:pt x="10031" y="5928"/>
                          <a:pt x="10214" y="5989"/>
                        </a:cubicBezTo>
                        <a:cubicBezTo>
                          <a:pt x="10244" y="6050"/>
                          <a:pt x="10274" y="6110"/>
                          <a:pt x="10244" y="6171"/>
                        </a:cubicBezTo>
                        <a:cubicBezTo>
                          <a:pt x="10214" y="6201"/>
                          <a:pt x="10183" y="6232"/>
                          <a:pt x="10153" y="6232"/>
                        </a:cubicBezTo>
                        <a:cubicBezTo>
                          <a:pt x="9970" y="6201"/>
                          <a:pt x="9788" y="6141"/>
                          <a:pt x="9606" y="6050"/>
                        </a:cubicBezTo>
                        <a:lnTo>
                          <a:pt x="9606" y="6050"/>
                        </a:lnTo>
                        <a:lnTo>
                          <a:pt x="9575" y="6050"/>
                        </a:lnTo>
                        <a:cubicBezTo>
                          <a:pt x="9575" y="6141"/>
                          <a:pt x="9575" y="6232"/>
                          <a:pt x="9454" y="6262"/>
                        </a:cubicBezTo>
                        <a:cubicBezTo>
                          <a:pt x="9332" y="6262"/>
                          <a:pt x="9211" y="6323"/>
                          <a:pt x="9089" y="6384"/>
                        </a:cubicBezTo>
                        <a:cubicBezTo>
                          <a:pt x="8967" y="6475"/>
                          <a:pt x="8815" y="6475"/>
                          <a:pt x="8694" y="6384"/>
                        </a:cubicBezTo>
                        <a:cubicBezTo>
                          <a:pt x="8572" y="6323"/>
                          <a:pt x="8420" y="6232"/>
                          <a:pt x="8299" y="6171"/>
                        </a:cubicBezTo>
                        <a:cubicBezTo>
                          <a:pt x="8208" y="6110"/>
                          <a:pt x="8177" y="6019"/>
                          <a:pt x="8238" y="5928"/>
                        </a:cubicBezTo>
                        <a:cubicBezTo>
                          <a:pt x="8268" y="5867"/>
                          <a:pt x="8329" y="5776"/>
                          <a:pt x="8390" y="5715"/>
                        </a:cubicBezTo>
                        <a:cubicBezTo>
                          <a:pt x="8451" y="5563"/>
                          <a:pt x="8359" y="5381"/>
                          <a:pt x="8177" y="5350"/>
                        </a:cubicBezTo>
                        <a:cubicBezTo>
                          <a:pt x="7995" y="5350"/>
                          <a:pt x="7812" y="5350"/>
                          <a:pt x="7660" y="5381"/>
                        </a:cubicBezTo>
                        <a:cubicBezTo>
                          <a:pt x="7539" y="5411"/>
                          <a:pt x="7417" y="5442"/>
                          <a:pt x="7356" y="5533"/>
                        </a:cubicBezTo>
                        <a:cubicBezTo>
                          <a:pt x="7265" y="5624"/>
                          <a:pt x="7113" y="5685"/>
                          <a:pt x="6992" y="5624"/>
                        </a:cubicBezTo>
                        <a:cubicBezTo>
                          <a:pt x="6870" y="5654"/>
                          <a:pt x="6749" y="5654"/>
                          <a:pt x="6657" y="5685"/>
                        </a:cubicBezTo>
                        <a:cubicBezTo>
                          <a:pt x="6353" y="5776"/>
                          <a:pt x="6049" y="5898"/>
                          <a:pt x="5776" y="6050"/>
                        </a:cubicBezTo>
                        <a:cubicBezTo>
                          <a:pt x="5685" y="6110"/>
                          <a:pt x="5624" y="6262"/>
                          <a:pt x="5715" y="6353"/>
                        </a:cubicBezTo>
                        <a:cubicBezTo>
                          <a:pt x="5806" y="6505"/>
                          <a:pt x="5928" y="6627"/>
                          <a:pt x="6019" y="6779"/>
                        </a:cubicBezTo>
                        <a:cubicBezTo>
                          <a:pt x="6049" y="6840"/>
                          <a:pt x="6019" y="6870"/>
                          <a:pt x="5928" y="6931"/>
                        </a:cubicBezTo>
                        <a:cubicBezTo>
                          <a:pt x="5897" y="6931"/>
                          <a:pt x="5806" y="6961"/>
                          <a:pt x="5806" y="6992"/>
                        </a:cubicBezTo>
                        <a:cubicBezTo>
                          <a:pt x="5776" y="7205"/>
                          <a:pt x="5654" y="7387"/>
                          <a:pt x="5593" y="7600"/>
                        </a:cubicBezTo>
                        <a:cubicBezTo>
                          <a:pt x="5563" y="7691"/>
                          <a:pt x="5563" y="7782"/>
                          <a:pt x="5624" y="7873"/>
                        </a:cubicBezTo>
                        <a:cubicBezTo>
                          <a:pt x="5745" y="8116"/>
                          <a:pt x="5989" y="8299"/>
                          <a:pt x="6293" y="8238"/>
                        </a:cubicBezTo>
                        <a:cubicBezTo>
                          <a:pt x="6536" y="8208"/>
                          <a:pt x="6779" y="8268"/>
                          <a:pt x="6992" y="8420"/>
                        </a:cubicBezTo>
                        <a:cubicBezTo>
                          <a:pt x="7083" y="8512"/>
                          <a:pt x="7235" y="8512"/>
                          <a:pt x="7356" y="8451"/>
                        </a:cubicBezTo>
                        <a:cubicBezTo>
                          <a:pt x="7600" y="8329"/>
                          <a:pt x="7812" y="8238"/>
                          <a:pt x="8056" y="8177"/>
                        </a:cubicBezTo>
                        <a:cubicBezTo>
                          <a:pt x="8116" y="8147"/>
                          <a:pt x="8177" y="8147"/>
                          <a:pt x="8268" y="8177"/>
                        </a:cubicBezTo>
                        <a:cubicBezTo>
                          <a:pt x="8268" y="8177"/>
                          <a:pt x="8299" y="8177"/>
                          <a:pt x="8299" y="8208"/>
                        </a:cubicBezTo>
                        <a:cubicBezTo>
                          <a:pt x="8299" y="8238"/>
                          <a:pt x="8299" y="8238"/>
                          <a:pt x="8299" y="8268"/>
                        </a:cubicBezTo>
                        <a:cubicBezTo>
                          <a:pt x="8268" y="8299"/>
                          <a:pt x="8238" y="8329"/>
                          <a:pt x="8177" y="8329"/>
                        </a:cubicBezTo>
                        <a:cubicBezTo>
                          <a:pt x="8056" y="8360"/>
                          <a:pt x="7964" y="8420"/>
                          <a:pt x="7995" y="8572"/>
                        </a:cubicBezTo>
                        <a:cubicBezTo>
                          <a:pt x="8025" y="8633"/>
                          <a:pt x="8025" y="8694"/>
                          <a:pt x="7995" y="8755"/>
                        </a:cubicBezTo>
                        <a:cubicBezTo>
                          <a:pt x="7904" y="8937"/>
                          <a:pt x="7843" y="9119"/>
                          <a:pt x="7782" y="9332"/>
                        </a:cubicBezTo>
                        <a:cubicBezTo>
                          <a:pt x="7691" y="9575"/>
                          <a:pt x="7448" y="9758"/>
                          <a:pt x="7174" y="9788"/>
                        </a:cubicBezTo>
                        <a:cubicBezTo>
                          <a:pt x="7113" y="9788"/>
                          <a:pt x="7083" y="9758"/>
                          <a:pt x="7052" y="9727"/>
                        </a:cubicBezTo>
                        <a:cubicBezTo>
                          <a:pt x="6961" y="9697"/>
                          <a:pt x="6901" y="9636"/>
                          <a:pt x="6840" y="9575"/>
                        </a:cubicBezTo>
                        <a:cubicBezTo>
                          <a:pt x="6779" y="9545"/>
                          <a:pt x="6749" y="9454"/>
                          <a:pt x="6688" y="9454"/>
                        </a:cubicBezTo>
                        <a:cubicBezTo>
                          <a:pt x="6657" y="9423"/>
                          <a:pt x="6627" y="9545"/>
                          <a:pt x="6597" y="9606"/>
                        </a:cubicBezTo>
                        <a:cubicBezTo>
                          <a:pt x="6505" y="9849"/>
                          <a:pt x="6293" y="10001"/>
                          <a:pt x="6049" y="10031"/>
                        </a:cubicBezTo>
                        <a:cubicBezTo>
                          <a:pt x="5989" y="10031"/>
                          <a:pt x="5958" y="10001"/>
                          <a:pt x="5928" y="9971"/>
                        </a:cubicBezTo>
                        <a:cubicBezTo>
                          <a:pt x="5897" y="9940"/>
                          <a:pt x="5867" y="9910"/>
                          <a:pt x="5837" y="9849"/>
                        </a:cubicBezTo>
                        <a:cubicBezTo>
                          <a:pt x="5715" y="9697"/>
                          <a:pt x="5593" y="9636"/>
                          <a:pt x="5472" y="9727"/>
                        </a:cubicBezTo>
                        <a:cubicBezTo>
                          <a:pt x="5198" y="9879"/>
                          <a:pt x="4955" y="10001"/>
                          <a:pt x="4864" y="10335"/>
                        </a:cubicBezTo>
                        <a:cubicBezTo>
                          <a:pt x="4834" y="10366"/>
                          <a:pt x="4803" y="10426"/>
                          <a:pt x="4773" y="10426"/>
                        </a:cubicBezTo>
                        <a:cubicBezTo>
                          <a:pt x="4408" y="10700"/>
                          <a:pt x="4074" y="10974"/>
                          <a:pt x="3739" y="11308"/>
                        </a:cubicBezTo>
                        <a:cubicBezTo>
                          <a:pt x="3496" y="11460"/>
                          <a:pt x="3375" y="11733"/>
                          <a:pt x="3466" y="12007"/>
                        </a:cubicBezTo>
                        <a:cubicBezTo>
                          <a:pt x="3496" y="12129"/>
                          <a:pt x="3527" y="12220"/>
                          <a:pt x="3557" y="12341"/>
                        </a:cubicBezTo>
                        <a:cubicBezTo>
                          <a:pt x="3587" y="12463"/>
                          <a:pt x="3557" y="12585"/>
                          <a:pt x="3496" y="12645"/>
                        </a:cubicBezTo>
                        <a:cubicBezTo>
                          <a:pt x="3314" y="12828"/>
                          <a:pt x="3253" y="13101"/>
                          <a:pt x="3344" y="13344"/>
                        </a:cubicBezTo>
                        <a:cubicBezTo>
                          <a:pt x="3375" y="13496"/>
                          <a:pt x="3405" y="13648"/>
                          <a:pt x="3466" y="13800"/>
                        </a:cubicBezTo>
                        <a:cubicBezTo>
                          <a:pt x="3496" y="13892"/>
                          <a:pt x="3557" y="13952"/>
                          <a:pt x="3648" y="13983"/>
                        </a:cubicBezTo>
                        <a:cubicBezTo>
                          <a:pt x="3739" y="14013"/>
                          <a:pt x="3831" y="14044"/>
                          <a:pt x="3922" y="14044"/>
                        </a:cubicBezTo>
                        <a:cubicBezTo>
                          <a:pt x="4074" y="13983"/>
                          <a:pt x="4256" y="13952"/>
                          <a:pt x="4438" y="13983"/>
                        </a:cubicBezTo>
                        <a:lnTo>
                          <a:pt x="4438" y="13983"/>
                        </a:lnTo>
                        <a:lnTo>
                          <a:pt x="4438" y="13922"/>
                        </a:lnTo>
                        <a:lnTo>
                          <a:pt x="4438" y="13800"/>
                        </a:lnTo>
                        <a:lnTo>
                          <a:pt x="4438" y="13740"/>
                        </a:lnTo>
                        <a:cubicBezTo>
                          <a:pt x="4438" y="13709"/>
                          <a:pt x="4499" y="13740"/>
                          <a:pt x="4469" y="13800"/>
                        </a:cubicBezTo>
                        <a:cubicBezTo>
                          <a:pt x="4438" y="13861"/>
                          <a:pt x="4438" y="13892"/>
                          <a:pt x="4408" y="13922"/>
                        </a:cubicBezTo>
                        <a:lnTo>
                          <a:pt x="4408" y="13983"/>
                        </a:lnTo>
                        <a:lnTo>
                          <a:pt x="4408" y="13983"/>
                        </a:lnTo>
                        <a:cubicBezTo>
                          <a:pt x="4378" y="14104"/>
                          <a:pt x="4378" y="14196"/>
                          <a:pt x="4347" y="14317"/>
                        </a:cubicBezTo>
                        <a:cubicBezTo>
                          <a:pt x="4347" y="14469"/>
                          <a:pt x="4286" y="14621"/>
                          <a:pt x="4134" y="14712"/>
                        </a:cubicBezTo>
                        <a:cubicBezTo>
                          <a:pt x="4043" y="14803"/>
                          <a:pt x="4043" y="14925"/>
                          <a:pt x="4104" y="15016"/>
                        </a:cubicBezTo>
                        <a:cubicBezTo>
                          <a:pt x="4134" y="15107"/>
                          <a:pt x="4134" y="15199"/>
                          <a:pt x="4074" y="15290"/>
                        </a:cubicBezTo>
                        <a:cubicBezTo>
                          <a:pt x="4043" y="15351"/>
                          <a:pt x="4013" y="15381"/>
                          <a:pt x="3983" y="15442"/>
                        </a:cubicBezTo>
                        <a:cubicBezTo>
                          <a:pt x="3952" y="15503"/>
                          <a:pt x="3952" y="15563"/>
                          <a:pt x="4013" y="15594"/>
                        </a:cubicBezTo>
                        <a:cubicBezTo>
                          <a:pt x="4195" y="15655"/>
                          <a:pt x="4378" y="15715"/>
                          <a:pt x="4530" y="15472"/>
                        </a:cubicBezTo>
                        <a:cubicBezTo>
                          <a:pt x="4530" y="15472"/>
                          <a:pt x="4590" y="15442"/>
                          <a:pt x="4590" y="15442"/>
                        </a:cubicBezTo>
                        <a:cubicBezTo>
                          <a:pt x="4773" y="15624"/>
                          <a:pt x="5016" y="15746"/>
                          <a:pt x="5077" y="16019"/>
                        </a:cubicBezTo>
                        <a:cubicBezTo>
                          <a:pt x="5077" y="16080"/>
                          <a:pt x="5168" y="16080"/>
                          <a:pt x="5229" y="16019"/>
                        </a:cubicBezTo>
                        <a:cubicBezTo>
                          <a:pt x="5259" y="15958"/>
                          <a:pt x="5229" y="15989"/>
                          <a:pt x="5259" y="15989"/>
                        </a:cubicBezTo>
                        <a:cubicBezTo>
                          <a:pt x="5350" y="15837"/>
                          <a:pt x="5350" y="15837"/>
                          <a:pt x="5563" y="15928"/>
                        </a:cubicBezTo>
                        <a:cubicBezTo>
                          <a:pt x="5624" y="15958"/>
                          <a:pt x="5685" y="15958"/>
                          <a:pt x="5776" y="15958"/>
                        </a:cubicBezTo>
                        <a:cubicBezTo>
                          <a:pt x="5837" y="15958"/>
                          <a:pt x="5897" y="15928"/>
                          <a:pt x="5958" y="15928"/>
                        </a:cubicBezTo>
                        <a:cubicBezTo>
                          <a:pt x="5989" y="15928"/>
                          <a:pt x="6019" y="15928"/>
                          <a:pt x="6019" y="15928"/>
                        </a:cubicBezTo>
                        <a:cubicBezTo>
                          <a:pt x="6080" y="15958"/>
                          <a:pt x="6080" y="15989"/>
                          <a:pt x="6019" y="16019"/>
                        </a:cubicBezTo>
                        <a:cubicBezTo>
                          <a:pt x="5837" y="16171"/>
                          <a:pt x="5715" y="16354"/>
                          <a:pt x="5624" y="16536"/>
                        </a:cubicBezTo>
                        <a:cubicBezTo>
                          <a:pt x="5381" y="17022"/>
                          <a:pt x="5016" y="17417"/>
                          <a:pt x="4560" y="17691"/>
                        </a:cubicBezTo>
                        <a:cubicBezTo>
                          <a:pt x="4408" y="17752"/>
                          <a:pt x="4286" y="17873"/>
                          <a:pt x="4104" y="17965"/>
                        </a:cubicBezTo>
                        <a:cubicBezTo>
                          <a:pt x="3831" y="18056"/>
                          <a:pt x="3587" y="18238"/>
                          <a:pt x="3314" y="18360"/>
                        </a:cubicBezTo>
                        <a:cubicBezTo>
                          <a:pt x="3162" y="18451"/>
                          <a:pt x="3010" y="18572"/>
                          <a:pt x="2919" y="18694"/>
                        </a:cubicBezTo>
                        <a:cubicBezTo>
                          <a:pt x="2858" y="18785"/>
                          <a:pt x="2736" y="18816"/>
                          <a:pt x="2676" y="18755"/>
                        </a:cubicBezTo>
                        <a:cubicBezTo>
                          <a:pt x="2463" y="18694"/>
                          <a:pt x="2250" y="18755"/>
                          <a:pt x="2068" y="18846"/>
                        </a:cubicBezTo>
                        <a:cubicBezTo>
                          <a:pt x="1916" y="18968"/>
                          <a:pt x="1764" y="19059"/>
                          <a:pt x="1642" y="19180"/>
                        </a:cubicBezTo>
                        <a:cubicBezTo>
                          <a:pt x="1429" y="19393"/>
                          <a:pt x="1125" y="19515"/>
                          <a:pt x="852" y="19515"/>
                        </a:cubicBezTo>
                        <a:cubicBezTo>
                          <a:pt x="730" y="19515"/>
                          <a:pt x="609" y="19545"/>
                          <a:pt x="487" y="19545"/>
                        </a:cubicBezTo>
                        <a:cubicBezTo>
                          <a:pt x="305" y="19576"/>
                          <a:pt x="122" y="19697"/>
                          <a:pt x="31" y="19880"/>
                        </a:cubicBezTo>
                        <a:cubicBezTo>
                          <a:pt x="1" y="19940"/>
                          <a:pt x="1" y="19971"/>
                          <a:pt x="31" y="20001"/>
                        </a:cubicBezTo>
                        <a:cubicBezTo>
                          <a:pt x="31" y="20062"/>
                          <a:pt x="92" y="20062"/>
                          <a:pt x="122" y="20092"/>
                        </a:cubicBezTo>
                        <a:cubicBezTo>
                          <a:pt x="183" y="20092"/>
                          <a:pt x="244" y="20062"/>
                          <a:pt x="335" y="20031"/>
                        </a:cubicBezTo>
                        <a:cubicBezTo>
                          <a:pt x="457" y="20001"/>
                          <a:pt x="609" y="20031"/>
                          <a:pt x="730" y="20001"/>
                        </a:cubicBezTo>
                        <a:cubicBezTo>
                          <a:pt x="821" y="20001"/>
                          <a:pt x="913" y="19971"/>
                          <a:pt x="973" y="19910"/>
                        </a:cubicBezTo>
                        <a:cubicBezTo>
                          <a:pt x="1125" y="19758"/>
                          <a:pt x="1308" y="19667"/>
                          <a:pt x="1520" y="19697"/>
                        </a:cubicBezTo>
                        <a:cubicBezTo>
                          <a:pt x="1794" y="19697"/>
                          <a:pt x="2037" y="19515"/>
                          <a:pt x="2159" y="19272"/>
                        </a:cubicBezTo>
                        <a:lnTo>
                          <a:pt x="2159" y="19241"/>
                        </a:lnTo>
                        <a:lnTo>
                          <a:pt x="2220" y="19241"/>
                        </a:lnTo>
                        <a:lnTo>
                          <a:pt x="2189" y="19272"/>
                        </a:lnTo>
                        <a:lnTo>
                          <a:pt x="2341" y="19545"/>
                        </a:lnTo>
                        <a:cubicBezTo>
                          <a:pt x="2402" y="19606"/>
                          <a:pt x="2402" y="19606"/>
                          <a:pt x="2463" y="19484"/>
                        </a:cubicBezTo>
                        <a:cubicBezTo>
                          <a:pt x="2493" y="19454"/>
                          <a:pt x="2493" y="19393"/>
                          <a:pt x="2524" y="19393"/>
                        </a:cubicBezTo>
                        <a:cubicBezTo>
                          <a:pt x="2736" y="19332"/>
                          <a:pt x="2919" y="19272"/>
                          <a:pt x="3131" y="19272"/>
                        </a:cubicBezTo>
                        <a:cubicBezTo>
                          <a:pt x="3223" y="19272"/>
                          <a:pt x="3283" y="19332"/>
                          <a:pt x="3375" y="19241"/>
                        </a:cubicBezTo>
                        <a:cubicBezTo>
                          <a:pt x="3466" y="19180"/>
                          <a:pt x="3587" y="19120"/>
                          <a:pt x="3739" y="19059"/>
                        </a:cubicBezTo>
                        <a:cubicBezTo>
                          <a:pt x="3922" y="18968"/>
                          <a:pt x="4165" y="18937"/>
                          <a:pt x="4256" y="18694"/>
                        </a:cubicBezTo>
                        <a:cubicBezTo>
                          <a:pt x="4408" y="18603"/>
                          <a:pt x="4560" y="18512"/>
                          <a:pt x="4742" y="18421"/>
                        </a:cubicBezTo>
                        <a:cubicBezTo>
                          <a:pt x="4773" y="18390"/>
                          <a:pt x="4864" y="18421"/>
                          <a:pt x="4925" y="18451"/>
                        </a:cubicBezTo>
                        <a:cubicBezTo>
                          <a:pt x="4955" y="18390"/>
                          <a:pt x="4986" y="18299"/>
                          <a:pt x="5016" y="18299"/>
                        </a:cubicBezTo>
                        <a:cubicBezTo>
                          <a:pt x="5168" y="18238"/>
                          <a:pt x="5320" y="18177"/>
                          <a:pt x="5472" y="18117"/>
                        </a:cubicBezTo>
                        <a:cubicBezTo>
                          <a:pt x="5593" y="18056"/>
                          <a:pt x="5745" y="17934"/>
                          <a:pt x="5806" y="17782"/>
                        </a:cubicBezTo>
                        <a:cubicBezTo>
                          <a:pt x="5837" y="17752"/>
                          <a:pt x="5867" y="17691"/>
                          <a:pt x="5928" y="17661"/>
                        </a:cubicBezTo>
                        <a:cubicBezTo>
                          <a:pt x="6232" y="17448"/>
                          <a:pt x="6566" y="17296"/>
                          <a:pt x="6901" y="17174"/>
                        </a:cubicBezTo>
                        <a:cubicBezTo>
                          <a:pt x="7144" y="17144"/>
                          <a:pt x="7356" y="16992"/>
                          <a:pt x="7508" y="16810"/>
                        </a:cubicBezTo>
                        <a:cubicBezTo>
                          <a:pt x="7569" y="16718"/>
                          <a:pt x="7660" y="16658"/>
                          <a:pt x="7782" y="16597"/>
                        </a:cubicBezTo>
                        <a:cubicBezTo>
                          <a:pt x="7843" y="16566"/>
                          <a:pt x="7934" y="16536"/>
                          <a:pt x="8025" y="16475"/>
                        </a:cubicBezTo>
                        <a:cubicBezTo>
                          <a:pt x="8147" y="16414"/>
                          <a:pt x="8177" y="16262"/>
                          <a:pt x="8116" y="16141"/>
                        </a:cubicBezTo>
                        <a:cubicBezTo>
                          <a:pt x="8086" y="16080"/>
                          <a:pt x="8056" y="16019"/>
                          <a:pt x="8025" y="15958"/>
                        </a:cubicBezTo>
                        <a:cubicBezTo>
                          <a:pt x="7964" y="15867"/>
                          <a:pt x="7995" y="15776"/>
                          <a:pt x="8056" y="15715"/>
                        </a:cubicBezTo>
                        <a:cubicBezTo>
                          <a:pt x="8177" y="15563"/>
                          <a:pt x="8359" y="15503"/>
                          <a:pt x="8542" y="15533"/>
                        </a:cubicBezTo>
                        <a:cubicBezTo>
                          <a:pt x="8663" y="15563"/>
                          <a:pt x="8785" y="15533"/>
                          <a:pt x="8876" y="15472"/>
                        </a:cubicBezTo>
                        <a:cubicBezTo>
                          <a:pt x="8998" y="15351"/>
                          <a:pt x="9150" y="15259"/>
                          <a:pt x="9211" y="15047"/>
                        </a:cubicBezTo>
                        <a:cubicBezTo>
                          <a:pt x="9241" y="14955"/>
                          <a:pt x="9332" y="14864"/>
                          <a:pt x="9454" y="14864"/>
                        </a:cubicBezTo>
                        <a:cubicBezTo>
                          <a:pt x="9545" y="14864"/>
                          <a:pt x="9636" y="14834"/>
                          <a:pt x="9697" y="14743"/>
                        </a:cubicBezTo>
                        <a:cubicBezTo>
                          <a:pt x="9910" y="14348"/>
                          <a:pt x="10335" y="14226"/>
                          <a:pt x="10730" y="14044"/>
                        </a:cubicBezTo>
                        <a:cubicBezTo>
                          <a:pt x="10852" y="13983"/>
                          <a:pt x="11004" y="14074"/>
                          <a:pt x="11004" y="14226"/>
                        </a:cubicBezTo>
                        <a:cubicBezTo>
                          <a:pt x="11034" y="14287"/>
                          <a:pt x="11034" y="14378"/>
                          <a:pt x="11004" y="14439"/>
                        </a:cubicBezTo>
                        <a:cubicBezTo>
                          <a:pt x="11004" y="14469"/>
                          <a:pt x="10943" y="14499"/>
                          <a:pt x="10913" y="14499"/>
                        </a:cubicBezTo>
                        <a:cubicBezTo>
                          <a:pt x="10670" y="14348"/>
                          <a:pt x="10396" y="14378"/>
                          <a:pt x="10153" y="14530"/>
                        </a:cubicBezTo>
                        <a:cubicBezTo>
                          <a:pt x="10092" y="14560"/>
                          <a:pt x="10062" y="14621"/>
                          <a:pt x="10031" y="14682"/>
                        </a:cubicBezTo>
                        <a:cubicBezTo>
                          <a:pt x="9879" y="14986"/>
                          <a:pt x="9667" y="15259"/>
                          <a:pt x="9423" y="15472"/>
                        </a:cubicBezTo>
                        <a:cubicBezTo>
                          <a:pt x="9332" y="15563"/>
                          <a:pt x="9332" y="15715"/>
                          <a:pt x="9423" y="15776"/>
                        </a:cubicBezTo>
                        <a:cubicBezTo>
                          <a:pt x="9454" y="15837"/>
                          <a:pt x="9454" y="15837"/>
                          <a:pt x="9423" y="15867"/>
                        </a:cubicBezTo>
                        <a:lnTo>
                          <a:pt x="9059" y="16080"/>
                        </a:lnTo>
                        <a:cubicBezTo>
                          <a:pt x="8998" y="16110"/>
                          <a:pt x="8967" y="16202"/>
                          <a:pt x="9028" y="16262"/>
                        </a:cubicBezTo>
                        <a:cubicBezTo>
                          <a:pt x="9059" y="16293"/>
                          <a:pt x="9119" y="16354"/>
                          <a:pt x="9150" y="16354"/>
                        </a:cubicBezTo>
                        <a:cubicBezTo>
                          <a:pt x="9271" y="16384"/>
                          <a:pt x="9393" y="16354"/>
                          <a:pt x="9484" y="16293"/>
                        </a:cubicBezTo>
                        <a:cubicBezTo>
                          <a:pt x="9697" y="16202"/>
                          <a:pt x="9910" y="16110"/>
                          <a:pt x="10122" y="16050"/>
                        </a:cubicBezTo>
                        <a:cubicBezTo>
                          <a:pt x="10214" y="16019"/>
                          <a:pt x="10274" y="15989"/>
                          <a:pt x="10366" y="15958"/>
                        </a:cubicBezTo>
                        <a:cubicBezTo>
                          <a:pt x="10548" y="15806"/>
                          <a:pt x="10791" y="15746"/>
                          <a:pt x="11004" y="15776"/>
                        </a:cubicBezTo>
                        <a:cubicBezTo>
                          <a:pt x="11065" y="15776"/>
                          <a:pt x="11126" y="15746"/>
                          <a:pt x="11186" y="15715"/>
                        </a:cubicBezTo>
                        <a:cubicBezTo>
                          <a:pt x="11308" y="15655"/>
                          <a:pt x="11369" y="15594"/>
                          <a:pt x="11460" y="15503"/>
                        </a:cubicBezTo>
                        <a:cubicBezTo>
                          <a:pt x="11521" y="15411"/>
                          <a:pt x="11581" y="15442"/>
                          <a:pt x="11673" y="15503"/>
                        </a:cubicBezTo>
                        <a:lnTo>
                          <a:pt x="11794" y="15503"/>
                        </a:lnTo>
                        <a:cubicBezTo>
                          <a:pt x="11825" y="15381"/>
                          <a:pt x="11855" y="15290"/>
                          <a:pt x="11764" y="15229"/>
                        </a:cubicBezTo>
                        <a:cubicBezTo>
                          <a:pt x="11673" y="15168"/>
                          <a:pt x="11642" y="15077"/>
                          <a:pt x="11612" y="15016"/>
                        </a:cubicBezTo>
                        <a:cubicBezTo>
                          <a:pt x="11551" y="14864"/>
                          <a:pt x="11612" y="14743"/>
                          <a:pt x="11703" y="14651"/>
                        </a:cubicBezTo>
                        <a:cubicBezTo>
                          <a:pt x="11764" y="14591"/>
                          <a:pt x="11855" y="14591"/>
                          <a:pt x="11885" y="14651"/>
                        </a:cubicBezTo>
                        <a:cubicBezTo>
                          <a:pt x="11916" y="14773"/>
                          <a:pt x="11977" y="14895"/>
                          <a:pt x="12159" y="14834"/>
                        </a:cubicBezTo>
                        <a:cubicBezTo>
                          <a:pt x="12250" y="14834"/>
                          <a:pt x="12372" y="14834"/>
                          <a:pt x="12463" y="14834"/>
                        </a:cubicBezTo>
                        <a:lnTo>
                          <a:pt x="12463" y="14834"/>
                        </a:lnTo>
                        <a:lnTo>
                          <a:pt x="12493" y="14803"/>
                        </a:lnTo>
                        <a:lnTo>
                          <a:pt x="12493" y="14834"/>
                        </a:lnTo>
                        <a:lnTo>
                          <a:pt x="12493" y="14834"/>
                        </a:lnTo>
                        <a:cubicBezTo>
                          <a:pt x="12463" y="14895"/>
                          <a:pt x="12463" y="14955"/>
                          <a:pt x="12493" y="15016"/>
                        </a:cubicBezTo>
                        <a:cubicBezTo>
                          <a:pt x="12493" y="15290"/>
                          <a:pt x="12676" y="15503"/>
                          <a:pt x="12919" y="15594"/>
                        </a:cubicBezTo>
                        <a:cubicBezTo>
                          <a:pt x="13071" y="15655"/>
                          <a:pt x="13192" y="15776"/>
                          <a:pt x="13253" y="15928"/>
                        </a:cubicBezTo>
                        <a:cubicBezTo>
                          <a:pt x="13284" y="15989"/>
                          <a:pt x="13284" y="16050"/>
                          <a:pt x="13314" y="16110"/>
                        </a:cubicBezTo>
                        <a:cubicBezTo>
                          <a:pt x="13344" y="16202"/>
                          <a:pt x="13436" y="16262"/>
                          <a:pt x="13527" y="16262"/>
                        </a:cubicBezTo>
                        <a:cubicBezTo>
                          <a:pt x="13618" y="16293"/>
                          <a:pt x="13709" y="16293"/>
                          <a:pt x="13800" y="16293"/>
                        </a:cubicBezTo>
                        <a:cubicBezTo>
                          <a:pt x="14013" y="16293"/>
                          <a:pt x="14195" y="16384"/>
                          <a:pt x="14347" y="16506"/>
                        </a:cubicBezTo>
                        <a:cubicBezTo>
                          <a:pt x="14408" y="16566"/>
                          <a:pt x="14469" y="16597"/>
                          <a:pt x="14530" y="16627"/>
                        </a:cubicBezTo>
                        <a:lnTo>
                          <a:pt x="14530" y="16627"/>
                        </a:lnTo>
                        <a:lnTo>
                          <a:pt x="14560" y="16627"/>
                        </a:lnTo>
                        <a:lnTo>
                          <a:pt x="14560" y="16658"/>
                        </a:lnTo>
                        <a:lnTo>
                          <a:pt x="14560" y="16658"/>
                        </a:lnTo>
                        <a:cubicBezTo>
                          <a:pt x="14591" y="16688"/>
                          <a:pt x="14621" y="16749"/>
                          <a:pt x="14682" y="16810"/>
                        </a:cubicBezTo>
                        <a:cubicBezTo>
                          <a:pt x="14803" y="16962"/>
                          <a:pt x="15016" y="17053"/>
                          <a:pt x="15199" y="16992"/>
                        </a:cubicBezTo>
                        <a:cubicBezTo>
                          <a:pt x="15229" y="16992"/>
                          <a:pt x="15259" y="16992"/>
                          <a:pt x="15259" y="16992"/>
                        </a:cubicBezTo>
                        <a:cubicBezTo>
                          <a:pt x="15320" y="17022"/>
                          <a:pt x="15351" y="17083"/>
                          <a:pt x="15320" y="17114"/>
                        </a:cubicBezTo>
                        <a:cubicBezTo>
                          <a:pt x="15168" y="17205"/>
                          <a:pt x="15168" y="17417"/>
                          <a:pt x="15320" y="17509"/>
                        </a:cubicBezTo>
                        <a:cubicBezTo>
                          <a:pt x="15381" y="17600"/>
                          <a:pt x="15442" y="17661"/>
                          <a:pt x="15502" y="17721"/>
                        </a:cubicBezTo>
                        <a:cubicBezTo>
                          <a:pt x="15594" y="17782"/>
                          <a:pt x="15685" y="17813"/>
                          <a:pt x="15685" y="17965"/>
                        </a:cubicBezTo>
                        <a:cubicBezTo>
                          <a:pt x="15685" y="18056"/>
                          <a:pt x="15685" y="18147"/>
                          <a:pt x="15715" y="18238"/>
                        </a:cubicBezTo>
                        <a:cubicBezTo>
                          <a:pt x="15746" y="18421"/>
                          <a:pt x="15837" y="18603"/>
                          <a:pt x="15989" y="18755"/>
                        </a:cubicBezTo>
                        <a:cubicBezTo>
                          <a:pt x="16050" y="18846"/>
                          <a:pt x="16171" y="18907"/>
                          <a:pt x="16293" y="18876"/>
                        </a:cubicBezTo>
                        <a:cubicBezTo>
                          <a:pt x="16384" y="18876"/>
                          <a:pt x="16445" y="18785"/>
                          <a:pt x="16414" y="18694"/>
                        </a:cubicBezTo>
                        <a:cubicBezTo>
                          <a:pt x="16414" y="18633"/>
                          <a:pt x="16384" y="18572"/>
                          <a:pt x="16384" y="18512"/>
                        </a:cubicBezTo>
                        <a:cubicBezTo>
                          <a:pt x="16354" y="18481"/>
                          <a:pt x="16354" y="18451"/>
                          <a:pt x="16384" y="18451"/>
                        </a:cubicBezTo>
                        <a:cubicBezTo>
                          <a:pt x="16414" y="18390"/>
                          <a:pt x="16445" y="18390"/>
                          <a:pt x="16445" y="18481"/>
                        </a:cubicBezTo>
                        <a:cubicBezTo>
                          <a:pt x="16506" y="18542"/>
                          <a:pt x="16536" y="18633"/>
                          <a:pt x="16536" y="18724"/>
                        </a:cubicBezTo>
                        <a:cubicBezTo>
                          <a:pt x="16566" y="18846"/>
                          <a:pt x="16627" y="18968"/>
                          <a:pt x="16749" y="19059"/>
                        </a:cubicBezTo>
                        <a:cubicBezTo>
                          <a:pt x="16749" y="19089"/>
                          <a:pt x="16749" y="19120"/>
                          <a:pt x="16749" y="19120"/>
                        </a:cubicBezTo>
                        <a:cubicBezTo>
                          <a:pt x="16718" y="19180"/>
                          <a:pt x="16658" y="19180"/>
                          <a:pt x="16627" y="19150"/>
                        </a:cubicBezTo>
                        <a:cubicBezTo>
                          <a:pt x="16597" y="19120"/>
                          <a:pt x="16536" y="19089"/>
                          <a:pt x="16506" y="19089"/>
                        </a:cubicBezTo>
                        <a:cubicBezTo>
                          <a:pt x="16354" y="19059"/>
                          <a:pt x="16232" y="19120"/>
                          <a:pt x="16171" y="19241"/>
                        </a:cubicBezTo>
                        <a:cubicBezTo>
                          <a:pt x="16110" y="19363"/>
                          <a:pt x="16080" y="19484"/>
                          <a:pt x="16080" y="19606"/>
                        </a:cubicBezTo>
                        <a:cubicBezTo>
                          <a:pt x="16110" y="19758"/>
                          <a:pt x="16141" y="19880"/>
                          <a:pt x="16171" y="20001"/>
                        </a:cubicBezTo>
                        <a:lnTo>
                          <a:pt x="16141" y="20001"/>
                        </a:lnTo>
                        <a:lnTo>
                          <a:pt x="16141" y="20062"/>
                        </a:lnTo>
                        <a:lnTo>
                          <a:pt x="16141" y="20031"/>
                        </a:lnTo>
                        <a:cubicBezTo>
                          <a:pt x="16232" y="20123"/>
                          <a:pt x="16262" y="20275"/>
                          <a:pt x="16232" y="20396"/>
                        </a:cubicBezTo>
                        <a:cubicBezTo>
                          <a:pt x="16141" y="20609"/>
                          <a:pt x="16110" y="20822"/>
                          <a:pt x="16141" y="21065"/>
                        </a:cubicBezTo>
                        <a:cubicBezTo>
                          <a:pt x="16141" y="21065"/>
                          <a:pt x="16171" y="21126"/>
                          <a:pt x="16171" y="21126"/>
                        </a:cubicBezTo>
                        <a:cubicBezTo>
                          <a:pt x="16202" y="21126"/>
                          <a:pt x="16293" y="21126"/>
                          <a:pt x="16293" y="21065"/>
                        </a:cubicBezTo>
                        <a:cubicBezTo>
                          <a:pt x="16384" y="20943"/>
                          <a:pt x="16445" y="20791"/>
                          <a:pt x="16536" y="20639"/>
                        </a:cubicBezTo>
                        <a:lnTo>
                          <a:pt x="16536" y="20579"/>
                        </a:lnTo>
                        <a:lnTo>
                          <a:pt x="16566" y="20579"/>
                        </a:lnTo>
                        <a:cubicBezTo>
                          <a:pt x="16627" y="20487"/>
                          <a:pt x="16718" y="20457"/>
                          <a:pt x="16810" y="20457"/>
                        </a:cubicBezTo>
                        <a:lnTo>
                          <a:pt x="16810" y="20457"/>
                        </a:lnTo>
                        <a:lnTo>
                          <a:pt x="16810" y="20457"/>
                        </a:lnTo>
                        <a:cubicBezTo>
                          <a:pt x="16810" y="20457"/>
                          <a:pt x="16810" y="20427"/>
                          <a:pt x="16810" y="20427"/>
                        </a:cubicBezTo>
                        <a:cubicBezTo>
                          <a:pt x="17022" y="20183"/>
                          <a:pt x="17174" y="19910"/>
                          <a:pt x="17296" y="19636"/>
                        </a:cubicBezTo>
                        <a:cubicBezTo>
                          <a:pt x="17296" y="19606"/>
                          <a:pt x="17357" y="19606"/>
                          <a:pt x="17387" y="19606"/>
                        </a:cubicBezTo>
                        <a:cubicBezTo>
                          <a:pt x="17448" y="19606"/>
                          <a:pt x="17448" y="19636"/>
                          <a:pt x="17448" y="19667"/>
                        </a:cubicBezTo>
                        <a:cubicBezTo>
                          <a:pt x="17448" y="19728"/>
                          <a:pt x="17448" y="19788"/>
                          <a:pt x="17448" y="19849"/>
                        </a:cubicBezTo>
                        <a:cubicBezTo>
                          <a:pt x="17387" y="20001"/>
                          <a:pt x="17326" y="20153"/>
                          <a:pt x="17265" y="20275"/>
                        </a:cubicBezTo>
                        <a:cubicBezTo>
                          <a:pt x="17235" y="20396"/>
                          <a:pt x="17265" y="20487"/>
                          <a:pt x="17326" y="20579"/>
                        </a:cubicBezTo>
                        <a:lnTo>
                          <a:pt x="17357" y="20579"/>
                        </a:lnTo>
                        <a:lnTo>
                          <a:pt x="17357" y="20609"/>
                        </a:lnTo>
                        <a:cubicBezTo>
                          <a:pt x="17417" y="20670"/>
                          <a:pt x="17448" y="20761"/>
                          <a:pt x="17448" y="20852"/>
                        </a:cubicBezTo>
                        <a:lnTo>
                          <a:pt x="17478" y="20852"/>
                        </a:lnTo>
                        <a:lnTo>
                          <a:pt x="17478" y="20883"/>
                        </a:lnTo>
                        <a:lnTo>
                          <a:pt x="17448" y="20883"/>
                        </a:lnTo>
                        <a:cubicBezTo>
                          <a:pt x="17448" y="20883"/>
                          <a:pt x="17448" y="20852"/>
                          <a:pt x="17448" y="20852"/>
                        </a:cubicBezTo>
                        <a:cubicBezTo>
                          <a:pt x="17387" y="20791"/>
                          <a:pt x="17357" y="20700"/>
                          <a:pt x="17357" y="20639"/>
                        </a:cubicBezTo>
                        <a:lnTo>
                          <a:pt x="17357" y="20609"/>
                        </a:lnTo>
                        <a:lnTo>
                          <a:pt x="17357" y="20579"/>
                        </a:lnTo>
                        <a:cubicBezTo>
                          <a:pt x="17296" y="20579"/>
                          <a:pt x="17205" y="20548"/>
                          <a:pt x="17144" y="20518"/>
                        </a:cubicBezTo>
                        <a:cubicBezTo>
                          <a:pt x="17053" y="20487"/>
                          <a:pt x="16931" y="20487"/>
                          <a:pt x="16840" y="20487"/>
                        </a:cubicBezTo>
                        <a:lnTo>
                          <a:pt x="16810" y="20487"/>
                        </a:lnTo>
                        <a:cubicBezTo>
                          <a:pt x="16749" y="20548"/>
                          <a:pt x="16658" y="20609"/>
                          <a:pt x="16566" y="20579"/>
                        </a:cubicBezTo>
                        <a:lnTo>
                          <a:pt x="16566" y="20609"/>
                        </a:lnTo>
                        <a:lnTo>
                          <a:pt x="16536" y="20639"/>
                        </a:lnTo>
                        <a:cubicBezTo>
                          <a:pt x="16536" y="20852"/>
                          <a:pt x="16506" y="21035"/>
                          <a:pt x="16445" y="21217"/>
                        </a:cubicBezTo>
                        <a:cubicBezTo>
                          <a:pt x="16414" y="21308"/>
                          <a:pt x="16475" y="21399"/>
                          <a:pt x="16566" y="21430"/>
                        </a:cubicBezTo>
                        <a:cubicBezTo>
                          <a:pt x="16627" y="21430"/>
                          <a:pt x="16658" y="21430"/>
                          <a:pt x="16688" y="21430"/>
                        </a:cubicBezTo>
                        <a:lnTo>
                          <a:pt x="16688" y="21430"/>
                        </a:lnTo>
                        <a:lnTo>
                          <a:pt x="16718" y="21399"/>
                        </a:lnTo>
                        <a:cubicBezTo>
                          <a:pt x="16749" y="21369"/>
                          <a:pt x="16749" y="21338"/>
                          <a:pt x="16749" y="21308"/>
                        </a:cubicBezTo>
                        <a:cubicBezTo>
                          <a:pt x="16749" y="21338"/>
                          <a:pt x="16779" y="21338"/>
                          <a:pt x="16749" y="21369"/>
                        </a:cubicBezTo>
                        <a:lnTo>
                          <a:pt x="16718" y="21399"/>
                        </a:lnTo>
                        <a:cubicBezTo>
                          <a:pt x="16718" y="21430"/>
                          <a:pt x="16718" y="21430"/>
                          <a:pt x="16688" y="21460"/>
                        </a:cubicBezTo>
                        <a:lnTo>
                          <a:pt x="16658" y="21460"/>
                        </a:lnTo>
                        <a:cubicBezTo>
                          <a:pt x="16658" y="21521"/>
                          <a:pt x="16627" y="21582"/>
                          <a:pt x="16658" y="21642"/>
                        </a:cubicBezTo>
                        <a:cubicBezTo>
                          <a:pt x="16749" y="21734"/>
                          <a:pt x="16779" y="21825"/>
                          <a:pt x="16749" y="21946"/>
                        </a:cubicBezTo>
                        <a:cubicBezTo>
                          <a:pt x="16718" y="22038"/>
                          <a:pt x="16688" y="22098"/>
                          <a:pt x="16658" y="22190"/>
                        </a:cubicBezTo>
                        <a:cubicBezTo>
                          <a:pt x="16658" y="22250"/>
                          <a:pt x="16627" y="22342"/>
                          <a:pt x="16658" y="22402"/>
                        </a:cubicBezTo>
                        <a:cubicBezTo>
                          <a:pt x="16779" y="22554"/>
                          <a:pt x="16749" y="22737"/>
                          <a:pt x="16840" y="22889"/>
                        </a:cubicBezTo>
                        <a:cubicBezTo>
                          <a:pt x="16870" y="22919"/>
                          <a:pt x="16901" y="22949"/>
                          <a:pt x="16961" y="22949"/>
                        </a:cubicBezTo>
                        <a:cubicBezTo>
                          <a:pt x="16992" y="22949"/>
                          <a:pt x="17022" y="22919"/>
                          <a:pt x="17053" y="22889"/>
                        </a:cubicBezTo>
                        <a:cubicBezTo>
                          <a:pt x="17174" y="22706"/>
                          <a:pt x="17235" y="22494"/>
                          <a:pt x="17265" y="22281"/>
                        </a:cubicBezTo>
                        <a:lnTo>
                          <a:pt x="17265" y="22281"/>
                        </a:lnTo>
                        <a:cubicBezTo>
                          <a:pt x="17265" y="22250"/>
                          <a:pt x="17265" y="22250"/>
                          <a:pt x="17265" y="22220"/>
                        </a:cubicBezTo>
                        <a:lnTo>
                          <a:pt x="17205" y="22190"/>
                        </a:lnTo>
                        <a:lnTo>
                          <a:pt x="17235" y="22190"/>
                        </a:lnTo>
                        <a:lnTo>
                          <a:pt x="17265" y="22220"/>
                        </a:lnTo>
                        <a:lnTo>
                          <a:pt x="17265" y="22220"/>
                        </a:lnTo>
                        <a:lnTo>
                          <a:pt x="17387" y="22220"/>
                        </a:lnTo>
                        <a:lnTo>
                          <a:pt x="17387" y="22220"/>
                        </a:lnTo>
                        <a:lnTo>
                          <a:pt x="17417" y="22190"/>
                        </a:lnTo>
                        <a:lnTo>
                          <a:pt x="17417" y="22250"/>
                        </a:lnTo>
                        <a:lnTo>
                          <a:pt x="17417" y="22250"/>
                        </a:lnTo>
                        <a:cubicBezTo>
                          <a:pt x="17478" y="22311"/>
                          <a:pt x="17509" y="22402"/>
                          <a:pt x="17569" y="22463"/>
                        </a:cubicBezTo>
                        <a:lnTo>
                          <a:pt x="17569" y="22463"/>
                        </a:lnTo>
                        <a:cubicBezTo>
                          <a:pt x="17569" y="22494"/>
                          <a:pt x="17569" y="22524"/>
                          <a:pt x="17569" y="22524"/>
                        </a:cubicBezTo>
                        <a:cubicBezTo>
                          <a:pt x="17600" y="22554"/>
                          <a:pt x="17600" y="22585"/>
                          <a:pt x="17600" y="22615"/>
                        </a:cubicBezTo>
                        <a:cubicBezTo>
                          <a:pt x="17600" y="22676"/>
                          <a:pt x="17600" y="22676"/>
                          <a:pt x="17569" y="22615"/>
                        </a:cubicBezTo>
                        <a:cubicBezTo>
                          <a:pt x="17569" y="22585"/>
                          <a:pt x="17569" y="22554"/>
                          <a:pt x="17569" y="22554"/>
                        </a:cubicBezTo>
                        <a:lnTo>
                          <a:pt x="17569" y="22554"/>
                        </a:lnTo>
                        <a:lnTo>
                          <a:pt x="17539" y="22524"/>
                        </a:lnTo>
                        <a:lnTo>
                          <a:pt x="17539" y="22524"/>
                        </a:lnTo>
                        <a:cubicBezTo>
                          <a:pt x="17448" y="22554"/>
                          <a:pt x="17417" y="22676"/>
                          <a:pt x="17448" y="22767"/>
                        </a:cubicBezTo>
                        <a:cubicBezTo>
                          <a:pt x="17448" y="22889"/>
                          <a:pt x="17509" y="22949"/>
                          <a:pt x="17600" y="22980"/>
                        </a:cubicBezTo>
                        <a:cubicBezTo>
                          <a:pt x="17661" y="23010"/>
                          <a:pt x="17721" y="23041"/>
                          <a:pt x="17782" y="23041"/>
                        </a:cubicBezTo>
                        <a:cubicBezTo>
                          <a:pt x="17873" y="23041"/>
                          <a:pt x="17904" y="23101"/>
                          <a:pt x="17843" y="23162"/>
                        </a:cubicBezTo>
                        <a:cubicBezTo>
                          <a:pt x="17721" y="23284"/>
                          <a:pt x="17630" y="23466"/>
                          <a:pt x="17630" y="23649"/>
                        </a:cubicBezTo>
                        <a:cubicBezTo>
                          <a:pt x="17630" y="23740"/>
                          <a:pt x="17539" y="23709"/>
                          <a:pt x="17478" y="23740"/>
                        </a:cubicBezTo>
                        <a:cubicBezTo>
                          <a:pt x="17417" y="23770"/>
                          <a:pt x="17387" y="23831"/>
                          <a:pt x="17448" y="23892"/>
                        </a:cubicBezTo>
                        <a:cubicBezTo>
                          <a:pt x="17600" y="24074"/>
                          <a:pt x="17569" y="24135"/>
                          <a:pt x="17387" y="24226"/>
                        </a:cubicBezTo>
                        <a:cubicBezTo>
                          <a:pt x="17357" y="24256"/>
                          <a:pt x="17296" y="24256"/>
                          <a:pt x="17296" y="24317"/>
                        </a:cubicBezTo>
                        <a:cubicBezTo>
                          <a:pt x="17357" y="24469"/>
                          <a:pt x="17478" y="24591"/>
                          <a:pt x="17600" y="24530"/>
                        </a:cubicBezTo>
                        <a:cubicBezTo>
                          <a:pt x="17721" y="24469"/>
                          <a:pt x="17904" y="24439"/>
                          <a:pt x="18056" y="24439"/>
                        </a:cubicBezTo>
                        <a:cubicBezTo>
                          <a:pt x="18056" y="24439"/>
                          <a:pt x="18117" y="24439"/>
                          <a:pt x="18117" y="24469"/>
                        </a:cubicBezTo>
                        <a:lnTo>
                          <a:pt x="18117" y="24560"/>
                        </a:lnTo>
                        <a:cubicBezTo>
                          <a:pt x="18056" y="24621"/>
                          <a:pt x="17965" y="24682"/>
                          <a:pt x="17904" y="24743"/>
                        </a:cubicBezTo>
                        <a:cubicBezTo>
                          <a:pt x="17782" y="24864"/>
                          <a:pt x="17721" y="25016"/>
                          <a:pt x="17752" y="25168"/>
                        </a:cubicBezTo>
                        <a:cubicBezTo>
                          <a:pt x="17752" y="25199"/>
                          <a:pt x="17782" y="25229"/>
                          <a:pt x="17813" y="25260"/>
                        </a:cubicBezTo>
                        <a:lnTo>
                          <a:pt x="17813" y="25260"/>
                        </a:lnTo>
                        <a:lnTo>
                          <a:pt x="17752" y="25260"/>
                        </a:lnTo>
                        <a:lnTo>
                          <a:pt x="17752" y="25229"/>
                        </a:lnTo>
                        <a:cubicBezTo>
                          <a:pt x="17782" y="25260"/>
                          <a:pt x="17752" y="25260"/>
                          <a:pt x="17752" y="25260"/>
                        </a:cubicBezTo>
                        <a:lnTo>
                          <a:pt x="17752" y="25290"/>
                        </a:lnTo>
                        <a:lnTo>
                          <a:pt x="18086" y="25655"/>
                        </a:lnTo>
                        <a:cubicBezTo>
                          <a:pt x="18147" y="25715"/>
                          <a:pt x="18147" y="25807"/>
                          <a:pt x="18117" y="25898"/>
                        </a:cubicBezTo>
                        <a:cubicBezTo>
                          <a:pt x="18086" y="25959"/>
                          <a:pt x="18056" y="26050"/>
                          <a:pt x="18025" y="26111"/>
                        </a:cubicBezTo>
                        <a:lnTo>
                          <a:pt x="18025" y="26111"/>
                        </a:lnTo>
                        <a:lnTo>
                          <a:pt x="18025" y="26111"/>
                        </a:lnTo>
                        <a:lnTo>
                          <a:pt x="18025" y="26111"/>
                        </a:lnTo>
                        <a:cubicBezTo>
                          <a:pt x="17995" y="26202"/>
                          <a:pt x="17995" y="26263"/>
                          <a:pt x="18025" y="26323"/>
                        </a:cubicBezTo>
                        <a:cubicBezTo>
                          <a:pt x="18056" y="26445"/>
                          <a:pt x="18056" y="26567"/>
                          <a:pt x="17965" y="26627"/>
                        </a:cubicBezTo>
                        <a:cubicBezTo>
                          <a:pt x="17965" y="26658"/>
                          <a:pt x="17965" y="26688"/>
                          <a:pt x="17934" y="26688"/>
                        </a:cubicBezTo>
                        <a:lnTo>
                          <a:pt x="18147" y="27083"/>
                        </a:lnTo>
                        <a:cubicBezTo>
                          <a:pt x="18268" y="27144"/>
                          <a:pt x="18390" y="27205"/>
                          <a:pt x="18451" y="27326"/>
                        </a:cubicBezTo>
                        <a:cubicBezTo>
                          <a:pt x="18542" y="27448"/>
                          <a:pt x="18664" y="27509"/>
                          <a:pt x="18785" y="27570"/>
                        </a:cubicBezTo>
                        <a:cubicBezTo>
                          <a:pt x="18876" y="27600"/>
                          <a:pt x="18998" y="27661"/>
                          <a:pt x="19089" y="27722"/>
                        </a:cubicBezTo>
                        <a:cubicBezTo>
                          <a:pt x="19150" y="27752"/>
                          <a:pt x="19180" y="27813"/>
                          <a:pt x="19150" y="27874"/>
                        </a:cubicBezTo>
                        <a:cubicBezTo>
                          <a:pt x="19089" y="28026"/>
                          <a:pt x="19089" y="28147"/>
                          <a:pt x="19120" y="28299"/>
                        </a:cubicBezTo>
                        <a:cubicBezTo>
                          <a:pt x="19150" y="28329"/>
                          <a:pt x="19180" y="28390"/>
                          <a:pt x="19211" y="28421"/>
                        </a:cubicBezTo>
                        <a:lnTo>
                          <a:pt x="19241" y="28421"/>
                        </a:lnTo>
                        <a:lnTo>
                          <a:pt x="19241" y="28451"/>
                        </a:lnTo>
                        <a:lnTo>
                          <a:pt x="19241" y="28451"/>
                        </a:lnTo>
                        <a:lnTo>
                          <a:pt x="19241" y="28451"/>
                        </a:lnTo>
                        <a:cubicBezTo>
                          <a:pt x="19241" y="28512"/>
                          <a:pt x="19241" y="28542"/>
                          <a:pt x="19272" y="28603"/>
                        </a:cubicBezTo>
                        <a:cubicBezTo>
                          <a:pt x="19302" y="28633"/>
                          <a:pt x="19393" y="28603"/>
                          <a:pt x="19454" y="28633"/>
                        </a:cubicBezTo>
                        <a:cubicBezTo>
                          <a:pt x="19545" y="28633"/>
                          <a:pt x="19606" y="28694"/>
                          <a:pt x="19636" y="28785"/>
                        </a:cubicBezTo>
                        <a:cubicBezTo>
                          <a:pt x="19697" y="28937"/>
                          <a:pt x="19727" y="29089"/>
                          <a:pt x="19819" y="29211"/>
                        </a:cubicBezTo>
                        <a:cubicBezTo>
                          <a:pt x="19879" y="29363"/>
                          <a:pt x="19849" y="29485"/>
                          <a:pt x="19758" y="29606"/>
                        </a:cubicBezTo>
                        <a:cubicBezTo>
                          <a:pt x="19758" y="29636"/>
                          <a:pt x="19727" y="29697"/>
                          <a:pt x="19697" y="29697"/>
                        </a:cubicBezTo>
                        <a:cubicBezTo>
                          <a:pt x="19636" y="29758"/>
                          <a:pt x="19545" y="29788"/>
                          <a:pt x="19515" y="29788"/>
                        </a:cubicBezTo>
                        <a:cubicBezTo>
                          <a:pt x="19302" y="29758"/>
                          <a:pt x="19120" y="29667"/>
                          <a:pt x="18968" y="29545"/>
                        </a:cubicBezTo>
                        <a:lnTo>
                          <a:pt x="18998" y="29545"/>
                        </a:lnTo>
                        <a:lnTo>
                          <a:pt x="18998" y="29545"/>
                        </a:lnTo>
                        <a:cubicBezTo>
                          <a:pt x="19059" y="29576"/>
                          <a:pt x="19120" y="29576"/>
                          <a:pt x="19180" y="29576"/>
                        </a:cubicBezTo>
                        <a:cubicBezTo>
                          <a:pt x="19302" y="29606"/>
                          <a:pt x="19393" y="29485"/>
                          <a:pt x="19393" y="29393"/>
                        </a:cubicBezTo>
                        <a:cubicBezTo>
                          <a:pt x="19424" y="29120"/>
                          <a:pt x="19363" y="28877"/>
                          <a:pt x="19272" y="28633"/>
                        </a:cubicBezTo>
                        <a:cubicBezTo>
                          <a:pt x="19180" y="28573"/>
                          <a:pt x="19089" y="28512"/>
                          <a:pt x="19059" y="28390"/>
                        </a:cubicBezTo>
                        <a:cubicBezTo>
                          <a:pt x="19028" y="28269"/>
                          <a:pt x="18968" y="28177"/>
                          <a:pt x="18937" y="28086"/>
                        </a:cubicBezTo>
                        <a:cubicBezTo>
                          <a:pt x="18968" y="27782"/>
                          <a:pt x="18724" y="27509"/>
                          <a:pt x="18420" y="27478"/>
                        </a:cubicBezTo>
                        <a:cubicBezTo>
                          <a:pt x="18238" y="27418"/>
                          <a:pt x="18086" y="27326"/>
                          <a:pt x="17965" y="27205"/>
                        </a:cubicBezTo>
                        <a:cubicBezTo>
                          <a:pt x="17873" y="27144"/>
                          <a:pt x="17782" y="27053"/>
                          <a:pt x="17691" y="26992"/>
                        </a:cubicBezTo>
                        <a:cubicBezTo>
                          <a:pt x="17630" y="26962"/>
                          <a:pt x="17569" y="26962"/>
                          <a:pt x="17509" y="26962"/>
                        </a:cubicBezTo>
                        <a:cubicBezTo>
                          <a:pt x="17448" y="26962"/>
                          <a:pt x="17357" y="27022"/>
                          <a:pt x="17357" y="27053"/>
                        </a:cubicBezTo>
                        <a:cubicBezTo>
                          <a:pt x="17387" y="27205"/>
                          <a:pt x="17417" y="27326"/>
                          <a:pt x="17417" y="27478"/>
                        </a:cubicBezTo>
                        <a:cubicBezTo>
                          <a:pt x="17417" y="27539"/>
                          <a:pt x="17448" y="27600"/>
                          <a:pt x="17478" y="27661"/>
                        </a:cubicBezTo>
                        <a:cubicBezTo>
                          <a:pt x="17569" y="27782"/>
                          <a:pt x="17691" y="27904"/>
                          <a:pt x="17782" y="28026"/>
                        </a:cubicBezTo>
                        <a:cubicBezTo>
                          <a:pt x="18056" y="28451"/>
                          <a:pt x="18390" y="28755"/>
                          <a:pt x="18633" y="29181"/>
                        </a:cubicBezTo>
                        <a:cubicBezTo>
                          <a:pt x="18694" y="29241"/>
                          <a:pt x="18724" y="29272"/>
                          <a:pt x="18785" y="29302"/>
                        </a:cubicBezTo>
                        <a:lnTo>
                          <a:pt x="18785" y="29302"/>
                        </a:lnTo>
                        <a:lnTo>
                          <a:pt x="18785" y="29302"/>
                        </a:lnTo>
                        <a:cubicBezTo>
                          <a:pt x="18603" y="29363"/>
                          <a:pt x="18481" y="29515"/>
                          <a:pt x="18481" y="29728"/>
                        </a:cubicBezTo>
                        <a:lnTo>
                          <a:pt x="18481" y="30609"/>
                        </a:lnTo>
                        <a:cubicBezTo>
                          <a:pt x="18481" y="30974"/>
                          <a:pt x="18420" y="31339"/>
                          <a:pt x="18299" y="31673"/>
                        </a:cubicBezTo>
                        <a:cubicBezTo>
                          <a:pt x="18117" y="32007"/>
                          <a:pt x="17995" y="32372"/>
                          <a:pt x="17873" y="32767"/>
                        </a:cubicBezTo>
                        <a:cubicBezTo>
                          <a:pt x="17813" y="33102"/>
                          <a:pt x="17661" y="33436"/>
                          <a:pt x="17448" y="33740"/>
                        </a:cubicBezTo>
                        <a:cubicBezTo>
                          <a:pt x="17296" y="34013"/>
                          <a:pt x="17205" y="34317"/>
                          <a:pt x="17205" y="34652"/>
                        </a:cubicBezTo>
                        <a:lnTo>
                          <a:pt x="17205" y="34865"/>
                        </a:lnTo>
                        <a:cubicBezTo>
                          <a:pt x="17235" y="35229"/>
                          <a:pt x="17144" y="35594"/>
                          <a:pt x="16961" y="35898"/>
                        </a:cubicBezTo>
                        <a:cubicBezTo>
                          <a:pt x="16870" y="35989"/>
                          <a:pt x="16870" y="36111"/>
                          <a:pt x="16931" y="36232"/>
                        </a:cubicBezTo>
                        <a:cubicBezTo>
                          <a:pt x="17022" y="36445"/>
                          <a:pt x="17053" y="36688"/>
                          <a:pt x="16992" y="36931"/>
                        </a:cubicBezTo>
                        <a:cubicBezTo>
                          <a:pt x="16992" y="37053"/>
                          <a:pt x="16992" y="37175"/>
                          <a:pt x="16992" y="37296"/>
                        </a:cubicBezTo>
                        <a:cubicBezTo>
                          <a:pt x="16992" y="37357"/>
                          <a:pt x="16992" y="37418"/>
                          <a:pt x="17022" y="37479"/>
                        </a:cubicBezTo>
                        <a:cubicBezTo>
                          <a:pt x="17113" y="37661"/>
                          <a:pt x="17174" y="37874"/>
                          <a:pt x="17265" y="38056"/>
                        </a:cubicBezTo>
                        <a:cubicBezTo>
                          <a:pt x="17296" y="38086"/>
                          <a:pt x="17357" y="38147"/>
                          <a:pt x="17417" y="38178"/>
                        </a:cubicBezTo>
                        <a:cubicBezTo>
                          <a:pt x="17539" y="38238"/>
                          <a:pt x="17539" y="38238"/>
                          <a:pt x="17509" y="38360"/>
                        </a:cubicBezTo>
                        <a:cubicBezTo>
                          <a:pt x="17478" y="38421"/>
                          <a:pt x="17448" y="38482"/>
                          <a:pt x="17417" y="38542"/>
                        </a:cubicBezTo>
                        <a:cubicBezTo>
                          <a:pt x="17417" y="38603"/>
                          <a:pt x="17417" y="38664"/>
                          <a:pt x="17417" y="38755"/>
                        </a:cubicBezTo>
                        <a:cubicBezTo>
                          <a:pt x="17478" y="38938"/>
                          <a:pt x="17600" y="39120"/>
                          <a:pt x="17509" y="39333"/>
                        </a:cubicBezTo>
                        <a:cubicBezTo>
                          <a:pt x="17509" y="39393"/>
                          <a:pt x="17509" y="39454"/>
                          <a:pt x="17539" y="39515"/>
                        </a:cubicBezTo>
                        <a:cubicBezTo>
                          <a:pt x="17661" y="39758"/>
                          <a:pt x="17782" y="40032"/>
                          <a:pt x="17873" y="40275"/>
                        </a:cubicBezTo>
                        <a:cubicBezTo>
                          <a:pt x="17934" y="40397"/>
                          <a:pt x="17965" y="40518"/>
                          <a:pt x="17965" y="40670"/>
                        </a:cubicBezTo>
                        <a:cubicBezTo>
                          <a:pt x="17965" y="40822"/>
                          <a:pt x="17995" y="40913"/>
                          <a:pt x="18117" y="40913"/>
                        </a:cubicBezTo>
                        <a:cubicBezTo>
                          <a:pt x="18481" y="41035"/>
                          <a:pt x="18846" y="41187"/>
                          <a:pt x="19150" y="41430"/>
                        </a:cubicBezTo>
                        <a:cubicBezTo>
                          <a:pt x="19393" y="41582"/>
                          <a:pt x="19576" y="41856"/>
                          <a:pt x="19576" y="42159"/>
                        </a:cubicBezTo>
                        <a:cubicBezTo>
                          <a:pt x="19606" y="42403"/>
                          <a:pt x="19636" y="42646"/>
                          <a:pt x="19727" y="42889"/>
                        </a:cubicBezTo>
                        <a:cubicBezTo>
                          <a:pt x="19879" y="43284"/>
                          <a:pt x="20001" y="43710"/>
                          <a:pt x="20092" y="44135"/>
                        </a:cubicBezTo>
                        <a:cubicBezTo>
                          <a:pt x="20123" y="44257"/>
                          <a:pt x="20183" y="44378"/>
                          <a:pt x="20305" y="44470"/>
                        </a:cubicBezTo>
                        <a:cubicBezTo>
                          <a:pt x="20487" y="44652"/>
                          <a:pt x="20670" y="44895"/>
                          <a:pt x="20761" y="45138"/>
                        </a:cubicBezTo>
                        <a:cubicBezTo>
                          <a:pt x="20822" y="45260"/>
                          <a:pt x="20822" y="45412"/>
                          <a:pt x="20761" y="45503"/>
                        </a:cubicBezTo>
                        <a:cubicBezTo>
                          <a:pt x="20700" y="45594"/>
                          <a:pt x="20609" y="45625"/>
                          <a:pt x="20518" y="45625"/>
                        </a:cubicBezTo>
                        <a:lnTo>
                          <a:pt x="20457" y="45625"/>
                        </a:lnTo>
                        <a:cubicBezTo>
                          <a:pt x="20396" y="45655"/>
                          <a:pt x="20366" y="45716"/>
                          <a:pt x="20366" y="45777"/>
                        </a:cubicBezTo>
                        <a:cubicBezTo>
                          <a:pt x="20487" y="45989"/>
                          <a:pt x="20639" y="46141"/>
                          <a:pt x="20852" y="46263"/>
                        </a:cubicBezTo>
                        <a:cubicBezTo>
                          <a:pt x="21095" y="46415"/>
                          <a:pt x="21338" y="46597"/>
                          <a:pt x="21521" y="46810"/>
                        </a:cubicBezTo>
                        <a:cubicBezTo>
                          <a:pt x="21612" y="46871"/>
                          <a:pt x="21673" y="46992"/>
                          <a:pt x="21642" y="47114"/>
                        </a:cubicBezTo>
                        <a:cubicBezTo>
                          <a:pt x="21673" y="47236"/>
                          <a:pt x="21642" y="47327"/>
                          <a:pt x="21612" y="47448"/>
                        </a:cubicBezTo>
                        <a:cubicBezTo>
                          <a:pt x="21582" y="47570"/>
                          <a:pt x="21642" y="47722"/>
                          <a:pt x="21734" y="47813"/>
                        </a:cubicBezTo>
                        <a:cubicBezTo>
                          <a:pt x="22098" y="48117"/>
                          <a:pt x="22433" y="48482"/>
                          <a:pt x="22676" y="48877"/>
                        </a:cubicBezTo>
                        <a:cubicBezTo>
                          <a:pt x="22706" y="48968"/>
                          <a:pt x="22858" y="48968"/>
                          <a:pt x="22919" y="48877"/>
                        </a:cubicBezTo>
                        <a:cubicBezTo>
                          <a:pt x="23010" y="48816"/>
                          <a:pt x="23071" y="48695"/>
                          <a:pt x="23041" y="48603"/>
                        </a:cubicBezTo>
                        <a:cubicBezTo>
                          <a:pt x="23010" y="48421"/>
                          <a:pt x="22919" y="48299"/>
                          <a:pt x="22797" y="48178"/>
                        </a:cubicBezTo>
                        <a:cubicBezTo>
                          <a:pt x="22645" y="47965"/>
                          <a:pt x="22524" y="47722"/>
                          <a:pt x="22402" y="47479"/>
                        </a:cubicBezTo>
                        <a:cubicBezTo>
                          <a:pt x="22372" y="47357"/>
                          <a:pt x="22342" y="47266"/>
                          <a:pt x="22311" y="47144"/>
                        </a:cubicBezTo>
                        <a:cubicBezTo>
                          <a:pt x="22281" y="46962"/>
                          <a:pt x="22250" y="46780"/>
                          <a:pt x="22220" y="46597"/>
                        </a:cubicBezTo>
                        <a:cubicBezTo>
                          <a:pt x="22190" y="46445"/>
                          <a:pt x="21977" y="46293"/>
                          <a:pt x="21916" y="46080"/>
                        </a:cubicBezTo>
                        <a:cubicBezTo>
                          <a:pt x="21825" y="45777"/>
                          <a:pt x="21673" y="45503"/>
                          <a:pt x="21521" y="45229"/>
                        </a:cubicBezTo>
                        <a:cubicBezTo>
                          <a:pt x="21369" y="44925"/>
                          <a:pt x="21186" y="44622"/>
                          <a:pt x="21004" y="44348"/>
                        </a:cubicBezTo>
                        <a:cubicBezTo>
                          <a:pt x="20974" y="44287"/>
                          <a:pt x="20943" y="44226"/>
                          <a:pt x="20913" y="44166"/>
                        </a:cubicBezTo>
                        <a:cubicBezTo>
                          <a:pt x="20852" y="43831"/>
                          <a:pt x="20852" y="43497"/>
                          <a:pt x="20913" y="43163"/>
                        </a:cubicBezTo>
                        <a:cubicBezTo>
                          <a:pt x="20913" y="43102"/>
                          <a:pt x="20974" y="43071"/>
                          <a:pt x="21035" y="43102"/>
                        </a:cubicBezTo>
                        <a:lnTo>
                          <a:pt x="21399" y="43254"/>
                        </a:lnTo>
                        <a:cubicBezTo>
                          <a:pt x="21521" y="43314"/>
                          <a:pt x="21612" y="43436"/>
                          <a:pt x="21642" y="43558"/>
                        </a:cubicBezTo>
                        <a:cubicBezTo>
                          <a:pt x="21673" y="43862"/>
                          <a:pt x="21734" y="44166"/>
                          <a:pt x="21825" y="44439"/>
                        </a:cubicBezTo>
                        <a:cubicBezTo>
                          <a:pt x="21977" y="44865"/>
                          <a:pt x="22220" y="45260"/>
                          <a:pt x="22494" y="45625"/>
                        </a:cubicBezTo>
                        <a:cubicBezTo>
                          <a:pt x="22554" y="45685"/>
                          <a:pt x="22645" y="45746"/>
                          <a:pt x="22645" y="45837"/>
                        </a:cubicBezTo>
                        <a:cubicBezTo>
                          <a:pt x="22706" y="46020"/>
                          <a:pt x="22828" y="46202"/>
                          <a:pt x="23010" y="46324"/>
                        </a:cubicBezTo>
                        <a:cubicBezTo>
                          <a:pt x="23101" y="46415"/>
                          <a:pt x="23223" y="46476"/>
                          <a:pt x="23314" y="46597"/>
                        </a:cubicBezTo>
                        <a:cubicBezTo>
                          <a:pt x="23345" y="46628"/>
                          <a:pt x="23345" y="46719"/>
                          <a:pt x="23314" y="46780"/>
                        </a:cubicBezTo>
                        <a:lnTo>
                          <a:pt x="23223" y="46871"/>
                        </a:lnTo>
                        <a:cubicBezTo>
                          <a:pt x="23162" y="46992"/>
                          <a:pt x="23193" y="47114"/>
                          <a:pt x="23284" y="47205"/>
                        </a:cubicBezTo>
                        <a:cubicBezTo>
                          <a:pt x="23405" y="47296"/>
                          <a:pt x="23527" y="47388"/>
                          <a:pt x="23649" y="47448"/>
                        </a:cubicBezTo>
                        <a:cubicBezTo>
                          <a:pt x="23801" y="47509"/>
                          <a:pt x="23922" y="47661"/>
                          <a:pt x="23922" y="47813"/>
                        </a:cubicBezTo>
                        <a:cubicBezTo>
                          <a:pt x="23952" y="47904"/>
                          <a:pt x="23983" y="47995"/>
                          <a:pt x="24074" y="48056"/>
                        </a:cubicBezTo>
                        <a:cubicBezTo>
                          <a:pt x="24621" y="48543"/>
                          <a:pt x="25016" y="49242"/>
                          <a:pt x="25138" y="49971"/>
                        </a:cubicBezTo>
                        <a:cubicBezTo>
                          <a:pt x="25168" y="50032"/>
                          <a:pt x="25168" y="50093"/>
                          <a:pt x="25138" y="50154"/>
                        </a:cubicBezTo>
                        <a:cubicBezTo>
                          <a:pt x="25138" y="50245"/>
                          <a:pt x="25077" y="50336"/>
                          <a:pt x="25047" y="50397"/>
                        </a:cubicBezTo>
                        <a:cubicBezTo>
                          <a:pt x="24895" y="50609"/>
                          <a:pt x="24925" y="50853"/>
                          <a:pt x="25047" y="51035"/>
                        </a:cubicBezTo>
                        <a:cubicBezTo>
                          <a:pt x="25138" y="51248"/>
                          <a:pt x="25290" y="51369"/>
                          <a:pt x="25503" y="51461"/>
                        </a:cubicBezTo>
                        <a:cubicBezTo>
                          <a:pt x="25685" y="51521"/>
                          <a:pt x="25867" y="51643"/>
                          <a:pt x="25959" y="51825"/>
                        </a:cubicBezTo>
                        <a:cubicBezTo>
                          <a:pt x="26080" y="52008"/>
                          <a:pt x="26263" y="52129"/>
                          <a:pt x="26475" y="52160"/>
                        </a:cubicBezTo>
                        <a:cubicBezTo>
                          <a:pt x="26567" y="52160"/>
                          <a:pt x="26658" y="52190"/>
                          <a:pt x="26749" y="52220"/>
                        </a:cubicBezTo>
                        <a:cubicBezTo>
                          <a:pt x="26840" y="52220"/>
                          <a:pt x="26901" y="52281"/>
                          <a:pt x="26992" y="52312"/>
                        </a:cubicBezTo>
                        <a:cubicBezTo>
                          <a:pt x="27266" y="52585"/>
                          <a:pt x="27600" y="52798"/>
                          <a:pt x="27995" y="52889"/>
                        </a:cubicBezTo>
                        <a:cubicBezTo>
                          <a:pt x="28177" y="52950"/>
                          <a:pt x="28360" y="53041"/>
                          <a:pt x="28542" y="53132"/>
                        </a:cubicBezTo>
                        <a:cubicBezTo>
                          <a:pt x="28725" y="53254"/>
                          <a:pt x="28937" y="53345"/>
                          <a:pt x="29181" y="53406"/>
                        </a:cubicBezTo>
                        <a:cubicBezTo>
                          <a:pt x="29940" y="53619"/>
                          <a:pt x="29940" y="53619"/>
                          <a:pt x="30700" y="53345"/>
                        </a:cubicBezTo>
                        <a:cubicBezTo>
                          <a:pt x="30883" y="53254"/>
                          <a:pt x="31095" y="53315"/>
                          <a:pt x="31247" y="53436"/>
                        </a:cubicBezTo>
                        <a:cubicBezTo>
                          <a:pt x="31643" y="53740"/>
                          <a:pt x="31977" y="54075"/>
                          <a:pt x="32311" y="54409"/>
                        </a:cubicBezTo>
                        <a:cubicBezTo>
                          <a:pt x="32463" y="54561"/>
                          <a:pt x="32646" y="54682"/>
                          <a:pt x="32858" y="54682"/>
                        </a:cubicBezTo>
                        <a:cubicBezTo>
                          <a:pt x="33132" y="54743"/>
                          <a:pt x="33436" y="54804"/>
                          <a:pt x="33710" y="54926"/>
                        </a:cubicBezTo>
                        <a:cubicBezTo>
                          <a:pt x="34013" y="55047"/>
                          <a:pt x="34348" y="55138"/>
                          <a:pt x="34682" y="55138"/>
                        </a:cubicBezTo>
                        <a:cubicBezTo>
                          <a:pt x="34773" y="55138"/>
                          <a:pt x="34834" y="55169"/>
                          <a:pt x="34834" y="55230"/>
                        </a:cubicBezTo>
                        <a:cubicBezTo>
                          <a:pt x="34925" y="55412"/>
                          <a:pt x="35077" y="55594"/>
                          <a:pt x="35199" y="55746"/>
                        </a:cubicBezTo>
                        <a:cubicBezTo>
                          <a:pt x="35351" y="55898"/>
                          <a:pt x="35503" y="56081"/>
                          <a:pt x="35655" y="56263"/>
                        </a:cubicBezTo>
                        <a:cubicBezTo>
                          <a:pt x="35746" y="56354"/>
                          <a:pt x="35776" y="56506"/>
                          <a:pt x="35746" y="56628"/>
                        </a:cubicBezTo>
                        <a:cubicBezTo>
                          <a:pt x="35655" y="56841"/>
                          <a:pt x="35776" y="56962"/>
                          <a:pt x="35989" y="57023"/>
                        </a:cubicBezTo>
                        <a:cubicBezTo>
                          <a:pt x="36050" y="57084"/>
                          <a:pt x="36141" y="57084"/>
                          <a:pt x="36232" y="57084"/>
                        </a:cubicBezTo>
                        <a:cubicBezTo>
                          <a:pt x="36293" y="57084"/>
                          <a:pt x="36384" y="57114"/>
                          <a:pt x="36415" y="57144"/>
                        </a:cubicBezTo>
                        <a:cubicBezTo>
                          <a:pt x="36597" y="57266"/>
                          <a:pt x="36779" y="57388"/>
                          <a:pt x="36810" y="57600"/>
                        </a:cubicBezTo>
                        <a:cubicBezTo>
                          <a:pt x="36840" y="57813"/>
                          <a:pt x="37053" y="57904"/>
                          <a:pt x="37266" y="57935"/>
                        </a:cubicBezTo>
                        <a:cubicBezTo>
                          <a:pt x="37327" y="57965"/>
                          <a:pt x="37418" y="57935"/>
                          <a:pt x="37479" y="57935"/>
                        </a:cubicBezTo>
                        <a:cubicBezTo>
                          <a:pt x="37661" y="57844"/>
                          <a:pt x="37904" y="57904"/>
                          <a:pt x="38026" y="58087"/>
                        </a:cubicBezTo>
                        <a:cubicBezTo>
                          <a:pt x="38147" y="58208"/>
                          <a:pt x="38299" y="58300"/>
                          <a:pt x="38451" y="58421"/>
                        </a:cubicBezTo>
                        <a:cubicBezTo>
                          <a:pt x="38603" y="58543"/>
                          <a:pt x="38664" y="58512"/>
                          <a:pt x="38877" y="58391"/>
                        </a:cubicBezTo>
                        <a:cubicBezTo>
                          <a:pt x="38938" y="58330"/>
                          <a:pt x="38968" y="58239"/>
                          <a:pt x="38938" y="58148"/>
                        </a:cubicBezTo>
                        <a:cubicBezTo>
                          <a:pt x="38907" y="58087"/>
                          <a:pt x="38877" y="57996"/>
                          <a:pt x="38938" y="57965"/>
                        </a:cubicBezTo>
                        <a:cubicBezTo>
                          <a:pt x="39090" y="57844"/>
                          <a:pt x="39242" y="57692"/>
                          <a:pt x="39333" y="57509"/>
                        </a:cubicBezTo>
                        <a:cubicBezTo>
                          <a:pt x="39363" y="57479"/>
                          <a:pt x="39485" y="57479"/>
                          <a:pt x="39515" y="57509"/>
                        </a:cubicBezTo>
                        <a:cubicBezTo>
                          <a:pt x="39728" y="57600"/>
                          <a:pt x="39849" y="57783"/>
                          <a:pt x="39880" y="57996"/>
                        </a:cubicBezTo>
                        <a:cubicBezTo>
                          <a:pt x="39880" y="58148"/>
                          <a:pt x="39941" y="58300"/>
                          <a:pt x="40032" y="58421"/>
                        </a:cubicBezTo>
                        <a:cubicBezTo>
                          <a:pt x="40184" y="58573"/>
                          <a:pt x="40184" y="58786"/>
                          <a:pt x="40336" y="58938"/>
                        </a:cubicBezTo>
                        <a:cubicBezTo>
                          <a:pt x="40397" y="58999"/>
                          <a:pt x="40397" y="59059"/>
                          <a:pt x="40397" y="59120"/>
                        </a:cubicBezTo>
                        <a:cubicBezTo>
                          <a:pt x="40397" y="59424"/>
                          <a:pt x="40397" y="59728"/>
                          <a:pt x="40366" y="60002"/>
                        </a:cubicBezTo>
                        <a:cubicBezTo>
                          <a:pt x="40336" y="60184"/>
                          <a:pt x="40366" y="60336"/>
                          <a:pt x="40457" y="60458"/>
                        </a:cubicBezTo>
                        <a:cubicBezTo>
                          <a:pt x="40518" y="60518"/>
                          <a:pt x="40518" y="60579"/>
                          <a:pt x="40457" y="60640"/>
                        </a:cubicBezTo>
                        <a:cubicBezTo>
                          <a:pt x="40366" y="60883"/>
                          <a:pt x="40184" y="61066"/>
                          <a:pt x="39971" y="61187"/>
                        </a:cubicBezTo>
                        <a:cubicBezTo>
                          <a:pt x="39728" y="61278"/>
                          <a:pt x="39545" y="61491"/>
                          <a:pt x="39485" y="61734"/>
                        </a:cubicBezTo>
                        <a:cubicBezTo>
                          <a:pt x="39454" y="61856"/>
                          <a:pt x="39363" y="61977"/>
                          <a:pt x="39242" y="62038"/>
                        </a:cubicBezTo>
                        <a:cubicBezTo>
                          <a:pt x="39120" y="62099"/>
                          <a:pt x="38998" y="62160"/>
                          <a:pt x="38877" y="62221"/>
                        </a:cubicBezTo>
                        <a:cubicBezTo>
                          <a:pt x="38846" y="62251"/>
                          <a:pt x="38816" y="62312"/>
                          <a:pt x="38816" y="62342"/>
                        </a:cubicBezTo>
                        <a:cubicBezTo>
                          <a:pt x="38786" y="62676"/>
                          <a:pt x="38664" y="63011"/>
                          <a:pt x="38451" y="63284"/>
                        </a:cubicBezTo>
                        <a:cubicBezTo>
                          <a:pt x="38421" y="63315"/>
                          <a:pt x="38390" y="63345"/>
                          <a:pt x="38390" y="63406"/>
                        </a:cubicBezTo>
                        <a:cubicBezTo>
                          <a:pt x="38360" y="63619"/>
                          <a:pt x="38360" y="63832"/>
                          <a:pt x="38360" y="64075"/>
                        </a:cubicBezTo>
                        <a:cubicBezTo>
                          <a:pt x="38390" y="64227"/>
                          <a:pt x="38573" y="64348"/>
                          <a:pt x="38755" y="64439"/>
                        </a:cubicBezTo>
                        <a:cubicBezTo>
                          <a:pt x="38755" y="64439"/>
                          <a:pt x="38786" y="64439"/>
                          <a:pt x="38816" y="64409"/>
                        </a:cubicBezTo>
                        <a:lnTo>
                          <a:pt x="38877" y="64318"/>
                        </a:lnTo>
                        <a:cubicBezTo>
                          <a:pt x="38907" y="64348"/>
                          <a:pt x="38907" y="64379"/>
                          <a:pt x="38907" y="64409"/>
                        </a:cubicBezTo>
                        <a:cubicBezTo>
                          <a:pt x="38907" y="64531"/>
                          <a:pt x="38877" y="64652"/>
                          <a:pt x="38786" y="64713"/>
                        </a:cubicBezTo>
                        <a:cubicBezTo>
                          <a:pt x="38634" y="64804"/>
                          <a:pt x="38512" y="64865"/>
                          <a:pt x="38390" y="64987"/>
                        </a:cubicBezTo>
                        <a:cubicBezTo>
                          <a:pt x="38208" y="65108"/>
                          <a:pt x="38117" y="65351"/>
                          <a:pt x="38178" y="65594"/>
                        </a:cubicBezTo>
                        <a:cubicBezTo>
                          <a:pt x="38208" y="65686"/>
                          <a:pt x="38238" y="65807"/>
                          <a:pt x="38269" y="65898"/>
                        </a:cubicBezTo>
                        <a:cubicBezTo>
                          <a:pt x="38269" y="65990"/>
                          <a:pt x="38269" y="66050"/>
                          <a:pt x="38238" y="66111"/>
                        </a:cubicBezTo>
                        <a:cubicBezTo>
                          <a:pt x="38178" y="66233"/>
                          <a:pt x="38238" y="66354"/>
                          <a:pt x="38330" y="66385"/>
                        </a:cubicBezTo>
                        <a:cubicBezTo>
                          <a:pt x="38482" y="66476"/>
                          <a:pt x="38603" y="66567"/>
                          <a:pt x="38755" y="66628"/>
                        </a:cubicBezTo>
                        <a:cubicBezTo>
                          <a:pt x="38907" y="66719"/>
                          <a:pt x="39059" y="66841"/>
                          <a:pt x="39120" y="67023"/>
                        </a:cubicBezTo>
                        <a:cubicBezTo>
                          <a:pt x="39181" y="67145"/>
                          <a:pt x="39272" y="67297"/>
                          <a:pt x="39394" y="67388"/>
                        </a:cubicBezTo>
                        <a:cubicBezTo>
                          <a:pt x="39485" y="67449"/>
                          <a:pt x="39515" y="67540"/>
                          <a:pt x="39545" y="67601"/>
                        </a:cubicBezTo>
                        <a:cubicBezTo>
                          <a:pt x="39637" y="67905"/>
                          <a:pt x="39819" y="68148"/>
                          <a:pt x="39910" y="68421"/>
                        </a:cubicBezTo>
                        <a:cubicBezTo>
                          <a:pt x="40032" y="68786"/>
                          <a:pt x="40214" y="69120"/>
                          <a:pt x="40457" y="69424"/>
                        </a:cubicBezTo>
                        <a:cubicBezTo>
                          <a:pt x="40670" y="69759"/>
                          <a:pt x="40883" y="70123"/>
                          <a:pt x="41096" y="70488"/>
                        </a:cubicBezTo>
                        <a:cubicBezTo>
                          <a:pt x="41126" y="70549"/>
                          <a:pt x="41126" y="70610"/>
                          <a:pt x="41126" y="70671"/>
                        </a:cubicBezTo>
                        <a:cubicBezTo>
                          <a:pt x="41126" y="70853"/>
                          <a:pt x="41187" y="71035"/>
                          <a:pt x="41339" y="71157"/>
                        </a:cubicBezTo>
                        <a:cubicBezTo>
                          <a:pt x="41734" y="71552"/>
                          <a:pt x="42190" y="71886"/>
                          <a:pt x="42676" y="72190"/>
                        </a:cubicBezTo>
                        <a:cubicBezTo>
                          <a:pt x="42767" y="72251"/>
                          <a:pt x="42889" y="72281"/>
                          <a:pt x="42980" y="72312"/>
                        </a:cubicBezTo>
                        <a:cubicBezTo>
                          <a:pt x="43254" y="72403"/>
                          <a:pt x="43467" y="72555"/>
                          <a:pt x="43679" y="72737"/>
                        </a:cubicBezTo>
                        <a:cubicBezTo>
                          <a:pt x="43922" y="73011"/>
                          <a:pt x="44226" y="73224"/>
                          <a:pt x="44500" y="73467"/>
                        </a:cubicBezTo>
                        <a:cubicBezTo>
                          <a:pt x="44561" y="73528"/>
                          <a:pt x="44591" y="73619"/>
                          <a:pt x="44622" y="73710"/>
                        </a:cubicBezTo>
                        <a:cubicBezTo>
                          <a:pt x="44622" y="73832"/>
                          <a:pt x="44622" y="73923"/>
                          <a:pt x="44652" y="74044"/>
                        </a:cubicBezTo>
                        <a:cubicBezTo>
                          <a:pt x="44713" y="74257"/>
                          <a:pt x="44713" y="74500"/>
                          <a:pt x="44652" y="74713"/>
                        </a:cubicBezTo>
                        <a:cubicBezTo>
                          <a:pt x="44652" y="74804"/>
                          <a:pt x="44652" y="74896"/>
                          <a:pt x="44682" y="74987"/>
                        </a:cubicBezTo>
                        <a:cubicBezTo>
                          <a:pt x="44804" y="75412"/>
                          <a:pt x="44804" y="75899"/>
                          <a:pt x="44652" y="76324"/>
                        </a:cubicBezTo>
                        <a:cubicBezTo>
                          <a:pt x="44652" y="76385"/>
                          <a:pt x="44652" y="76446"/>
                          <a:pt x="44652" y="76506"/>
                        </a:cubicBezTo>
                        <a:cubicBezTo>
                          <a:pt x="44774" y="77206"/>
                          <a:pt x="44804" y="77874"/>
                          <a:pt x="44743" y="78543"/>
                        </a:cubicBezTo>
                        <a:cubicBezTo>
                          <a:pt x="44743" y="78725"/>
                          <a:pt x="44743" y="78908"/>
                          <a:pt x="44682" y="79090"/>
                        </a:cubicBezTo>
                        <a:cubicBezTo>
                          <a:pt x="44652" y="79333"/>
                          <a:pt x="44622" y="79546"/>
                          <a:pt x="44561" y="79759"/>
                        </a:cubicBezTo>
                        <a:cubicBezTo>
                          <a:pt x="44500" y="79880"/>
                          <a:pt x="44500" y="80032"/>
                          <a:pt x="44561" y="80154"/>
                        </a:cubicBezTo>
                        <a:cubicBezTo>
                          <a:pt x="44622" y="80367"/>
                          <a:pt x="44622" y="80579"/>
                          <a:pt x="44561" y="80762"/>
                        </a:cubicBezTo>
                        <a:cubicBezTo>
                          <a:pt x="44470" y="80944"/>
                          <a:pt x="44470" y="81157"/>
                          <a:pt x="44561" y="81370"/>
                        </a:cubicBezTo>
                        <a:cubicBezTo>
                          <a:pt x="44652" y="81613"/>
                          <a:pt x="44591" y="81886"/>
                          <a:pt x="44682" y="82160"/>
                        </a:cubicBezTo>
                        <a:cubicBezTo>
                          <a:pt x="44743" y="82282"/>
                          <a:pt x="44682" y="82434"/>
                          <a:pt x="44682" y="82555"/>
                        </a:cubicBezTo>
                        <a:cubicBezTo>
                          <a:pt x="44682" y="82677"/>
                          <a:pt x="44713" y="82798"/>
                          <a:pt x="44743" y="82890"/>
                        </a:cubicBezTo>
                        <a:cubicBezTo>
                          <a:pt x="44774" y="83011"/>
                          <a:pt x="44774" y="83133"/>
                          <a:pt x="44743" y="83224"/>
                        </a:cubicBezTo>
                        <a:cubicBezTo>
                          <a:pt x="44682" y="83376"/>
                          <a:pt x="44652" y="83528"/>
                          <a:pt x="44622" y="83680"/>
                        </a:cubicBezTo>
                        <a:cubicBezTo>
                          <a:pt x="44500" y="84197"/>
                          <a:pt x="44378" y="84713"/>
                          <a:pt x="44257" y="85200"/>
                        </a:cubicBezTo>
                        <a:cubicBezTo>
                          <a:pt x="44226" y="85291"/>
                          <a:pt x="44196" y="85382"/>
                          <a:pt x="44135" y="85443"/>
                        </a:cubicBezTo>
                        <a:cubicBezTo>
                          <a:pt x="43983" y="85534"/>
                          <a:pt x="43953" y="85747"/>
                          <a:pt x="44074" y="85868"/>
                        </a:cubicBezTo>
                        <a:cubicBezTo>
                          <a:pt x="44196" y="86111"/>
                          <a:pt x="44226" y="86385"/>
                          <a:pt x="44378" y="86628"/>
                        </a:cubicBezTo>
                        <a:cubicBezTo>
                          <a:pt x="44500" y="86841"/>
                          <a:pt x="44500" y="87084"/>
                          <a:pt x="44378" y="87297"/>
                        </a:cubicBezTo>
                        <a:cubicBezTo>
                          <a:pt x="44318" y="87388"/>
                          <a:pt x="44287" y="87540"/>
                          <a:pt x="44287" y="87662"/>
                        </a:cubicBezTo>
                        <a:cubicBezTo>
                          <a:pt x="44318" y="87814"/>
                          <a:pt x="44318" y="87935"/>
                          <a:pt x="44287" y="88057"/>
                        </a:cubicBezTo>
                        <a:cubicBezTo>
                          <a:pt x="44287" y="88239"/>
                          <a:pt x="44348" y="88391"/>
                          <a:pt x="44439" y="88513"/>
                        </a:cubicBezTo>
                        <a:lnTo>
                          <a:pt x="44622" y="88725"/>
                        </a:lnTo>
                        <a:cubicBezTo>
                          <a:pt x="44378" y="88725"/>
                          <a:pt x="44318" y="88725"/>
                          <a:pt x="44287" y="88938"/>
                        </a:cubicBezTo>
                        <a:cubicBezTo>
                          <a:pt x="44257" y="88999"/>
                          <a:pt x="44226" y="89060"/>
                          <a:pt x="44226" y="89121"/>
                        </a:cubicBezTo>
                        <a:cubicBezTo>
                          <a:pt x="44257" y="89333"/>
                          <a:pt x="44318" y="89577"/>
                          <a:pt x="44348" y="89789"/>
                        </a:cubicBezTo>
                        <a:cubicBezTo>
                          <a:pt x="44348" y="89850"/>
                          <a:pt x="44500" y="89881"/>
                          <a:pt x="44561" y="89850"/>
                        </a:cubicBezTo>
                        <a:cubicBezTo>
                          <a:pt x="44652" y="89789"/>
                          <a:pt x="44713" y="89668"/>
                          <a:pt x="44713" y="89577"/>
                        </a:cubicBezTo>
                        <a:cubicBezTo>
                          <a:pt x="44713" y="89425"/>
                          <a:pt x="44743" y="89273"/>
                          <a:pt x="44743" y="89090"/>
                        </a:cubicBezTo>
                        <a:cubicBezTo>
                          <a:pt x="44774" y="88969"/>
                          <a:pt x="44713" y="88817"/>
                          <a:pt x="44622" y="88725"/>
                        </a:cubicBezTo>
                        <a:cubicBezTo>
                          <a:pt x="44743" y="88756"/>
                          <a:pt x="44865" y="88725"/>
                          <a:pt x="44956" y="88665"/>
                        </a:cubicBezTo>
                        <a:cubicBezTo>
                          <a:pt x="45017" y="88634"/>
                          <a:pt x="45047" y="88634"/>
                          <a:pt x="45078" y="88756"/>
                        </a:cubicBezTo>
                        <a:cubicBezTo>
                          <a:pt x="45078" y="88817"/>
                          <a:pt x="45108" y="88877"/>
                          <a:pt x="45108" y="88938"/>
                        </a:cubicBezTo>
                        <a:cubicBezTo>
                          <a:pt x="45078" y="89242"/>
                          <a:pt x="45047" y="89516"/>
                          <a:pt x="45047" y="89820"/>
                        </a:cubicBezTo>
                        <a:cubicBezTo>
                          <a:pt x="45047" y="90093"/>
                          <a:pt x="45047" y="90397"/>
                          <a:pt x="44986" y="90671"/>
                        </a:cubicBezTo>
                        <a:cubicBezTo>
                          <a:pt x="44956" y="90762"/>
                          <a:pt x="44956" y="90853"/>
                          <a:pt x="45017" y="90944"/>
                        </a:cubicBezTo>
                        <a:cubicBezTo>
                          <a:pt x="45138" y="91157"/>
                          <a:pt x="45138" y="91461"/>
                          <a:pt x="44986" y="91704"/>
                        </a:cubicBezTo>
                        <a:cubicBezTo>
                          <a:pt x="44956" y="91735"/>
                          <a:pt x="44926" y="91765"/>
                          <a:pt x="44865" y="91735"/>
                        </a:cubicBezTo>
                        <a:cubicBezTo>
                          <a:pt x="44834" y="91704"/>
                          <a:pt x="44834" y="91704"/>
                          <a:pt x="44834" y="91704"/>
                        </a:cubicBezTo>
                        <a:cubicBezTo>
                          <a:pt x="44804" y="91613"/>
                          <a:pt x="44774" y="91552"/>
                          <a:pt x="44743" y="91461"/>
                        </a:cubicBezTo>
                        <a:cubicBezTo>
                          <a:pt x="44561" y="91461"/>
                          <a:pt x="44409" y="91552"/>
                          <a:pt x="44348" y="91735"/>
                        </a:cubicBezTo>
                        <a:cubicBezTo>
                          <a:pt x="44287" y="91947"/>
                          <a:pt x="44196" y="92160"/>
                          <a:pt x="44074" y="92343"/>
                        </a:cubicBezTo>
                        <a:cubicBezTo>
                          <a:pt x="44074" y="92373"/>
                          <a:pt x="44074" y="92434"/>
                          <a:pt x="44105" y="92464"/>
                        </a:cubicBezTo>
                        <a:cubicBezTo>
                          <a:pt x="44135" y="92495"/>
                          <a:pt x="44196" y="92495"/>
                          <a:pt x="44226" y="92495"/>
                        </a:cubicBezTo>
                        <a:cubicBezTo>
                          <a:pt x="44287" y="92464"/>
                          <a:pt x="44348" y="92403"/>
                          <a:pt x="44409" y="92403"/>
                        </a:cubicBezTo>
                        <a:cubicBezTo>
                          <a:pt x="44530" y="92403"/>
                          <a:pt x="44652" y="92434"/>
                          <a:pt x="44774" y="92464"/>
                        </a:cubicBezTo>
                        <a:cubicBezTo>
                          <a:pt x="44865" y="92525"/>
                          <a:pt x="44895" y="92616"/>
                          <a:pt x="44895" y="92677"/>
                        </a:cubicBezTo>
                        <a:cubicBezTo>
                          <a:pt x="44834" y="92859"/>
                          <a:pt x="44834" y="93042"/>
                          <a:pt x="44834" y="93224"/>
                        </a:cubicBezTo>
                        <a:lnTo>
                          <a:pt x="44834" y="93224"/>
                        </a:lnTo>
                        <a:lnTo>
                          <a:pt x="44834" y="93224"/>
                        </a:lnTo>
                        <a:lnTo>
                          <a:pt x="44865" y="93224"/>
                        </a:lnTo>
                        <a:cubicBezTo>
                          <a:pt x="44865" y="93254"/>
                          <a:pt x="44865" y="93254"/>
                          <a:pt x="44834" y="93224"/>
                        </a:cubicBezTo>
                        <a:lnTo>
                          <a:pt x="44804" y="93224"/>
                        </a:lnTo>
                        <a:lnTo>
                          <a:pt x="44804" y="93224"/>
                        </a:lnTo>
                        <a:cubicBezTo>
                          <a:pt x="44682" y="93254"/>
                          <a:pt x="44561" y="93285"/>
                          <a:pt x="44470" y="93376"/>
                        </a:cubicBezTo>
                        <a:cubicBezTo>
                          <a:pt x="44409" y="93437"/>
                          <a:pt x="44348" y="93498"/>
                          <a:pt x="44378" y="93589"/>
                        </a:cubicBezTo>
                        <a:cubicBezTo>
                          <a:pt x="44378" y="93680"/>
                          <a:pt x="44409" y="93771"/>
                          <a:pt x="44439" y="93862"/>
                        </a:cubicBezTo>
                        <a:cubicBezTo>
                          <a:pt x="44470" y="93923"/>
                          <a:pt x="44530" y="93954"/>
                          <a:pt x="44530" y="94014"/>
                        </a:cubicBezTo>
                        <a:cubicBezTo>
                          <a:pt x="44530" y="94075"/>
                          <a:pt x="44530" y="94197"/>
                          <a:pt x="44591" y="94257"/>
                        </a:cubicBezTo>
                        <a:cubicBezTo>
                          <a:pt x="44622" y="94288"/>
                          <a:pt x="44652" y="94318"/>
                          <a:pt x="44682" y="94349"/>
                        </a:cubicBezTo>
                        <a:lnTo>
                          <a:pt x="44682" y="94349"/>
                        </a:lnTo>
                        <a:lnTo>
                          <a:pt x="44682" y="94349"/>
                        </a:lnTo>
                        <a:lnTo>
                          <a:pt x="44682" y="94349"/>
                        </a:lnTo>
                        <a:lnTo>
                          <a:pt x="44682" y="94349"/>
                        </a:lnTo>
                        <a:cubicBezTo>
                          <a:pt x="44713" y="94440"/>
                          <a:pt x="44713" y="94501"/>
                          <a:pt x="44682" y="94561"/>
                        </a:cubicBezTo>
                        <a:cubicBezTo>
                          <a:pt x="44652" y="94744"/>
                          <a:pt x="44652" y="94744"/>
                          <a:pt x="44834" y="94835"/>
                        </a:cubicBezTo>
                        <a:cubicBezTo>
                          <a:pt x="44926" y="94896"/>
                          <a:pt x="45017" y="94987"/>
                          <a:pt x="45138" y="95048"/>
                        </a:cubicBezTo>
                        <a:lnTo>
                          <a:pt x="45138" y="95048"/>
                        </a:lnTo>
                        <a:lnTo>
                          <a:pt x="45138" y="95048"/>
                        </a:lnTo>
                        <a:cubicBezTo>
                          <a:pt x="45199" y="95200"/>
                          <a:pt x="45199" y="95200"/>
                          <a:pt x="45138" y="95291"/>
                        </a:cubicBezTo>
                        <a:lnTo>
                          <a:pt x="45138" y="95291"/>
                        </a:lnTo>
                        <a:lnTo>
                          <a:pt x="45138" y="95321"/>
                        </a:lnTo>
                        <a:lnTo>
                          <a:pt x="45138" y="95321"/>
                        </a:lnTo>
                        <a:cubicBezTo>
                          <a:pt x="45169" y="95534"/>
                          <a:pt x="45169" y="95777"/>
                          <a:pt x="45138" y="95990"/>
                        </a:cubicBezTo>
                        <a:cubicBezTo>
                          <a:pt x="45108" y="96081"/>
                          <a:pt x="45199" y="96142"/>
                          <a:pt x="45290" y="96142"/>
                        </a:cubicBezTo>
                        <a:cubicBezTo>
                          <a:pt x="45412" y="96142"/>
                          <a:pt x="45442" y="96112"/>
                          <a:pt x="45473" y="95990"/>
                        </a:cubicBezTo>
                        <a:cubicBezTo>
                          <a:pt x="45473" y="95808"/>
                          <a:pt x="45503" y="95656"/>
                          <a:pt x="45533" y="95504"/>
                        </a:cubicBezTo>
                        <a:lnTo>
                          <a:pt x="45533" y="95504"/>
                        </a:lnTo>
                        <a:lnTo>
                          <a:pt x="45503" y="95443"/>
                        </a:lnTo>
                        <a:lnTo>
                          <a:pt x="45564" y="95473"/>
                        </a:lnTo>
                        <a:lnTo>
                          <a:pt x="45564" y="95504"/>
                        </a:lnTo>
                        <a:cubicBezTo>
                          <a:pt x="45625" y="95564"/>
                          <a:pt x="45655" y="95656"/>
                          <a:pt x="45655" y="95716"/>
                        </a:cubicBezTo>
                        <a:cubicBezTo>
                          <a:pt x="45655" y="95808"/>
                          <a:pt x="45685" y="95899"/>
                          <a:pt x="45746" y="95960"/>
                        </a:cubicBezTo>
                        <a:cubicBezTo>
                          <a:pt x="45837" y="96051"/>
                          <a:pt x="45868" y="96112"/>
                          <a:pt x="45777" y="96203"/>
                        </a:cubicBezTo>
                        <a:cubicBezTo>
                          <a:pt x="45716" y="96294"/>
                          <a:pt x="45685" y="96355"/>
                          <a:pt x="45564" y="96355"/>
                        </a:cubicBezTo>
                        <a:cubicBezTo>
                          <a:pt x="45533" y="96355"/>
                          <a:pt x="45473" y="96355"/>
                          <a:pt x="45442" y="96355"/>
                        </a:cubicBezTo>
                        <a:cubicBezTo>
                          <a:pt x="45412" y="96355"/>
                          <a:pt x="45351" y="96385"/>
                          <a:pt x="45351" y="96446"/>
                        </a:cubicBezTo>
                        <a:cubicBezTo>
                          <a:pt x="45321" y="96476"/>
                          <a:pt x="45351" y="96537"/>
                          <a:pt x="45381" y="96537"/>
                        </a:cubicBezTo>
                        <a:cubicBezTo>
                          <a:pt x="45442" y="96568"/>
                          <a:pt x="45503" y="96598"/>
                          <a:pt x="45594" y="96598"/>
                        </a:cubicBezTo>
                        <a:cubicBezTo>
                          <a:pt x="45807" y="96598"/>
                          <a:pt x="45868" y="96780"/>
                          <a:pt x="45959" y="96932"/>
                        </a:cubicBezTo>
                        <a:cubicBezTo>
                          <a:pt x="45898" y="97054"/>
                          <a:pt x="45959" y="97145"/>
                          <a:pt x="46081" y="97206"/>
                        </a:cubicBezTo>
                        <a:cubicBezTo>
                          <a:pt x="46202" y="97297"/>
                          <a:pt x="46354" y="97419"/>
                          <a:pt x="46476" y="97510"/>
                        </a:cubicBezTo>
                        <a:lnTo>
                          <a:pt x="46537" y="97510"/>
                        </a:lnTo>
                        <a:lnTo>
                          <a:pt x="46537" y="97540"/>
                        </a:lnTo>
                        <a:lnTo>
                          <a:pt x="46506" y="97540"/>
                        </a:lnTo>
                        <a:cubicBezTo>
                          <a:pt x="46506" y="97571"/>
                          <a:pt x="46476" y="97571"/>
                          <a:pt x="46476" y="97540"/>
                        </a:cubicBezTo>
                        <a:cubicBezTo>
                          <a:pt x="46293" y="97571"/>
                          <a:pt x="46081" y="97540"/>
                          <a:pt x="45929" y="97449"/>
                        </a:cubicBezTo>
                        <a:cubicBezTo>
                          <a:pt x="45898" y="97419"/>
                          <a:pt x="45837" y="97419"/>
                          <a:pt x="45807" y="97419"/>
                        </a:cubicBezTo>
                        <a:cubicBezTo>
                          <a:pt x="45807" y="97419"/>
                          <a:pt x="45746" y="97419"/>
                          <a:pt x="45746" y="97449"/>
                        </a:cubicBezTo>
                        <a:cubicBezTo>
                          <a:pt x="45746" y="97449"/>
                          <a:pt x="45746" y="97540"/>
                          <a:pt x="45777" y="97571"/>
                        </a:cubicBezTo>
                        <a:cubicBezTo>
                          <a:pt x="46081" y="97753"/>
                          <a:pt x="46324" y="97966"/>
                          <a:pt x="46567" y="98209"/>
                        </a:cubicBezTo>
                        <a:cubicBezTo>
                          <a:pt x="46658" y="98270"/>
                          <a:pt x="46780" y="98361"/>
                          <a:pt x="46932" y="98391"/>
                        </a:cubicBezTo>
                        <a:cubicBezTo>
                          <a:pt x="46992" y="98391"/>
                          <a:pt x="47084" y="98391"/>
                          <a:pt x="47175" y="98391"/>
                        </a:cubicBezTo>
                        <a:cubicBezTo>
                          <a:pt x="47205" y="98330"/>
                          <a:pt x="47236" y="98270"/>
                          <a:pt x="47236" y="98239"/>
                        </a:cubicBezTo>
                        <a:cubicBezTo>
                          <a:pt x="47266" y="98209"/>
                          <a:pt x="47266" y="98209"/>
                          <a:pt x="47296" y="98179"/>
                        </a:cubicBezTo>
                        <a:cubicBezTo>
                          <a:pt x="47357" y="98179"/>
                          <a:pt x="47357" y="98209"/>
                          <a:pt x="47327" y="98270"/>
                        </a:cubicBezTo>
                        <a:cubicBezTo>
                          <a:pt x="47327" y="98300"/>
                          <a:pt x="47327" y="98361"/>
                          <a:pt x="47327" y="98391"/>
                        </a:cubicBezTo>
                        <a:lnTo>
                          <a:pt x="47448" y="98422"/>
                        </a:lnTo>
                        <a:cubicBezTo>
                          <a:pt x="47600" y="98452"/>
                          <a:pt x="47692" y="98513"/>
                          <a:pt x="47661" y="98695"/>
                        </a:cubicBezTo>
                        <a:cubicBezTo>
                          <a:pt x="47631" y="98726"/>
                          <a:pt x="47661" y="98786"/>
                          <a:pt x="47722" y="98786"/>
                        </a:cubicBezTo>
                        <a:cubicBezTo>
                          <a:pt x="47874" y="98847"/>
                          <a:pt x="47995" y="98938"/>
                          <a:pt x="48056" y="99090"/>
                        </a:cubicBezTo>
                        <a:cubicBezTo>
                          <a:pt x="48087" y="99182"/>
                          <a:pt x="48178" y="99212"/>
                          <a:pt x="48269" y="99212"/>
                        </a:cubicBezTo>
                        <a:cubicBezTo>
                          <a:pt x="48360" y="99121"/>
                          <a:pt x="48391" y="98999"/>
                          <a:pt x="48512" y="98938"/>
                        </a:cubicBezTo>
                        <a:cubicBezTo>
                          <a:pt x="48573" y="98908"/>
                          <a:pt x="48634" y="98938"/>
                          <a:pt x="48634" y="98969"/>
                        </a:cubicBezTo>
                        <a:cubicBezTo>
                          <a:pt x="48634" y="98999"/>
                          <a:pt x="48634" y="99060"/>
                          <a:pt x="48634" y="99090"/>
                        </a:cubicBezTo>
                        <a:cubicBezTo>
                          <a:pt x="48634" y="99182"/>
                          <a:pt x="48603" y="99273"/>
                          <a:pt x="48695" y="99334"/>
                        </a:cubicBezTo>
                        <a:cubicBezTo>
                          <a:pt x="48786" y="99394"/>
                          <a:pt x="48847" y="99425"/>
                          <a:pt x="48938" y="99425"/>
                        </a:cubicBezTo>
                        <a:cubicBezTo>
                          <a:pt x="48999" y="99425"/>
                          <a:pt x="49090" y="99425"/>
                          <a:pt x="49151" y="99425"/>
                        </a:cubicBezTo>
                        <a:lnTo>
                          <a:pt x="49394" y="99425"/>
                        </a:lnTo>
                        <a:cubicBezTo>
                          <a:pt x="49546" y="99425"/>
                          <a:pt x="49546" y="99425"/>
                          <a:pt x="49515" y="99212"/>
                        </a:cubicBezTo>
                        <a:lnTo>
                          <a:pt x="49485" y="99212"/>
                        </a:lnTo>
                        <a:cubicBezTo>
                          <a:pt x="49485" y="99212"/>
                          <a:pt x="49485" y="99212"/>
                          <a:pt x="49485" y="99182"/>
                        </a:cubicBezTo>
                        <a:lnTo>
                          <a:pt x="49454" y="99182"/>
                        </a:lnTo>
                        <a:cubicBezTo>
                          <a:pt x="49454" y="99151"/>
                          <a:pt x="49485" y="99182"/>
                          <a:pt x="49485" y="99182"/>
                        </a:cubicBezTo>
                        <a:cubicBezTo>
                          <a:pt x="49485" y="99212"/>
                          <a:pt x="49485" y="99182"/>
                          <a:pt x="49515" y="99182"/>
                        </a:cubicBezTo>
                        <a:lnTo>
                          <a:pt x="49515" y="99182"/>
                        </a:lnTo>
                        <a:lnTo>
                          <a:pt x="49880" y="99090"/>
                        </a:lnTo>
                        <a:cubicBezTo>
                          <a:pt x="49971" y="99060"/>
                          <a:pt x="50062" y="98999"/>
                          <a:pt x="50062" y="98878"/>
                        </a:cubicBezTo>
                        <a:cubicBezTo>
                          <a:pt x="50062" y="98847"/>
                          <a:pt x="50093" y="98817"/>
                          <a:pt x="50154" y="98847"/>
                        </a:cubicBezTo>
                        <a:cubicBezTo>
                          <a:pt x="50214" y="98847"/>
                          <a:pt x="50366" y="98908"/>
                          <a:pt x="50427" y="98878"/>
                        </a:cubicBezTo>
                        <a:cubicBezTo>
                          <a:pt x="50579" y="98786"/>
                          <a:pt x="50701" y="98665"/>
                          <a:pt x="50853" y="98574"/>
                        </a:cubicBezTo>
                        <a:lnTo>
                          <a:pt x="50853" y="98513"/>
                        </a:lnTo>
                        <a:cubicBezTo>
                          <a:pt x="50792" y="98422"/>
                          <a:pt x="50670" y="98452"/>
                          <a:pt x="50610" y="98422"/>
                        </a:cubicBezTo>
                        <a:cubicBezTo>
                          <a:pt x="50306" y="98300"/>
                          <a:pt x="50032" y="98179"/>
                          <a:pt x="49728" y="98057"/>
                        </a:cubicBezTo>
                        <a:cubicBezTo>
                          <a:pt x="49698" y="98027"/>
                          <a:pt x="49667" y="97996"/>
                          <a:pt x="49637" y="97966"/>
                        </a:cubicBezTo>
                        <a:cubicBezTo>
                          <a:pt x="49515" y="97814"/>
                          <a:pt x="49333" y="97723"/>
                          <a:pt x="49211" y="97540"/>
                        </a:cubicBezTo>
                        <a:cubicBezTo>
                          <a:pt x="49120" y="97479"/>
                          <a:pt x="49090" y="97358"/>
                          <a:pt x="49059" y="97267"/>
                        </a:cubicBezTo>
                        <a:cubicBezTo>
                          <a:pt x="49059" y="96993"/>
                          <a:pt x="48816" y="96811"/>
                          <a:pt x="48573" y="96811"/>
                        </a:cubicBezTo>
                        <a:lnTo>
                          <a:pt x="48330" y="96811"/>
                        </a:lnTo>
                        <a:lnTo>
                          <a:pt x="48330" y="96841"/>
                        </a:lnTo>
                        <a:lnTo>
                          <a:pt x="48299" y="96841"/>
                        </a:lnTo>
                        <a:cubicBezTo>
                          <a:pt x="48299" y="96902"/>
                          <a:pt x="48299" y="96993"/>
                          <a:pt x="48239" y="96993"/>
                        </a:cubicBezTo>
                        <a:cubicBezTo>
                          <a:pt x="48026" y="97115"/>
                          <a:pt x="48026" y="97297"/>
                          <a:pt x="47995" y="97510"/>
                        </a:cubicBezTo>
                        <a:cubicBezTo>
                          <a:pt x="48026" y="97540"/>
                          <a:pt x="48026" y="97540"/>
                          <a:pt x="47995" y="97571"/>
                        </a:cubicBezTo>
                        <a:cubicBezTo>
                          <a:pt x="47995" y="97601"/>
                          <a:pt x="47995" y="97601"/>
                          <a:pt x="47965" y="97601"/>
                        </a:cubicBezTo>
                        <a:cubicBezTo>
                          <a:pt x="47935" y="97601"/>
                          <a:pt x="47935" y="97571"/>
                          <a:pt x="47935" y="97571"/>
                        </a:cubicBezTo>
                        <a:cubicBezTo>
                          <a:pt x="47904" y="97479"/>
                          <a:pt x="47904" y="97388"/>
                          <a:pt x="47935" y="97297"/>
                        </a:cubicBezTo>
                        <a:cubicBezTo>
                          <a:pt x="47935" y="97084"/>
                          <a:pt x="48087" y="96902"/>
                          <a:pt x="48299" y="96841"/>
                        </a:cubicBezTo>
                        <a:lnTo>
                          <a:pt x="48299" y="96811"/>
                        </a:lnTo>
                        <a:lnTo>
                          <a:pt x="48330" y="96811"/>
                        </a:lnTo>
                        <a:cubicBezTo>
                          <a:pt x="48391" y="96689"/>
                          <a:pt x="48451" y="96568"/>
                          <a:pt x="48603" y="96628"/>
                        </a:cubicBezTo>
                        <a:cubicBezTo>
                          <a:pt x="48634" y="96628"/>
                          <a:pt x="48664" y="96628"/>
                          <a:pt x="48695" y="96628"/>
                        </a:cubicBezTo>
                        <a:cubicBezTo>
                          <a:pt x="48725" y="96628"/>
                          <a:pt x="48755" y="96598"/>
                          <a:pt x="48786" y="96568"/>
                        </a:cubicBezTo>
                        <a:cubicBezTo>
                          <a:pt x="48816" y="96537"/>
                          <a:pt x="48816" y="96507"/>
                          <a:pt x="48786" y="96446"/>
                        </a:cubicBezTo>
                        <a:cubicBezTo>
                          <a:pt x="48695" y="96324"/>
                          <a:pt x="48573" y="96172"/>
                          <a:pt x="48482" y="96020"/>
                        </a:cubicBezTo>
                        <a:cubicBezTo>
                          <a:pt x="48421" y="95838"/>
                          <a:pt x="48360" y="95686"/>
                          <a:pt x="48330" y="95504"/>
                        </a:cubicBezTo>
                        <a:cubicBezTo>
                          <a:pt x="48269" y="95321"/>
                          <a:pt x="48299" y="95139"/>
                          <a:pt x="48451" y="94987"/>
                        </a:cubicBezTo>
                        <a:cubicBezTo>
                          <a:pt x="48512" y="94926"/>
                          <a:pt x="48573" y="94865"/>
                          <a:pt x="48634" y="94805"/>
                        </a:cubicBezTo>
                        <a:cubicBezTo>
                          <a:pt x="48816" y="94683"/>
                          <a:pt x="48907" y="94470"/>
                          <a:pt x="48877" y="94288"/>
                        </a:cubicBezTo>
                        <a:cubicBezTo>
                          <a:pt x="48847" y="94106"/>
                          <a:pt x="48938" y="93923"/>
                          <a:pt x="49059" y="93802"/>
                        </a:cubicBezTo>
                        <a:cubicBezTo>
                          <a:pt x="49211" y="93650"/>
                          <a:pt x="49333" y="93498"/>
                          <a:pt x="49454" y="93315"/>
                        </a:cubicBezTo>
                        <a:cubicBezTo>
                          <a:pt x="49515" y="93224"/>
                          <a:pt x="49546" y="93133"/>
                          <a:pt x="49515" y="93011"/>
                        </a:cubicBezTo>
                        <a:cubicBezTo>
                          <a:pt x="49515" y="92950"/>
                          <a:pt x="49515" y="92859"/>
                          <a:pt x="49485" y="92798"/>
                        </a:cubicBezTo>
                        <a:cubicBezTo>
                          <a:pt x="49454" y="92616"/>
                          <a:pt x="49394" y="92464"/>
                          <a:pt x="49151" y="92434"/>
                        </a:cubicBezTo>
                        <a:cubicBezTo>
                          <a:pt x="49029" y="92434"/>
                          <a:pt x="48938" y="92403"/>
                          <a:pt x="48847" y="92312"/>
                        </a:cubicBezTo>
                        <a:cubicBezTo>
                          <a:pt x="48755" y="92221"/>
                          <a:pt x="48634" y="92160"/>
                          <a:pt x="48543" y="92069"/>
                        </a:cubicBezTo>
                        <a:cubicBezTo>
                          <a:pt x="48330" y="91917"/>
                          <a:pt x="48299" y="91583"/>
                          <a:pt x="48482" y="91400"/>
                        </a:cubicBezTo>
                        <a:cubicBezTo>
                          <a:pt x="48543" y="91309"/>
                          <a:pt x="48634" y="91218"/>
                          <a:pt x="48725" y="91157"/>
                        </a:cubicBezTo>
                        <a:cubicBezTo>
                          <a:pt x="48847" y="91096"/>
                          <a:pt x="48999" y="91036"/>
                          <a:pt x="49151" y="90975"/>
                        </a:cubicBezTo>
                        <a:cubicBezTo>
                          <a:pt x="49181" y="90975"/>
                          <a:pt x="49242" y="90914"/>
                          <a:pt x="49242" y="90884"/>
                        </a:cubicBezTo>
                        <a:cubicBezTo>
                          <a:pt x="49272" y="90701"/>
                          <a:pt x="49424" y="90519"/>
                          <a:pt x="49333" y="90306"/>
                        </a:cubicBezTo>
                        <a:cubicBezTo>
                          <a:pt x="49333" y="90245"/>
                          <a:pt x="49303" y="90184"/>
                          <a:pt x="49303" y="90093"/>
                        </a:cubicBezTo>
                        <a:cubicBezTo>
                          <a:pt x="49272" y="89911"/>
                          <a:pt x="49333" y="89729"/>
                          <a:pt x="49485" y="89607"/>
                        </a:cubicBezTo>
                        <a:cubicBezTo>
                          <a:pt x="49546" y="89516"/>
                          <a:pt x="49637" y="89425"/>
                          <a:pt x="49698" y="89333"/>
                        </a:cubicBezTo>
                        <a:lnTo>
                          <a:pt x="49698" y="89333"/>
                        </a:lnTo>
                        <a:lnTo>
                          <a:pt x="49698" y="89303"/>
                        </a:lnTo>
                        <a:cubicBezTo>
                          <a:pt x="49667" y="89303"/>
                          <a:pt x="49606" y="89303"/>
                          <a:pt x="49546" y="89273"/>
                        </a:cubicBezTo>
                        <a:cubicBezTo>
                          <a:pt x="49515" y="89273"/>
                          <a:pt x="49515" y="89212"/>
                          <a:pt x="49546" y="89181"/>
                        </a:cubicBezTo>
                        <a:cubicBezTo>
                          <a:pt x="49576" y="89151"/>
                          <a:pt x="49606" y="89151"/>
                          <a:pt x="49606" y="89181"/>
                        </a:cubicBezTo>
                        <a:cubicBezTo>
                          <a:pt x="49606" y="89181"/>
                          <a:pt x="49667" y="89273"/>
                          <a:pt x="49698" y="89303"/>
                        </a:cubicBezTo>
                        <a:lnTo>
                          <a:pt x="49728" y="89303"/>
                        </a:lnTo>
                        <a:lnTo>
                          <a:pt x="49728" y="89333"/>
                        </a:lnTo>
                        <a:cubicBezTo>
                          <a:pt x="49789" y="89333"/>
                          <a:pt x="49819" y="89333"/>
                          <a:pt x="49850" y="89333"/>
                        </a:cubicBezTo>
                        <a:cubicBezTo>
                          <a:pt x="50032" y="89333"/>
                          <a:pt x="50123" y="89212"/>
                          <a:pt x="50093" y="89060"/>
                        </a:cubicBezTo>
                        <a:cubicBezTo>
                          <a:pt x="50093" y="88969"/>
                          <a:pt x="50062" y="88847"/>
                          <a:pt x="50032" y="88756"/>
                        </a:cubicBezTo>
                        <a:cubicBezTo>
                          <a:pt x="50002" y="88695"/>
                          <a:pt x="49910" y="88665"/>
                          <a:pt x="49850" y="88665"/>
                        </a:cubicBezTo>
                        <a:lnTo>
                          <a:pt x="49728" y="88756"/>
                        </a:lnTo>
                        <a:cubicBezTo>
                          <a:pt x="49546" y="88847"/>
                          <a:pt x="49303" y="88725"/>
                          <a:pt x="49242" y="88513"/>
                        </a:cubicBezTo>
                        <a:cubicBezTo>
                          <a:pt x="49211" y="88391"/>
                          <a:pt x="49211" y="88239"/>
                          <a:pt x="49181" y="88118"/>
                        </a:cubicBezTo>
                        <a:cubicBezTo>
                          <a:pt x="49181" y="88087"/>
                          <a:pt x="49151" y="88026"/>
                          <a:pt x="49120" y="87996"/>
                        </a:cubicBezTo>
                        <a:cubicBezTo>
                          <a:pt x="49120" y="87966"/>
                          <a:pt x="49242" y="87814"/>
                          <a:pt x="49303" y="87844"/>
                        </a:cubicBezTo>
                        <a:cubicBezTo>
                          <a:pt x="49454" y="87905"/>
                          <a:pt x="49576" y="87935"/>
                          <a:pt x="49698" y="87996"/>
                        </a:cubicBezTo>
                        <a:cubicBezTo>
                          <a:pt x="49850" y="88087"/>
                          <a:pt x="50032" y="88148"/>
                          <a:pt x="50214" y="88087"/>
                        </a:cubicBezTo>
                        <a:cubicBezTo>
                          <a:pt x="50427" y="88057"/>
                          <a:pt x="50610" y="87905"/>
                          <a:pt x="50640" y="87692"/>
                        </a:cubicBezTo>
                        <a:cubicBezTo>
                          <a:pt x="50640" y="87570"/>
                          <a:pt x="50579" y="87418"/>
                          <a:pt x="50579" y="87297"/>
                        </a:cubicBezTo>
                        <a:cubicBezTo>
                          <a:pt x="50579" y="87145"/>
                          <a:pt x="50640" y="86993"/>
                          <a:pt x="50640" y="86811"/>
                        </a:cubicBezTo>
                        <a:cubicBezTo>
                          <a:pt x="50640" y="86811"/>
                          <a:pt x="50640" y="86780"/>
                          <a:pt x="50640" y="86750"/>
                        </a:cubicBezTo>
                        <a:cubicBezTo>
                          <a:pt x="50610" y="86750"/>
                          <a:pt x="50610" y="86659"/>
                          <a:pt x="50579" y="86628"/>
                        </a:cubicBezTo>
                        <a:cubicBezTo>
                          <a:pt x="50579" y="86476"/>
                          <a:pt x="50640" y="86385"/>
                          <a:pt x="50762" y="86415"/>
                        </a:cubicBezTo>
                        <a:cubicBezTo>
                          <a:pt x="51248" y="86537"/>
                          <a:pt x="51765" y="86507"/>
                          <a:pt x="52251" y="86294"/>
                        </a:cubicBezTo>
                        <a:cubicBezTo>
                          <a:pt x="52372" y="86263"/>
                          <a:pt x="52494" y="86203"/>
                          <a:pt x="52616" y="86172"/>
                        </a:cubicBezTo>
                        <a:cubicBezTo>
                          <a:pt x="52828" y="86111"/>
                          <a:pt x="53011" y="85929"/>
                          <a:pt x="53072" y="85686"/>
                        </a:cubicBezTo>
                        <a:cubicBezTo>
                          <a:pt x="53102" y="85534"/>
                          <a:pt x="53193" y="85412"/>
                          <a:pt x="53254" y="85260"/>
                        </a:cubicBezTo>
                        <a:cubicBezTo>
                          <a:pt x="53284" y="85169"/>
                          <a:pt x="53315" y="85078"/>
                          <a:pt x="53345" y="84987"/>
                        </a:cubicBezTo>
                        <a:cubicBezTo>
                          <a:pt x="53345" y="84896"/>
                          <a:pt x="53315" y="84774"/>
                          <a:pt x="53193" y="84713"/>
                        </a:cubicBezTo>
                        <a:cubicBezTo>
                          <a:pt x="53132" y="84683"/>
                          <a:pt x="53072" y="84652"/>
                          <a:pt x="53011" y="84622"/>
                        </a:cubicBezTo>
                        <a:cubicBezTo>
                          <a:pt x="52950" y="84592"/>
                          <a:pt x="52920" y="84501"/>
                          <a:pt x="52950" y="84440"/>
                        </a:cubicBezTo>
                        <a:cubicBezTo>
                          <a:pt x="52950" y="84379"/>
                          <a:pt x="52950" y="84318"/>
                          <a:pt x="52980" y="84227"/>
                        </a:cubicBezTo>
                        <a:cubicBezTo>
                          <a:pt x="53041" y="84075"/>
                          <a:pt x="52980" y="83923"/>
                          <a:pt x="52859" y="83832"/>
                        </a:cubicBezTo>
                        <a:cubicBezTo>
                          <a:pt x="52707" y="83680"/>
                          <a:pt x="52524" y="83619"/>
                          <a:pt x="52372" y="83467"/>
                        </a:cubicBezTo>
                        <a:lnTo>
                          <a:pt x="52342" y="83467"/>
                        </a:lnTo>
                        <a:cubicBezTo>
                          <a:pt x="52342" y="83467"/>
                          <a:pt x="52342" y="83437"/>
                          <a:pt x="52342" y="83437"/>
                        </a:cubicBezTo>
                        <a:lnTo>
                          <a:pt x="52312" y="83406"/>
                        </a:lnTo>
                        <a:cubicBezTo>
                          <a:pt x="52342" y="83406"/>
                          <a:pt x="52342" y="83406"/>
                          <a:pt x="52342" y="83406"/>
                        </a:cubicBezTo>
                        <a:lnTo>
                          <a:pt x="52342" y="83406"/>
                        </a:lnTo>
                        <a:lnTo>
                          <a:pt x="52372" y="83437"/>
                        </a:lnTo>
                        <a:lnTo>
                          <a:pt x="52372" y="83437"/>
                        </a:lnTo>
                        <a:cubicBezTo>
                          <a:pt x="52707" y="83437"/>
                          <a:pt x="53011" y="83528"/>
                          <a:pt x="53315" y="83649"/>
                        </a:cubicBezTo>
                        <a:cubicBezTo>
                          <a:pt x="53376" y="83680"/>
                          <a:pt x="53436" y="83710"/>
                          <a:pt x="53528" y="83710"/>
                        </a:cubicBezTo>
                        <a:lnTo>
                          <a:pt x="53923" y="83710"/>
                        </a:lnTo>
                        <a:cubicBezTo>
                          <a:pt x="54196" y="83680"/>
                          <a:pt x="54439" y="83558"/>
                          <a:pt x="54591" y="83345"/>
                        </a:cubicBezTo>
                        <a:cubicBezTo>
                          <a:pt x="54652" y="83163"/>
                          <a:pt x="54774" y="83011"/>
                          <a:pt x="54895" y="82859"/>
                        </a:cubicBezTo>
                        <a:cubicBezTo>
                          <a:pt x="55047" y="82738"/>
                          <a:pt x="55138" y="82555"/>
                          <a:pt x="55199" y="82342"/>
                        </a:cubicBezTo>
                        <a:cubicBezTo>
                          <a:pt x="55260" y="82130"/>
                          <a:pt x="55290" y="81917"/>
                          <a:pt x="55351" y="81704"/>
                        </a:cubicBezTo>
                        <a:lnTo>
                          <a:pt x="55351" y="81704"/>
                        </a:lnTo>
                        <a:lnTo>
                          <a:pt x="55351" y="81674"/>
                        </a:lnTo>
                        <a:lnTo>
                          <a:pt x="55351" y="81674"/>
                        </a:lnTo>
                        <a:cubicBezTo>
                          <a:pt x="55321" y="81491"/>
                          <a:pt x="55321" y="81400"/>
                          <a:pt x="55473" y="81309"/>
                        </a:cubicBezTo>
                        <a:cubicBezTo>
                          <a:pt x="55534" y="81279"/>
                          <a:pt x="55594" y="81279"/>
                          <a:pt x="55625" y="81279"/>
                        </a:cubicBezTo>
                        <a:cubicBezTo>
                          <a:pt x="55655" y="81096"/>
                          <a:pt x="55746" y="80944"/>
                          <a:pt x="55838" y="80792"/>
                        </a:cubicBezTo>
                        <a:cubicBezTo>
                          <a:pt x="55868" y="80762"/>
                          <a:pt x="55898" y="80731"/>
                          <a:pt x="55929" y="80731"/>
                        </a:cubicBezTo>
                        <a:cubicBezTo>
                          <a:pt x="55959" y="80731"/>
                          <a:pt x="55990" y="80762"/>
                          <a:pt x="56020" y="80823"/>
                        </a:cubicBezTo>
                        <a:cubicBezTo>
                          <a:pt x="56020" y="80883"/>
                          <a:pt x="56050" y="80944"/>
                          <a:pt x="56050" y="81005"/>
                        </a:cubicBezTo>
                        <a:cubicBezTo>
                          <a:pt x="56172" y="80975"/>
                          <a:pt x="56263" y="80883"/>
                          <a:pt x="56294" y="80792"/>
                        </a:cubicBezTo>
                        <a:cubicBezTo>
                          <a:pt x="56476" y="80336"/>
                          <a:pt x="56689" y="79911"/>
                          <a:pt x="56962" y="79516"/>
                        </a:cubicBezTo>
                        <a:cubicBezTo>
                          <a:pt x="57175" y="79272"/>
                          <a:pt x="57236" y="78908"/>
                          <a:pt x="57084" y="78634"/>
                        </a:cubicBezTo>
                        <a:cubicBezTo>
                          <a:pt x="57053" y="78573"/>
                          <a:pt x="57053" y="78543"/>
                          <a:pt x="57053" y="78482"/>
                        </a:cubicBezTo>
                        <a:cubicBezTo>
                          <a:pt x="56962" y="78117"/>
                          <a:pt x="57084" y="77692"/>
                          <a:pt x="57388" y="77449"/>
                        </a:cubicBezTo>
                        <a:cubicBezTo>
                          <a:pt x="57540" y="77327"/>
                          <a:pt x="57661" y="77206"/>
                          <a:pt x="57783" y="77084"/>
                        </a:cubicBezTo>
                        <a:cubicBezTo>
                          <a:pt x="57996" y="76871"/>
                          <a:pt x="58239" y="76689"/>
                          <a:pt x="58543" y="76628"/>
                        </a:cubicBezTo>
                        <a:cubicBezTo>
                          <a:pt x="58695" y="76567"/>
                          <a:pt x="58816" y="76506"/>
                          <a:pt x="58938" y="76385"/>
                        </a:cubicBezTo>
                        <a:cubicBezTo>
                          <a:pt x="59029" y="76294"/>
                          <a:pt x="59151" y="76233"/>
                          <a:pt x="59212" y="76081"/>
                        </a:cubicBezTo>
                        <a:cubicBezTo>
                          <a:pt x="59212" y="76051"/>
                          <a:pt x="59272" y="76020"/>
                          <a:pt x="59303" y="76020"/>
                        </a:cubicBezTo>
                        <a:cubicBezTo>
                          <a:pt x="59424" y="76051"/>
                          <a:pt x="59576" y="76051"/>
                          <a:pt x="59698" y="76020"/>
                        </a:cubicBezTo>
                        <a:cubicBezTo>
                          <a:pt x="59850" y="76020"/>
                          <a:pt x="59971" y="76020"/>
                          <a:pt x="60123" y="76020"/>
                        </a:cubicBezTo>
                        <a:cubicBezTo>
                          <a:pt x="60367" y="76051"/>
                          <a:pt x="60610" y="75959"/>
                          <a:pt x="60762" y="75747"/>
                        </a:cubicBezTo>
                        <a:cubicBezTo>
                          <a:pt x="60853" y="75655"/>
                          <a:pt x="61005" y="75625"/>
                          <a:pt x="61126" y="75534"/>
                        </a:cubicBezTo>
                        <a:cubicBezTo>
                          <a:pt x="61187" y="75473"/>
                          <a:pt x="61218" y="75382"/>
                          <a:pt x="61218" y="75291"/>
                        </a:cubicBezTo>
                        <a:cubicBezTo>
                          <a:pt x="61187" y="75169"/>
                          <a:pt x="61187" y="75047"/>
                          <a:pt x="61248" y="74956"/>
                        </a:cubicBezTo>
                        <a:cubicBezTo>
                          <a:pt x="61400" y="74744"/>
                          <a:pt x="61522" y="74470"/>
                          <a:pt x="61674" y="74257"/>
                        </a:cubicBezTo>
                        <a:cubicBezTo>
                          <a:pt x="61795" y="74075"/>
                          <a:pt x="61826" y="73892"/>
                          <a:pt x="61826" y="73680"/>
                        </a:cubicBezTo>
                        <a:cubicBezTo>
                          <a:pt x="61765" y="73528"/>
                          <a:pt x="61795" y="73345"/>
                          <a:pt x="61886" y="73224"/>
                        </a:cubicBezTo>
                        <a:cubicBezTo>
                          <a:pt x="62038" y="72950"/>
                          <a:pt x="62130" y="72677"/>
                          <a:pt x="62130" y="72373"/>
                        </a:cubicBezTo>
                        <a:cubicBezTo>
                          <a:pt x="62130" y="72008"/>
                          <a:pt x="62130" y="71643"/>
                          <a:pt x="62130" y="71278"/>
                        </a:cubicBezTo>
                        <a:lnTo>
                          <a:pt x="62130" y="70519"/>
                        </a:lnTo>
                        <a:cubicBezTo>
                          <a:pt x="62130" y="70397"/>
                          <a:pt x="62190" y="70306"/>
                          <a:pt x="62281" y="70245"/>
                        </a:cubicBezTo>
                        <a:cubicBezTo>
                          <a:pt x="62585" y="70093"/>
                          <a:pt x="62798" y="69850"/>
                          <a:pt x="62889" y="69546"/>
                        </a:cubicBezTo>
                        <a:cubicBezTo>
                          <a:pt x="62920" y="69485"/>
                          <a:pt x="62950" y="69424"/>
                          <a:pt x="62981" y="69364"/>
                        </a:cubicBezTo>
                        <a:cubicBezTo>
                          <a:pt x="63072" y="69151"/>
                          <a:pt x="63193" y="68999"/>
                          <a:pt x="63376" y="68877"/>
                        </a:cubicBezTo>
                        <a:cubicBezTo>
                          <a:pt x="63558" y="68695"/>
                          <a:pt x="63740" y="68512"/>
                          <a:pt x="63892" y="68330"/>
                        </a:cubicBezTo>
                        <a:cubicBezTo>
                          <a:pt x="64075" y="68148"/>
                          <a:pt x="64196" y="67935"/>
                          <a:pt x="64318" y="67722"/>
                        </a:cubicBezTo>
                        <a:cubicBezTo>
                          <a:pt x="64409" y="67418"/>
                          <a:pt x="64440" y="67084"/>
                          <a:pt x="64409" y="66780"/>
                        </a:cubicBezTo>
                        <a:cubicBezTo>
                          <a:pt x="64288" y="66506"/>
                          <a:pt x="64166" y="66202"/>
                          <a:pt x="64044" y="65898"/>
                        </a:cubicBezTo>
                        <a:close/>
                        <a:moveTo>
                          <a:pt x="46506" y="97631"/>
                        </a:moveTo>
                        <a:lnTo>
                          <a:pt x="46506" y="97601"/>
                        </a:lnTo>
                        <a:lnTo>
                          <a:pt x="46537" y="97601"/>
                        </a:lnTo>
                        <a:lnTo>
                          <a:pt x="46537" y="976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" name="Google Shape;517;p21">
                    <a:extLst>
                      <a:ext uri="{FF2B5EF4-FFF2-40B4-BE49-F238E27FC236}">
                        <a16:creationId xmlns:a16="http://schemas.microsoft.com/office/drawing/2014/main" id="{7C7B55B2-4EBF-9328-F23A-4DE48D8FAE67}"/>
                      </a:ext>
                    </a:extLst>
                  </p:cNvPr>
                  <p:cNvSpPr/>
                  <p:nvPr/>
                </p:nvSpPr>
                <p:spPr>
                  <a:xfrm>
                    <a:off x="2625350" y="3155775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1" y="31"/>
                        </a:lnTo>
                        <a:lnTo>
                          <a:pt x="1" y="31"/>
                        </a:lnTo>
                        <a:cubicBezTo>
                          <a:pt x="1" y="31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" name="Google Shape;518;p21">
                    <a:extLst>
                      <a:ext uri="{FF2B5EF4-FFF2-40B4-BE49-F238E27FC236}">
                        <a16:creationId xmlns:a16="http://schemas.microsoft.com/office/drawing/2014/main" id="{894A969B-A631-BC5D-ECE5-4FD0F1D4F897}"/>
                      </a:ext>
                    </a:extLst>
                  </p:cNvPr>
                  <p:cNvSpPr/>
                  <p:nvPr/>
                </p:nvSpPr>
                <p:spPr>
                  <a:xfrm>
                    <a:off x="3648175" y="28039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0"/>
                        </a:move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" name="Google Shape;519;p21">
                    <a:extLst>
                      <a:ext uri="{FF2B5EF4-FFF2-40B4-BE49-F238E27FC236}">
                        <a16:creationId xmlns:a16="http://schemas.microsoft.com/office/drawing/2014/main" id="{CD8EAB32-B640-0F8B-E9C4-03A2FBA9C512}"/>
                      </a:ext>
                    </a:extLst>
                  </p:cNvPr>
                  <p:cNvSpPr/>
                  <p:nvPr/>
                </p:nvSpPr>
                <p:spPr>
                  <a:xfrm>
                    <a:off x="3548625" y="2264425"/>
                    <a:ext cx="591975" cy="760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679" h="30427" extrusionOk="0">
                        <a:moveTo>
                          <a:pt x="17752" y="21186"/>
                        </a:moveTo>
                        <a:cubicBezTo>
                          <a:pt x="17782" y="21156"/>
                          <a:pt x="17782" y="21095"/>
                          <a:pt x="17782" y="21034"/>
                        </a:cubicBezTo>
                        <a:cubicBezTo>
                          <a:pt x="17782" y="21004"/>
                          <a:pt x="17752" y="21004"/>
                          <a:pt x="17721" y="21004"/>
                        </a:cubicBezTo>
                        <a:cubicBezTo>
                          <a:pt x="17478" y="20913"/>
                          <a:pt x="17174" y="20973"/>
                          <a:pt x="16931" y="20821"/>
                        </a:cubicBezTo>
                        <a:cubicBezTo>
                          <a:pt x="16749" y="20700"/>
                          <a:pt x="16536" y="20700"/>
                          <a:pt x="16353" y="20791"/>
                        </a:cubicBezTo>
                        <a:lnTo>
                          <a:pt x="16232" y="20791"/>
                        </a:lnTo>
                        <a:cubicBezTo>
                          <a:pt x="16171" y="20791"/>
                          <a:pt x="16201" y="20761"/>
                          <a:pt x="16171" y="20730"/>
                        </a:cubicBezTo>
                        <a:cubicBezTo>
                          <a:pt x="16171" y="20700"/>
                          <a:pt x="16141" y="20639"/>
                          <a:pt x="16171" y="20609"/>
                        </a:cubicBezTo>
                        <a:cubicBezTo>
                          <a:pt x="16293" y="20578"/>
                          <a:pt x="16384" y="20548"/>
                          <a:pt x="16505" y="20517"/>
                        </a:cubicBezTo>
                        <a:cubicBezTo>
                          <a:pt x="16627" y="20457"/>
                          <a:pt x="16718" y="20335"/>
                          <a:pt x="16688" y="20183"/>
                        </a:cubicBezTo>
                        <a:cubicBezTo>
                          <a:pt x="16688" y="20062"/>
                          <a:pt x="16657" y="19910"/>
                          <a:pt x="16627" y="19818"/>
                        </a:cubicBezTo>
                        <a:cubicBezTo>
                          <a:pt x="16627" y="19758"/>
                          <a:pt x="16718" y="19666"/>
                          <a:pt x="16779" y="19666"/>
                        </a:cubicBezTo>
                        <a:cubicBezTo>
                          <a:pt x="16809" y="19697"/>
                          <a:pt x="16840" y="19697"/>
                          <a:pt x="16870" y="19758"/>
                        </a:cubicBezTo>
                        <a:cubicBezTo>
                          <a:pt x="16961" y="20001"/>
                          <a:pt x="17053" y="20274"/>
                          <a:pt x="17205" y="20517"/>
                        </a:cubicBezTo>
                        <a:cubicBezTo>
                          <a:pt x="17296" y="20669"/>
                          <a:pt x="17478" y="20761"/>
                          <a:pt x="17660" y="20761"/>
                        </a:cubicBezTo>
                        <a:cubicBezTo>
                          <a:pt x="17752" y="20730"/>
                          <a:pt x="17843" y="20730"/>
                          <a:pt x="17934" y="20761"/>
                        </a:cubicBezTo>
                        <a:cubicBezTo>
                          <a:pt x="18177" y="20761"/>
                          <a:pt x="18208" y="20761"/>
                          <a:pt x="18238" y="20517"/>
                        </a:cubicBezTo>
                        <a:cubicBezTo>
                          <a:pt x="18238" y="20274"/>
                          <a:pt x="18238" y="20092"/>
                          <a:pt x="18238" y="19910"/>
                        </a:cubicBezTo>
                        <a:cubicBezTo>
                          <a:pt x="18268" y="19697"/>
                          <a:pt x="18056" y="19514"/>
                          <a:pt x="18147" y="19302"/>
                        </a:cubicBezTo>
                        <a:cubicBezTo>
                          <a:pt x="18147" y="19271"/>
                          <a:pt x="18086" y="19210"/>
                          <a:pt x="18056" y="19150"/>
                        </a:cubicBezTo>
                        <a:cubicBezTo>
                          <a:pt x="17934" y="18876"/>
                          <a:pt x="17752" y="18663"/>
                          <a:pt x="17539" y="18511"/>
                        </a:cubicBezTo>
                        <a:cubicBezTo>
                          <a:pt x="17417" y="18451"/>
                          <a:pt x="17356" y="18390"/>
                          <a:pt x="17265" y="18299"/>
                        </a:cubicBezTo>
                        <a:cubicBezTo>
                          <a:pt x="17205" y="18268"/>
                          <a:pt x="17174" y="18207"/>
                          <a:pt x="17144" y="18147"/>
                        </a:cubicBezTo>
                        <a:cubicBezTo>
                          <a:pt x="17113" y="17995"/>
                          <a:pt x="17083" y="17843"/>
                          <a:pt x="17083" y="17691"/>
                        </a:cubicBezTo>
                        <a:cubicBezTo>
                          <a:pt x="17083" y="17630"/>
                          <a:pt x="17113" y="17599"/>
                          <a:pt x="17144" y="17569"/>
                        </a:cubicBezTo>
                        <a:cubicBezTo>
                          <a:pt x="17174" y="17569"/>
                          <a:pt x="17235" y="17569"/>
                          <a:pt x="17265" y="17599"/>
                        </a:cubicBezTo>
                        <a:cubicBezTo>
                          <a:pt x="17296" y="17630"/>
                          <a:pt x="17296" y="17721"/>
                          <a:pt x="17296" y="17782"/>
                        </a:cubicBezTo>
                        <a:cubicBezTo>
                          <a:pt x="17296" y="17995"/>
                          <a:pt x="17417" y="18238"/>
                          <a:pt x="17630" y="18359"/>
                        </a:cubicBezTo>
                        <a:cubicBezTo>
                          <a:pt x="17752" y="18420"/>
                          <a:pt x="17843" y="18572"/>
                          <a:pt x="17995" y="18603"/>
                        </a:cubicBezTo>
                        <a:cubicBezTo>
                          <a:pt x="18056" y="18603"/>
                          <a:pt x="18147" y="18603"/>
                          <a:pt x="18177" y="18542"/>
                        </a:cubicBezTo>
                        <a:cubicBezTo>
                          <a:pt x="18147" y="18420"/>
                          <a:pt x="18177" y="18299"/>
                          <a:pt x="18268" y="18207"/>
                        </a:cubicBezTo>
                        <a:cubicBezTo>
                          <a:pt x="18208" y="18086"/>
                          <a:pt x="18299" y="18025"/>
                          <a:pt x="18360" y="17903"/>
                        </a:cubicBezTo>
                        <a:cubicBezTo>
                          <a:pt x="18390" y="17843"/>
                          <a:pt x="18360" y="17721"/>
                          <a:pt x="18299" y="17660"/>
                        </a:cubicBezTo>
                        <a:cubicBezTo>
                          <a:pt x="18147" y="17569"/>
                          <a:pt x="17995" y="17478"/>
                          <a:pt x="17843" y="17356"/>
                        </a:cubicBezTo>
                        <a:cubicBezTo>
                          <a:pt x="17812" y="17296"/>
                          <a:pt x="17812" y="17265"/>
                          <a:pt x="17812" y="17204"/>
                        </a:cubicBezTo>
                        <a:lnTo>
                          <a:pt x="17782" y="17204"/>
                        </a:lnTo>
                        <a:lnTo>
                          <a:pt x="17752" y="17204"/>
                        </a:lnTo>
                        <a:cubicBezTo>
                          <a:pt x="17630" y="17174"/>
                          <a:pt x="17478" y="17113"/>
                          <a:pt x="17387" y="17022"/>
                        </a:cubicBezTo>
                        <a:lnTo>
                          <a:pt x="17387" y="16961"/>
                        </a:lnTo>
                        <a:cubicBezTo>
                          <a:pt x="17387" y="16961"/>
                          <a:pt x="17417" y="16961"/>
                          <a:pt x="17448" y="16931"/>
                        </a:cubicBezTo>
                        <a:cubicBezTo>
                          <a:pt x="17478" y="16931"/>
                          <a:pt x="17539" y="16931"/>
                          <a:pt x="17569" y="16961"/>
                        </a:cubicBezTo>
                        <a:cubicBezTo>
                          <a:pt x="17600" y="16992"/>
                          <a:pt x="17691" y="17113"/>
                          <a:pt x="17752" y="17204"/>
                        </a:cubicBezTo>
                        <a:lnTo>
                          <a:pt x="17843" y="17204"/>
                        </a:lnTo>
                        <a:lnTo>
                          <a:pt x="17843" y="17235"/>
                        </a:lnTo>
                        <a:cubicBezTo>
                          <a:pt x="17843" y="17235"/>
                          <a:pt x="17934" y="17265"/>
                          <a:pt x="17995" y="17296"/>
                        </a:cubicBezTo>
                        <a:cubicBezTo>
                          <a:pt x="18116" y="17387"/>
                          <a:pt x="18299" y="17387"/>
                          <a:pt x="18451" y="17296"/>
                        </a:cubicBezTo>
                        <a:cubicBezTo>
                          <a:pt x="18603" y="17204"/>
                          <a:pt x="18755" y="17144"/>
                          <a:pt x="18937" y="17144"/>
                        </a:cubicBezTo>
                        <a:cubicBezTo>
                          <a:pt x="18998" y="17113"/>
                          <a:pt x="19059" y="17052"/>
                          <a:pt x="19089" y="16992"/>
                        </a:cubicBezTo>
                        <a:cubicBezTo>
                          <a:pt x="19119" y="16931"/>
                          <a:pt x="19150" y="16840"/>
                          <a:pt x="19180" y="16748"/>
                        </a:cubicBezTo>
                        <a:cubicBezTo>
                          <a:pt x="19211" y="16657"/>
                          <a:pt x="19150" y="16566"/>
                          <a:pt x="19059" y="16536"/>
                        </a:cubicBezTo>
                        <a:cubicBezTo>
                          <a:pt x="18876" y="16475"/>
                          <a:pt x="18724" y="16414"/>
                          <a:pt x="18572" y="16323"/>
                        </a:cubicBezTo>
                        <a:cubicBezTo>
                          <a:pt x="18572" y="16292"/>
                          <a:pt x="18572" y="16262"/>
                          <a:pt x="18572" y="16232"/>
                        </a:cubicBezTo>
                        <a:cubicBezTo>
                          <a:pt x="18572" y="16201"/>
                          <a:pt x="18633" y="16171"/>
                          <a:pt x="18694" y="16201"/>
                        </a:cubicBezTo>
                        <a:cubicBezTo>
                          <a:pt x="18876" y="16323"/>
                          <a:pt x="19089" y="16384"/>
                          <a:pt x="19302" y="16201"/>
                        </a:cubicBezTo>
                        <a:cubicBezTo>
                          <a:pt x="19332" y="16171"/>
                          <a:pt x="19423" y="16201"/>
                          <a:pt x="19515" y="16171"/>
                        </a:cubicBezTo>
                        <a:cubicBezTo>
                          <a:pt x="19727" y="16140"/>
                          <a:pt x="19849" y="15837"/>
                          <a:pt x="19697" y="15654"/>
                        </a:cubicBezTo>
                        <a:cubicBezTo>
                          <a:pt x="19575" y="15563"/>
                          <a:pt x="19515" y="15441"/>
                          <a:pt x="19484" y="15320"/>
                        </a:cubicBezTo>
                        <a:cubicBezTo>
                          <a:pt x="19484" y="15259"/>
                          <a:pt x="19423" y="15198"/>
                          <a:pt x="19393" y="15168"/>
                        </a:cubicBezTo>
                        <a:cubicBezTo>
                          <a:pt x="19332" y="15137"/>
                          <a:pt x="19302" y="15107"/>
                          <a:pt x="19332" y="15046"/>
                        </a:cubicBezTo>
                        <a:cubicBezTo>
                          <a:pt x="19363" y="14985"/>
                          <a:pt x="19393" y="14985"/>
                          <a:pt x="19454" y="15016"/>
                        </a:cubicBezTo>
                        <a:cubicBezTo>
                          <a:pt x="19515" y="15016"/>
                          <a:pt x="19575" y="15016"/>
                          <a:pt x="19636" y="15016"/>
                        </a:cubicBezTo>
                        <a:cubicBezTo>
                          <a:pt x="19727" y="14955"/>
                          <a:pt x="19758" y="14864"/>
                          <a:pt x="19758" y="14773"/>
                        </a:cubicBezTo>
                        <a:cubicBezTo>
                          <a:pt x="19758" y="14621"/>
                          <a:pt x="19819" y="14469"/>
                          <a:pt x="19819" y="14317"/>
                        </a:cubicBezTo>
                        <a:cubicBezTo>
                          <a:pt x="19819" y="14195"/>
                          <a:pt x="19758" y="14074"/>
                          <a:pt x="19697" y="14013"/>
                        </a:cubicBezTo>
                        <a:cubicBezTo>
                          <a:pt x="19545" y="13891"/>
                          <a:pt x="19667" y="13830"/>
                          <a:pt x="19727" y="13739"/>
                        </a:cubicBezTo>
                        <a:cubicBezTo>
                          <a:pt x="19758" y="13678"/>
                          <a:pt x="19758" y="13618"/>
                          <a:pt x="19697" y="13557"/>
                        </a:cubicBezTo>
                        <a:cubicBezTo>
                          <a:pt x="19575" y="13496"/>
                          <a:pt x="19423" y="13526"/>
                          <a:pt x="19332" y="13405"/>
                        </a:cubicBezTo>
                        <a:cubicBezTo>
                          <a:pt x="19302" y="13405"/>
                          <a:pt x="19271" y="13405"/>
                          <a:pt x="19241" y="13374"/>
                        </a:cubicBezTo>
                        <a:cubicBezTo>
                          <a:pt x="19150" y="13344"/>
                          <a:pt x="19089" y="13283"/>
                          <a:pt x="19089" y="13192"/>
                        </a:cubicBezTo>
                        <a:cubicBezTo>
                          <a:pt x="19089" y="13101"/>
                          <a:pt x="19119" y="13040"/>
                          <a:pt x="19180" y="12979"/>
                        </a:cubicBezTo>
                        <a:lnTo>
                          <a:pt x="19332" y="13131"/>
                        </a:lnTo>
                        <a:lnTo>
                          <a:pt x="19332" y="13131"/>
                        </a:lnTo>
                        <a:lnTo>
                          <a:pt x="19332" y="13101"/>
                        </a:lnTo>
                        <a:lnTo>
                          <a:pt x="19211" y="12949"/>
                        </a:lnTo>
                        <a:lnTo>
                          <a:pt x="19180" y="12949"/>
                        </a:lnTo>
                        <a:lnTo>
                          <a:pt x="19515" y="12615"/>
                        </a:lnTo>
                        <a:cubicBezTo>
                          <a:pt x="19606" y="12584"/>
                          <a:pt x="19697" y="12584"/>
                          <a:pt x="19788" y="12615"/>
                        </a:cubicBezTo>
                        <a:cubicBezTo>
                          <a:pt x="19788" y="12615"/>
                          <a:pt x="19819" y="12645"/>
                          <a:pt x="19819" y="12645"/>
                        </a:cubicBezTo>
                        <a:cubicBezTo>
                          <a:pt x="19971" y="12797"/>
                          <a:pt x="20153" y="12919"/>
                          <a:pt x="20092" y="13162"/>
                        </a:cubicBezTo>
                        <a:cubicBezTo>
                          <a:pt x="20092" y="13374"/>
                          <a:pt x="20123" y="13557"/>
                          <a:pt x="20183" y="13770"/>
                        </a:cubicBezTo>
                        <a:lnTo>
                          <a:pt x="20244" y="13770"/>
                        </a:lnTo>
                        <a:cubicBezTo>
                          <a:pt x="20274" y="13678"/>
                          <a:pt x="20274" y="13618"/>
                          <a:pt x="20274" y="13557"/>
                        </a:cubicBezTo>
                        <a:cubicBezTo>
                          <a:pt x="20244" y="13314"/>
                          <a:pt x="20305" y="13071"/>
                          <a:pt x="20426" y="12858"/>
                        </a:cubicBezTo>
                        <a:cubicBezTo>
                          <a:pt x="20548" y="12675"/>
                          <a:pt x="20578" y="12463"/>
                          <a:pt x="20578" y="12250"/>
                        </a:cubicBezTo>
                        <a:cubicBezTo>
                          <a:pt x="20548" y="12128"/>
                          <a:pt x="20487" y="12037"/>
                          <a:pt x="20396" y="12007"/>
                        </a:cubicBezTo>
                        <a:cubicBezTo>
                          <a:pt x="20305" y="11976"/>
                          <a:pt x="20214" y="11976"/>
                          <a:pt x="20123" y="11946"/>
                        </a:cubicBezTo>
                        <a:cubicBezTo>
                          <a:pt x="20062" y="11916"/>
                          <a:pt x="20001" y="11885"/>
                          <a:pt x="19940" y="11824"/>
                        </a:cubicBezTo>
                        <a:cubicBezTo>
                          <a:pt x="19940" y="11824"/>
                          <a:pt x="19940" y="11794"/>
                          <a:pt x="19940" y="11764"/>
                        </a:cubicBezTo>
                        <a:cubicBezTo>
                          <a:pt x="19940" y="11733"/>
                          <a:pt x="19971" y="11703"/>
                          <a:pt x="20001" y="11703"/>
                        </a:cubicBezTo>
                        <a:cubicBezTo>
                          <a:pt x="20274" y="11642"/>
                          <a:pt x="20305" y="11612"/>
                          <a:pt x="20183" y="11429"/>
                        </a:cubicBezTo>
                        <a:cubicBezTo>
                          <a:pt x="20153" y="11308"/>
                          <a:pt x="20062" y="11216"/>
                          <a:pt x="19971" y="11156"/>
                        </a:cubicBezTo>
                        <a:cubicBezTo>
                          <a:pt x="19910" y="11095"/>
                          <a:pt x="19849" y="11034"/>
                          <a:pt x="19788" y="10973"/>
                        </a:cubicBezTo>
                        <a:cubicBezTo>
                          <a:pt x="19788" y="10973"/>
                          <a:pt x="19788" y="10912"/>
                          <a:pt x="19819" y="10912"/>
                        </a:cubicBezTo>
                        <a:cubicBezTo>
                          <a:pt x="19849" y="10882"/>
                          <a:pt x="19849" y="10882"/>
                          <a:pt x="19879" y="10882"/>
                        </a:cubicBezTo>
                        <a:cubicBezTo>
                          <a:pt x="20062" y="10973"/>
                          <a:pt x="20183" y="10882"/>
                          <a:pt x="20214" y="10700"/>
                        </a:cubicBezTo>
                        <a:cubicBezTo>
                          <a:pt x="20335" y="10487"/>
                          <a:pt x="20396" y="10244"/>
                          <a:pt x="20457" y="10001"/>
                        </a:cubicBezTo>
                        <a:cubicBezTo>
                          <a:pt x="20457" y="9393"/>
                          <a:pt x="20700" y="8815"/>
                          <a:pt x="21095" y="8390"/>
                        </a:cubicBezTo>
                        <a:cubicBezTo>
                          <a:pt x="21217" y="8238"/>
                          <a:pt x="21308" y="8086"/>
                          <a:pt x="21430" y="7934"/>
                        </a:cubicBezTo>
                        <a:cubicBezTo>
                          <a:pt x="21460" y="7873"/>
                          <a:pt x="21460" y="7812"/>
                          <a:pt x="21460" y="7751"/>
                        </a:cubicBezTo>
                        <a:cubicBezTo>
                          <a:pt x="21399" y="7599"/>
                          <a:pt x="21430" y="7569"/>
                          <a:pt x="21581" y="7539"/>
                        </a:cubicBezTo>
                        <a:cubicBezTo>
                          <a:pt x="21764" y="7508"/>
                          <a:pt x="21916" y="7387"/>
                          <a:pt x="22007" y="7235"/>
                        </a:cubicBezTo>
                        <a:cubicBezTo>
                          <a:pt x="22037" y="7143"/>
                          <a:pt x="22007" y="7052"/>
                          <a:pt x="21916" y="6991"/>
                        </a:cubicBezTo>
                        <a:cubicBezTo>
                          <a:pt x="21855" y="6961"/>
                          <a:pt x="21794" y="6961"/>
                          <a:pt x="21733" y="6931"/>
                        </a:cubicBezTo>
                        <a:cubicBezTo>
                          <a:pt x="21642" y="6931"/>
                          <a:pt x="21551" y="6931"/>
                          <a:pt x="21460" y="6900"/>
                        </a:cubicBezTo>
                        <a:cubicBezTo>
                          <a:pt x="21460" y="6900"/>
                          <a:pt x="21430" y="6870"/>
                          <a:pt x="21430" y="6870"/>
                        </a:cubicBezTo>
                        <a:cubicBezTo>
                          <a:pt x="21430" y="6839"/>
                          <a:pt x="21460" y="6779"/>
                          <a:pt x="21490" y="6748"/>
                        </a:cubicBezTo>
                        <a:cubicBezTo>
                          <a:pt x="21612" y="6718"/>
                          <a:pt x="21733" y="6718"/>
                          <a:pt x="21825" y="6779"/>
                        </a:cubicBezTo>
                        <a:cubicBezTo>
                          <a:pt x="22007" y="6870"/>
                          <a:pt x="22189" y="6839"/>
                          <a:pt x="22341" y="6748"/>
                        </a:cubicBezTo>
                        <a:cubicBezTo>
                          <a:pt x="22402" y="6718"/>
                          <a:pt x="22493" y="6687"/>
                          <a:pt x="22524" y="6657"/>
                        </a:cubicBezTo>
                        <a:cubicBezTo>
                          <a:pt x="22585" y="6627"/>
                          <a:pt x="22615" y="6535"/>
                          <a:pt x="22615" y="6475"/>
                        </a:cubicBezTo>
                        <a:cubicBezTo>
                          <a:pt x="22615" y="6414"/>
                          <a:pt x="22585" y="6384"/>
                          <a:pt x="22585" y="6353"/>
                        </a:cubicBezTo>
                        <a:cubicBezTo>
                          <a:pt x="22585" y="6292"/>
                          <a:pt x="22615" y="6201"/>
                          <a:pt x="22706" y="6201"/>
                        </a:cubicBezTo>
                        <a:cubicBezTo>
                          <a:pt x="22858" y="6232"/>
                          <a:pt x="23010" y="6201"/>
                          <a:pt x="23132" y="6080"/>
                        </a:cubicBezTo>
                        <a:cubicBezTo>
                          <a:pt x="23192" y="5988"/>
                          <a:pt x="23253" y="5928"/>
                          <a:pt x="23344" y="5897"/>
                        </a:cubicBezTo>
                        <a:cubicBezTo>
                          <a:pt x="23679" y="5654"/>
                          <a:pt x="23679" y="5502"/>
                          <a:pt x="23405" y="5168"/>
                        </a:cubicBezTo>
                        <a:lnTo>
                          <a:pt x="23314" y="5046"/>
                        </a:lnTo>
                        <a:cubicBezTo>
                          <a:pt x="23071" y="4773"/>
                          <a:pt x="22676" y="4590"/>
                          <a:pt x="22281" y="4621"/>
                        </a:cubicBezTo>
                        <a:cubicBezTo>
                          <a:pt x="22068" y="4621"/>
                          <a:pt x="21855" y="4651"/>
                          <a:pt x="21642" y="4742"/>
                        </a:cubicBezTo>
                        <a:cubicBezTo>
                          <a:pt x="21581" y="4742"/>
                          <a:pt x="21551" y="4803"/>
                          <a:pt x="21551" y="4833"/>
                        </a:cubicBezTo>
                        <a:cubicBezTo>
                          <a:pt x="21521" y="4894"/>
                          <a:pt x="21490" y="4985"/>
                          <a:pt x="21490" y="5046"/>
                        </a:cubicBezTo>
                        <a:cubicBezTo>
                          <a:pt x="21460" y="5107"/>
                          <a:pt x="21369" y="5137"/>
                          <a:pt x="21247" y="5137"/>
                        </a:cubicBezTo>
                        <a:cubicBezTo>
                          <a:pt x="21156" y="5107"/>
                          <a:pt x="21095" y="5077"/>
                          <a:pt x="21004" y="5016"/>
                        </a:cubicBezTo>
                        <a:cubicBezTo>
                          <a:pt x="20974" y="4955"/>
                          <a:pt x="20882" y="4955"/>
                          <a:pt x="20852" y="5046"/>
                        </a:cubicBezTo>
                        <a:cubicBezTo>
                          <a:pt x="20639" y="5380"/>
                          <a:pt x="20274" y="5624"/>
                          <a:pt x="19879" y="5715"/>
                        </a:cubicBezTo>
                        <a:cubicBezTo>
                          <a:pt x="19667" y="5776"/>
                          <a:pt x="19454" y="5867"/>
                          <a:pt x="19271" y="5988"/>
                        </a:cubicBezTo>
                        <a:cubicBezTo>
                          <a:pt x="19271" y="5988"/>
                          <a:pt x="19271" y="5988"/>
                          <a:pt x="19271" y="5988"/>
                        </a:cubicBezTo>
                        <a:cubicBezTo>
                          <a:pt x="19211" y="6049"/>
                          <a:pt x="19180" y="6080"/>
                          <a:pt x="19119" y="6140"/>
                        </a:cubicBezTo>
                        <a:lnTo>
                          <a:pt x="18998" y="6262"/>
                        </a:lnTo>
                        <a:lnTo>
                          <a:pt x="18937" y="6292"/>
                        </a:lnTo>
                        <a:lnTo>
                          <a:pt x="18967" y="6262"/>
                        </a:lnTo>
                        <a:lnTo>
                          <a:pt x="19119" y="6110"/>
                        </a:lnTo>
                        <a:lnTo>
                          <a:pt x="19241" y="5988"/>
                        </a:lnTo>
                        <a:lnTo>
                          <a:pt x="19271" y="5988"/>
                        </a:lnTo>
                        <a:cubicBezTo>
                          <a:pt x="19271" y="5928"/>
                          <a:pt x="19302" y="5867"/>
                          <a:pt x="19332" y="5806"/>
                        </a:cubicBezTo>
                        <a:cubicBezTo>
                          <a:pt x="19454" y="5624"/>
                          <a:pt x="19636" y="5502"/>
                          <a:pt x="19849" y="5411"/>
                        </a:cubicBezTo>
                        <a:cubicBezTo>
                          <a:pt x="20092" y="5320"/>
                          <a:pt x="20274" y="5137"/>
                          <a:pt x="20366" y="4894"/>
                        </a:cubicBezTo>
                        <a:cubicBezTo>
                          <a:pt x="20366" y="4833"/>
                          <a:pt x="20396" y="4773"/>
                          <a:pt x="20426" y="4712"/>
                        </a:cubicBezTo>
                        <a:cubicBezTo>
                          <a:pt x="20639" y="4165"/>
                          <a:pt x="20396" y="4043"/>
                          <a:pt x="19971" y="4104"/>
                        </a:cubicBezTo>
                        <a:cubicBezTo>
                          <a:pt x="19971" y="4104"/>
                          <a:pt x="19940" y="4104"/>
                          <a:pt x="19910" y="4104"/>
                        </a:cubicBezTo>
                        <a:cubicBezTo>
                          <a:pt x="19879" y="4134"/>
                          <a:pt x="19819" y="4134"/>
                          <a:pt x="19819" y="4165"/>
                        </a:cubicBezTo>
                        <a:cubicBezTo>
                          <a:pt x="19758" y="4286"/>
                          <a:pt x="19727" y="4408"/>
                          <a:pt x="19697" y="4499"/>
                        </a:cubicBezTo>
                        <a:cubicBezTo>
                          <a:pt x="19636" y="4621"/>
                          <a:pt x="19515" y="4712"/>
                          <a:pt x="19393" y="4712"/>
                        </a:cubicBezTo>
                        <a:cubicBezTo>
                          <a:pt x="19363" y="4712"/>
                          <a:pt x="19332" y="4712"/>
                          <a:pt x="19302" y="4712"/>
                        </a:cubicBezTo>
                        <a:cubicBezTo>
                          <a:pt x="19089" y="4651"/>
                          <a:pt x="18815" y="4651"/>
                          <a:pt x="18572" y="4681"/>
                        </a:cubicBezTo>
                        <a:cubicBezTo>
                          <a:pt x="18572" y="4681"/>
                          <a:pt x="18542" y="4651"/>
                          <a:pt x="18542" y="4651"/>
                        </a:cubicBezTo>
                        <a:cubicBezTo>
                          <a:pt x="18542" y="4621"/>
                          <a:pt x="18542" y="4590"/>
                          <a:pt x="18572" y="4590"/>
                        </a:cubicBezTo>
                        <a:cubicBezTo>
                          <a:pt x="18694" y="4529"/>
                          <a:pt x="18815" y="4499"/>
                          <a:pt x="18937" y="4438"/>
                        </a:cubicBezTo>
                        <a:cubicBezTo>
                          <a:pt x="19059" y="4408"/>
                          <a:pt x="19150" y="4317"/>
                          <a:pt x="19180" y="4195"/>
                        </a:cubicBezTo>
                        <a:cubicBezTo>
                          <a:pt x="19180" y="4134"/>
                          <a:pt x="19150" y="3982"/>
                          <a:pt x="19059" y="3982"/>
                        </a:cubicBezTo>
                        <a:lnTo>
                          <a:pt x="18603" y="3861"/>
                        </a:lnTo>
                        <a:cubicBezTo>
                          <a:pt x="18086" y="3709"/>
                          <a:pt x="17508" y="3769"/>
                          <a:pt x="17022" y="4013"/>
                        </a:cubicBezTo>
                        <a:cubicBezTo>
                          <a:pt x="16931" y="4043"/>
                          <a:pt x="16840" y="4073"/>
                          <a:pt x="16749" y="4104"/>
                        </a:cubicBezTo>
                        <a:cubicBezTo>
                          <a:pt x="16627" y="4165"/>
                          <a:pt x="16505" y="4195"/>
                          <a:pt x="16384" y="4225"/>
                        </a:cubicBezTo>
                        <a:cubicBezTo>
                          <a:pt x="16353" y="4225"/>
                          <a:pt x="16323" y="4195"/>
                          <a:pt x="16293" y="4165"/>
                        </a:cubicBezTo>
                        <a:cubicBezTo>
                          <a:pt x="16293" y="4134"/>
                          <a:pt x="16293" y="4134"/>
                          <a:pt x="16293" y="4104"/>
                        </a:cubicBezTo>
                        <a:cubicBezTo>
                          <a:pt x="16384" y="4043"/>
                          <a:pt x="16445" y="4013"/>
                          <a:pt x="16536" y="3982"/>
                        </a:cubicBezTo>
                        <a:cubicBezTo>
                          <a:pt x="16779" y="3891"/>
                          <a:pt x="17022" y="3800"/>
                          <a:pt x="17235" y="3709"/>
                        </a:cubicBezTo>
                        <a:cubicBezTo>
                          <a:pt x="17630" y="3526"/>
                          <a:pt x="18086" y="3496"/>
                          <a:pt x="18512" y="3618"/>
                        </a:cubicBezTo>
                        <a:cubicBezTo>
                          <a:pt x="18785" y="3709"/>
                          <a:pt x="19089" y="3739"/>
                          <a:pt x="19363" y="3678"/>
                        </a:cubicBezTo>
                        <a:cubicBezTo>
                          <a:pt x="19636" y="3678"/>
                          <a:pt x="19910" y="3618"/>
                          <a:pt x="20183" y="3587"/>
                        </a:cubicBezTo>
                        <a:cubicBezTo>
                          <a:pt x="20487" y="3557"/>
                          <a:pt x="20761" y="3405"/>
                          <a:pt x="20974" y="3222"/>
                        </a:cubicBezTo>
                        <a:cubicBezTo>
                          <a:pt x="21095" y="3101"/>
                          <a:pt x="21095" y="2918"/>
                          <a:pt x="21004" y="2766"/>
                        </a:cubicBezTo>
                        <a:cubicBezTo>
                          <a:pt x="20822" y="2645"/>
                          <a:pt x="20670" y="2523"/>
                          <a:pt x="20518" y="2402"/>
                        </a:cubicBezTo>
                        <a:cubicBezTo>
                          <a:pt x="20274" y="2189"/>
                          <a:pt x="19910" y="2128"/>
                          <a:pt x="19606" y="2280"/>
                        </a:cubicBezTo>
                        <a:cubicBezTo>
                          <a:pt x="19575" y="2280"/>
                          <a:pt x="19515" y="2280"/>
                          <a:pt x="19484" y="2280"/>
                        </a:cubicBezTo>
                        <a:cubicBezTo>
                          <a:pt x="19454" y="2280"/>
                          <a:pt x="19454" y="2250"/>
                          <a:pt x="19423" y="2219"/>
                        </a:cubicBezTo>
                        <a:cubicBezTo>
                          <a:pt x="19423" y="2219"/>
                          <a:pt x="19423" y="2189"/>
                          <a:pt x="19454" y="2189"/>
                        </a:cubicBezTo>
                        <a:cubicBezTo>
                          <a:pt x="19515" y="2159"/>
                          <a:pt x="19575" y="2128"/>
                          <a:pt x="19636" y="2098"/>
                        </a:cubicBezTo>
                        <a:cubicBezTo>
                          <a:pt x="19819" y="2007"/>
                          <a:pt x="19879" y="1763"/>
                          <a:pt x="19727" y="1611"/>
                        </a:cubicBezTo>
                        <a:cubicBezTo>
                          <a:pt x="19697" y="1520"/>
                          <a:pt x="19575" y="1459"/>
                          <a:pt x="19515" y="1490"/>
                        </a:cubicBezTo>
                        <a:cubicBezTo>
                          <a:pt x="19089" y="1611"/>
                          <a:pt x="18633" y="1611"/>
                          <a:pt x="18238" y="1429"/>
                        </a:cubicBezTo>
                        <a:cubicBezTo>
                          <a:pt x="18116" y="1399"/>
                          <a:pt x="17995" y="1368"/>
                          <a:pt x="17843" y="1399"/>
                        </a:cubicBezTo>
                        <a:cubicBezTo>
                          <a:pt x="17691" y="1399"/>
                          <a:pt x="17539" y="1429"/>
                          <a:pt x="17387" y="1459"/>
                        </a:cubicBezTo>
                        <a:cubicBezTo>
                          <a:pt x="17174" y="1551"/>
                          <a:pt x="16931" y="1551"/>
                          <a:pt x="16718" y="1520"/>
                        </a:cubicBezTo>
                        <a:cubicBezTo>
                          <a:pt x="16566" y="1490"/>
                          <a:pt x="16384" y="1520"/>
                          <a:pt x="16262" y="1611"/>
                        </a:cubicBezTo>
                        <a:cubicBezTo>
                          <a:pt x="16201" y="1642"/>
                          <a:pt x="16141" y="1642"/>
                          <a:pt x="16049" y="1642"/>
                        </a:cubicBezTo>
                        <a:cubicBezTo>
                          <a:pt x="16049" y="1642"/>
                          <a:pt x="16019" y="1642"/>
                          <a:pt x="16019" y="1611"/>
                        </a:cubicBezTo>
                        <a:lnTo>
                          <a:pt x="16019" y="1581"/>
                        </a:lnTo>
                        <a:cubicBezTo>
                          <a:pt x="16080" y="1520"/>
                          <a:pt x="16171" y="1490"/>
                          <a:pt x="16232" y="1459"/>
                        </a:cubicBezTo>
                        <a:cubicBezTo>
                          <a:pt x="16414" y="1459"/>
                          <a:pt x="16597" y="1429"/>
                          <a:pt x="16779" y="1429"/>
                        </a:cubicBezTo>
                        <a:cubicBezTo>
                          <a:pt x="17113" y="1338"/>
                          <a:pt x="17448" y="1277"/>
                          <a:pt x="17812" y="1277"/>
                        </a:cubicBezTo>
                        <a:cubicBezTo>
                          <a:pt x="18056" y="1247"/>
                          <a:pt x="18360" y="1277"/>
                          <a:pt x="18603" y="1368"/>
                        </a:cubicBezTo>
                        <a:cubicBezTo>
                          <a:pt x="18846" y="1429"/>
                          <a:pt x="19119" y="1368"/>
                          <a:pt x="19302" y="1216"/>
                        </a:cubicBezTo>
                        <a:cubicBezTo>
                          <a:pt x="19332" y="1186"/>
                          <a:pt x="19363" y="1155"/>
                          <a:pt x="19332" y="1095"/>
                        </a:cubicBezTo>
                        <a:cubicBezTo>
                          <a:pt x="19211" y="852"/>
                          <a:pt x="18967" y="669"/>
                          <a:pt x="18694" y="639"/>
                        </a:cubicBezTo>
                        <a:cubicBezTo>
                          <a:pt x="18208" y="517"/>
                          <a:pt x="17752" y="335"/>
                          <a:pt x="17296" y="152"/>
                        </a:cubicBezTo>
                        <a:cubicBezTo>
                          <a:pt x="17053" y="122"/>
                          <a:pt x="16840" y="61"/>
                          <a:pt x="16627" y="31"/>
                        </a:cubicBezTo>
                        <a:cubicBezTo>
                          <a:pt x="16353" y="0"/>
                          <a:pt x="16141" y="122"/>
                          <a:pt x="15867" y="122"/>
                        </a:cubicBezTo>
                        <a:cubicBezTo>
                          <a:pt x="15715" y="213"/>
                          <a:pt x="15563" y="365"/>
                          <a:pt x="15472" y="548"/>
                        </a:cubicBezTo>
                        <a:lnTo>
                          <a:pt x="15442" y="578"/>
                        </a:lnTo>
                        <a:lnTo>
                          <a:pt x="15442" y="578"/>
                        </a:lnTo>
                        <a:lnTo>
                          <a:pt x="15442" y="608"/>
                        </a:lnTo>
                        <a:lnTo>
                          <a:pt x="15442" y="608"/>
                        </a:lnTo>
                        <a:lnTo>
                          <a:pt x="15442" y="730"/>
                        </a:lnTo>
                        <a:lnTo>
                          <a:pt x="15442" y="730"/>
                        </a:lnTo>
                        <a:lnTo>
                          <a:pt x="15442" y="791"/>
                        </a:lnTo>
                        <a:lnTo>
                          <a:pt x="15411" y="760"/>
                        </a:lnTo>
                        <a:lnTo>
                          <a:pt x="15411" y="730"/>
                        </a:lnTo>
                        <a:cubicBezTo>
                          <a:pt x="15259" y="730"/>
                          <a:pt x="15107" y="669"/>
                          <a:pt x="15016" y="548"/>
                        </a:cubicBezTo>
                        <a:cubicBezTo>
                          <a:pt x="14955" y="517"/>
                          <a:pt x="14925" y="548"/>
                          <a:pt x="14894" y="578"/>
                        </a:cubicBezTo>
                        <a:cubicBezTo>
                          <a:pt x="14894" y="608"/>
                          <a:pt x="14894" y="639"/>
                          <a:pt x="14894" y="639"/>
                        </a:cubicBezTo>
                        <a:cubicBezTo>
                          <a:pt x="14894" y="700"/>
                          <a:pt x="14925" y="791"/>
                          <a:pt x="14925" y="852"/>
                        </a:cubicBezTo>
                        <a:cubicBezTo>
                          <a:pt x="14955" y="882"/>
                          <a:pt x="14925" y="943"/>
                          <a:pt x="14925" y="943"/>
                        </a:cubicBezTo>
                        <a:cubicBezTo>
                          <a:pt x="14864" y="973"/>
                          <a:pt x="14834" y="973"/>
                          <a:pt x="14773" y="973"/>
                        </a:cubicBezTo>
                        <a:cubicBezTo>
                          <a:pt x="14590" y="912"/>
                          <a:pt x="14408" y="821"/>
                          <a:pt x="14256" y="700"/>
                        </a:cubicBezTo>
                        <a:cubicBezTo>
                          <a:pt x="14135" y="608"/>
                          <a:pt x="13983" y="608"/>
                          <a:pt x="13861" y="700"/>
                        </a:cubicBezTo>
                        <a:cubicBezTo>
                          <a:pt x="13770" y="791"/>
                          <a:pt x="13618" y="821"/>
                          <a:pt x="13496" y="852"/>
                        </a:cubicBezTo>
                        <a:cubicBezTo>
                          <a:pt x="13405" y="821"/>
                          <a:pt x="13344" y="882"/>
                          <a:pt x="13344" y="973"/>
                        </a:cubicBezTo>
                        <a:cubicBezTo>
                          <a:pt x="13344" y="1125"/>
                          <a:pt x="13344" y="1277"/>
                          <a:pt x="13344" y="1429"/>
                        </a:cubicBezTo>
                        <a:cubicBezTo>
                          <a:pt x="13314" y="1520"/>
                          <a:pt x="13283" y="1611"/>
                          <a:pt x="13192" y="1642"/>
                        </a:cubicBezTo>
                        <a:cubicBezTo>
                          <a:pt x="13131" y="1703"/>
                          <a:pt x="13071" y="1794"/>
                          <a:pt x="13010" y="1855"/>
                        </a:cubicBezTo>
                        <a:cubicBezTo>
                          <a:pt x="12980" y="1855"/>
                          <a:pt x="12919" y="1885"/>
                          <a:pt x="12888" y="1855"/>
                        </a:cubicBezTo>
                        <a:cubicBezTo>
                          <a:pt x="12767" y="1794"/>
                          <a:pt x="12615" y="1733"/>
                          <a:pt x="12463" y="1703"/>
                        </a:cubicBezTo>
                        <a:cubicBezTo>
                          <a:pt x="12402" y="1703"/>
                          <a:pt x="12311" y="1794"/>
                          <a:pt x="12311" y="1824"/>
                        </a:cubicBezTo>
                        <a:cubicBezTo>
                          <a:pt x="12280" y="1885"/>
                          <a:pt x="12280" y="1976"/>
                          <a:pt x="12311" y="2037"/>
                        </a:cubicBezTo>
                        <a:cubicBezTo>
                          <a:pt x="12341" y="2280"/>
                          <a:pt x="12372" y="2523"/>
                          <a:pt x="12432" y="2766"/>
                        </a:cubicBezTo>
                        <a:cubicBezTo>
                          <a:pt x="12493" y="3070"/>
                          <a:pt x="12554" y="3374"/>
                          <a:pt x="12676" y="3678"/>
                        </a:cubicBezTo>
                        <a:cubicBezTo>
                          <a:pt x="12706" y="3739"/>
                          <a:pt x="12645" y="3800"/>
                          <a:pt x="12554" y="3800"/>
                        </a:cubicBezTo>
                        <a:cubicBezTo>
                          <a:pt x="12463" y="3800"/>
                          <a:pt x="12311" y="3800"/>
                          <a:pt x="12280" y="3678"/>
                        </a:cubicBezTo>
                        <a:cubicBezTo>
                          <a:pt x="12250" y="3557"/>
                          <a:pt x="12189" y="3466"/>
                          <a:pt x="12068" y="3435"/>
                        </a:cubicBezTo>
                        <a:cubicBezTo>
                          <a:pt x="12037" y="3435"/>
                          <a:pt x="12068" y="3405"/>
                          <a:pt x="12098" y="3344"/>
                        </a:cubicBezTo>
                        <a:cubicBezTo>
                          <a:pt x="12220" y="3253"/>
                          <a:pt x="12220" y="3162"/>
                          <a:pt x="12128" y="3070"/>
                        </a:cubicBezTo>
                        <a:cubicBezTo>
                          <a:pt x="12007" y="3010"/>
                          <a:pt x="11916" y="2918"/>
                          <a:pt x="11885" y="2797"/>
                        </a:cubicBezTo>
                        <a:cubicBezTo>
                          <a:pt x="11794" y="2584"/>
                          <a:pt x="11703" y="2371"/>
                          <a:pt x="11612" y="2159"/>
                        </a:cubicBezTo>
                        <a:cubicBezTo>
                          <a:pt x="11551" y="2037"/>
                          <a:pt x="11460" y="1946"/>
                          <a:pt x="11338" y="1885"/>
                        </a:cubicBezTo>
                        <a:cubicBezTo>
                          <a:pt x="11217" y="1824"/>
                          <a:pt x="11095" y="1855"/>
                          <a:pt x="11034" y="1946"/>
                        </a:cubicBezTo>
                        <a:lnTo>
                          <a:pt x="11004" y="2098"/>
                        </a:lnTo>
                        <a:cubicBezTo>
                          <a:pt x="10913" y="2341"/>
                          <a:pt x="10882" y="2614"/>
                          <a:pt x="10913" y="2888"/>
                        </a:cubicBezTo>
                        <a:cubicBezTo>
                          <a:pt x="10913" y="3010"/>
                          <a:pt x="10913" y="3101"/>
                          <a:pt x="10852" y="3222"/>
                        </a:cubicBezTo>
                        <a:cubicBezTo>
                          <a:pt x="10791" y="3314"/>
                          <a:pt x="10639" y="3253"/>
                          <a:pt x="10548" y="3253"/>
                        </a:cubicBezTo>
                        <a:cubicBezTo>
                          <a:pt x="10517" y="3253"/>
                          <a:pt x="10487" y="3253"/>
                          <a:pt x="10457" y="3253"/>
                        </a:cubicBezTo>
                        <a:cubicBezTo>
                          <a:pt x="10426" y="3283"/>
                          <a:pt x="10396" y="3314"/>
                          <a:pt x="10365" y="3314"/>
                        </a:cubicBezTo>
                        <a:cubicBezTo>
                          <a:pt x="10335" y="3344"/>
                          <a:pt x="10244" y="3283"/>
                          <a:pt x="10244" y="3222"/>
                        </a:cubicBezTo>
                        <a:cubicBezTo>
                          <a:pt x="10183" y="3101"/>
                          <a:pt x="10365" y="3040"/>
                          <a:pt x="10305" y="2918"/>
                        </a:cubicBezTo>
                        <a:cubicBezTo>
                          <a:pt x="10274" y="2706"/>
                          <a:pt x="10244" y="2462"/>
                          <a:pt x="10274" y="2250"/>
                        </a:cubicBezTo>
                        <a:cubicBezTo>
                          <a:pt x="10244" y="2189"/>
                          <a:pt x="10244" y="2128"/>
                          <a:pt x="10214" y="2067"/>
                        </a:cubicBezTo>
                        <a:cubicBezTo>
                          <a:pt x="10214" y="2067"/>
                          <a:pt x="10183" y="2007"/>
                          <a:pt x="10153" y="2007"/>
                        </a:cubicBezTo>
                        <a:cubicBezTo>
                          <a:pt x="10122" y="2007"/>
                          <a:pt x="10092" y="2037"/>
                          <a:pt x="10062" y="2067"/>
                        </a:cubicBezTo>
                        <a:cubicBezTo>
                          <a:pt x="9970" y="2159"/>
                          <a:pt x="9940" y="2280"/>
                          <a:pt x="9970" y="2371"/>
                        </a:cubicBezTo>
                        <a:cubicBezTo>
                          <a:pt x="9970" y="2493"/>
                          <a:pt x="9970" y="2614"/>
                          <a:pt x="9970" y="2706"/>
                        </a:cubicBezTo>
                        <a:cubicBezTo>
                          <a:pt x="9910" y="2797"/>
                          <a:pt x="9849" y="2888"/>
                          <a:pt x="9758" y="2979"/>
                        </a:cubicBezTo>
                        <a:lnTo>
                          <a:pt x="9727" y="3010"/>
                        </a:lnTo>
                        <a:cubicBezTo>
                          <a:pt x="9727" y="3040"/>
                          <a:pt x="9727" y="3040"/>
                          <a:pt x="9727" y="3040"/>
                        </a:cubicBezTo>
                        <a:lnTo>
                          <a:pt x="9575" y="3162"/>
                        </a:lnTo>
                        <a:lnTo>
                          <a:pt x="9423" y="3314"/>
                        </a:lnTo>
                        <a:cubicBezTo>
                          <a:pt x="9423" y="3314"/>
                          <a:pt x="9423" y="3314"/>
                          <a:pt x="9393" y="3344"/>
                        </a:cubicBezTo>
                        <a:cubicBezTo>
                          <a:pt x="9362" y="3344"/>
                          <a:pt x="9393" y="3374"/>
                          <a:pt x="9393" y="3405"/>
                        </a:cubicBezTo>
                        <a:lnTo>
                          <a:pt x="9393" y="3344"/>
                        </a:lnTo>
                        <a:cubicBezTo>
                          <a:pt x="9393" y="3314"/>
                          <a:pt x="9393" y="3314"/>
                          <a:pt x="9393" y="3283"/>
                        </a:cubicBezTo>
                        <a:lnTo>
                          <a:pt x="9545" y="3131"/>
                        </a:lnTo>
                        <a:lnTo>
                          <a:pt x="9697" y="3040"/>
                        </a:lnTo>
                        <a:lnTo>
                          <a:pt x="9697" y="3040"/>
                        </a:lnTo>
                        <a:cubicBezTo>
                          <a:pt x="9666" y="2949"/>
                          <a:pt x="9636" y="2888"/>
                          <a:pt x="9666" y="2797"/>
                        </a:cubicBezTo>
                        <a:cubicBezTo>
                          <a:pt x="9697" y="2645"/>
                          <a:pt x="9788" y="2493"/>
                          <a:pt x="9818" y="2341"/>
                        </a:cubicBezTo>
                        <a:cubicBezTo>
                          <a:pt x="9879" y="2189"/>
                          <a:pt x="9879" y="2037"/>
                          <a:pt x="9849" y="1885"/>
                        </a:cubicBezTo>
                        <a:cubicBezTo>
                          <a:pt x="9818" y="1794"/>
                          <a:pt x="9727" y="1703"/>
                          <a:pt x="9636" y="1733"/>
                        </a:cubicBezTo>
                        <a:cubicBezTo>
                          <a:pt x="9545" y="1733"/>
                          <a:pt x="9423" y="1763"/>
                          <a:pt x="9332" y="1794"/>
                        </a:cubicBezTo>
                        <a:cubicBezTo>
                          <a:pt x="9119" y="1885"/>
                          <a:pt x="8876" y="1946"/>
                          <a:pt x="8663" y="1946"/>
                        </a:cubicBezTo>
                        <a:cubicBezTo>
                          <a:pt x="8359" y="2007"/>
                          <a:pt x="8025" y="2007"/>
                          <a:pt x="7721" y="2037"/>
                        </a:cubicBezTo>
                        <a:cubicBezTo>
                          <a:pt x="7599" y="2067"/>
                          <a:pt x="7508" y="2159"/>
                          <a:pt x="7508" y="2280"/>
                        </a:cubicBezTo>
                        <a:lnTo>
                          <a:pt x="7508" y="2462"/>
                        </a:lnTo>
                        <a:cubicBezTo>
                          <a:pt x="7508" y="2493"/>
                          <a:pt x="7508" y="2523"/>
                          <a:pt x="7478" y="2523"/>
                        </a:cubicBezTo>
                        <a:cubicBezTo>
                          <a:pt x="7447" y="2523"/>
                          <a:pt x="7447" y="2523"/>
                          <a:pt x="7417" y="2493"/>
                        </a:cubicBezTo>
                        <a:cubicBezTo>
                          <a:pt x="7356" y="2432"/>
                          <a:pt x="7326" y="2341"/>
                          <a:pt x="7265" y="2280"/>
                        </a:cubicBezTo>
                        <a:cubicBezTo>
                          <a:pt x="7174" y="2250"/>
                          <a:pt x="7022" y="2280"/>
                          <a:pt x="6931" y="2341"/>
                        </a:cubicBezTo>
                        <a:cubicBezTo>
                          <a:pt x="6809" y="2371"/>
                          <a:pt x="6748" y="2462"/>
                          <a:pt x="6718" y="2584"/>
                        </a:cubicBezTo>
                        <a:cubicBezTo>
                          <a:pt x="6688" y="2645"/>
                          <a:pt x="6688" y="2706"/>
                          <a:pt x="6657" y="2766"/>
                        </a:cubicBezTo>
                        <a:cubicBezTo>
                          <a:pt x="6657" y="2918"/>
                          <a:pt x="6627" y="3040"/>
                          <a:pt x="6596" y="3162"/>
                        </a:cubicBezTo>
                        <a:cubicBezTo>
                          <a:pt x="6536" y="3283"/>
                          <a:pt x="6444" y="3374"/>
                          <a:pt x="6323" y="3466"/>
                        </a:cubicBezTo>
                        <a:cubicBezTo>
                          <a:pt x="6292" y="3496"/>
                          <a:pt x="6292" y="3526"/>
                          <a:pt x="6262" y="3557"/>
                        </a:cubicBezTo>
                        <a:cubicBezTo>
                          <a:pt x="6201" y="3648"/>
                          <a:pt x="6080" y="3648"/>
                          <a:pt x="6019" y="3587"/>
                        </a:cubicBezTo>
                        <a:cubicBezTo>
                          <a:pt x="5897" y="3466"/>
                          <a:pt x="5685" y="3435"/>
                          <a:pt x="5533" y="3466"/>
                        </a:cubicBezTo>
                        <a:cubicBezTo>
                          <a:pt x="5289" y="3496"/>
                          <a:pt x="5077" y="3618"/>
                          <a:pt x="4955" y="3800"/>
                        </a:cubicBezTo>
                        <a:cubicBezTo>
                          <a:pt x="4803" y="3952"/>
                          <a:pt x="4590" y="4073"/>
                          <a:pt x="4347" y="4073"/>
                        </a:cubicBezTo>
                        <a:cubicBezTo>
                          <a:pt x="4317" y="4134"/>
                          <a:pt x="4286" y="4165"/>
                          <a:pt x="4226" y="4195"/>
                        </a:cubicBezTo>
                        <a:cubicBezTo>
                          <a:pt x="4013" y="4377"/>
                          <a:pt x="3830" y="4560"/>
                          <a:pt x="3709" y="4803"/>
                        </a:cubicBezTo>
                        <a:cubicBezTo>
                          <a:pt x="3587" y="4925"/>
                          <a:pt x="3678" y="5168"/>
                          <a:pt x="3830" y="5198"/>
                        </a:cubicBezTo>
                        <a:lnTo>
                          <a:pt x="4347" y="5350"/>
                        </a:lnTo>
                        <a:lnTo>
                          <a:pt x="4347" y="5350"/>
                        </a:lnTo>
                        <a:lnTo>
                          <a:pt x="4378" y="5320"/>
                        </a:lnTo>
                        <a:lnTo>
                          <a:pt x="4347" y="5350"/>
                        </a:lnTo>
                        <a:lnTo>
                          <a:pt x="4347" y="5350"/>
                        </a:lnTo>
                        <a:cubicBezTo>
                          <a:pt x="4347" y="5411"/>
                          <a:pt x="4378" y="5441"/>
                          <a:pt x="4378" y="5472"/>
                        </a:cubicBezTo>
                        <a:cubicBezTo>
                          <a:pt x="4408" y="5532"/>
                          <a:pt x="4408" y="5624"/>
                          <a:pt x="4347" y="5654"/>
                        </a:cubicBezTo>
                        <a:cubicBezTo>
                          <a:pt x="4226" y="5715"/>
                          <a:pt x="4165" y="5806"/>
                          <a:pt x="4134" y="5897"/>
                        </a:cubicBezTo>
                        <a:cubicBezTo>
                          <a:pt x="4104" y="5988"/>
                          <a:pt x="4074" y="6080"/>
                          <a:pt x="4013" y="6140"/>
                        </a:cubicBezTo>
                        <a:cubicBezTo>
                          <a:pt x="3891" y="6292"/>
                          <a:pt x="3739" y="6444"/>
                          <a:pt x="3587" y="6596"/>
                        </a:cubicBezTo>
                        <a:cubicBezTo>
                          <a:pt x="3526" y="6657"/>
                          <a:pt x="3435" y="6687"/>
                          <a:pt x="3344" y="6657"/>
                        </a:cubicBezTo>
                        <a:cubicBezTo>
                          <a:pt x="3071" y="6535"/>
                          <a:pt x="2767" y="6505"/>
                          <a:pt x="2493" y="6535"/>
                        </a:cubicBezTo>
                        <a:cubicBezTo>
                          <a:pt x="2371" y="6535"/>
                          <a:pt x="2250" y="6566"/>
                          <a:pt x="2159" y="6627"/>
                        </a:cubicBezTo>
                        <a:cubicBezTo>
                          <a:pt x="2037" y="6748"/>
                          <a:pt x="1885" y="6779"/>
                          <a:pt x="1733" y="6809"/>
                        </a:cubicBezTo>
                        <a:cubicBezTo>
                          <a:pt x="1429" y="6870"/>
                          <a:pt x="1125" y="6931"/>
                          <a:pt x="791" y="6961"/>
                        </a:cubicBezTo>
                        <a:cubicBezTo>
                          <a:pt x="548" y="7022"/>
                          <a:pt x="335" y="7174"/>
                          <a:pt x="244" y="7417"/>
                        </a:cubicBezTo>
                        <a:cubicBezTo>
                          <a:pt x="122" y="7539"/>
                          <a:pt x="122" y="7721"/>
                          <a:pt x="244" y="7843"/>
                        </a:cubicBezTo>
                        <a:cubicBezTo>
                          <a:pt x="396" y="8025"/>
                          <a:pt x="426" y="8268"/>
                          <a:pt x="608" y="8450"/>
                        </a:cubicBezTo>
                        <a:cubicBezTo>
                          <a:pt x="639" y="8450"/>
                          <a:pt x="639" y="8450"/>
                          <a:pt x="669" y="8450"/>
                        </a:cubicBezTo>
                        <a:lnTo>
                          <a:pt x="730" y="8390"/>
                        </a:lnTo>
                        <a:cubicBezTo>
                          <a:pt x="730" y="8450"/>
                          <a:pt x="700" y="8450"/>
                          <a:pt x="669" y="8450"/>
                        </a:cubicBezTo>
                        <a:lnTo>
                          <a:pt x="639" y="8481"/>
                        </a:lnTo>
                        <a:lnTo>
                          <a:pt x="639" y="8481"/>
                        </a:lnTo>
                        <a:lnTo>
                          <a:pt x="639" y="8481"/>
                        </a:lnTo>
                        <a:cubicBezTo>
                          <a:pt x="669" y="8602"/>
                          <a:pt x="730" y="8724"/>
                          <a:pt x="791" y="8846"/>
                        </a:cubicBezTo>
                        <a:cubicBezTo>
                          <a:pt x="852" y="8967"/>
                          <a:pt x="1004" y="9058"/>
                          <a:pt x="1125" y="9028"/>
                        </a:cubicBezTo>
                        <a:cubicBezTo>
                          <a:pt x="1247" y="9028"/>
                          <a:pt x="1338" y="8937"/>
                          <a:pt x="1460" y="8998"/>
                        </a:cubicBezTo>
                        <a:cubicBezTo>
                          <a:pt x="1612" y="9028"/>
                          <a:pt x="1733" y="9028"/>
                          <a:pt x="1885" y="8998"/>
                        </a:cubicBezTo>
                        <a:cubicBezTo>
                          <a:pt x="1915" y="8998"/>
                          <a:pt x="1946" y="8998"/>
                          <a:pt x="2007" y="9028"/>
                        </a:cubicBezTo>
                        <a:cubicBezTo>
                          <a:pt x="2037" y="9058"/>
                          <a:pt x="2037" y="9089"/>
                          <a:pt x="2037" y="9150"/>
                        </a:cubicBezTo>
                        <a:cubicBezTo>
                          <a:pt x="2037" y="9180"/>
                          <a:pt x="2007" y="9241"/>
                          <a:pt x="1976" y="9241"/>
                        </a:cubicBezTo>
                        <a:cubicBezTo>
                          <a:pt x="1915" y="9271"/>
                          <a:pt x="1855" y="9271"/>
                          <a:pt x="1794" y="9241"/>
                        </a:cubicBezTo>
                        <a:cubicBezTo>
                          <a:pt x="1520" y="9119"/>
                          <a:pt x="1247" y="9119"/>
                          <a:pt x="1004" y="9241"/>
                        </a:cubicBezTo>
                        <a:cubicBezTo>
                          <a:pt x="882" y="9301"/>
                          <a:pt x="760" y="9301"/>
                          <a:pt x="669" y="9271"/>
                        </a:cubicBezTo>
                        <a:cubicBezTo>
                          <a:pt x="517" y="9241"/>
                          <a:pt x="396" y="9271"/>
                          <a:pt x="274" y="9332"/>
                        </a:cubicBezTo>
                        <a:cubicBezTo>
                          <a:pt x="92" y="9453"/>
                          <a:pt x="1" y="9727"/>
                          <a:pt x="153" y="9849"/>
                        </a:cubicBezTo>
                        <a:cubicBezTo>
                          <a:pt x="274" y="10001"/>
                          <a:pt x="365" y="10183"/>
                          <a:pt x="578" y="10274"/>
                        </a:cubicBezTo>
                        <a:cubicBezTo>
                          <a:pt x="669" y="10305"/>
                          <a:pt x="669" y="10335"/>
                          <a:pt x="578" y="10396"/>
                        </a:cubicBezTo>
                        <a:cubicBezTo>
                          <a:pt x="487" y="10426"/>
                          <a:pt x="426" y="10487"/>
                          <a:pt x="335" y="10548"/>
                        </a:cubicBezTo>
                        <a:cubicBezTo>
                          <a:pt x="305" y="10578"/>
                          <a:pt x="274" y="10639"/>
                          <a:pt x="274" y="10730"/>
                        </a:cubicBezTo>
                        <a:cubicBezTo>
                          <a:pt x="396" y="11004"/>
                          <a:pt x="578" y="11247"/>
                          <a:pt x="821" y="11399"/>
                        </a:cubicBezTo>
                        <a:cubicBezTo>
                          <a:pt x="1004" y="11520"/>
                          <a:pt x="1064" y="11490"/>
                          <a:pt x="1216" y="11308"/>
                        </a:cubicBezTo>
                        <a:cubicBezTo>
                          <a:pt x="1277" y="11186"/>
                          <a:pt x="1277" y="11186"/>
                          <a:pt x="1429" y="11247"/>
                        </a:cubicBezTo>
                        <a:cubicBezTo>
                          <a:pt x="1490" y="11247"/>
                          <a:pt x="1581" y="11308"/>
                          <a:pt x="1642" y="11399"/>
                        </a:cubicBezTo>
                        <a:cubicBezTo>
                          <a:pt x="1672" y="11429"/>
                          <a:pt x="1703" y="11429"/>
                          <a:pt x="1733" y="11429"/>
                        </a:cubicBezTo>
                        <a:cubicBezTo>
                          <a:pt x="2007" y="11308"/>
                          <a:pt x="2341" y="11551"/>
                          <a:pt x="2615" y="11338"/>
                        </a:cubicBezTo>
                        <a:cubicBezTo>
                          <a:pt x="2615" y="11338"/>
                          <a:pt x="2645" y="11338"/>
                          <a:pt x="2675" y="11338"/>
                        </a:cubicBezTo>
                        <a:cubicBezTo>
                          <a:pt x="2949" y="11460"/>
                          <a:pt x="3192" y="11581"/>
                          <a:pt x="3435" y="11764"/>
                        </a:cubicBezTo>
                        <a:cubicBezTo>
                          <a:pt x="3648" y="11916"/>
                          <a:pt x="3830" y="12067"/>
                          <a:pt x="4043" y="12219"/>
                        </a:cubicBezTo>
                        <a:cubicBezTo>
                          <a:pt x="4104" y="12280"/>
                          <a:pt x="4165" y="12341"/>
                          <a:pt x="4226" y="12432"/>
                        </a:cubicBezTo>
                        <a:cubicBezTo>
                          <a:pt x="4256" y="12463"/>
                          <a:pt x="4256" y="12554"/>
                          <a:pt x="4256" y="12615"/>
                        </a:cubicBezTo>
                        <a:cubicBezTo>
                          <a:pt x="4226" y="12736"/>
                          <a:pt x="4195" y="12827"/>
                          <a:pt x="4165" y="12919"/>
                        </a:cubicBezTo>
                        <a:cubicBezTo>
                          <a:pt x="4043" y="13071"/>
                          <a:pt x="4074" y="13253"/>
                          <a:pt x="4165" y="13374"/>
                        </a:cubicBezTo>
                        <a:cubicBezTo>
                          <a:pt x="4195" y="13435"/>
                          <a:pt x="4256" y="13526"/>
                          <a:pt x="4256" y="13618"/>
                        </a:cubicBezTo>
                        <a:cubicBezTo>
                          <a:pt x="4286" y="13739"/>
                          <a:pt x="4256" y="13861"/>
                          <a:pt x="4165" y="13922"/>
                        </a:cubicBezTo>
                        <a:cubicBezTo>
                          <a:pt x="4104" y="13952"/>
                          <a:pt x="4104" y="14013"/>
                          <a:pt x="4165" y="14043"/>
                        </a:cubicBezTo>
                        <a:cubicBezTo>
                          <a:pt x="4226" y="14074"/>
                          <a:pt x="4286" y="14074"/>
                          <a:pt x="4347" y="14104"/>
                        </a:cubicBezTo>
                        <a:cubicBezTo>
                          <a:pt x="4408" y="14104"/>
                          <a:pt x="4438" y="14195"/>
                          <a:pt x="4408" y="14256"/>
                        </a:cubicBezTo>
                        <a:cubicBezTo>
                          <a:pt x="4408" y="14286"/>
                          <a:pt x="4378" y="14317"/>
                          <a:pt x="4347" y="14378"/>
                        </a:cubicBezTo>
                        <a:cubicBezTo>
                          <a:pt x="4256" y="14438"/>
                          <a:pt x="4256" y="14590"/>
                          <a:pt x="4347" y="14651"/>
                        </a:cubicBezTo>
                        <a:cubicBezTo>
                          <a:pt x="4378" y="14682"/>
                          <a:pt x="4378" y="14742"/>
                          <a:pt x="4378" y="14773"/>
                        </a:cubicBezTo>
                        <a:cubicBezTo>
                          <a:pt x="4378" y="14833"/>
                          <a:pt x="4286" y="14894"/>
                          <a:pt x="4286" y="14955"/>
                        </a:cubicBezTo>
                        <a:cubicBezTo>
                          <a:pt x="4286" y="15016"/>
                          <a:pt x="4378" y="15107"/>
                          <a:pt x="4378" y="15198"/>
                        </a:cubicBezTo>
                        <a:cubicBezTo>
                          <a:pt x="4408" y="15289"/>
                          <a:pt x="4378" y="15472"/>
                          <a:pt x="4438" y="15593"/>
                        </a:cubicBezTo>
                        <a:cubicBezTo>
                          <a:pt x="4469" y="15745"/>
                          <a:pt x="4438" y="15867"/>
                          <a:pt x="4347" y="15989"/>
                        </a:cubicBezTo>
                        <a:cubicBezTo>
                          <a:pt x="4347" y="16019"/>
                          <a:pt x="4347" y="16080"/>
                          <a:pt x="4347" y="16110"/>
                        </a:cubicBezTo>
                        <a:cubicBezTo>
                          <a:pt x="4378" y="16140"/>
                          <a:pt x="4438" y="16171"/>
                          <a:pt x="4438" y="16201"/>
                        </a:cubicBezTo>
                        <a:cubicBezTo>
                          <a:pt x="4530" y="16323"/>
                          <a:pt x="4499" y="16414"/>
                          <a:pt x="4347" y="16414"/>
                        </a:cubicBezTo>
                        <a:cubicBezTo>
                          <a:pt x="4256" y="16414"/>
                          <a:pt x="4195" y="16444"/>
                          <a:pt x="4134" y="16505"/>
                        </a:cubicBezTo>
                        <a:cubicBezTo>
                          <a:pt x="4074" y="16566"/>
                          <a:pt x="4104" y="16596"/>
                          <a:pt x="4134" y="16627"/>
                        </a:cubicBezTo>
                        <a:cubicBezTo>
                          <a:pt x="4134" y="16688"/>
                          <a:pt x="4347" y="16688"/>
                          <a:pt x="4165" y="16779"/>
                        </a:cubicBezTo>
                        <a:cubicBezTo>
                          <a:pt x="3952" y="16870"/>
                          <a:pt x="3982" y="17022"/>
                          <a:pt x="3982" y="17174"/>
                        </a:cubicBezTo>
                        <a:lnTo>
                          <a:pt x="4104" y="17204"/>
                        </a:lnTo>
                        <a:lnTo>
                          <a:pt x="4104" y="17204"/>
                        </a:lnTo>
                        <a:lnTo>
                          <a:pt x="4134" y="17174"/>
                        </a:lnTo>
                        <a:lnTo>
                          <a:pt x="4134" y="17235"/>
                        </a:lnTo>
                        <a:lnTo>
                          <a:pt x="4165" y="17235"/>
                        </a:lnTo>
                        <a:lnTo>
                          <a:pt x="4013" y="17326"/>
                        </a:lnTo>
                        <a:lnTo>
                          <a:pt x="4013" y="17326"/>
                        </a:lnTo>
                        <a:lnTo>
                          <a:pt x="4013" y="17356"/>
                        </a:lnTo>
                        <a:lnTo>
                          <a:pt x="4013" y="17356"/>
                        </a:lnTo>
                        <a:cubicBezTo>
                          <a:pt x="3982" y="17539"/>
                          <a:pt x="3922" y="17691"/>
                          <a:pt x="3800" y="17843"/>
                        </a:cubicBezTo>
                        <a:cubicBezTo>
                          <a:pt x="3739" y="17934"/>
                          <a:pt x="3739" y="18055"/>
                          <a:pt x="3830" y="18147"/>
                        </a:cubicBezTo>
                        <a:cubicBezTo>
                          <a:pt x="4043" y="18390"/>
                          <a:pt x="4256" y="18420"/>
                          <a:pt x="4499" y="18177"/>
                        </a:cubicBezTo>
                        <a:cubicBezTo>
                          <a:pt x="4530" y="18116"/>
                          <a:pt x="4560" y="18055"/>
                          <a:pt x="4621" y="18025"/>
                        </a:cubicBezTo>
                        <a:cubicBezTo>
                          <a:pt x="4681" y="17964"/>
                          <a:pt x="4773" y="17934"/>
                          <a:pt x="4864" y="17995"/>
                        </a:cubicBezTo>
                        <a:cubicBezTo>
                          <a:pt x="4894" y="17995"/>
                          <a:pt x="4925" y="18025"/>
                          <a:pt x="4955" y="18055"/>
                        </a:cubicBezTo>
                        <a:lnTo>
                          <a:pt x="4955" y="18055"/>
                        </a:lnTo>
                        <a:lnTo>
                          <a:pt x="4985" y="18055"/>
                        </a:lnTo>
                        <a:lnTo>
                          <a:pt x="4955" y="18025"/>
                        </a:lnTo>
                        <a:cubicBezTo>
                          <a:pt x="4985" y="18055"/>
                          <a:pt x="5046" y="18055"/>
                          <a:pt x="5077" y="18086"/>
                        </a:cubicBezTo>
                        <a:cubicBezTo>
                          <a:pt x="5077" y="18177"/>
                          <a:pt x="5016" y="18147"/>
                          <a:pt x="4955" y="18177"/>
                        </a:cubicBezTo>
                        <a:lnTo>
                          <a:pt x="4742" y="18481"/>
                        </a:lnTo>
                        <a:cubicBezTo>
                          <a:pt x="4712" y="18542"/>
                          <a:pt x="4712" y="18633"/>
                          <a:pt x="4773" y="18663"/>
                        </a:cubicBezTo>
                        <a:lnTo>
                          <a:pt x="4955" y="18755"/>
                        </a:lnTo>
                        <a:cubicBezTo>
                          <a:pt x="5046" y="18785"/>
                          <a:pt x="5077" y="18876"/>
                          <a:pt x="5016" y="18967"/>
                        </a:cubicBezTo>
                        <a:cubicBezTo>
                          <a:pt x="5016" y="19028"/>
                          <a:pt x="4985" y="19058"/>
                          <a:pt x="4955" y="19119"/>
                        </a:cubicBezTo>
                        <a:lnTo>
                          <a:pt x="4955" y="19119"/>
                        </a:lnTo>
                        <a:lnTo>
                          <a:pt x="4955" y="19150"/>
                        </a:lnTo>
                        <a:cubicBezTo>
                          <a:pt x="5107" y="19150"/>
                          <a:pt x="5229" y="19241"/>
                          <a:pt x="5229" y="19393"/>
                        </a:cubicBezTo>
                        <a:cubicBezTo>
                          <a:pt x="5229" y="19393"/>
                          <a:pt x="5229" y="19454"/>
                          <a:pt x="5198" y="19454"/>
                        </a:cubicBezTo>
                        <a:cubicBezTo>
                          <a:pt x="5168" y="19454"/>
                          <a:pt x="5137" y="19454"/>
                          <a:pt x="5137" y="19454"/>
                        </a:cubicBezTo>
                        <a:cubicBezTo>
                          <a:pt x="5077" y="19362"/>
                          <a:pt x="5016" y="19241"/>
                          <a:pt x="4955" y="19150"/>
                        </a:cubicBezTo>
                        <a:lnTo>
                          <a:pt x="4925" y="19150"/>
                        </a:lnTo>
                        <a:lnTo>
                          <a:pt x="4925" y="19150"/>
                        </a:lnTo>
                        <a:cubicBezTo>
                          <a:pt x="4742" y="19119"/>
                          <a:pt x="4560" y="19089"/>
                          <a:pt x="4408" y="19028"/>
                        </a:cubicBezTo>
                        <a:cubicBezTo>
                          <a:pt x="4286" y="18998"/>
                          <a:pt x="4195" y="18967"/>
                          <a:pt x="4074" y="18937"/>
                        </a:cubicBezTo>
                        <a:cubicBezTo>
                          <a:pt x="3922" y="18937"/>
                          <a:pt x="3800" y="19058"/>
                          <a:pt x="3830" y="19180"/>
                        </a:cubicBezTo>
                        <a:cubicBezTo>
                          <a:pt x="3830" y="19210"/>
                          <a:pt x="3830" y="19241"/>
                          <a:pt x="3861" y="19241"/>
                        </a:cubicBezTo>
                        <a:cubicBezTo>
                          <a:pt x="3861" y="19271"/>
                          <a:pt x="3891" y="19393"/>
                          <a:pt x="3861" y="19454"/>
                        </a:cubicBezTo>
                        <a:cubicBezTo>
                          <a:pt x="3861" y="19484"/>
                          <a:pt x="3770" y="19514"/>
                          <a:pt x="3709" y="19545"/>
                        </a:cubicBezTo>
                        <a:cubicBezTo>
                          <a:pt x="3618" y="19575"/>
                          <a:pt x="3557" y="19636"/>
                          <a:pt x="3526" y="19727"/>
                        </a:cubicBezTo>
                        <a:cubicBezTo>
                          <a:pt x="3496" y="19849"/>
                          <a:pt x="3466" y="20001"/>
                          <a:pt x="3466" y="20122"/>
                        </a:cubicBezTo>
                        <a:cubicBezTo>
                          <a:pt x="3466" y="20365"/>
                          <a:pt x="3587" y="20609"/>
                          <a:pt x="3800" y="20730"/>
                        </a:cubicBezTo>
                        <a:cubicBezTo>
                          <a:pt x="3800" y="20761"/>
                          <a:pt x="3830" y="20761"/>
                          <a:pt x="3861" y="20761"/>
                        </a:cubicBezTo>
                        <a:cubicBezTo>
                          <a:pt x="4104" y="20821"/>
                          <a:pt x="4347" y="20791"/>
                          <a:pt x="4560" y="20669"/>
                        </a:cubicBezTo>
                        <a:cubicBezTo>
                          <a:pt x="4681" y="20609"/>
                          <a:pt x="4742" y="20457"/>
                          <a:pt x="4681" y="20335"/>
                        </a:cubicBezTo>
                        <a:cubicBezTo>
                          <a:pt x="4621" y="20274"/>
                          <a:pt x="4590" y="20214"/>
                          <a:pt x="4530" y="20183"/>
                        </a:cubicBezTo>
                        <a:cubicBezTo>
                          <a:pt x="4438" y="20092"/>
                          <a:pt x="4378" y="19970"/>
                          <a:pt x="4378" y="19849"/>
                        </a:cubicBezTo>
                        <a:lnTo>
                          <a:pt x="4378" y="19849"/>
                        </a:lnTo>
                        <a:lnTo>
                          <a:pt x="4378" y="19788"/>
                        </a:lnTo>
                        <a:lnTo>
                          <a:pt x="4408" y="19818"/>
                        </a:lnTo>
                        <a:cubicBezTo>
                          <a:pt x="4408" y="19849"/>
                          <a:pt x="4408" y="19849"/>
                          <a:pt x="4408" y="19849"/>
                        </a:cubicBezTo>
                        <a:cubicBezTo>
                          <a:pt x="4681" y="20031"/>
                          <a:pt x="4985" y="20153"/>
                          <a:pt x="5320" y="20183"/>
                        </a:cubicBezTo>
                        <a:cubicBezTo>
                          <a:pt x="5381" y="20183"/>
                          <a:pt x="5411" y="20274"/>
                          <a:pt x="5381" y="20335"/>
                        </a:cubicBezTo>
                        <a:cubicBezTo>
                          <a:pt x="5320" y="20396"/>
                          <a:pt x="5259" y="20457"/>
                          <a:pt x="5198" y="20517"/>
                        </a:cubicBezTo>
                        <a:lnTo>
                          <a:pt x="5198" y="20517"/>
                        </a:lnTo>
                        <a:cubicBezTo>
                          <a:pt x="5198" y="20517"/>
                          <a:pt x="5198" y="20517"/>
                          <a:pt x="5198" y="20548"/>
                        </a:cubicBezTo>
                        <a:lnTo>
                          <a:pt x="5198" y="20517"/>
                        </a:lnTo>
                        <a:cubicBezTo>
                          <a:pt x="5168" y="20609"/>
                          <a:pt x="5137" y="20700"/>
                          <a:pt x="5107" y="20761"/>
                        </a:cubicBezTo>
                        <a:cubicBezTo>
                          <a:pt x="5077" y="20821"/>
                          <a:pt x="5077" y="20882"/>
                          <a:pt x="5107" y="20943"/>
                        </a:cubicBezTo>
                        <a:cubicBezTo>
                          <a:pt x="5137" y="21095"/>
                          <a:pt x="5107" y="21095"/>
                          <a:pt x="4985" y="21125"/>
                        </a:cubicBezTo>
                        <a:cubicBezTo>
                          <a:pt x="4864" y="21125"/>
                          <a:pt x="4833" y="21125"/>
                          <a:pt x="4833" y="21186"/>
                        </a:cubicBezTo>
                        <a:cubicBezTo>
                          <a:pt x="4773" y="21490"/>
                          <a:pt x="4621" y="21642"/>
                          <a:pt x="4317" y="21581"/>
                        </a:cubicBezTo>
                        <a:cubicBezTo>
                          <a:pt x="4195" y="21581"/>
                          <a:pt x="4074" y="21581"/>
                          <a:pt x="3982" y="21612"/>
                        </a:cubicBezTo>
                        <a:cubicBezTo>
                          <a:pt x="3982" y="21764"/>
                          <a:pt x="4013" y="21885"/>
                          <a:pt x="4074" y="22007"/>
                        </a:cubicBezTo>
                        <a:lnTo>
                          <a:pt x="4104" y="22007"/>
                        </a:lnTo>
                        <a:lnTo>
                          <a:pt x="4104" y="22037"/>
                        </a:lnTo>
                        <a:lnTo>
                          <a:pt x="4074" y="22037"/>
                        </a:lnTo>
                        <a:lnTo>
                          <a:pt x="4074" y="22007"/>
                        </a:lnTo>
                        <a:lnTo>
                          <a:pt x="3891" y="21976"/>
                        </a:lnTo>
                        <a:cubicBezTo>
                          <a:pt x="3770" y="21976"/>
                          <a:pt x="3770" y="21976"/>
                          <a:pt x="3709" y="22098"/>
                        </a:cubicBezTo>
                        <a:cubicBezTo>
                          <a:pt x="3678" y="22159"/>
                          <a:pt x="3648" y="22220"/>
                          <a:pt x="3618" y="22250"/>
                        </a:cubicBezTo>
                        <a:cubicBezTo>
                          <a:pt x="3526" y="22372"/>
                          <a:pt x="3405" y="22432"/>
                          <a:pt x="3344" y="22554"/>
                        </a:cubicBezTo>
                        <a:cubicBezTo>
                          <a:pt x="3314" y="22676"/>
                          <a:pt x="3283" y="22828"/>
                          <a:pt x="3222" y="22949"/>
                        </a:cubicBezTo>
                        <a:cubicBezTo>
                          <a:pt x="3192" y="23010"/>
                          <a:pt x="3162" y="23101"/>
                          <a:pt x="3162" y="23192"/>
                        </a:cubicBezTo>
                        <a:cubicBezTo>
                          <a:pt x="3131" y="23283"/>
                          <a:pt x="3162" y="23375"/>
                          <a:pt x="3253" y="23435"/>
                        </a:cubicBezTo>
                        <a:lnTo>
                          <a:pt x="3374" y="23527"/>
                        </a:lnTo>
                        <a:lnTo>
                          <a:pt x="3374" y="23527"/>
                        </a:lnTo>
                        <a:lnTo>
                          <a:pt x="3435" y="23527"/>
                        </a:lnTo>
                        <a:lnTo>
                          <a:pt x="3466" y="23496"/>
                        </a:lnTo>
                        <a:lnTo>
                          <a:pt x="3526" y="23496"/>
                        </a:lnTo>
                        <a:lnTo>
                          <a:pt x="3435" y="23527"/>
                        </a:lnTo>
                        <a:lnTo>
                          <a:pt x="3405" y="23557"/>
                        </a:lnTo>
                        <a:lnTo>
                          <a:pt x="3374" y="23557"/>
                        </a:lnTo>
                        <a:cubicBezTo>
                          <a:pt x="3283" y="23648"/>
                          <a:pt x="3192" y="23739"/>
                          <a:pt x="3101" y="23831"/>
                        </a:cubicBezTo>
                        <a:cubicBezTo>
                          <a:pt x="2979" y="23952"/>
                          <a:pt x="2949" y="24135"/>
                          <a:pt x="3071" y="24256"/>
                        </a:cubicBezTo>
                        <a:cubicBezTo>
                          <a:pt x="3131" y="24347"/>
                          <a:pt x="3162" y="24469"/>
                          <a:pt x="3162" y="24590"/>
                        </a:cubicBezTo>
                        <a:cubicBezTo>
                          <a:pt x="3162" y="24682"/>
                          <a:pt x="3162" y="24773"/>
                          <a:pt x="3222" y="24834"/>
                        </a:cubicBezTo>
                        <a:cubicBezTo>
                          <a:pt x="3314" y="25138"/>
                          <a:pt x="3344" y="25472"/>
                          <a:pt x="3314" y="25776"/>
                        </a:cubicBezTo>
                        <a:cubicBezTo>
                          <a:pt x="3314" y="25806"/>
                          <a:pt x="3314" y="25867"/>
                          <a:pt x="3314" y="25897"/>
                        </a:cubicBezTo>
                        <a:cubicBezTo>
                          <a:pt x="3314" y="25989"/>
                          <a:pt x="3405" y="26049"/>
                          <a:pt x="3466" y="26019"/>
                        </a:cubicBezTo>
                        <a:cubicBezTo>
                          <a:pt x="3618" y="25989"/>
                          <a:pt x="3739" y="25958"/>
                          <a:pt x="3891" y="25897"/>
                        </a:cubicBezTo>
                        <a:lnTo>
                          <a:pt x="3891" y="25867"/>
                        </a:lnTo>
                        <a:lnTo>
                          <a:pt x="3922" y="25867"/>
                        </a:lnTo>
                        <a:lnTo>
                          <a:pt x="3982" y="25837"/>
                        </a:lnTo>
                        <a:cubicBezTo>
                          <a:pt x="3982" y="25897"/>
                          <a:pt x="3952" y="25867"/>
                          <a:pt x="3922" y="25867"/>
                        </a:cubicBezTo>
                        <a:lnTo>
                          <a:pt x="3891" y="25897"/>
                        </a:lnTo>
                        <a:lnTo>
                          <a:pt x="3861" y="25897"/>
                        </a:lnTo>
                        <a:cubicBezTo>
                          <a:pt x="3800" y="26049"/>
                          <a:pt x="3709" y="26141"/>
                          <a:pt x="3587" y="26201"/>
                        </a:cubicBezTo>
                        <a:cubicBezTo>
                          <a:pt x="3435" y="26293"/>
                          <a:pt x="3374" y="26445"/>
                          <a:pt x="3435" y="26597"/>
                        </a:cubicBezTo>
                        <a:cubicBezTo>
                          <a:pt x="3435" y="26840"/>
                          <a:pt x="3526" y="27053"/>
                          <a:pt x="3648" y="27265"/>
                        </a:cubicBezTo>
                        <a:lnTo>
                          <a:pt x="3648" y="27265"/>
                        </a:lnTo>
                        <a:lnTo>
                          <a:pt x="3648" y="27296"/>
                        </a:lnTo>
                        <a:lnTo>
                          <a:pt x="3648" y="27265"/>
                        </a:lnTo>
                        <a:lnTo>
                          <a:pt x="3648" y="27265"/>
                        </a:lnTo>
                        <a:cubicBezTo>
                          <a:pt x="3678" y="27326"/>
                          <a:pt x="3709" y="27387"/>
                          <a:pt x="3770" y="27448"/>
                        </a:cubicBezTo>
                        <a:cubicBezTo>
                          <a:pt x="3861" y="27508"/>
                          <a:pt x="3891" y="27630"/>
                          <a:pt x="3830" y="27721"/>
                        </a:cubicBezTo>
                        <a:cubicBezTo>
                          <a:pt x="3800" y="27782"/>
                          <a:pt x="3770" y="27873"/>
                          <a:pt x="3830" y="27934"/>
                        </a:cubicBezTo>
                        <a:cubicBezTo>
                          <a:pt x="3952" y="28056"/>
                          <a:pt x="3952" y="28238"/>
                          <a:pt x="4043" y="28420"/>
                        </a:cubicBezTo>
                        <a:cubicBezTo>
                          <a:pt x="4074" y="28511"/>
                          <a:pt x="4074" y="28633"/>
                          <a:pt x="4043" y="28755"/>
                        </a:cubicBezTo>
                        <a:cubicBezTo>
                          <a:pt x="4013" y="28785"/>
                          <a:pt x="4013" y="28815"/>
                          <a:pt x="4043" y="28876"/>
                        </a:cubicBezTo>
                        <a:cubicBezTo>
                          <a:pt x="4104" y="28967"/>
                          <a:pt x="4195" y="29059"/>
                          <a:pt x="4286" y="29180"/>
                        </a:cubicBezTo>
                        <a:cubicBezTo>
                          <a:pt x="4499" y="29180"/>
                          <a:pt x="4621" y="29363"/>
                          <a:pt x="4590" y="29545"/>
                        </a:cubicBezTo>
                        <a:cubicBezTo>
                          <a:pt x="4590" y="29545"/>
                          <a:pt x="4651" y="29606"/>
                          <a:pt x="4681" y="29606"/>
                        </a:cubicBezTo>
                        <a:cubicBezTo>
                          <a:pt x="4833" y="29606"/>
                          <a:pt x="4955" y="29545"/>
                          <a:pt x="5077" y="29515"/>
                        </a:cubicBezTo>
                        <a:cubicBezTo>
                          <a:pt x="5137" y="29515"/>
                          <a:pt x="5198" y="29484"/>
                          <a:pt x="5259" y="29454"/>
                        </a:cubicBezTo>
                        <a:cubicBezTo>
                          <a:pt x="5411" y="29423"/>
                          <a:pt x="5502" y="29454"/>
                          <a:pt x="5533" y="29575"/>
                        </a:cubicBezTo>
                        <a:cubicBezTo>
                          <a:pt x="5502" y="29758"/>
                          <a:pt x="5593" y="29940"/>
                          <a:pt x="5745" y="30062"/>
                        </a:cubicBezTo>
                        <a:cubicBezTo>
                          <a:pt x="5776" y="30092"/>
                          <a:pt x="5806" y="30183"/>
                          <a:pt x="5837" y="30214"/>
                        </a:cubicBezTo>
                        <a:cubicBezTo>
                          <a:pt x="5897" y="30274"/>
                          <a:pt x="5958" y="30335"/>
                          <a:pt x="5989" y="30335"/>
                        </a:cubicBezTo>
                        <a:cubicBezTo>
                          <a:pt x="6171" y="30305"/>
                          <a:pt x="6292" y="30426"/>
                          <a:pt x="6444" y="30426"/>
                        </a:cubicBezTo>
                        <a:cubicBezTo>
                          <a:pt x="6566" y="30426"/>
                          <a:pt x="6688" y="30366"/>
                          <a:pt x="6748" y="30274"/>
                        </a:cubicBezTo>
                        <a:cubicBezTo>
                          <a:pt x="6900" y="30031"/>
                          <a:pt x="6900" y="29727"/>
                          <a:pt x="7052" y="29484"/>
                        </a:cubicBezTo>
                        <a:cubicBezTo>
                          <a:pt x="7083" y="29271"/>
                          <a:pt x="7144" y="29089"/>
                          <a:pt x="7296" y="28937"/>
                        </a:cubicBezTo>
                        <a:cubicBezTo>
                          <a:pt x="7387" y="28815"/>
                          <a:pt x="7478" y="28663"/>
                          <a:pt x="7508" y="28511"/>
                        </a:cubicBezTo>
                        <a:cubicBezTo>
                          <a:pt x="7539" y="28390"/>
                          <a:pt x="7569" y="28238"/>
                          <a:pt x="7599" y="28116"/>
                        </a:cubicBezTo>
                        <a:lnTo>
                          <a:pt x="7599" y="28116"/>
                        </a:lnTo>
                        <a:lnTo>
                          <a:pt x="7599" y="28086"/>
                        </a:lnTo>
                        <a:lnTo>
                          <a:pt x="7539" y="28056"/>
                        </a:lnTo>
                        <a:cubicBezTo>
                          <a:pt x="7539" y="28056"/>
                          <a:pt x="7478" y="28025"/>
                          <a:pt x="7508" y="28025"/>
                        </a:cubicBezTo>
                        <a:cubicBezTo>
                          <a:pt x="7508" y="28025"/>
                          <a:pt x="7539" y="27964"/>
                          <a:pt x="7569" y="28025"/>
                        </a:cubicBezTo>
                        <a:cubicBezTo>
                          <a:pt x="7569" y="28056"/>
                          <a:pt x="7599" y="28086"/>
                          <a:pt x="7599" y="28116"/>
                        </a:cubicBezTo>
                        <a:lnTo>
                          <a:pt x="7630" y="28116"/>
                        </a:lnTo>
                        <a:lnTo>
                          <a:pt x="7630" y="28116"/>
                        </a:lnTo>
                        <a:cubicBezTo>
                          <a:pt x="7751" y="28056"/>
                          <a:pt x="7843" y="27964"/>
                          <a:pt x="7903" y="27843"/>
                        </a:cubicBezTo>
                        <a:cubicBezTo>
                          <a:pt x="7995" y="27630"/>
                          <a:pt x="8147" y="27417"/>
                          <a:pt x="8359" y="27265"/>
                        </a:cubicBezTo>
                        <a:cubicBezTo>
                          <a:pt x="8572" y="27113"/>
                          <a:pt x="8633" y="26840"/>
                          <a:pt x="8542" y="26597"/>
                        </a:cubicBezTo>
                        <a:cubicBezTo>
                          <a:pt x="8481" y="26475"/>
                          <a:pt x="8542" y="26414"/>
                          <a:pt x="8633" y="26384"/>
                        </a:cubicBezTo>
                        <a:cubicBezTo>
                          <a:pt x="8724" y="26323"/>
                          <a:pt x="8694" y="26323"/>
                          <a:pt x="8755" y="26293"/>
                        </a:cubicBezTo>
                        <a:cubicBezTo>
                          <a:pt x="8785" y="26262"/>
                          <a:pt x="8815" y="26201"/>
                          <a:pt x="8785" y="26110"/>
                        </a:cubicBezTo>
                        <a:cubicBezTo>
                          <a:pt x="8785" y="26080"/>
                          <a:pt x="8755" y="26049"/>
                          <a:pt x="8755" y="25989"/>
                        </a:cubicBezTo>
                        <a:cubicBezTo>
                          <a:pt x="8663" y="25837"/>
                          <a:pt x="8663" y="25837"/>
                          <a:pt x="8846" y="25806"/>
                        </a:cubicBezTo>
                        <a:cubicBezTo>
                          <a:pt x="8998" y="25806"/>
                          <a:pt x="9089" y="25776"/>
                          <a:pt x="9119" y="25654"/>
                        </a:cubicBezTo>
                        <a:cubicBezTo>
                          <a:pt x="9180" y="25472"/>
                          <a:pt x="9332" y="25381"/>
                          <a:pt x="9484" y="25411"/>
                        </a:cubicBezTo>
                        <a:cubicBezTo>
                          <a:pt x="9727" y="25442"/>
                          <a:pt x="9970" y="25290"/>
                          <a:pt x="10244" y="25381"/>
                        </a:cubicBezTo>
                        <a:cubicBezTo>
                          <a:pt x="10305" y="25381"/>
                          <a:pt x="10365" y="25320"/>
                          <a:pt x="10396" y="25290"/>
                        </a:cubicBezTo>
                        <a:cubicBezTo>
                          <a:pt x="10457" y="25259"/>
                          <a:pt x="10517" y="25168"/>
                          <a:pt x="10578" y="25168"/>
                        </a:cubicBezTo>
                        <a:cubicBezTo>
                          <a:pt x="10913" y="25168"/>
                          <a:pt x="11217" y="25016"/>
                          <a:pt x="11490" y="24803"/>
                        </a:cubicBezTo>
                        <a:cubicBezTo>
                          <a:pt x="11521" y="24773"/>
                          <a:pt x="11581" y="24803"/>
                          <a:pt x="11612" y="24773"/>
                        </a:cubicBezTo>
                        <a:cubicBezTo>
                          <a:pt x="11824" y="24712"/>
                          <a:pt x="11976" y="24560"/>
                          <a:pt x="12098" y="24378"/>
                        </a:cubicBezTo>
                        <a:cubicBezTo>
                          <a:pt x="12220" y="24104"/>
                          <a:pt x="12463" y="23922"/>
                          <a:pt x="12615" y="23679"/>
                        </a:cubicBezTo>
                        <a:cubicBezTo>
                          <a:pt x="12767" y="23435"/>
                          <a:pt x="13101" y="23344"/>
                          <a:pt x="13283" y="23101"/>
                        </a:cubicBezTo>
                        <a:cubicBezTo>
                          <a:pt x="13435" y="23040"/>
                          <a:pt x="13587" y="23101"/>
                          <a:pt x="13739" y="23071"/>
                        </a:cubicBezTo>
                        <a:cubicBezTo>
                          <a:pt x="13861" y="23010"/>
                          <a:pt x="13952" y="22949"/>
                          <a:pt x="14043" y="22888"/>
                        </a:cubicBezTo>
                        <a:cubicBezTo>
                          <a:pt x="14104" y="22858"/>
                          <a:pt x="14165" y="22828"/>
                          <a:pt x="14226" y="22828"/>
                        </a:cubicBezTo>
                        <a:cubicBezTo>
                          <a:pt x="14347" y="22858"/>
                          <a:pt x="14499" y="22858"/>
                          <a:pt x="14621" y="22797"/>
                        </a:cubicBezTo>
                        <a:cubicBezTo>
                          <a:pt x="14834" y="22676"/>
                          <a:pt x="15077" y="22615"/>
                          <a:pt x="15320" y="22584"/>
                        </a:cubicBezTo>
                        <a:cubicBezTo>
                          <a:pt x="15746" y="22524"/>
                          <a:pt x="16141" y="22372"/>
                          <a:pt x="16475" y="22128"/>
                        </a:cubicBezTo>
                        <a:cubicBezTo>
                          <a:pt x="16870" y="21794"/>
                          <a:pt x="17326" y="21521"/>
                          <a:pt x="17752" y="21186"/>
                        </a:cubicBezTo>
                        <a:close/>
                        <a:moveTo>
                          <a:pt x="20943" y="7447"/>
                        </a:moveTo>
                        <a:lnTo>
                          <a:pt x="20974" y="7447"/>
                        </a:lnTo>
                        <a:cubicBezTo>
                          <a:pt x="21004" y="7447"/>
                          <a:pt x="21034" y="7478"/>
                          <a:pt x="21034" y="7478"/>
                        </a:cubicBezTo>
                        <a:cubicBezTo>
                          <a:pt x="21034" y="7508"/>
                          <a:pt x="21034" y="7569"/>
                          <a:pt x="20974" y="7539"/>
                        </a:cubicBezTo>
                        <a:cubicBezTo>
                          <a:pt x="20943" y="7539"/>
                          <a:pt x="20943" y="7539"/>
                          <a:pt x="20913" y="7508"/>
                        </a:cubicBezTo>
                        <a:cubicBezTo>
                          <a:pt x="20913" y="7478"/>
                          <a:pt x="20913" y="7478"/>
                          <a:pt x="20943" y="7447"/>
                        </a:cubicBezTo>
                        <a:close/>
                        <a:moveTo>
                          <a:pt x="20426" y="7660"/>
                        </a:moveTo>
                        <a:cubicBezTo>
                          <a:pt x="20426" y="7599"/>
                          <a:pt x="20487" y="7599"/>
                          <a:pt x="20548" y="7569"/>
                        </a:cubicBezTo>
                        <a:cubicBezTo>
                          <a:pt x="20578" y="7569"/>
                          <a:pt x="20578" y="7599"/>
                          <a:pt x="20578" y="7599"/>
                        </a:cubicBezTo>
                        <a:cubicBezTo>
                          <a:pt x="20639" y="7630"/>
                          <a:pt x="20639" y="7691"/>
                          <a:pt x="20578" y="7721"/>
                        </a:cubicBezTo>
                        <a:cubicBezTo>
                          <a:pt x="20548" y="7751"/>
                          <a:pt x="20518" y="7782"/>
                          <a:pt x="20487" y="7812"/>
                        </a:cubicBezTo>
                        <a:cubicBezTo>
                          <a:pt x="20426" y="7812"/>
                          <a:pt x="20396" y="7721"/>
                          <a:pt x="20426" y="7660"/>
                        </a:cubicBezTo>
                        <a:close/>
                        <a:moveTo>
                          <a:pt x="10122" y="24955"/>
                        </a:moveTo>
                        <a:lnTo>
                          <a:pt x="10062" y="24925"/>
                        </a:lnTo>
                        <a:cubicBezTo>
                          <a:pt x="10062" y="24925"/>
                          <a:pt x="10122" y="24894"/>
                          <a:pt x="10122" y="24925"/>
                        </a:cubicBezTo>
                        <a:cubicBezTo>
                          <a:pt x="10153" y="24925"/>
                          <a:pt x="10153" y="24925"/>
                          <a:pt x="10183" y="24955"/>
                        </a:cubicBezTo>
                        <a:close/>
                        <a:moveTo>
                          <a:pt x="13770" y="1672"/>
                        </a:moveTo>
                        <a:cubicBezTo>
                          <a:pt x="13770" y="1672"/>
                          <a:pt x="13739" y="1611"/>
                          <a:pt x="13770" y="1672"/>
                        </a:cubicBezTo>
                        <a:lnTo>
                          <a:pt x="13831" y="1733"/>
                        </a:lnTo>
                        <a:cubicBezTo>
                          <a:pt x="13800" y="1703"/>
                          <a:pt x="13800" y="1703"/>
                          <a:pt x="13770" y="1672"/>
                        </a:cubicBezTo>
                        <a:close/>
                        <a:moveTo>
                          <a:pt x="13983" y="1946"/>
                        </a:moveTo>
                        <a:cubicBezTo>
                          <a:pt x="13922" y="1946"/>
                          <a:pt x="13922" y="1885"/>
                          <a:pt x="13952" y="1824"/>
                        </a:cubicBezTo>
                        <a:lnTo>
                          <a:pt x="13952" y="1824"/>
                        </a:lnTo>
                        <a:cubicBezTo>
                          <a:pt x="13922" y="1794"/>
                          <a:pt x="13922" y="1794"/>
                          <a:pt x="13891" y="1763"/>
                        </a:cubicBezTo>
                        <a:lnTo>
                          <a:pt x="13952" y="1824"/>
                        </a:lnTo>
                        <a:lnTo>
                          <a:pt x="13952" y="1855"/>
                        </a:lnTo>
                        <a:cubicBezTo>
                          <a:pt x="13983" y="1855"/>
                          <a:pt x="13983" y="1885"/>
                          <a:pt x="14013" y="1915"/>
                        </a:cubicBezTo>
                        <a:close/>
                        <a:moveTo>
                          <a:pt x="15654" y="20122"/>
                        </a:moveTo>
                        <a:lnTo>
                          <a:pt x="15654" y="20092"/>
                        </a:lnTo>
                        <a:lnTo>
                          <a:pt x="15685" y="20092"/>
                        </a:lnTo>
                        <a:close/>
                        <a:moveTo>
                          <a:pt x="15867" y="19028"/>
                        </a:moveTo>
                        <a:lnTo>
                          <a:pt x="15837" y="18998"/>
                        </a:lnTo>
                        <a:lnTo>
                          <a:pt x="15898" y="18998"/>
                        </a:lnTo>
                        <a:lnTo>
                          <a:pt x="15898" y="19028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" name="Google Shape;520;p21">
                    <a:extLst>
                      <a:ext uri="{FF2B5EF4-FFF2-40B4-BE49-F238E27FC236}">
                        <a16:creationId xmlns:a16="http://schemas.microsoft.com/office/drawing/2014/main" id="{3C84484B-B6CC-5E50-9836-F046544E65AF}"/>
                      </a:ext>
                    </a:extLst>
                  </p:cNvPr>
                  <p:cNvSpPr/>
                  <p:nvPr/>
                </p:nvSpPr>
                <p:spPr>
                  <a:xfrm>
                    <a:off x="3648925" y="2693750"/>
                    <a:ext cx="2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2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31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" name="Google Shape;521;p21">
                    <a:extLst>
                      <a:ext uri="{FF2B5EF4-FFF2-40B4-BE49-F238E27FC236}">
                        <a16:creationId xmlns:a16="http://schemas.microsoft.com/office/drawing/2014/main" id="{DB20D1B8-ACA7-C9A5-C02E-68EB6E513E61}"/>
                      </a:ext>
                    </a:extLst>
                  </p:cNvPr>
                  <p:cNvSpPr/>
                  <p:nvPr/>
                </p:nvSpPr>
                <p:spPr>
                  <a:xfrm>
                    <a:off x="4031150" y="2596500"/>
                    <a:ext cx="800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31" extrusionOk="0">
                        <a:moveTo>
                          <a:pt x="31" y="31"/>
                        </a:moveTo>
                        <a:lnTo>
                          <a:pt x="31" y="31"/>
                        </a:lnTo>
                        <a:lnTo>
                          <a:pt x="31" y="0"/>
                        </a:lnTo>
                        <a:cubicBezTo>
                          <a:pt x="31" y="0"/>
                          <a:pt x="1" y="31"/>
                          <a:pt x="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" name="Google Shape;522;p21">
                    <a:extLst>
                      <a:ext uri="{FF2B5EF4-FFF2-40B4-BE49-F238E27FC236}">
                        <a16:creationId xmlns:a16="http://schemas.microsoft.com/office/drawing/2014/main" id="{463C1285-8CC2-9292-7091-54F640B2FC56}"/>
                      </a:ext>
                    </a:extLst>
                  </p:cNvPr>
                  <p:cNvSpPr/>
                  <p:nvPr/>
                </p:nvSpPr>
                <p:spPr>
                  <a:xfrm>
                    <a:off x="3449075" y="2395875"/>
                    <a:ext cx="800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32" extrusionOk="0">
                        <a:moveTo>
                          <a:pt x="1" y="1"/>
                        </a:moveTo>
                        <a:lnTo>
                          <a:pt x="31" y="1"/>
                        </a:lnTo>
                        <a:lnTo>
                          <a:pt x="1" y="1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" name="Google Shape;523;p21">
                    <a:extLst>
                      <a:ext uri="{FF2B5EF4-FFF2-40B4-BE49-F238E27FC236}">
                        <a16:creationId xmlns:a16="http://schemas.microsoft.com/office/drawing/2014/main" id="{A92416E5-9DC7-EDCD-EE3D-285330CAD289}"/>
                      </a:ext>
                    </a:extLst>
                  </p:cNvPr>
                  <p:cNvSpPr/>
                  <p:nvPr/>
                </p:nvSpPr>
                <p:spPr>
                  <a:xfrm>
                    <a:off x="3466550" y="234420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1"/>
                        </a:move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" name="Google Shape;524;p21">
                    <a:extLst>
                      <a:ext uri="{FF2B5EF4-FFF2-40B4-BE49-F238E27FC236}">
                        <a16:creationId xmlns:a16="http://schemas.microsoft.com/office/drawing/2014/main" id="{C0E8D83A-9A27-7929-7ADA-BC62FAB47412}"/>
                      </a:ext>
                    </a:extLst>
                  </p:cNvPr>
                  <p:cNvSpPr/>
                  <p:nvPr/>
                </p:nvSpPr>
                <p:spPr>
                  <a:xfrm>
                    <a:off x="3266700" y="2578250"/>
                    <a:ext cx="273600" cy="377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44" h="15108" extrusionOk="0">
                        <a:moveTo>
                          <a:pt x="2220" y="5472"/>
                        </a:moveTo>
                        <a:cubicBezTo>
                          <a:pt x="2493" y="5502"/>
                          <a:pt x="2706" y="5746"/>
                          <a:pt x="2980" y="5685"/>
                        </a:cubicBezTo>
                        <a:cubicBezTo>
                          <a:pt x="3010" y="5685"/>
                          <a:pt x="3040" y="5685"/>
                          <a:pt x="3040" y="5715"/>
                        </a:cubicBezTo>
                        <a:lnTo>
                          <a:pt x="3162" y="5776"/>
                        </a:lnTo>
                        <a:cubicBezTo>
                          <a:pt x="3253" y="5867"/>
                          <a:pt x="3344" y="5958"/>
                          <a:pt x="3466" y="6050"/>
                        </a:cubicBezTo>
                        <a:cubicBezTo>
                          <a:pt x="3527" y="6080"/>
                          <a:pt x="3587" y="6080"/>
                          <a:pt x="3648" y="6080"/>
                        </a:cubicBezTo>
                        <a:cubicBezTo>
                          <a:pt x="3709" y="6080"/>
                          <a:pt x="3739" y="5989"/>
                          <a:pt x="3800" y="5958"/>
                        </a:cubicBezTo>
                        <a:lnTo>
                          <a:pt x="3648" y="5776"/>
                        </a:lnTo>
                        <a:cubicBezTo>
                          <a:pt x="3557" y="5776"/>
                          <a:pt x="3466" y="5776"/>
                          <a:pt x="3435" y="5685"/>
                        </a:cubicBezTo>
                        <a:lnTo>
                          <a:pt x="3405" y="5685"/>
                        </a:lnTo>
                        <a:lnTo>
                          <a:pt x="3375" y="5654"/>
                        </a:lnTo>
                        <a:lnTo>
                          <a:pt x="3405" y="5654"/>
                        </a:lnTo>
                        <a:lnTo>
                          <a:pt x="3405" y="5654"/>
                        </a:lnTo>
                        <a:cubicBezTo>
                          <a:pt x="3496" y="5654"/>
                          <a:pt x="3587" y="5685"/>
                          <a:pt x="3648" y="5776"/>
                        </a:cubicBezTo>
                        <a:lnTo>
                          <a:pt x="3648" y="5776"/>
                        </a:lnTo>
                        <a:lnTo>
                          <a:pt x="3800" y="5928"/>
                        </a:lnTo>
                        <a:lnTo>
                          <a:pt x="3800" y="5928"/>
                        </a:lnTo>
                        <a:cubicBezTo>
                          <a:pt x="3891" y="5928"/>
                          <a:pt x="4013" y="5898"/>
                          <a:pt x="4104" y="5898"/>
                        </a:cubicBezTo>
                        <a:cubicBezTo>
                          <a:pt x="4287" y="5837"/>
                          <a:pt x="4408" y="5685"/>
                          <a:pt x="4378" y="5502"/>
                        </a:cubicBezTo>
                        <a:cubicBezTo>
                          <a:pt x="4378" y="5442"/>
                          <a:pt x="4378" y="5350"/>
                          <a:pt x="4347" y="5259"/>
                        </a:cubicBezTo>
                        <a:lnTo>
                          <a:pt x="4347" y="5259"/>
                        </a:lnTo>
                        <a:lnTo>
                          <a:pt x="4347" y="5229"/>
                        </a:lnTo>
                        <a:cubicBezTo>
                          <a:pt x="4226" y="5138"/>
                          <a:pt x="4226" y="5107"/>
                          <a:pt x="4347" y="4986"/>
                        </a:cubicBezTo>
                        <a:lnTo>
                          <a:pt x="4347" y="4986"/>
                        </a:lnTo>
                        <a:cubicBezTo>
                          <a:pt x="4347" y="4955"/>
                          <a:pt x="4347" y="4955"/>
                          <a:pt x="4378" y="4986"/>
                        </a:cubicBezTo>
                        <a:lnTo>
                          <a:pt x="4347" y="5016"/>
                        </a:lnTo>
                        <a:lnTo>
                          <a:pt x="4347" y="5016"/>
                        </a:lnTo>
                        <a:lnTo>
                          <a:pt x="4347" y="5259"/>
                        </a:lnTo>
                        <a:lnTo>
                          <a:pt x="4347" y="5259"/>
                        </a:lnTo>
                        <a:lnTo>
                          <a:pt x="4347" y="5290"/>
                        </a:lnTo>
                        <a:cubicBezTo>
                          <a:pt x="4469" y="5350"/>
                          <a:pt x="4621" y="5411"/>
                          <a:pt x="4742" y="5472"/>
                        </a:cubicBezTo>
                        <a:cubicBezTo>
                          <a:pt x="4773" y="5472"/>
                          <a:pt x="4803" y="5563"/>
                          <a:pt x="4803" y="5594"/>
                        </a:cubicBezTo>
                        <a:cubicBezTo>
                          <a:pt x="4803" y="5624"/>
                          <a:pt x="4803" y="5624"/>
                          <a:pt x="4803" y="5654"/>
                        </a:cubicBezTo>
                        <a:cubicBezTo>
                          <a:pt x="4742" y="5746"/>
                          <a:pt x="4712" y="5867"/>
                          <a:pt x="4712" y="5989"/>
                        </a:cubicBezTo>
                        <a:cubicBezTo>
                          <a:pt x="4712" y="6080"/>
                          <a:pt x="4834" y="6171"/>
                          <a:pt x="4864" y="6262"/>
                        </a:cubicBezTo>
                        <a:cubicBezTo>
                          <a:pt x="4894" y="6475"/>
                          <a:pt x="5016" y="6688"/>
                          <a:pt x="5168" y="6870"/>
                        </a:cubicBezTo>
                        <a:cubicBezTo>
                          <a:pt x="5198" y="6901"/>
                          <a:pt x="5168" y="6992"/>
                          <a:pt x="5107" y="7022"/>
                        </a:cubicBezTo>
                        <a:cubicBezTo>
                          <a:pt x="5046" y="7053"/>
                          <a:pt x="4986" y="7053"/>
                          <a:pt x="4925" y="7083"/>
                        </a:cubicBezTo>
                        <a:cubicBezTo>
                          <a:pt x="4864" y="7144"/>
                          <a:pt x="4834" y="7205"/>
                          <a:pt x="4834" y="7265"/>
                        </a:cubicBezTo>
                        <a:cubicBezTo>
                          <a:pt x="4834" y="7296"/>
                          <a:pt x="4864" y="7357"/>
                          <a:pt x="4894" y="7357"/>
                        </a:cubicBezTo>
                        <a:cubicBezTo>
                          <a:pt x="5077" y="7417"/>
                          <a:pt x="5259" y="7265"/>
                          <a:pt x="5411" y="7357"/>
                        </a:cubicBezTo>
                        <a:cubicBezTo>
                          <a:pt x="5442" y="7387"/>
                          <a:pt x="5472" y="7387"/>
                          <a:pt x="5472" y="7417"/>
                        </a:cubicBezTo>
                        <a:cubicBezTo>
                          <a:pt x="5502" y="7448"/>
                          <a:pt x="5502" y="7509"/>
                          <a:pt x="5442" y="7509"/>
                        </a:cubicBezTo>
                        <a:cubicBezTo>
                          <a:pt x="5381" y="7539"/>
                          <a:pt x="5320" y="7569"/>
                          <a:pt x="5259" y="7600"/>
                        </a:cubicBezTo>
                        <a:cubicBezTo>
                          <a:pt x="5229" y="7661"/>
                          <a:pt x="5198" y="7721"/>
                          <a:pt x="5259" y="7782"/>
                        </a:cubicBezTo>
                        <a:cubicBezTo>
                          <a:pt x="5290" y="7812"/>
                          <a:pt x="5320" y="7843"/>
                          <a:pt x="5350" y="7843"/>
                        </a:cubicBezTo>
                        <a:cubicBezTo>
                          <a:pt x="5411" y="7843"/>
                          <a:pt x="5442" y="7843"/>
                          <a:pt x="5502" y="7812"/>
                        </a:cubicBezTo>
                        <a:cubicBezTo>
                          <a:pt x="5685" y="7752"/>
                          <a:pt x="5806" y="7812"/>
                          <a:pt x="5867" y="7995"/>
                        </a:cubicBezTo>
                        <a:cubicBezTo>
                          <a:pt x="5867" y="8056"/>
                          <a:pt x="5898" y="8086"/>
                          <a:pt x="5958" y="8116"/>
                        </a:cubicBezTo>
                        <a:cubicBezTo>
                          <a:pt x="6171" y="8208"/>
                          <a:pt x="6171" y="8360"/>
                          <a:pt x="6141" y="8572"/>
                        </a:cubicBezTo>
                        <a:cubicBezTo>
                          <a:pt x="6110" y="8755"/>
                          <a:pt x="6110" y="9028"/>
                          <a:pt x="6080" y="9241"/>
                        </a:cubicBezTo>
                        <a:cubicBezTo>
                          <a:pt x="6080" y="9332"/>
                          <a:pt x="6019" y="9423"/>
                          <a:pt x="5928" y="9454"/>
                        </a:cubicBezTo>
                        <a:cubicBezTo>
                          <a:pt x="5776" y="9484"/>
                          <a:pt x="5654" y="9545"/>
                          <a:pt x="5594" y="9667"/>
                        </a:cubicBezTo>
                        <a:cubicBezTo>
                          <a:pt x="5442" y="9849"/>
                          <a:pt x="5259" y="10001"/>
                          <a:pt x="5077" y="10092"/>
                        </a:cubicBezTo>
                        <a:cubicBezTo>
                          <a:pt x="4682" y="10366"/>
                          <a:pt x="4590" y="10396"/>
                          <a:pt x="4803" y="10913"/>
                        </a:cubicBezTo>
                        <a:cubicBezTo>
                          <a:pt x="4803" y="10943"/>
                          <a:pt x="4773" y="11034"/>
                          <a:pt x="4773" y="11034"/>
                        </a:cubicBezTo>
                        <a:cubicBezTo>
                          <a:pt x="4530" y="11034"/>
                          <a:pt x="4317" y="11095"/>
                          <a:pt x="4104" y="11186"/>
                        </a:cubicBezTo>
                        <a:cubicBezTo>
                          <a:pt x="3891" y="11247"/>
                          <a:pt x="3648" y="11247"/>
                          <a:pt x="3466" y="11126"/>
                        </a:cubicBezTo>
                        <a:cubicBezTo>
                          <a:pt x="3344" y="11065"/>
                          <a:pt x="3223" y="10974"/>
                          <a:pt x="3101" y="10943"/>
                        </a:cubicBezTo>
                        <a:cubicBezTo>
                          <a:pt x="3040" y="10913"/>
                          <a:pt x="3010" y="10943"/>
                          <a:pt x="2980" y="10943"/>
                        </a:cubicBezTo>
                        <a:cubicBezTo>
                          <a:pt x="2858" y="11095"/>
                          <a:pt x="2736" y="11217"/>
                          <a:pt x="2584" y="11338"/>
                        </a:cubicBezTo>
                        <a:cubicBezTo>
                          <a:pt x="2524" y="11399"/>
                          <a:pt x="2493" y="11490"/>
                          <a:pt x="2432" y="11551"/>
                        </a:cubicBezTo>
                        <a:cubicBezTo>
                          <a:pt x="2372" y="11673"/>
                          <a:pt x="2402" y="11825"/>
                          <a:pt x="2493" y="11946"/>
                        </a:cubicBezTo>
                        <a:cubicBezTo>
                          <a:pt x="2645" y="12189"/>
                          <a:pt x="3010" y="12281"/>
                          <a:pt x="3283" y="12159"/>
                        </a:cubicBezTo>
                        <a:cubicBezTo>
                          <a:pt x="3344" y="12129"/>
                          <a:pt x="3435" y="12098"/>
                          <a:pt x="3527" y="12068"/>
                        </a:cubicBezTo>
                        <a:cubicBezTo>
                          <a:pt x="3587" y="12068"/>
                          <a:pt x="3618" y="12068"/>
                          <a:pt x="3648" y="12068"/>
                        </a:cubicBezTo>
                        <a:cubicBezTo>
                          <a:pt x="3891" y="12220"/>
                          <a:pt x="4135" y="12129"/>
                          <a:pt x="4378" y="12159"/>
                        </a:cubicBezTo>
                        <a:cubicBezTo>
                          <a:pt x="4499" y="12189"/>
                          <a:pt x="4590" y="12250"/>
                          <a:pt x="4651" y="12341"/>
                        </a:cubicBezTo>
                        <a:cubicBezTo>
                          <a:pt x="4742" y="12554"/>
                          <a:pt x="4834" y="12767"/>
                          <a:pt x="4955" y="12949"/>
                        </a:cubicBezTo>
                        <a:cubicBezTo>
                          <a:pt x="5046" y="13071"/>
                          <a:pt x="5107" y="13162"/>
                          <a:pt x="5016" y="13314"/>
                        </a:cubicBezTo>
                        <a:cubicBezTo>
                          <a:pt x="4986" y="13405"/>
                          <a:pt x="5016" y="13496"/>
                          <a:pt x="5046" y="13588"/>
                        </a:cubicBezTo>
                        <a:cubicBezTo>
                          <a:pt x="5168" y="13770"/>
                          <a:pt x="5350" y="13922"/>
                          <a:pt x="5533" y="14013"/>
                        </a:cubicBezTo>
                        <a:lnTo>
                          <a:pt x="5533" y="14013"/>
                        </a:lnTo>
                        <a:lnTo>
                          <a:pt x="5533" y="14013"/>
                        </a:lnTo>
                        <a:lnTo>
                          <a:pt x="5533" y="14013"/>
                        </a:lnTo>
                        <a:cubicBezTo>
                          <a:pt x="5685" y="14104"/>
                          <a:pt x="5837" y="14196"/>
                          <a:pt x="5928" y="14317"/>
                        </a:cubicBezTo>
                        <a:cubicBezTo>
                          <a:pt x="6080" y="14530"/>
                          <a:pt x="6323" y="14682"/>
                          <a:pt x="6566" y="14773"/>
                        </a:cubicBezTo>
                        <a:cubicBezTo>
                          <a:pt x="6718" y="14803"/>
                          <a:pt x="6809" y="14925"/>
                          <a:pt x="6931" y="14955"/>
                        </a:cubicBezTo>
                        <a:cubicBezTo>
                          <a:pt x="7053" y="15016"/>
                          <a:pt x="7174" y="15077"/>
                          <a:pt x="7296" y="15107"/>
                        </a:cubicBezTo>
                        <a:cubicBezTo>
                          <a:pt x="7326" y="15107"/>
                          <a:pt x="7387" y="15077"/>
                          <a:pt x="7417" y="15047"/>
                        </a:cubicBezTo>
                        <a:cubicBezTo>
                          <a:pt x="7478" y="14925"/>
                          <a:pt x="7478" y="14773"/>
                          <a:pt x="7417" y="14651"/>
                        </a:cubicBezTo>
                        <a:cubicBezTo>
                          <a:pt x="7265" y="14317"/>
                          <a:pt x="7053" y="13983"/>
                          <a:pt x="6779" y="13709"/>
                        </a:cubicBezTo>
                        <a:cubicBezTo>
                          <a:pt x="6688" y="13618"/>
                          <a:pt x="6627" y="13496"/>
                          <a:pt x="6657" y="13375"/>
                        </a:cubicBezTo>
                        <a:lnTo>
                          <a:pt x="6657" y="13375"/>
                        </a:lnTo>
                        <a:lnTo>
                          <a:pt x="6657" y="13344"/>
                        </a:lnTo>
                        <a:lnTo>
                          <a:pt x="6627" y="13314"/>
                        </a:lnTo>
                        <a:lnTo>
                          <a:pt x="6657" y="13314"/>
                        </a:lnTo>
                        <a:cubicBezTo>
                          <a:pt x="6657" y="13314"/>
                          <a:pt x="6657" y="13344"/>
                          <a:pt x="6657" y="13344"/>
                        </a:cubicBezTo>
                        <a:lnTo>
                          <a:pt x="6688" y="13344"/>
                        </a:lnTo>
                        <a:lnTo>
                          <a:pt x="6688" y="13344"/>
                        </a:lnTo>
                        <a:cubicBezTo>
                          <a:pt x="6901" y="13436"/>
                          <a:pt x="7083" y="13557"/>
                          <a:pt x="7205" y="13740"/>
                        </a:cubicBezTo>
                        <a:cubicBezTo>
                          <a:pt x="7326" y="13892"/>
                          <a:pt x="7478" y="13983"/>
                          <a:pt x="7630" y="14074"/>
                        </a:cubicBezTo>
                        <a:cubicBezTo>
                          <a:pt x="7782" y="14135"/>
                          <a:pt x="7873" y="14226"/>
                          <a:pt x="7904" y="14348"/>
                        </a:cubicBezTo>
                        <a:cubicBezTo>
                          <a:pt x="7964" y="14469"/>
                          <a:pt x="8056" y="14591"/>
                          <a:pt x="8116" y="14712"/>
                        </a:cubicBezTo>
                        <a:cubicBezTo>
                          <a:pt x="8147" y="14743"/>
                          <a:pt x="8177" y="14773"/>
                          <a:pt x="8208" y="14773"/>
                        </a:cubicBezTo>
                        <a:cubicBezTo>
                          <a:pt x="8268" y="14743"/>
                          <a:pt x="8299" y="14712"/>
                          <a:pt x="8268" y="14651"/>
                        </a:cubicBezTo>
                        <a:cubicBezTo>
                          <a:pt x="8177" y="14500"/>
                          <a:pt x="8177" y="14287"/>
                          <a:pt x="8299" y="14135"/>
                        </a:cubicBezTo>
                        <a:cubicBezTo>
                          <a:pt x="8360" y="14044"/>
                          <a:pt x="8451" y="13922"/>
                          <a:pt x="8572" y="13831"/>
                        </a:cubicBezTo>
                        <a:cubicBezTo>
                          <a:pt x="8664" y="13770"/>
                          <a:pt x="8694" y="13648"/>
                          <a:pt x="8633" y="13527"/>
                        </a:cubicBezTo>
                        <a:cubicBezTo>
                          <a:pt x="8633" y="13466"/>
                          <a:pt x="8633" y="13405"/>
                          <a:pt x="8603" y="13344"/>
                        </a:cubicBezTo>
                        <a:cubicBezTo>
                          <a:pt x="8512" y="13132"/>
                          <a:pt x="8451" y="12858"/>
                          <a:pt x="8481" y="12615"/>
                        </a:cubicBezTo>
                        <a:cubicBezTo>
                          <a:pt x="8481" y="12493"/>
                          <a:pt x="8420" y="12341"/>
                          <a:pt x="8299" y="12281"/>
                        </a:cubicBezTo>
                        <a:cubicBezTo>
                          <a:pt x="8177" y="12189"/>
                          <a:pt x="8056" y="12098"/>
                          <a:pt x="7934" y="11977"/>
                        </a:cubicBezTo>
                        <a:cubicBezTo>
                          <a:pt x="7873" y="11916"/>
                          <a:pt x="7843" y="11825"/>
                          <a:pt x="7843" y="11734"/>
                        </a:cubicBezTo>
                        <a:cubicBezTo>
                          <a:pt x="7873" y="11521"/>
                          <a:pt x="7812" y="11338"/>
                          <a:pt x="7691" y="11156"/>
                        </a:cubicBezTo>
                        <a:cubicBezTo>
                          <a:pt x="7660" y="11156"/>
                          <a:pt x="7660" y="11095"/>
                          <a:pt x="7660" y="11065"/>
                        </a:cubicBezTo>
                        <a:lnTo>
                          <a:pt x="7660" y="11065"/>
                        </a:lnTo>
                        <a:lnTo>
                          <a:pt x="7630" y="11034"/>
                        </a:lnTo>
                        <a:lnTo>
                          <a:pt x="7660" y="11034"/>
                        </a:lnTo>
                        <a:lnTo>
                          <a:pt x="7660" y="11034"/>
                        </a:lnTo>
                        <a:cubicBezTo>
                          <a:pt x="7721" y="11034"/>
                          <a:pt x="7752" y="11034"/>
                          <a:pt x="7782" y="11034"/>
                        </a:cubicBezTo>
                        <a:cubicBezTo>
                          <a:pt x="7995" y="11034"/>
                          <a:pt x="8025" y="11034"/>
                          <a:pt x="8056" y="10822"/>
                        </a:cubicBezTo>
                        <a:cubicBezTo>
                          <a:pt x="8086" y="10761"/>
                          <a:pt x="8116" y="10700"/>
                          <a:pt x="8147" y="10639"/>
                        </a:cubicBezTo>
                        <a:cubicBezTo>
                          <a:pt x="8177" y="10578"/>
                          <a:pt x="8268" y="10578"/>
                          <a:pt x="8299" y="10639"/>
                        </a:cubicBezTo>
                        <a:cubicBezTo>
                          <a:pt x="8390" y="10761"/>
                          <a:pt x="8481" y="10913"/>
                          <a:pt x="8572" y="11034"/>
                        </a:cubicBezTo>
                        <a:cubicBezTo>
                          <a:pt x="8724" y="11186"/>
                          <a:pt x="8785" y="11369"/>
                          <a:pt x="8815" y="11582"/>
                        </a:cubicBezTo>
                        <a:cubicBezTo>
                          <a:pt x="8815" y="11673"/>
                          <a:pt x="8846" y="11764"/>
                          <a:pt x="8876" y="11855"/>
                        </a:cubicBezTo>
                        <a:cubicBezTo>
                          <a:pt x="8876" y="11885"/>
                          <a:pt x="8907" y="11946"/>
                          <a:pt x="8937" y="11977"/>
                        </a:cubicBezTo>
                        <a:cubicBezTo>
                          <a:pt x="9059" y="12098"/>
                          <a:pt x="9211" y="12189"/>
                          <a:pt x="9393" y="12250"/>
                        </a:cubicBezTo>
                        <a:cubicBezTo>
                          <a:pt x="9423" y="12250"/>
                          <a:pt x="9484" y="12250"/>
                          <a:pt x="9484" y="12189"/>
                        </a:cubicBezTo>
                        <a:cubicBezTo>
                          <a:pt x="9545" y="12068"/>
                          <a:pt x="9575" y="11946"/>
                          <a:pt x="9606" y="11825"/>
                        </a:cubicBezTo>
                        <a:cubicBezTo>
                          <a:pt x="9636" y="11734"/>
                          <a:pt x="9697" y="11642"/>
                          <a:pt x="9788" y="11642"/>
                        </a:cubicBezTo>
                        <a:cubicBezTo>
                          <a:pt x="9849" y="11612"/>
                          <a:pt x="9910" y="11612"/>
                          <a:pt x="9971" y="11582"/>
                        </a:cubicBezTo>
                        <a:cubicBezTo>
                          <a:pt x="10274" y="11460"/>
                          <a:pt x="10396" y="11126"/>
                          <a:pt x="10700" y="10974"/>
                        </a:cubicBezTo>
                        <a:cubicBezTo>
                          <a:pt x="10791" y="10913"/>
                          <a:pt x="10852" y="10822"/>
                          <a:pt x="10913" y="10730"/>
                        </a:cubicBezTo>
                        <a:cubicBezTo>
                          <a:pt x="10943" y="10670"/>
                          <a:pt x="10943" y="10609"/>
                          <a:pt x="10913" y="10518"/>
                        </a:cubicBezTo>
                        <a:cubicBezTo>
                          <a:pt x="10882" y="10366"/>
                          <a:pt x="10761" y="10244"/>
                          <a:pt x="10609" y="10214"/>
                        </a:cubicBezTo>
                        <a:cubicBezTo>
                          <a:pt x="10518" y="10214"/>
                          <a:pt x="10426" y="10153"/>
                          <a:pt x="10366" y="10092"/>
                        </a:cubicBezTo>
                        <a:lnTo>
                          <a:pt x="10366" y="10092"/>
                        </a:lnTo>
                        <a:lnTo>
                          <a:pt x="10366" y="10062"/>
                        </a:lnTo>
                        <a:cubicBezTo>
                          <a:pt x="10335" y="10031"/>
                          <a:pt x="10335" y="9971"/>
                          <a:pt x="10366" y="9940"/>
                        </a:cubicBezTo>
                        <a:lnTo>
                          <a:pt x="10366" y="9940"/>
                        </a:lnTo>
                        <a:lnTo>
                          <a:pt x="10366" y="9910"/>
                        </a:lnTo>
                        <a:lnTo>
                          <a:pt x="10366" y="9910"/>
                        </a:lnTo>
                        <a:cubicBezTo>
                          <a:pt x="10335" y="9879"/>
                          <a:pt x="10335" y="9819"/>
                          <a:pt x="10274" y="9819"/>
                        </a:cubicBezTo>
                        <a:cubicBezTo>
                          <a:pt x="10244" y="9819"/>
                          <a:pt x="10214" y="9819"/>
                          <a:pt x="10153" y="9819"/>
                        </a:cubicBezTo>
                        <a:lnTo>
                          <a:pt x="10031" y="9819"/>
                        </a:lnTo>
                        <a:cubicBezTo>
                          <a:pt x="9940" y="9788"/>
                          <a:pt x="9879" y="9697"/>
                          <a:pt x="9910" y="9606"/>
                        </a:cubicBezTo>
                        <a:cubicBezTo>
                          <a:pt x="10001" y="9393"/>
                          <a:pt x="10001" y="9363"/>
                          <a:pt x="9879" y="9302"/>
                        </a:cubicBezTo>
                        <a:cubicBezTo>
                          <a:pt x="9758" y="9211"/>
                          <a:pt x="9636" y="9150"/>
                          <a:pt x="9667" y="8998"/>
                        </a:cubicBezTo>
                        <a:cubicBezTo>
                          <a:pt x="9545" y="8968"/>
                          <a:pt x="9393" y="8907"/>
                          <a:pt x="9271" y="8846"/>
                        </a:cubicBezTo>
                        <a:cubicBezTo>
                          <a:pt x="9180" y="8816"/>
                          <a:pt x="9089" y="8724"/>
                          <a:pt x="9059" y="8603"/>
                        </a:cubicBezTo>
                        <a:cubicBezTo>
                          <a:pt x="9028" y="8420"/>
                          <a:pt x="8846" y="8268"/>
                          <a:pt x="8664" y="8238"/>
                        </a:cubicBezTo>
                        <a:cubicBezTo>
                          <a:pt x="8572" y="8208"/>
                          <a:pt x="8542" y="8116"/>
                          <a:pt x="8603" y="8056"/>
                        </a:cubicBezTo>
                        <a:cubicBezTo>
                          <a:pt x="8755" y="7904"/>
                          <a:pt x="8876" y="7782"/>
                          <a:pt x="8846" y="7539"/>
                        </a:cubicBezTo>
                        <a:cubicBezTo>
                          <a:pt x="8846" y="7478"/>
                          <a:pt x="8876" y="7478"/>
                          <a:pt x="8937" y="7478"/>
                        </a:cubicBezTo>
                        <a:cubicBezTo>
                          <a:pt x="9028" y="7539"/>
                          <a:pt x="9150" y="7569"/>
                          <a:pt x="9241" y="7569"/>
                        </a:cubicBezTo>
                        <a:cubicBezTo>
                          <a:pt x="9332" y="7600"/>
                          <a:pt x="9393" y="7569"/>
                          <a:pt x="9423" y="7509"/>
                        </a:cubicBezTo>
                        <a:cubicBezTo>
                          <a:pt x="9454" y="7448"/>
                          <a:pt x="9423" y="7387"/>
                          <a:pt x="9423" y="7326"/>
                        </a:cubicBezTo>
                        <a:cubicBezTo>
                          <a:pt x="9423" y="7296"/>
                          <a:pt x="9423" y="7265"/>
                          <a:pt x="9393" y="7265"/>
                        </a:cubicBezTo>
                        <a:cubicBezTo>
                          <a:pt x="9271" y="7144"/>
                          <a:pt x="9241" y="7053"/>
                          <a:pt x="9363" y="6901"/>
                        </a:cubicBezTo>
                        <a:cubicBezTo>
                          <a:pt x="9454" y="6809"/>
                          <a:pt x="9484" y="6657"/>
                          <a:pt x="9423" y="6536"/>
                        </a:cubicBezTo>
                        <a:cubicBezTo>
                          <a:pt x="9332" y="6353"/>
                          <a:pt x="9271" y="6171"/>
                          <a:pt x="9211" y="5958"/>
                        </a:cubicBezTo>
                        <a:cubicBezTo>
                          <a:pt x="9180" y="5654"/>
                          <a:pt x="8907" y="5411"/>
                          <a:pt x="8603" y="5381"/>
                        </a:cubicBezTo>
                        <a:cubicBezTo>
                          <a:pt x="8451" y="5350"/>
                          <a:pt x="8360" y="5259"/>
                          <a:pt x="8329" y="5107"/>
                        </a:cubicBezTo>
                        <a:cubicBezTo>
                          <a:pt x="8329" y="5077"/>
                          <a:pt x="8238" y="5046"/>
                          <a:pt x="8177" y="5016"/>
                        </a:cubicBezTo>
                        <a:lnTo>
                          <a:pt x="8177" y="5016"/>
                        </a:lnTo>
                        <a:lnTo>
                          <a:pt x="8147" y="5046"/>
                        </a:lnTo>
                        <a:lnTo>
                          <a:pt x="8177" y="4986"/>
                        </a:lnTo>
                        <a:lnTo>
                          <a:pt x="8177" y="4986"/>
                        </a:lnTo>
                        <a:cubicBezTo>
                          <a:pt x="8238" y="4864"/>
                          <a:pt x="8238" y="4682"/>
                          <a:pt x="8177" y="4530"/>
                        </a:cubicBezTo>
                        <a:cubicBezTo>
                          <a:pt x="8116" y="4439"/>
                          <a:pt x="8056" y="4347"/>
                          <a:pt x="7995" y="4256"/>
                        </a:cubicBezTo>
                        <a:cubicBezTo>
                          <a:pt x="7904" y="4135"/>
                          <a:pt x="7752" y="4104"/>
                          <a:pt x="7630" y="4195"/>
                        </a:cubicBezTo>
                        <a:cubicBezTo>
                          <a:pt x="7478" y="4256"/>
                          <a:pt x="7448" y="4256"/>
                          <a:pt x="7387" y="4165"/>
                        </a:cubicBezTo>
                        <a:cubicBezTo>
                          <a:pt x="7326" y="3952"/>
                          <a:pt x="7205" y="4013"/>
                          <a:pt x="7083" y="4013"/>
                        </a:cubicBezTo>
                        <a:cubicBezTo>
                          <a:pt x="7053" y="4013"/>
                          <a:pt x="7022" y="4013"/>
                          <a:pt x="6992" y="4013"/>
                        </a:cubicBezTo>
                        <a:cubicBezTo>
                          <a:pt x="6961" y="3983"/>
                          <a:pt x="6992" y="3952"/>
                          <a:pt x="6992" y="3922"/>
                        </a:cubicBezTo>
                        <a:cubicBezTo>
                          <a:pt x="7053" y="3861"/>
                          <a:pt x="7113" y="3770"/>
                          <a:pt x="7174" y="3709"/>
                        </a:cubicBezTo>
                        <a:cubicBezTo>
                          <a:pt x="7174" y="3648"/>
                          <a:pt x="7174" y="3618"/>
                          <a:pt x="7174" y="3557"/>
                        </a:cubicBezTo>
                        <a:cubicBezTo>
                          <a:pt x="7113" y="3527"/>
                          <a:pt x="7053" y="3496"/>
                          <a:pt x="7022" y="3436"/>
                        </a:cubicBezTo>
                        <a:cubicBezTo>
                          <a:pt x="6992" y="3375"/>
                          <a:pt x="7053" y="3284"/>
                          <a:pt x="7053" y="3192"/>
                        </a:cubicBezTo>
                        <a:cubicBezTo>
                          <a:pt x="7053" y="3071"/>
                          <a:pt x="7022" y="2949"/>
                          <a:pt x="6931" y="2888"/>
                        </a:cubicBezTo>
                        <a:cubicBezTo>
                          <a:pt x="6718" y="2706"/>
                          <a:pt x="6505" y="2554"/>
                          <a:pt x="6293" y="2402"/>
                        </a:cubicBezTo>
                        <a:lnTo>
                          <a:pt x="6293" y="2402"/>
                        </a:lnTo>
                        <a:lnTo>
                          <a:pt x="6293" y="2402"/>
                        </a:lnTo>
                        <a:lnTo>
                          <a:pt x="6293" y="2432"/>
                        </a:lnTo>
                        <a:cubicBezTo>
                          <a:pt x="6110" y="2402"/>
                          <a:pt x="5898" y="2463"/>
                          <a:pt x="5715" y="2584"/>
                        </a:cubicBezTo>
                        <a:cubicBezTo>
                          <a:pt x="5563" y="2676"/>
                          <a:pt x="5350" y="2676"/>
                          <a:pt x="5198" y="2584"/>
                        </a:cubicBezTo>
                        <a:cubicBezTo>
                          <a:pt x="5077" y="2524"/>
                          <a:pt x="4925" y="2524"/>
                          <a:pt x="4803" y="2645"/>
                        </a:cubicBezTo>
                        <a:cubicBezTo>
                          <a:pt x="4803" y="2645"/>
                          <a:pt x="4803" y="2645"/>
                          <a:pt x="4803" y="2676"/>
                        </a:cubicBezTo>
                        <a:cubicBezTo>
                          <a:pt x="4773" y="2676"/>
                          <a:pt x="4742" y="2706"/>
                          <a:pt x="4742" y="2706"/>
                        </a:cubicBezTo>
                        <a:lnTo>
                          <a:pt x="4803" y="2645"/>
                        </a:lnTo>
                        <a:lnTo>
                          <a:pt x="4803" y="2645"/>
                        </a:lnTo>
                        <a:cubicBezTo>
                          <a:pt x="4834" y="2524"/>
                          <a:pt x="4864" y="2402"/>
                          <a:pt x="4894" y="2311"/>
                        </a:cubicBezTo>
                        <a:cubicBezTo>
                          <a:pt x="5016" y="2007"/>
                          <a:pt x="5077" y="1703"/>
                          <a:pt x="5107" y="1399"/>
                        </a:cubicBezTo>
                        <a:cubicBezTo>
                          <a:pt x="5107" y="1308"/>
                          <a:pt x="5138" y="1247"/>
                          <a:pt x="5198" y="1186"/>
                        </a:cubicBezTo>
                        <a:lnTo>
                          <a:pt x="5198" y="1065"/>
                        </a:lnTo>
                        <a:cubicBezTo>
                          <a:pt x="5198" y="791"/>
                          <a:pt x="5107" y="730"/>
                          <a:pt x="4894" y="670"/>
                        </a:cubicBezTo>
                        <a:cubicBezTo>
                          <a:pt x="4773" y="639"/>
                          <a:pt x="4682" y="639"/>
                          <a:pt x="4560" y="670"/>
                        </a:cubicBezTo>
                        <a:cubicBezTo>
                          <a:pt x="4317" y="761"/>
                          <a:pt x="4043" y="852"/>
                          <a:pt x="3770" y="882"/>
                        </a:cubicBezTo>
                        <a:cubicBezTo>
                          <a:pt x="3557" y="882"/>
                          <a:pt x="3314" y="973"/>
                          <a:pt x="3192" y="1156"/>
                        </a:cubicBezTo>
                        <a:cubicBezTo>
                          <a:pt x="3101" y="1247"/>
                          <a:pt x="3010" y="1308"/>
                          <a:pt x="2919" y="1369"/>
                        </a:cubicBezTo>
                        <a:cubicBezTo>
                          <a:pt x="2706" y="1581"/>
                          <a:pt x="2645" y="1916"/>
                          <a:pt x="2736" y="2189"/>
                        </a:cubicBezTo>
                        <a:cubicBezTo>
                          <a:pt x="2767" y="2250"/>
                          <a:pt x="2767" y="2311"/>
                          <a:pt x="2676" y="2341"/>
                        </a:cubicBezTo>
                        <a:cubicBezTo>
                          <a:pt x="2584" y="2372"/>
                          <a:pt x="2463" y="2432"/>
                          <a:pt x="2402" y="2493"/>
                        </a:cubicBezTo>
                        <a:cubicBezTo>
                          <a:pt x="2280" y="2554"/>
                          <a:pt x="2220" y="2676"/>
                          <a:pt x="2280" y="2797"/>
                        </a:cubicBezTo>
                        <a:cubicBezTo>
                          <a:pt x="2311" y="2919"/>
                          <a:pt x="2341" y="3040"/>
                          <a:pt x="2372" y="3162"/>
                        </a:cubicBezTo>
                        <a:cubicBezTo>
                          <a:pt x="2402" y="3223"/>
                          <a:pt x="2402" y="3253"/>
                          <a:pt x="2402" y="3314"/>
                        </a:cubicBezTo>
                        <a:cubicBezTo>
                          <a:pt x="2402" y="3314"/>
                          <a:pt x="2402" y="3344"/>
                          <a:pt x="2372" y="3344"/>
                        </a:cubicBezTo>
                        <a:cubicBezTo>
                          <a:pt x="2341" y="3375"/>
                          <a:pt x="2280" y="3405"/>
                          <a:pt x="2250" y="3375"/>
                        </a:cubicBezTo>
                        <a:cubicBezTo>
                          <a:pt x="2068" y="3162"/>
                          <a:pt x="1976" y="2858"/>
                          <a:pt x="2037" y="2584"/>
                        </a:cubicBezTo>
                        <a:cubicBezTo>
                          <a:pt x="2037" y="2554"/>
                          <a:pt x="2037" y="2524"/>
                          <a:pt x="2068" y="2493"/>
                        </a:cubicBezTo>
                        <a:cubicBezTo>
                          <a:pt x="2098" y="2432"/>
                          <a:pt x="2159" y="2341"/>
                          <a:pt x="2189" y="2280"/>
                        </a:cubicBezTo>
                        <a:cubicBezTo>
                          <a:pt x="2311" y="2129"/>
                          <a:pt x="2372" y="1946"/>
                          <a:pt x="2341" y="1764"/>
                        </a:cubicBezTo>
                        <a:cubicBezTo>
                          <a:pt x="2341" y="1642"/>
                          <a:pt x="2372" y="1521"/>
                          <a:pt x="2463" y="1460"/>
                        </a:cubicBezTo>
                        <a:cubicBezTo>
                          <a:pt x="2524" y="1399"/>
                          <a:pt x="2615" y="1338"/>
                          <a:pt x="2676" y="1277"/>
                        </a:cubicBezTo>
                        <a:cubicBezTo>
                          <a:pt x="2919" y="973"/>
                          <a:pt x="3223" y="730"/>
                          <a:pt x="3587" y="578"/>
                        </a:cubicBezTo>
                        <a:cubicBezTo>
                          <a:pt x="3618" y="548"/>
                          <a:pt x="3648" y="518"/>
                          <a:pt x="3679" y="487"/>
                        </a:cubicBezTo>
                        <a:cubicBezTo>
                          <a:pt x="3679" y="457"/>
                          <a:pt x="3709" y="396"/>
                          <a:pt x="3679" y="366"/>
                        </a:cubicBezTo>
                        <a:cubicBezTo>
                          <a:pt x="3618" y="305"/>
                          <a:pt x="3557" y="244"/>
                          <a:pt x="3466" y="183"/>
                        </a:cubicBezTo>
                        <a:cubicBezTo>
                          <a:pt x="3040" y="1"/>
                          <a:pt x="2554" y="62"/>
                          <a:pt x="2189" y="305"/>
                        </a:cubicBezTo>
                        <a:cubicBezTo>
                          <a:pt x="1976" y="457"/>
                          <a:pt x="1794" y="578"/>
                          <a:pt x="1642" y="730"/>
                        </a:cubicBezTo>
                        <a:cubicBezTo>
                          <a:pt x="1369" y="943"/>
                          <a:pt x="1247" y="1277"/>
                          <a:pt x="943" y="1460"/>
                        </a:cubicBezTo>
                        <a:cubicBezTo>
                          <a:pt x="882" y="1490"/>
                          <a:pt x="852" y="1521"/>
                          <a:pt x="852" y="1551"/>
                        </a:cubicBezTo>
                        <a:cubicBezTo>
                          <a:pt x="791" y="1642"/>
                          <a:pt x="730" y="1703"/>
                          <a:pt x="700" y="1794"/>
                        </a:cubicBezTo>
                        <a:cubicBezTo>
                          <a:pt x="669" y="1885"/>
                          <a:pt x="639" y="1977"/>
                          <a:pt x="578" y="2037"/>
                        </a:cubicBezTo>
                        <a:cubicBezTo>
                          <a:pt x="365" y="2280"/>
                          <a:pt x="183" y="2584"/>
                          <a:pt x="62" y="2919"/>
                        </a:cubicBezTo>
                        <a:cubicBezTo>
                          <a:pt x="1" y="3071"/>
                          <a:pt x="92" y="3253"/>
                          <a:pt x="244" y="3284"/>
                        </a:cubicBezTo>
                        <a:cubicBezTo>
                          <a:pt x="396" y="3375"/>
                          <a:pt x="578" y="3436"/>
                          <a:pt x="730" y="3496"/>
                        </a:cubicBezTo>
                        <a:cubicBezTo>
                          <a:pt x="791" y="3527"/>
                          <a:pt x="852" y="3587"/>
                          <a:pt x="882" y="3648"/>
                        </a:cubicBezTo>
                        <a:cubicBezTo>
                          <a:pt x="882" y="3679"/>
                          <a:pt x="882" y="3709"/>
                          <a:pt x="882" y="3770"/>
                        </a:cubicBezTo>
                        <a:cubicBezTo>
                          <a:pt x="852" y="3800"/>
                          <a:pt x="821" y="3800"/>
                          <a:pt x="761" y="3800"/>
                        </a:cubicBezTo>
                        <a:cubicBezTo>
                          <a:pt x="639" y="3739"/>
                          <a:pt x="548" y="3648"/>
                          <a:pt x="426" y="3587"/>
                        </a:cubicBezTo>
                        <a:cubicBezTo>
                          <a:pt x="244" y="3527"/>
                          <a:pt x="62" y="3648"/>
                          <a:pt x="31" y="3831"/>
                        </a:cubicBezTo>
                        <a:cubicBezTo>
                          <a:pt x="31" y="3952"/>
                          <a:pt x="31" y="4043"/>
                          <a:pt x="31" y="4165"/>
                        </a:cubicBezTo>
                        <a:cubicBezTo>
                          <a:pt x="62" y="4317"/>
                          <a:pt x="153" y="4469"/>
                          <a:pt x="274" y="4591"/>
                        </a:cubicBezTo>
                        <a:cubicBezTo>
                          <a:pt x="335" y="4682"/>
                          <a:pt x="457" y="4682"/>
                          <a:pt x="578" y="4682"/>
                        </a:cubicBezTo>
                        <a:cubicBezTo>
                          <a:pt x="669" y="4712"/>
                          <a:pt x="700" y="4682"/>
                          <a:pt x="761" y="4712"/>
                        </a:cubicBezTo>
                        <a:cubicBezTo>
                          <a:pt x="882" y="4743"/>
                          <a:pt x="973" y="4834"/>
                          <a:pt x="973" y="4955"/>
                        </a:cubicBezTo>
                        <a:cubicBezTo>
                          <a:pt x="1065" y="5107"/>
                          <a:pt x="1247" y="5168"/>
                          <a:pt x="1399" y="5168"/>
                        </a:cubicBezTo>
                        <a:cubicBezTo>
                          <a:pt x="1551" y="5138"/>
                          <a:pt x="1642" y="5229"/>
                          <a:pt x="1642" y="5350"/>
                        </a:cubicBezTo>
                        <a:cubicBezTo>
                          <a:pt x="1794" y="5381"/>
                          <a:pt x="1946" y="5411"/>
                          <a:pt x="2068" y="5502"/>
                        </a:cubicBezTo>
                        <a:cubicBezTo>
                          <a:pt x="2098" y="5472"/>
                          <a:pt x="2159" y="5472"/>
                          <a:pt x="2220" y="5472"/>
                        </a:cubicBezTo>
                        <a:close/>
                        <a:moveTo>
                          <a:pt x="5654" y="12068"/>
                        </a:moveTo>
                        <a:cubicBezTo>
                          <a:pt x="5594" y="12068"/>
                          <a:pt x="5563" y="12037"/>
                          <a:pt x="5533" y="12007"/>
                        </a:cubicBezTo>
                        <a:lnTo>
                          <a:pt x="5533" y="11977"/>
                        </a:lnTo>
                        <a:cubicBezTo>
                          <a:pt x="5594" y="11855"/>
                          <a:pt x="5654" y="11734"/>
                          <a:pt x="5715" y="11612"/>
                        </a:cubicBezTo>
                        <a:cubicBezTo>
                          <a:pt x="5746" y="11551"/>
                          <a:pt x="5776" y="11551"/>
                          <a:pt x="5806" y="11582"/>
                        </a:cubicBezTo>
                        <a:cubicBezTo>
                          <a:pt x="5837" y="11582"/>
                          <a:pt x="5837" y="11582"/>
                          <a:pt x="5867" y="11612"/>
                        </a:cubicBezTo>
                        <a:cubicBezTo>
                          <a:pt x="5867" y="11673"/>
                          <a:pt x="5898" y="11734"/>
                          <a:pt x="5928" y="11794"/>
                        </a:cubicBezTo>
                        <a:cubicBezTo>
                          <a:pt x="5898" y="11916"/>
                          <a:pt x="5806" y="12037"/>
                          <a:pt x="5654" y="12068"/>
                        </a:cubicBezTo>
                        <a:close/>
                        <a:moveTo>
                          <a:pt x="8876" y="6141"/>
                        </a:moveTo>
                        <a:cubicBezTo>
                          <a:pt x="8907" y="6110"/>
                          <a:pt x="8967" y="6171"/>
                          <a:pt x="8967" y="6202"/>
                        </a:cubicBezTo>
                        <a:cubicBezTo>
                          <a:pt x="8967" y="6262"/>
                          <a:pt x="8907" y="6323"/>
                          <a:pt x="8846" y="6353"/>
                        </a:cubicBezTo>
                        <a:lnTo>
                          <a:pt x="8846" y="6353"/>
                        </a:lnTo>
                        <a:lnTo>
                          <a:pt x="8815" y="6384"/>
                        </a:lnTo>
                        <a:lnTo>
                          <a:pt x="8846" y="6353"/>
                        </a:lnTo>
                        <a:lnTo>
                          <a:pt x="8846" y="6353"/>
                        </a:lnTo>
                        <a:cubicBezTo>
                          <a:pt x="8846" y="6293"/>
                          <a:pt x="8815" y="6232"/>
                          <a:pt x="8785" y="6171"/>
                        </a:cubicBezTo>
                        <a:cubicBezTo>
                          <a:pt x="8785" y="6110"/>
                          <a:pt x="8846" y="6141"/>
                          <a:pt x="8876" y="6141"/>
                        </a:cubicBezTo>
                        <a:close/>
                        <a:moveTo>
                          <a:pt x="4651" y="2767"/>
                        </a:moveTo>
                        <a:lnTo>
                          <a:pt x="4712" y="2706"/>
                        </a:lnTo>
                        <a:cubicBezTo>
                          <a:pt x="4682" y="2736"/>
                          <a:pt x="4651" y="2767"/>
                          <a:pt x="4651" y="2797"/>
                        </a:cubicBezTo>
                        <a:cubicBezTo>
                          <a:pt x="4651" y="2797"/>
                          <a:pt x="4590" y="2858"/>
                          <a:pt x="4651" y="2797"/>
                        </a:cubicBezTo>
                        <a:close/>
                        <a:moveTo>
                          <a:pt x="2128" y="3648"/>
                        </a:moveTo>
                        <a:lnTo>
                          <a:pt x="2189" y="3679"/>
                        </a:lnTo>
                        <a:lnTo>
                          <a:pt x="2128" y="370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8" name="Google Shape;525;p21">
                    <a:extLst>
                      <a:ext uri="{FF2B5EF4-FFF2-40B4-BE49-F238E27FC236}">
                        <a16:creationId xmlns:a16="http://schemas.microsoft.com/office/drawing/2014/main" id="{D84266AA-8444-07AD-CE47-6201E9B9EE09}"/>
                      </a:ext>
                    </a:extLst>
                  </p:cNvPr>
                  <p:cNvSpPr/>
                  <p:nvPr/>
                </p:nvSpPr>
                <p:spPr>
                  <a:xfrm>
                    <a:off x="3028100" y="2522775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0" y="1"/>
                        </a:moveTo>
                        <a:lnTo>
                          <a:pt x="31" y="1"/>
                        </a:lnTo>
                        <a:lnTo>
                          <a:pt x="31" y="1"/>
                        </a:lnTo>
                        <a:lnTo>
                          <a:pt x="3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9" name="Google Shape;526;p21">
                    <a:extLst>
                      <a:ext uri="{FF2B5EF4-FFF2-40B4-BE49-F238E27FC236}">
                        <a16:creationId xmlns:a16="http://schemas.microsoft.com/office/drawing/2014/main" id="{0B4C716D-A215-BEFA-907E-DECEAA9C572C}"/>
                      </a:ext>
                    </a:extLst>
                  </p:cNvPr>
                  <p:cNvSpPr/>
                  <p:nvPr/>
                </p:nvSpPr>
                <p:spPr>
                  <a:xfrm>
                    <a:off x="2944500" y="2519750"/>
                    <a:ext cx="209775" cy="18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91" h="7265" extrusionOk="0">
                        <a:moveTo>
                          <a:pt x="3344" y="122"/>
                        </a:moveTo>
                        <a:cubicBezTo>
                          <a:pt x="3253" y="183"/>
                          <a:pt x="3162" y="213"/>
                          <a:pt x="3071" y="213"/>
                        </a:cubicBezTo>
                        <a:lnTo>
                          <a:pt x="2676" y="244"/>
                        </a:lnTo>
                        <a:cubicBezTo>
                          <a:pt x="2645" y="274"/>
                          <a:pt x="2645" y="304"/>
                          <a:pt x="2615" y="335"/>
                        </a:cubicBezTo>
                        <a:cubicBezTo>
                          <a:pt x="2311" y="487"/>
                          <a:pt x="2007" y="639"/>
                          <a:pt x="1673" y="760"/>
                        </a:cubicBezTo>
                        <a:cubicBezTo>
                          <a:pt x="1521" y="821"/>
                          <a:pt x="1399" y="882"/>
                          <a:pt x="1369" y="1064"/>
                        </a:cubicBezTo>
                        <a:cubicBezTo>
                          <a:pt x="1369" y="1155"/>
                          <a:pt x="1278" y="1186"/>
                          <a:pt x="1217" y="1216"/>
                        </a:cubicBezTo>
                        <a:cubicBezTo>
                          <a:pt x="1156" y="1247"/>
                          <a:pt x="1034" y="1307"/>
                          <a:pt x="943" y="1399"/>
                        </a:cubicBezTo>
                        <a:cubicBezTo>
                          <a:pt x="852" y="1459"/>
                          <a:pt x="670" y="1581"/>
                          <a:pt x="670" y="1763"/>
                        </a:cubicBezTo>
                        <a:cubicBezTo>
                          <a:pt x="670" y="1885"/>
                          <a:pt x="700" y="1976"/>
                          <a:pt x="761" y="2098"/>
                        </a:cubicBezTo>
                        <a:lnTo>
                          <a:pt x="791" y="2158"/>
                        </a:lnTo>
                        <a:cubicBezTo>
                          <a:pt x="822" y="2250"/>
                          <a:pt x="882" y="2310"/>
                          <a:pt x="974" y="2310"/>
                        </a:cubicBezTo>
                        <a:cubicBezTo>
                          <a:pt x="1186" y="2341"/>
                          <a:pt x="1369" y="2371"/>
                          <a:pt x="1582" y="2371"/>
                        </a:cubicBezTo>
                        <a:cubicBezTo>
                          <a:pt x="1582" y="2371"/>
                          <a:pt x="1612" y="2402"/>
                          <a:pt x="1612" y="2432"/>
                        </a:cubicBezTo>
                        <a:cubicBezTo>
                          <a:pt x="1642" y="2462"/>
                          <a:pt x="1612" y="2523"/>
                          <a:pt x="1551" y="2523"/>
                        </a:cubicBezTo>
                        <a:lnTo>
                          <a:pt x="882" y="2554"/>
                        </a:lnTo>
                        <a:cubicBezTo>
                          <a:pt x="730" y="2554"/>
                          <a:pt x="609" y="2614"/>
                          <a:pt x="487" y="2706"/>
                        </a:cubicBezTo>
                        <a:cubicBezTo>
                          <a:pt x="457" y="2736"/>
                          <a:pt x="396" y="2797"/>
                          <a:pt x="396" y="2858"/>
                        </a:cubicBezTo>
                        <a:cubicBezTo>
                          <a:pt x="396" y="2949"/>
                          <a:pt x="396" y="3040"/>
                          <a:pt x="396" y="3131"/>
                        </a:cubicBezTo>
                        <a:cubicBezTo>
                          <a:pt x="396" y="3374"/>
                          <a:pt x="427" y="3465"/>
                          <a:pt x="761" y="3526"/>
                        </a:cubicBezTo>
                        <a:cubicBezTo>
                          <a:pt x="1156" y="3617"/>
                          <a:pt x="1521" y="3678"/>
                          <a:pt x="1916" y="3709"/>
                        </a:cubicBezTo>
                        <a:cubicBezTo>
                          <a:pt x="1977" y="3709"/>
                          <a:pt x="2037" y="3709"/>
                          <a:pt x="2098" y="3739"/>
                        </a:cubicBezTo>
                        <a:cubicBezTo>
                          <a:pt x="2372" y="3921"/>
                          <a:pt x="2615" y="4134"/>
                          <a:pt x="2767" y="4408"/>
                        </a:cubicBezTo>
                        <a:cubicBezTo>
                          <a:pt x="2797" y="4469"/>
                          <a:pt x="2797" y="4499"/>
                          <a:pt x="2767" y="4529"/>
                        </a:cubicBezTo>
                        <a:cubicBezTo>
                          <a:pt x="2737" y="4529"/>
                          <a:pt x="2737" y="4529"/>
                          <a:pt x="2706" y="4529"/>
                        </a:cubicBezTo>
                        <a:cubicBezTo>
                          <a:pt x="2372" y="4469"/>
                          <a:pt x="2037" y="4377"/>
                          <a:pt x="1734" y="4225"/>
                        </a:cubicBezTo>
                        <a:cubicBezTo>
                          <a:pt x="1612" y="4134"/>
                          <a:pt x="1490" y="4104"/>
                          <a:pt x="1369" y="4073"/>
                        </a:cubicBezTo>
                        <a:cubicBezTo>
                          <a:pt x="1034" y="4043"/>
                          <a:pt x="730" y="4043"/>
                          <a:pt x="396" y="4043"/>
                        </a:cubicBezTo>
                        <a:cubicBezTo>
                          <a:pt x="275" y="4043"/>
                          <a:pt x="153" y="4165"/>
                          <a:pt x="92" y="4286"/>
                        </a:cubicBezTo>
                        <a:cubicBezTo>
                          <a:pt x="31" y="4469"/>
                          <a:pt x="1" y="4651"/>
                          <a:pt x="31" y="4833"/>
                        </a:cubicBezTo>
                        <a:cubicBezTo>
                          <a:pt x="31" y="5137"/>
                          <a:pt x="244" y="5411"/>
                          <a:pt x="548" y="5472"/>
                        </a:cubicBezTo>
                        <a:cubicBezTo>
                          <a:pt x="670" y="5532"/>
                          <a:pt x="852" y="5563"/>
                          <a:pt x="974" y="5624"/>
                        </a:cubicBezTo>
                        <a:cubicBezTo>
                          <a:pt x="1034" y="5654"/>
                          <a:pt x="1065" y="5715"/>
                          <a:pt x="1065" y="5776"/>
                        </a:cubicBezTo>
                        <a:cubicBezTo>
                          <a:pt x="1034" y="5897"/>
                          <a:pt x="974" y="5988"/>
                          <a:pt x="913" y="6079"/>
                        </a:cubicBezTo>
                        <a:cubicBezTo>
                          <a:pt x="882" y="6140"/>
                          <a:pt x="882" y="6231"/>
                          <a:pt x="882" y="6292"/>
                        </a:cubicBezTo>
                        <a:cubicBezTo>
                          <a:pt x="882" y="6414"/>
                          <a:pt x="913" y="6535"/>
                          <a:pt x="974" y="6657"/>
                        </a:cubicBezTo>
                        <a:cubicBezTo>
                          <a:pt x="974" y="6687"/>
                          <a:pt x="1034" y="6748"/>
                          <a:pt x="1065" y="6748"/>
                        </a:cubicBezTo>
                        <a:cubicBezTo>
                          <a:pt x="1126" y="6748"/>
                          <a:pt x="1186" y="6779"/>
                          <a:pt x="1278" y="6779"/>
                        </a:cubicBezTo>
                        <a:cubicBezTo>
                          <a:pt x="1582" y="6748"/>
                          <a:pt x="1916" y="6779"/>
                          <a:pt x="2220" y="6839"/>
                        </a:cubicBezTo>
                        <a:cubicBezTo>
                          <a:pt x="2402" y="6900"/>
                          <a:pt x="2585" y="6900"/>
                          <a:pt x="2737" y="6809"/>
                        </a:cubicBezTo>
                        <a:lnTo>
                          <a:pt x="3041" y="6657"/>
                        </a:lnTo>
                        <a:cubicBezTo>
                          <a:pt x="3193" y="6566"/>
                          <a:pt x="3344" y="6535"/>
                          <a:pt x="3496" y="6566"/>
                        </a:cubicBezTo>
                        <a:cubicBezTo>
                          <a:pt x="3679" y="6596"/>
                          <a:pt x="3861" y="6535"/>
                          <a:pt x="4013" y="6444"/>
                        </a:cubicBezTo>
                        <a:cubicBezTo>
                          <a:pt x="4104" y="6383"/>
                          <a:pt x="4165" y="6323"/>
                          <a:pt x="4256" y="6292"/>
                        </a:cubicBezTo>
                        <a:cubicBezTo>
                          <a:pt x="4287" y="6262"/>
                          <a:pt x="4348" y="6292"/>
                          <a:pt x="4378" y="6353"/>
                        </a:cubicBezTo>
                        <a:cubicBezTo>
                          <a:pt x="4378" y="6353"/>
                          <a:pt x="4378" y="6383"/>
                          <a:pt x="4408" y="6414"/>
                        </a:cubicBezTo>
                        <a:cubicBezTo>
                          <a:pt x="4439" y="6535"/>
                          <a:pt x="4530" y="6566"/>
                          <a:pt x="4621" y="6627"/>
                        </a:cubicBezTo>
                        <a:cubicBezTo>
                          <a:pt x="4743" y="6687"/>
                          <a:pt x="4712" y="6870"/>
                          <a:pt x="4803" y="6991"/>
                        </a:cubicBezTo>
                        <a:cubicBezTo>
                          <a:pt x="4834" y="6991"/>
                          <a:pt x="4834" y="7022"/>
                          <a:pt x="4864" y="7022"/>
                        </a:cubicBezTo>
                        <a:cubicBezTo>
                          <a:pt x="5077" y="7113"/>
                          <a:pt x="5290" y="7174"/>
                          <a:pt x="5503" y="7235"/>
                        </a:cubicBezTo>
                        <a:cubicBezTo>
                          <a:pt x="5746" y="7265"/>
                          <a:pt x="5959" y="7265"/>
                          <a:pt x="6171" y="7235"/>
                        </a:cubicBezTo>
                        <a:cubicBezTo>
                          <a:pt x="6293" y="7204"/>
                          <a:pt x="6384" y="7113"/>
                          <a:pt x="6445" y="7022"/>
                        </a:cubicBezTo>
                        <a:cubicBezTo>
                          <a:pt x="6536" y="6809"/>
                          <a:pt x="6506" y="6566"/>
                          <a:pt x="6354" y="6383"/>
                        </a:cubicBezTo>
                        <a:lnTo>
                          <a:pt x="6293" y="6383"/>
                        </a:lnTo>
                        <a:cubicBezTo>
                          <a:pt x="6262" y="6444"/>
                          <a:pt x="6202" y="6475"/>
                          <a:pt x="6141" y="6475"/>
                        </a:cubicBezTo>
                        <a:lnTo>
                          <a:pt x="6080" y="6475"/>
                        </a:lnTo>
                        <a:cubicBezTo>
                          <a:pt x="6080" y="6475"/>
                          <a:pt x="6050" y="6414"/>
                          <a:pt x="6110" y="6414"/>
                        </a:cubicBezTo>
                        <a:lnTo>
                          <a:pt x="6293" y="6414"/>
                        </a:lnTo>
                        <a:lnTo>
                          <a:pt x="6293" y="6383"/>
                        </a:lnTo>
                        <a:lnTo>
                          <a:pt x="6293" y="6414"/>
                        </a:lnTo>
                        <a:lnTo>
                          <a:pt x="6293" y="6414"/>
                        </a:lnTo>
                        <a:cubicBezTo>
                          <a:pt x="6323" y="6353"/>
                          <a:pt x="6354" y="6292"/>
                          <a:pt x="6414" y="6262"/>
                        </a:cubicBezTo>
                        <a:cubicBezTo>
                          <a:pt x="6445" y="6201"/>
                          <a:pt x="6536" y="6171"/>
                          <a:pt x="6597" y="6262"/>
                        </a:cubicBezTo>
                        <a:cubicBezTo>
                          <a:pt x="6688" y="6353"/>
                          <a:pt x="6870" y="6383"/>
                          <a:pt x="6931" y="6535"/>
                        </a:cubicBezTo>
                        <a:cubicBezTo>
                          <a:pt x="7114" y="6505"/>
                          <a:pt x="7266" y="6383"/>
                          <a:pt x="7326" y="6201"/>
                        </a:cubicBezTo>
                        <a:cubicBezTo>
                          <a:pt x="7357" y="6079"/>
                          <a:pt x="7357" y="5927"/>
                          <a:pt x="7296" y="5836"/>
                        </a:cubicBezTo>
                        <a:cubicBezTo>
                          <a:pt x="7235" y="5745"/>
                          <a:pt x="7174" y="5684"/>
                          <a:pt x="7114" y="5624"/>
                        </a:cubicBezTo>
                        <a:cubicBezTo>
                          <a:pt x="7022" y="5502"/>
                          <a:pt x="6962" y="5380"/>
                          <a:pt x="6931" y="5259"/>
                        </a:cubicBezTo>
                        <a:cubicBezTo>
                          <a:pt x="6931" y="5107"/>
                          <a:pt x="6840" y="4955"/>
                          <a:pt x="6718" y="4864"/>
                        </a:cubicBezTo>
                        <a:cubicBezTo>
                          <a:pt x="6566" y="4772"/>
                          <a:pt x="6536" y="4560"/>
                          <a:pt x="6475" y="4377"/>
                        </a:cubicBezTo>
                        <a:cubicBezTo>
                          <a:pt x="6414" y="4286"/>
                          <a:pt x="6445" y="4165"/>
                          <a:pt x="6536" y="4073"/>
                        </a:cubicBezTo>
                        <a:cubicBezTo>
                          <a:pt x="6749" y="3891"/>
                          <a:pt x="6840" y="3617"/>
                          <a:pt x="6840" y="3344"/>
                        </a:cubicBezTo>
                        <a:cubicBezTo>
                          <a:pt x="6840" y="3222"/>
                          <a:pt x="6840" y="3131"/>
                          <a:pt x="6901" y="3010"/>
                        </a:cubicBezTo>
                        <a:cubicBezTo>
                          <a:pt x="6992" y="2706"/>
                          <a:pt x="7144" y="2371"/>
                          <a:pt x="7266" y="2067"/>
                        </a:cubicBezTo>
                        <a:cubicBezTo>
                          <a:pt x="7296" y="1946"/>
                          <a:pt x="7387" y="1854"/>
                          <a:pt x="7478" y="1824"/>
                        </a:cubicBezTo>
                        <a:cubicBezTo>
                          <a:pt x="7752" y="1642"/>
                          <a:pt x="7995" y="1459"/>
                          <a:pt x="8238" y="1247"/>
                        </a:cubicBezTo>
                        <a:cubicBezTo>
                          <a:pt x="8299" y="1186"/>
                          <a:pt x="8360" y="1095"/>
                          <a:pt x="8360" y="1003"/>
                        </a:cubicBezTo>
                        <a:cubicBezTo>
                          <a:pt x="8390" y="791"/>
                          <a:pt x="8238" y="578"/>
                          <a:pt x="8025" y="547"/>
                        </a:cubicBezTo>
                        <a:cubicBezTo>
                          <a:pt x="7904" y="517"/>
                          <a:pt x="7782" y="456"/>
                          <a:pt x="7661" y="426"/>
                        </a:cubicBezTo>
                        <a:cubicBezTo>
                          <a:pt x="7509" y="426"/>
                          <a:pt x="7326" y="487"/>
                          <a:pt x="7235" y="608"/>
                        </a:cubicBezTo>
                        <a:cubicBezTo>
                          <a:pt x="7144" y="699"/>
                          <a:pt x="7174" y="791"/>
                          <a:pt x="7205" y="912"/>
                        </a:cubicBezTo>
                        <a:cubicBezTo>
                          <a:pt x="7205" y="1064"/>
                          <a:pt x="7235" y="1216"/>
                          <a:pt x="7235" y="1338"/>
                        </a:cubicBezTo>
                        <a:lnTo>
                          <a:pt x="7235" y="1368"/>
                        </a:lnTo>
                        <a:lnTo>
                          <a:pt x="7235" y="1399"/>
                        </a:lnTo>
                        <a:lnTo>
                          <a:pt x="7205" y="1399"/>
                        </a:lnTo>
                        <a:lnTo>
                          <a:pt x="7205" y="1338"/>
                        </a:lnTo>
                        <a:cubicBezTo>
                          <a:pt x="7205" y="1338"/>
                          <a:pt x="7174" y="1307"/>
                          <a:pt x="7174" y="1247"/>
                        </a:cubicBezTo>
                        <a:cubicBezTo>
                          <a:pt x="7144" y="1155"/>
                          <a:pt x="7053" y="1064"/>
                          <a:pt x="6931" y="1034"/>
                        </a:cubicBezTo>
                        <a:cubicBezTo>
                          <a:pt x="6870" y="1003"/>
                          <a:pt x="6810" y="973"/>
                          <a:pt x="6749" y="943"/>
                        </a:cubicBezTo>
                        <a:cubicBezTo>
                          <a:pt x="6566" y="851"/>
                          <a:pt x="6445" y="943"/>
                          <a:pt x="6384" y="1064"/>
                        </a:cubicBezTo>
                        <a:cubicBezTo>
                          <a:pt x="6323" y="1155"/>
                          <a:pt x="6262" y="1277"/>
                          <a:pt x="6202" y="1368"/>
                        </a:cubicBezTo>
                        <a:cubicBezTo>
                          <a:pt x="6141" y="1642"/>
                          <a:pt x="6019" y="1915"/>
                          <a:pt x="5898" y="2189"/>
                        </a:cubicBezTo>
                        <a:cubicBezTo>
                          <a:pt x="5776" y="2462"/>
                          <a:pt x="5685" y="2736"/>
                          <a:pt x="5624" y="3040"/>
                        </a:cubicBezTo>
                        <a:cubicBezTo>
                          <a:pt x="5624" y="3040"/>
                          <a:pt x="5594" y="3070"/>
                          <a:pt x="5594" y="3101"/>
                        </a:cubicBezTo>
                        <a:cubicBezTo>
                          <a:pt x="5594" y="3101"/>
                          <a:pt x="5594" y="3131"/>
                          <a:pt x="5563" y="3161"/>
                        </a:cubicBezTo>
                        <a:cubicBezTo>
                          <a:pt x="5533" y="3222"/>
                          <a:pt x="5472" y="3253"/>
                          <a:pt x="5411" y="3222"/>
                        </a:cubicBezTo>
                        <a:cubicBezTo>
                          <a:pt x="5351" y="3192"/>
                          <a:pt x="5290" y="3101"/>
                          <a:pt x="5290" y="3070"/>
                        </a:cubicBezTo>
                        <a:cubicBezTo>
                          <a:pt x="5351" y="2827"/>
                          <a:pt x="5442" y="2584"/>
                          <a:pt x="5503" y="2371"/>
                        </a:cubicBezTo>
                        <a:cubicBezTo>
                          <a:pt x="5655" y="2037"/>
                          <a:pt x="5685" y="1703"/>
                          <a:pt x="5563" y="1368"/>
                        </a:cubicBezTo>
                        <a:cubicBezTo>
                          <a:pt x="5533" y="1307"/>
                          <a:pt x="5503" y="1247"/>
                          <a:pt x="5442" y="1186"/>
                        </a:cubicBezTo>
                        <a:cubicBezTo>
                          <a:pt x="5381" y="1125"/>
                          <a:pt x="5259" y="1155"/>
                          <a:pt x="5229" y="1247"/>
                        </a:cubicBezTo>
                        <a:cubicBezTo>
                          <a:pt x="5199" y="1399"/>
                          <a:pt x="5168" y="1551"/>
                          <a:pt x="5138" y="1703"/>
                        </a:cubicBezTo>
                        <a:cubicBezTo>
                          <a:pt x="5138" y="1794"/>
                          <a:pt x="5077" y="1824"/>
                          <a:pt x="4986" y="1824"/>
                        </a:cubicBezTo>
                        <a:cubicBezTo>
                          <a:pt x="4803" y="1763"/>
                          <a:pt x="4591" y="1733"/>
                          <a:pt x="4378" y="1763"/>
                        </a:cubicBezTo>
                        <a:cubicBezTo>
                          <a:pt x="4317" y="1763"/>
                          <a:pt x="4287" y="1763"/>
                          <a:pt x="4317" y="1703"/>
                        </a:cubicBezTo>
                        <a:cubicBezTo>
                          <a:pt x="4348" y="1672"/>
                          <a:pt x="4378" y="1703"/>
                          <a:pt x="4378" y="1672"/>
                        </a:cubicBezTo>
                        <a:cubicBezTo>
                          <a:pt x="4500" y="1642"/>
                          <a:pt x="4591" y="1581"/>
                          <a:pt x="4682" y="1520"/>
                        </a:cubicBezTo>
                        <a:cubicBezTo>
                          <a:pt x="4743" y="1459"/>
                          <a:pt x="4773" y="1368"/>
                          <a:pt x="4743" y="1277"/>
                        </a:cubicBezTo>
                        <a:cubicBezTo>
                          <a:pt x="4652" y="1125"/>
                          <a:pt x="4530" y="973"/>
                          <a:pt x="4408" y="851"/>
                        </a:cubicBezTo>
                        <a:cubicBezTo>
                          <a:pt x="4287" y="730"/>
                          <a:pt x="4104" y="699"/>
                          <a:pt x="3983" y="821"/>
                        </a:cubicBezTo>
                        <a:cubicBezTo>
                          <a:pt x="3892" y="882"/>
                          <a:pt x="3831" y="943"/>
                          <a:pt x="3770" y="1003"/>
                        </a:cubicBezTo>
                        <a:cubicBezTo>
                          <a:pt x="3740" y="1034"/>
                          <a:pt x="3648" y="1064"/>
                          <a:pt x="3588" y="1064"/>
                        </a:cubicBezTo>
                        <a:cubicBezTo>
                          <a:pt x="3527" y="1064"/>
                          <a:pt x="3527" y="1003"/>
                          <a:pt x="3618" y="882"/>
                        </a:cubicBezTo>
                        <a:cubicBezTo>
                          <a:pt x="3709" y="760"/>
                          <a:pt x="3831" y="608"/>
                          <a:pt x="3922" y="456"/>
                        </a:cubicBezTo>
                        <a:cubicBezTo>
                          <a:pt x="3983" y="304"/>
                          <a:pt x="3952" y="152"/>
                          <a:pt x="3831" y="92"/>
                        </a:cubicBezTo>
                        <a:cubicBezTo>
                          <a:pt x="3800" y="61"/>
                          <a:pt x="3740" y="31"/>
                          <a:pt x="3709" y="31"/>
                        </a:cubicBezTo>
                        <a:lnTo>
                          <a:pt x="3740" y="0"/>
                        </a:lnTo>
                        <a:lnTo>
                          <a:pt x="3709" y="0"/>
                        </a:lnTo>
                        <a:lnTo>
                          <a:pt x="3709" y="0"/>
                        </a:lnTo>
                        <a:cubicBezTo>
                          <a:pt x="3648" y="122"/>
                          <a:pt x="3496" y="122"/>
                          <a:pt x="3344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0" name="Google Shape;527;p21">
                    <a:extLst>
                      <a:ext uri="{FF2B5EF4-FFF2-40B4-BE49-F238E27FC236}">
                        <a16:creationId xmlns:a16="http://schemas.microsoft.com/office/drawing/2014/main" id="{1D3DD9F7-5BC8-DDEE-EAA8-86A680D92A5C}"/>
                      </a:ext>
                    </a:extLst>
                  </p:cNvPr>
                  <p:cNvSpPr/>
                  <p:nvPr/>
                </p:nvSpPr>
                <p:spPr>
                  <a:xfrm>
                    <a:off x="4780400" y="2518975"/>
                    <a:ext cx="129975" cy="237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9" h="9485" extrusionOk="0">
                        <a:moveTo>
                          <a:pt x="761" y="4074"/>
                        </a:moveTo>
                        <a:cubicBezTo>
                          <a:pt x="761" y="4256"/>
                          <a:pt x="730" y="4439"/>
                          <a:pt x="700" y="4621"/>
                        </a:cubicBezTo>
                        <a:cubicBezTo>
                          <a:pt x="700" y="4743"/>
                          <a:pt x="670" y="4834"/>
                          <a:pt x="609" y="4955"/>
                        </a:cubicBezTo>
                        <a:cubicBezTo>
                          <a:pt x="548" y="5077"/>
                          <a:pt x="457" y="5229"/>
                          <a:pt x="396" y="5351"/>
                        </a:cubicBezTo>
                        <a:cubicBezTo>
                          <a:pt x="335" y="5472"/>
                          <a:pt x="366" y="5594"/>
                          <a:pt x="457" y="5655"/>
                        </a:cubicBezTo>
                        <a:cubicBezTo>
                          <a:pt x="609" y="5837"/>
                          <a:pt x="670" y="5928"/>
                          <a:pt x="548" y="6050"/>
                        </a:cubicBezTo>
                        <a:cubicBezTo>
                          <a:pt x="366" y="6262"/>
                          <a:pt x="396" y="6536"/>
                          <a:pt x="244" y="6749"/>
                        </a:cubicBezTo>
                        <a:cubicBezTo>
                          <a:pt x="183" y="6840"/>
                          <a:pt x="214" y="6992"/>
                          <a:pt x="305" y="7053"/>
                        </a:cubicBezTo>
                        <a:cubicBezTo>
                          <a:pt x="366" y="7083"/>
                          <a:pt x="396" y="7144"/>
                          <a:pt x="427" y="7205"/>
                        </a:cubicBezTo>
                        <a:cubicBezTo>
                          <a:pt x="518" y="7357"/>
                          <a:pt x="457" y="7539"/>
                          <a:pt x="335" y="7630"/>
                        </a:cubicBezTo>
                        <a:cubicBezTo>
                          <a:pt x="214" y="7691"/>
                          <a:pt x="123" y="7721"/>
                          <a:pt x="92" y="7843"/>
                        </a:cubicBezTo>
                        <a:cubicBezTo>
                          <a:pt x="1" y="8117"/>
                          <a:pt x="123" y="8390"/>
                          <a:pt x="366" y="8542"/>
                        </a:cubicBezTo>
                        <a:cubicBezTo>
                          <a:pt x="427" y="8573"/>
                          <a:pt x="487" y="8603"/>
                          <a:pt x="548" y="8603"/>
                        </a:cubicBezTo>
                        <a:cubicBezTo>
                          <a:pt x="639" y="8603"/>
                          <a:pt x="730" y="8542"/>
                          <a:pt x="822" y="8542"/>
                        </a:cubicBezTo>
                        <a:cubicBezTo>
                          <a:pt x="974" y="8512"/>
                          <a:pt x="1095" y="8573"/>
                          <a:pt x="1186" y="8694"/>
                        </a:cubicBezTo>
                        <a:cubicBezTo>
                          <a:pt x="1247" y="8755"/>
                          <a:pt x="1278" y="8846"/>
                          <a:pt x="1278" y="8937"/>
                        </a:cubicBezTo>
                        <a:cubicBezTo>
                          <a:pt x="1308" y="9150"/>
                          <a:pt x="1460" y="9241"/>
                          <a:pt x="1642" y="9302"/>
                        </a:cubicBezTo>
                        <a:cubicBezTo>
                          <a:pt x="1734" y="9332"/>
                          <a:pt x="1855" y="9363"/>
                          <a:pt x="1946" y="9393"/>
                        </a:cubicBezTo>
                        <a:cubicBezTo>
                          <a:pt x="2068" y="9454"/>
                          <a:pt x="2159" y="9484"/>
                          <a:pt x="2281" y="9484"/>
                        </a:cubicBezTo>
                        <a:cubicBezTo>
                          <a:pt x="2372" y="9454"/>
                          <a:pt x="2463" y="9454"/>
                          <a:pt x="2554" y="9484"/>
                        </a:cubicBezTo>
                        <a:lnTo>
                          <a:pt x="2554" y="9484"/>
                        </a:lnTo>
                        <a:lnTo>
                          <a:pt x="2949" y="9484"/>
                        </a:lnTo>
                        <a:cubicBezTo>
                          <a:pt x="3010" y="9454"/>
                          <a:pt x="3041" y="9424"/>
                          <a:pt x="3071" y="9393"/>
                        </a:cubicBezTo>
                        <a:cubicBezTo>
                          <a:pt x="3071" y="9332"/>
                          <a:pt x="3101" y="9272"/>
                          <a:pt x="3101" y="9211"/>
                        </a:cubicBezTo>
                        <a:cubicBezTo>
                          <a:pt x="3162" y="9120"/>
                          <a:pt x="3132" y="9028"/>
                          <a:pt x="3041" y="8968"/>
                        </a:cubicBezTo>
                        <a:cubicBezTo>
                          <a:pt x="2919" y="8876"/>
                          <a:pt x="2767" y="8816"/>
                          <a:pt x="2645" y="8724"/>
                        </a:cubicBezTo>
                        <a:cubicBezTo>
                          <a:pt x="2250" y="8481"/>
                          <a:pt x="2007" y="8117"/>
                          <a:pt x="1886" y="7691"/>
                        </a:cubicBezTo>
                        <a:cubicBezTo>
                          <a:pt x="1825" y="7509"/>
                          <a:pt x="1764" y="7296"/>
                          <a:pt x="1734" y="7083"/>
                        </a:cubicBezTo>
                        <a:cubicBezTo>
                          <a:pt x="1703" y="6810"/>
                          <a:pt x="1703" y="6506"/>
                          <a:pt x="1764" y="6202"/>
                        </a:cubicBezTo>
                        <a:cubicBezTo>
                          <a:pt x="1764" y="6080"/>
                          <a:pt x="1825" y="5928"/>
                          <a:pt x="1916" y="5837"/>
                        </a:cubicBezTo>
                        <a:cubicBezTo>
                          <a:pt x="1946" y="5746"/>
                          <a:pt x="1977" y="5655"/>
                          <a:pt x="2007" y="5563"/>
                        </a:cubicBezTo>
                        <a:cubicBezTo>
                          <a:pt x="2068" y="5199"/>
                          <a:pt x="2129" y="4803"/>
                          <a:pt x="2159" y="4439"/>
                        </a:cubicBezTo>
                        <a:cubicBezTo>
                          <a:pt x="2159" y="4287"/>
                          <a:pt x="2250" y="4135"/>
                          <a:pt x="2372" y="4044"/>
                        </a:cubicBezTo>
                        <a:cubicBezTo>
                          <a:pt x="2585" y="3922"/>
                          <a:pt x="2706" y="3740"/>
                          <a:pt x="2797" y="3527"/>
                        </a:cubicBezTo>
                        <a:cubicBezTo>
                          <a:pt x="2919" y="3253"/>
                          <a:pt x="3071" y="2980"/>
                          <a:pt x="3253" y="2767"/>
                        </a:cubicBezTo>
                        <a:cubicBezTo>
                          <a:pt x="3405" y="2524"/>
                          <a:pt x="3557" y="2311"/>
                          <a:pt x="3770" y="2129"/>
                        </a:cubicBezTo>
                        <a:cubicBezTo>
                          <a:pt x="4013" y="1916"/>
                          <a:pt x="4256" y="1734"/>
                          <a:pt x="4530" y="1551"/>
                        </a:cubicBezTo>
                        <a:cubicBezTo>
                          <a:pt x="4652" y="1490"/>
                          <a:pt x="4743" y="1399"/>
                          <a:pt x="4864" y="1308"/>
                        </a:cubicBezTo>
                        <a:cubicBezTo>
                          <a:pt x="5107" y="1186"/>
                          <a:pt x="5199" y="913"/>
                          <a:pt x="5077" y="670"/>
                        </a:cubicBezTo>
                        <a:cubicBezTo>
                          <a:pt x="5047" y="609"/>
                          <a:pt x="5047" y="548"/>
                          <a:pt x="5016" y="487"/>
                        </a:cubicBezTo>
                        <a:cubicBezTo>
                          <a:pt x="5016" y="396"/>
                          <a:pt x="4955" y="305"/>
                          <a:pt x="4864" y="244"/>
                        </a:cubicBezTo>
                        <a:cubicBezTo>
                          <a:pt x="4834" y="214"/>
                          <a:pt x="4773" y="183"/>
                          <a:pt x="4712" y="123"/>
                        </a:cubicBezTo>
                        <a:cubicBezTo>
                          <a:pt x="4560" y="1"/>
                          <a:pt x="4378" y="1"/>
                          <a:pt x="4196" y="92"/>
                        </a:cubicBezTo>
                        <a:cubicBezTo>
                          <a:pt x="3952" y="183"/>
                          <a:pt x="3740" y="427"/>
                          <a:pt x="3709" y="700"/>
                        </a:cubicBezTo>
                        <a:cubicBezTo>
                          <a:pt x="3679" y="882"/>
                          <a:pt x="3557" y="1034"/>
                          <a:pt x="3375" y="1126"/>
                        </a:cubicBezTo>
                        <a:cubicBezTo>
                          <a:pt x="3193" y="1247"/>
                          <a:pt x="2949" y="1369"/>
                          <a:pt x="2706" y="1399"/>
                        </a:cubicBezTo>
                        <a:cubicBezTo>
                          <a:pt x="2341" y="1399"/>
                          <a:pt x="2007" y="1612"/>
                          <a:pt x="1825" y="1916"/>
                        </a:cubicBezTo>
                        <a:cubicBezTo>
                          <a:pt x="1794" y="1946"/>
                          <a:pt x="1794" y="1977"/>
                          <a:pt x="1794" y="1977"/>
                        </a:cubicBezTo>
                        <a:cubicBezTo>
                          <a:pt x="1734" y="2098"/>
                          <a:pt x="1642" y="2159"/>
                          <a:pt x="1521" y="2189"/>
                        </a:cubicBezTo>
                        <a:cubicBezTo>
                          <a:pt x="1430" y="2220"/>
                          <a:pt x="1369" y="2281"/>
                          <a:pt x="1338" y="2372"/>
                        </a:cubicBezTo>
                        <a:cubicBezTo>
                          <a:pt x="1338" y="2493"/>
                          <a:pt x="1278" y="2585"/>
                          <a:pt x="1247" y="2706"/>
                        </a:cubicBezTo>
                        <a:cubicBezTo>
                          <a:pt x="1156" y="2797"/>
                          <a:pt x="1156" y="2889"/>
                          <a:pt x="1186" y="3010"/>
                        </a:cubicBezTo>
                        <a:cubicBezTo>
                          <a:pt x="1186" y="3041"/>
                          <a:pt x="1156" y="3101"/>
                          <a:pt x="1126" y="3132"/>
                        </a:cubicBezTo>
                        <a:cubicBezTo>
                          <a:pt x="1126" y="3132"/>
                          <a:pt x="1095" y="3162"/>
                          <a:pt x="1065" y="3162"/>
                        </a:cubicBezTo>
                        <a:cubicBezTo>
                          <a:pt x="974" y="3192"/>
                          <a:pt x="882" y="3284"/>
                          <a:pt x="822" y="3375"/>
                        </a:cubicBezTo>
                        <a:cubicBezTo>
                          <a:pt x="761" y="3466"/>
                          <a:pt x="670" y="3496"/>
                          <a:pt x="578" y="3496"/>
                        </a:cubicBezTo>
                        <a:cubicBezTo>
                          <a:pt x="518" y="3496"/>
                          <a:pt x="487" y="3557"/>
                          <a:pt x="518" y="3648"/>
                        </a:cubicBezTo>
                        <a:cubicBezTo>
                          <a:pt x="609" y="3770"/>
                          <a:pt x="700" y="3922"/>
                          <a:pt x="761" y="40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" name="Google Shape;528;p21">
                    <a:extLst>
                      <a:ext uri="{FF2B5EF4-FFF2-40B4-BE49-F238E27FC236}">
                        <a16:creationId xmlns:a16="http://schemas.microsoft.com/office/drawing/2014/main" id="{45F4F2EA-7E03-1267-D542-6C9599F16F24}"/>
                      </a:ext>
                    </a:extLst>
                  </p:cNvPr>
                  <p:cNvSpPr/>
                  <p:nvPr/>
                </p:nvSpPr>
                <p:spPr>
                  <a:xfrm>
                    <a:off x="3371575" y="2263675"/>
                    <a:ext cx="96525" cy="155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61" h="6201" extrusionOk="0">
                        <a:moveTo>
                          <a:pt x="456" y="5958"/>
                        </a:moveTo>
                        <a:cubicBezTo>
                          <a:pt x="517" y="6018"/>
                          <a:pt x="608" y="6049"/>
                          <a:pt x="699" y="6049"/>
                        </a:cubicBezTo>
                        <a:cubicBezTo>
                          <a:pt x="851" y="6018"/>
                          <a:pt x="1003" y="6049"/>
                          <a:pt x="1155" y="6140"/>
                        </a:cubicBezTo>
                        <a:cubicBezTo>
                          <a:pt x="1216" y="6201"/>
                          <a:pt x="1338" y="6170"/>
                          <a:pt x="1399" y="6110"/>
                        </a:cubicBezTo>
                        <a:lnTo>
                          <a:pt x="1611" y="5958"/>
                        </a:lnTo>
                        <a:lnTo>
                          <a:pt x="1581" y="5958"/>
                        </a:lnTo>
                        <a:lnTo>
                          <a:pt x="1611" y="5958"/>
                        </a:lnTo>
                        <a:lnTo>
                          <a:pt x="1611" y="5927"/>
                        </a:lnTo>
                        <a:cubicBezTo>
                          <a:pt x="1763" y="5836"/>
                          <a:pt x="1915" y="5745"/>
                          <a:pt x="2037" y="5623"/>
                        </a:cubicBezTo>
                        <a:cubicBezTo>
                          <a:pt x="2158" y="5532"/>
                          <a:pt x="2280" y="5441"/>
                          <a:pt x="2402" y="5380"/>
                        </a:cubicBezTo>
                        <a:lnTo>
                          <a:pt x="2523" y="5167"/>
                        </a:lnTo>
                        <a:cubicBezTo>
                          <a:pt x="2584" y="5046"/>
                          <a:pt x="2706" y="4985"/>
                          <a:pt x="2827" y="4985"/>
                        </a:cubicBezTo>
                        <a:lnTo>
                          <a:pt x="2827" y="4985"/>
                        </a:lnTo>
                        <a:lnTo>
                          <a:pt x="2827" y="4985"/>
                        </a:lnTo>
                        <a:cubicBezTo>
                          <a:pt x="2827" y="4955"/>
                          <a:pt x="2827" y="4924"/>
                          <a:pt x="2858" y="4985"/>
                        </a:cubicBezTo>
                        <a:lnTo>
                          <a:pt x="2827" y="5015"/>
                        </a:lnTo>
                        <a:cubicBezTo>
                          <a:pt x="2827" y="5198"/>
                          <a:pt x="2827" y="5198"/>
                          <a:pt x="2979" y="5228"/>
                        </a:cubicBezTo>
                        <a:cubicBezTo>
                          <a:pt x="3040" y="5228"/>
                          <a:pt x="3070" y="5228"/>
                          <a:pt x="3101" y="5228"/>
                        </a:cubicBezTo>
                        <a:cubicBezTo>
                          <a:pt x="3192" y="5107"/>
                          <a:pt x="3222" y="4924"/>
                          <a:pt x="3374" y="4833"/>
                        </a:cubicBezTo>
                        <a:cubicBezTo>
                          <a:pt x="3496" y="4711"/>
                          <a:pt x="3648" y="4651"/>
                          <a:pt x="3648" y="4468"/>
                        </a:cubicBezTo>
                        <a:cubicBezTo>
                          <a:pt x="3709" y="4255"/>
                          <a:pt x="3648" y="4012"/>
                          <a:pt x="3526" y="3830"/>
                        </a:cubicBezTo>
                        <a:cubicBezTo>
                          <a:pt x="3496" y="3799"/>
                          <a:pt x="3465" y="3739"/>
                          <a:pt x="3435" y="3708"/>
                        </a:cubicBezTo>
                        <a:cubicBezTo>
                          <a:pt x="3405" y="3648"/>
                          <a:pt x="3435" y="3587"/>
                          <a:pt x="3465" y="3526"/>
                        </a:cubicBezTo>
                        <a:cubicBezTo>
                          <a:pt x="3557" y="3404"/>
                          <a:pt x="3648" y="3283"/>
                          <a:pt x="3769" y="3192"/>
                        </a:cubicBezTo>
                        <a:cubicBezTo>
                          <a:pt x="3769" y="3040"/>
                          <a:pt x="3709" y="2918"/>
                          <a:pt x="3769" y="2736"/>
                        </a:cubicBezTo>
                        <a:cubicBezTo>
                          <a:pt x="3830" y="2644"/>
                          <a:pt x="3861" y="2523"/>
                          <a:pt x="3861" y="2432"/>
                        </a:cubicBezTo>
                        <a:cubicBezTo>
                          <a:pt x="3861" y="2249"/>
                          <a:pt x="3648" y="2249"/>
                          <a:pt x="3557" y="2158"/>
                        </a:cubicBezTo>
                        <a:cubicBezTo>
                          <a:pt x="3465" y="2067"/>
                          <a:pt x="3374" y="1976"/>
                          <a:pt x="3253" y="1915"/>
                        </a:cubicBezTo>
                        <a:cubicBezTo>
                          <a:pt x="3192" y="1885"/>
                          <a:pt x="3162" y="1824"/>
                          <a:pt x="3162" y="1763"/>
                        </a:cubicBezTo>
                        <a:cubicBezTo>
                          <a:pt x="3162" y="1581"/>
                          <a:pt x="3162" y="1398"/>
                          <a:pt x="3162" y="1216"/>
                        </a:cubicBezTo>
                        <a:cubicBezTo>
                          <a:pt x="3162" y="1064"/>
                          <a:pt x="3222" y="912"/>
                          <a:pt x="3253" y="760"/>
                        </a:cubicBezTo>
                        <a:cubicBezTo>
                          <a:pt x="3283" y="517"/>
                          <a:pt x="3162" y="274"/>
                          <a:pt x="2979" y="152"/>
                        </a:cubicBezTo>
                        <a:cubicBezTo>
                          <a:pt x="2858" y="61"/>
                          <a:pt x="2706" y="0"/>
                          <a:pt x="2523" y="61"/>
                        </a:cubicBezTo>
                        <a:cubicBezTo>
                          <a:pt x="2462" y="61"/>
                          <a:pt x="2371" y="152"/>
                          <a:pt x="2371" y="243"/>
                        </a:cubicBezTo>
                        <a:cubicBezTo>
                          <a:pt x="2371" y="304"/>
                          <a:pt x="2402" y="334"/>
                          <a:pt x="2462" y="395"/>
                        </a:cubicBezTo>
                        <a:cubicBezTo>
                          <a:pt x="2554" y="426"/>
                          <a:pt x="2645" y="456"/>
                          <a:pt x="2706" y="486"/>
                        </a:cubicBezTo>
                        <a:cubicBezTo>
                          <a:pt x="2766" y="517"/>
                          <a:pt x="2766" y="578"/>
                          <a:pt x="2706" y="608"/>
                        </a:cubicBezTo>
                        <a:cubicBezTo>
                          <a:pt x="2706" y="608"/>
                          <a:pt x="2675" y="638"/>
                          <a:pt x="2675" y="638"/>
                        </a:cubicBezTo>
                        <a:lnTo>
                          <a:pt x="2341" y="638"/>
                        </a:lnTo>
                        <a:cubicBezTo>
                          <a:pt x="2219" y="669"/>
                          <a:pt x="2128" y="699"/>
                          <a:pt x="2006" y="730"/>
                        </a:cubicBezTo>
                        <a:cubicBezTo>
                          <a:pt x="1885" y="790"/>
                          <a:pt x="1794" y="912"/>
                          <a:pt x="1824" y="1064"/>
                        </a:cubicBezTo>
                        <a:cubicBezTo>
                          <a:pt x="1824" y="1125"/>
                          <a:pt x="1885" y="1216"/>
                          <a:pt x="1915" y="1307"/>
                        </a:cubicBezTo>
                        <a:cubicBezTo>
                          <a:pt x="1915" y="1398"/>
                          <a:pt x="1885" y="1398"/>
                          <a:pt x="1854" y="1429"/>
                        </a:cubicBezTo>
                        <a:cubicBezTo>
                          <a:pt x="1854" y="1429"/>
                          <a:pt x="1824" y="1429"/>
                          <a:pt x="1794" y="1429"/>
                        </a:cubicBezTo>
                        <a:cubicBezTo>
                          <a:pt x="1703" y="1337"/>
                          <a:pt x="1611" y="1277"/>
                          <a:pt x="1490" y="1368"/>
                        </a:cubicBezTo>
                        <a:cubicBezTo>
                          <a:pt x="1399" y="1459"/>
                          <a:pt x="1247" y="1520"/>
                          <a:pt x="1125" y="1489"/>
                        </a:cubicBezTo>
                        <a:cubicBezTo>
                          <a:pt x="973" y="1459"/>
                          <a:pt x="943" y="1611"/>
                          <a:pt x="973" y="1702"/>
                        </a:cubicBezTo>
                        <a:cubicBezTo>
                          <a:pt x="973" y="1824"/>
                          <a:pt x="1034" y="1915"/>
                          <a:pt x="1125" y="2006"/>
                        </a:cubicBezTo>
                        <a:cubicBezTo>
                          <a:pt x="1216" y="2097"/>
                          <a:pt x="1277" y="2219"/>
                          <a:pt x="1277" y="2341"/>
                        </a:cubicBezTo>
                        <a:lnTo>
                          <a:pt x="1307" y="2341"/>
                        </a:lnTo>
                        <a:cubicBezTo>
                          <a:pt x="1307" y="2371"/>
                          <a:pt x="1338" y="2371"/>
                          <a:pt x="1338" y="2371"/>
                        </a:cubicBezTo>
                        <a:lnTo>
                          <a:pt x="1429" y="2371"/>
                        </a:lnTo>
                        <a:cubicBezTo>
                          <a:pt x="1399" y="2401"/>
                          <a:pt x="1368" y="2371"/>
                          <a:pt x="1338" y="2371"/>
                        </a:cubicBezTo>
                        <a:lnTo>
                          <a:pt x="1277" y="2371"/>
                        </a:lnTo>
                        <a:lnTo>
                          <a:pt x="1277" y="2371"/>
                        </a:lnTo>
                        <a:cubicBezTo>
                          <a:pt x="1155" y="2341"/>
                          <a:pt x="1034" y="2280"/>
                          <a:pt x="912" y="2189"/>
                        </a:cubicBezTo>
                        <a:cubicBezTo>
                          <a:pt x="851" y="2158"/>
                          <a:pt x="791" y="2189"/>
                          <a:pt x="730" y="2249"/>
                        </a:cubicBezTo>
                        <a:cubicBezTo>
                          <a:pt x="547" y="2584"/>
                          <a:pt x="456" y="3009"/>
                          <a:pt x="274" y="3374"/>
                        </a:cubicBezTo>
                        <a:cubicBezTo>
                          <a:pt x="213" y="3496"/>
                          <a:pt x="274" y="3648"/>
                          <a:pt x="395" y="3739"/>
                        </a:cubicBezTo>
                        <a:cubicBezTo>
                          <a:pt x="487" y="3830"/>
                          <a:pt x="639" y="3891"/>
                          <a:pt x="760" y="3891"/>
                        </a:cubicBezTo>
                        <a:cubicBezTo>
                          <a:pt x="851" y="3891"/>
                          <a:pt x="912" y="3921"/>
                          <a:pt x="943" y="3982"/>
                        </a:cubicBezTo>
                        <a:cubicBezTo>
                          <a:pt x="973" y="4012"/>
                          <a:pt x="1003" y="4043"/>
                          <a:pt x="973" y="4103"/>
                        </a:cubicBezTo>
                        <a:cubicBezTo>
                          <a:pt x="973" y="4134"/>
                          <a:pt x="943" y="4164"/>
                          <a:pt x="912" y="4195"/>
                        </a:cubicBezTo>
                        <a:cubicBezTo>
                          <a:pt x="851" y="4195"/>
                          <a:pt x="821" y="4195"/>
                          <a:pt x="791" y="4195"/>
                        </a:cubicBezTo>
                        <a:cubicBezTo>
                          <a:pt x="517" y="4134"/>
                          <a:pt x="274" y="4255"/>
                          <a:pt x="183" y="4529"/>
                        </a:cubicBezTo>
                        <a:cubicBezTo>
                          <a:pt x="122" y="4742"/>
                          <a:pt x="61" y="4955"/>
                          <a:pt x="61" y="5167"/>
                        </a:cubicBezTo>
                        <a:cubicBezTo>
                          <a:pt x="0" y="5502"/>
                          <a:pt x="152" y="5806"/>
                          <a:pt x="456" y="59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" name="Google Shape;529;p21">
                    <a:extLst>
                      <a:ext uri="{FF2B5EF4-FFF2-40B4-BE49-F238E27FC236}">
                        <a16:creationId xmlns:a16="http://schemas.microsoft.com/office/drawing/2014/main" id="{AACC7F91-074F-B82F-1584-427FD785DBFC}"/>
                      </a:ext>
                    </a:extLst>
                  </p:cNvPr>
                  <p:cNvSpPr/>
                  <p:nvPr/>
                </p:nvSpPr>
                <p:spPr>
                  <a:xfrm>
                    <a:off x="3431600" y="2398925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31"/>
                        </a:moveTo>
                        <a:lnTo>
                          <a:pt x="1" y="31"/>
                        </a:lnTo>
                        <a:lnTo>
                          <a:pt x="1" y="31"/>
                        </a:lnTo>
                        <a:cubicBezTo>
                          <a:pt x="1" y="31"/>
                          <a:pt x="1" y="31"/>
                          <a:pt x="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" name="Google Shape;530;p21">
                    <a:extLst>
                      <a:ext uri="{FF2B5EF4-FFF2-40B4-BE49-F238E27FC236}">
                        <a16:creationId xmlns:a16="http://schemas.microsoft.com/office/drawing/2014/main" id="{7289035C-47F5-4619-29C5-1242B0D56252}"/>
                      </a:ext>
                    </a:extLst>
                  </p:cNvPr>
                  <p:cNvSpPr/>
                  <p:nvPr/>
                </p:nvSpPr>
                <p:spPr>
                  <a:xfrm>
                    <a:off x="2901200" y="2459725"/>
                    <a:ext cx="138325" cy="109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33" h="4378" extrusionOk="0">
                        <a:moveTo>
                          <a:pt x="274" y="3708"/>
                        </a:moveTo>
                        <a:lnTo>
                          <a:pt x="274" y="4255"/>
                        </a:lnTo>
                        <a:cubicBezTo>
                          <a:pt x="304" y="4316"/>
                          <a:pt x="335" y="4377"/>
                          <a:pt x="426" y="4377"/>
                        </a:cubicBezTo>
                        <a:cubicBezTo>
                          <a:pt x="669" y="4377"/>
                          <a:pt x="912" y="4286"/>
                          <a:pt x="1125" y="4164"/>
                        </a:cubicBezTo>
                        <a:lnTo>
                          <a:pt x="1125" y="4164"/>
                        </a:lnTo>
                        <a:lnTo>
                          <a:pt x="1155" y="4134"/>
                        </a:lnTo>
                        <a:lnTo>
                          <a:pt x="1125" y="4164"/>
                        </a:lnTo>
                        <a:lnTo>
                          <a:pt x="1125" y="4164"/>
                        </a:lnTo>
                        <a:cubicBezTo>
                          <a:pt x="1186" y="4255"/>
                          <a:pt x="1277" y="4316"/>
                          <a:pt x="1399" y="4316"/>
                        </a:cubicBezTo>
                        <a:cubicBezTo>
                          <a:pt x="1520" y="4347"/>
                          <a:pt x="1611" y="4316"/>
                          <a:pt x="1703" y="4225"/>
                        </a:cubicBezTo>
                        <a:cubicBezTo>
                          <a:pt x="1794" y="4164"/>
                          <a:pt x="1855" y="4104"/>
                          <a:pt x="1885" y="4043"/>
                        </a:cubicBezTo>
                        <a:cubicBezTo>
                          <a:pt x="1976" y="3952"/>
                          <a:pt x="2037" y="3800"/>
                          <a:pt x="2128" y="3708"/>
                        </a:cubicBezTo>
                        <a:cubicBezTo>
                          <a:pt x="2250" y="3556"/>
                          <a:pt x="2432" y="3435"/>
                          <a:pt x="2645" y="3435"/>
                        </a:cubicBezTo>
                        <a:cubicBezTo>
                          <a:pt x="2736" y="3404"/>
                          <a:pt x="2858" y="3344"/>
                          <a:pt x="2918" y="3283"/>
                        </a:cubicBezTo>
                        <a:cubicBezTo>
                          <a:pt x="3010" y="3192"/>
                          <a:pt x="3101" y="3070"/>
                          <a:pt x="3222" y="2979"/>
                        </a:cubicBezTo>
                        <a:cubicBezTo>
                          <a:pt x="3283" y="2918"/>
                          <a:pt x="3344" y="2888"/>
                          <a:pt x="3435" y="2857"/>
                        </a:cubicBezTo>
                        <a:cubicBezTo>
                          <a:pt x="3678" y="2827"/>
                          <a:pt x="3921" y="2766"/>
                          <a:pt x="4165" y="2705"/>
                        </a:cubicBezTo>
                        <a:cubicBezTo>
                          <a:pt x="4256" y="2675"/>
                          <a:pt x="4347" y="2675"/>
                          <a:pt x="4438" y="2675"/>
                        </a:cubicBezTo>
                        <a:lnTo>
                          <a:pt x="4408" y="2675"/>
                        </a:lnTo>
                        <a:lnTo>
                          <a:pt x="4408" y="2675"/>
                        </a:lnTo>
                        <a:lnTo>
                          <a:pt x="4408" y="2675"/>
                        </a:lnTo>
                        <a:cubicBezTo>
                          <a:pt x="4499" y="2584"/>
                          <a:pt x="4651" y="2523"/>
                          <a:pt x="4773" y="2523"/>
                        </a:cubicBezTo>
                        <a:lnTo>
                          <a:pt x="5076" y="2523"/>
                        </a:lnTo>
                        <a:cubicBezTo>
                          <a:pt x="5198" y="2432"/>
                          <a:pt x="5350" y="2401"/>
                          <a:pt x="5502" y="2401"/>
                        </a:cubicBezTo>
                        <a:cubicBezTo>
                          <a:pt x="5532" y="2037"/>
                          <a:pt x="5532" y="1672"/>
                          <a:pt x="5502" y="1338"/>
                        </a:cubicBezTo>
                        <a:cubicBezTo>
                          <a:pt x="5472" y="1155"/>
                          <a:pt x="5380" y="973"/>
                          <a:pt x="5228" y="851"/>
                        </a:cubicBezTo>
                        <a:cubicBezTo>
                          <a:pt x="5168" y="790"/>
                          <a:pt x="5046" y="730"/>
                          <a:pt x="4925" y="760"/>
                        </a:cubicBezTo>
                        <a:cubicBezTo>
                          <a:pt x="4742" y="760"/>
                          <a:pt x="4560" y="699"/>
                          <a:pt x="4438" y="578"/>
                        </a:cubicBezTo>
                        <a:cubicBezTo>
                          <a:pt x="4347" y="517"/>
                          <a:pt x="4256" y="426"/>
                          <a:pt x="4165" y="334"/>
                        </a:cubicBezTo>
                        <a:cubicBezTo>
                          <a:pt x="4043" y="122"/>
                          <a:pt x="3800" y="0"/>
                          <a:pt x="3526" y="61"/>
                        </a:cubicBezTo>
                        <a:cubicBezTo>
                          <a:pt x="3344" y="91"/>
                          <a:pt x="3131" y="91"/>
                          <a:pt x="2918" y="61"/>
                        </a:cubicBezTo>
                        <a:cubicBezTo>
                          <a:pt x="2827" y="61"/>
                          <a:pt x="2706" y="91"/>
                          <a:pt x="2584" y="122"/>
                        </a:cubicBezTo>
                        <a:cubicBezTo>
                          <a:pt x="2493" y="122"/>
                          <a:pt x="2432" y="182"/>
                          <a:pt x="2402" y="304"/>
                        </a:cubicBezTo>
                        <a:cubicBezTo>
                          <a:pt x="2371" y="426"/>
                          <a:pt x="2341" y="547"/>
                          <a:pt x="2341" y="699"/>
                        </a:cubicBezTo>
                        <a:cubicBezTo>
                          <a:pt x="2341" y="821"/>
                          <a:pt x="2250" y="942"/>
                          <a:pt x="2159" y="1034"/>
                        </a:cubicBezTo>
                        <a:cubicBezTo>
                          <a:pt x="1915" y="1186"/>
                          <a:pt x="1733" y="1368"/>
                          <a:pt x="1520" y="1550"/>
                        </a:cubicBezTo>
                        <a:cubicBezTo>
                          <a:pt x="1399" y="1611"/>
                          <a:pt x="1307" y="1733"/>
                          <a:pt x="1307" y="1885"/>
                        </a:cubicBezTo>
                        <a:cubicBezTo>
                          <a:pt x="1307" y="1915"/>
                          <a:pt x="1277" y="1976"/>
                          <a:pt x="1247" y="2006"/>
                        </a:cubicBezTo>
                        <a:cubicBezTo>
                          <a:pt x="882" y="2249"/>
                          <a:pt x="548" y="2493"/>
                          <a:pt x="244" y="2797"/>
                        </a:cubicBezTo>
                        <a:cubicBezTo>
                          <a:pt x="152" y="2827"/>
                          <a:pt x="61" y="2888"/>
                          <a:pt x="31" y="2948"/>
                        </a:cubicBezTo>
                        <a:cubicBezTo>
                          <a:pt x="0" y="3040"/>
                          <a:pt x="122" y="3161"/>
                          <a:pt x="152" y="3252"/>
                        </a:cubicBezTo>
                        <a:cubicBezTo>
                          <a:pt x="244" y="3374"/>
                          <a:pt x="274" y="3556"/>
                          <a:pt x="274" y="370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" name="Google Shape;531;p21">
                    <a:extLst>
                      <a:ext uri="{FF2B5EF4-FFF2-40B4-BE49-F238E27FC236}">
                        <a16:creationId xmlns:a16="http://schemas.microsoft.com/office/drawing/2014/main" id="{022468ED-596D-C38B-4E53-7C09055FA5D0}"/>
                      </a:ext>
                    </a:extLst>
                  </p:cNvPr>
                  <p:cNvSpPr/>
                  <p:nvPr/>
                </p:nvSpPr>
                <p:spPr>
                  <a:xfrm>
                    <a:off x="4155025" y="3075975"/>
                    <a:ext cx="105650" cy="167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6" h="6719" extrusionOk="0">
                        <a:moveTo>
                          <a:pt x="122" y="1065"/>
                        </a:moveTo>
                        <a:cubicBezTo>
                          <a:pt x="274" y="1186"/>
                          <a:pt x="335" y="1399"/>
                          <a:pt x="274" y="1612"/>
                        </a:cubicBezTo>
                        <a:cubicBezTo>
                          <a:pt x="243" y="1673"/>
                          <a:pt x="274" y="1733"/>
                          <a:pt x="335" y="1764"/>
                        </a:cubicBezTo>
                        <a:cubicBezTo>
                          <a:pt x="456" y="1855"/>
                          <a:pt x="426" y="1916"/>
                          <a:pt x="365" y="2007"/>
                        </a:cubicBezTo>
                        <a:cubicBezTo>
                          <a:pt x="335" y="2098"/>
                          <a:pt x="304" y="2129"/>
                          <a:pt x="274" y="2189"/>
                        </a:cubicBezTo>
                        <a:cubicBezTo>
                          <a:pt x="304" y="2220"/>
                          <a:pt x="335" y="2220"/>
                          <a:pt x="365" y="2281"/>
                        </a:cubicBezTo>
                        <a:cubicBezTo>
                          <a:pt x="395" y="2311"/>
                          <a:pt x="395" y="2341"/>
                          <a:pt x="426" y="2402"/>
                        </a:cubicBezTo>
                        <a:cubicBezTo>
                          <a:pt x="517" y="2554"/>
                          <a:pt x="547" y="2554"/>
                          <a:pt x="699" y="2402"/>
                        </a:cubicBezTo>
                        <a:lnTo>
                          <a:pt x="760" y="2341"/>
                        </a:lnTo>
                        <a:cubicBezTo>
                          <a:pt x="760" y="2372"/>
                          <a:pt x="791" y="2433"/>
                          <a:pt x="791" y="2463"/>
                        </a:cubicBezTo>
                        <a:cubicBezTo>
                          <a:pt x="791" y="2585"/>
                          <a:pt x="730" y="2706"/>
                          <a:pt x="730" y="2797"/>
                        </a:cubicBezTo>
                        <a:cubicBezTo>
                          <a:pt x="699" y="2919"/>
                          <a:pt x="791" y="3040"/>
                          <a:pt x="912" y="3040"/>
                        </a:cubicBezTo>
                        <a:lnTo>
                          <a:pt x="973" y="3040"/>
                        </a:lnTo>
                        <a:cubicBezTo>
                          <a:pt x="1095" y="3010"/>
                          <a:pt x="1216" y="3010"/>
                          <a:pt x="1307" y="3040"/>
                        </a:cubicBezTo>
                        <a:cubicBezTo>
                          <a:pt x="1429" y="3071"/>
                          <a:pt x="1368" y="3223"/>
                          <a:pt x="1429" y="3314"/>
                        </a:cubicBezTo>
                        <a:cubicBezTo>
                          <a:pt x="1490" y="3375"/>
                          <a:pt x="1520" y="3436"/>
                          <a:pt x="1550" y="3496"/>
                        </a:cubicBezTo>
                        <a:cubicBezTo>
                          <a:pt x="1672" y="3557"/>
                          <a:pt x="1702" y="3679"/>
                          <a:pt x="1672" y="3770"/>
                        </a:cubicBezTo>
                        <a:cubicBezTo>
                          <a:pt x="1581" y="4135"/>
                          <a:pt x="1520" y="4165"/>
                          <a:pt x="1155" y="4135"/>
                        </a:cubicBezTo>
                        <a:lnTo>
                          <a:pt x="1064" y="4135"/>
                        </a:lnTo>
                        <a:cubicBezTo>
                          <a:pt x="1034" y="4135"/>
                          <a:pt x="1003" y="4135"/>
                          <a:pt x="1003" y="4196"/>
                        </a:cubicBezTo>
                        <a:cubicBezTo>
                          <a:pt x="1003" y="4378"/>
                          <a:pt x="973" y="4560"/>
                          <a:pt x="1125" y="4712"/>
                        </a:cubicBezTo>
                        <a:cubicBezTo>
                          <a:pt x="1186" y="4743"/>
                          <a:pt x="1155" y="4895"/>
                          <a:pt x="1095" y="4955"/>
                        </a:cubicBezTo>
                        <a:cubicBezTo>
                          <a:pt x="1034" y="4986"/>
                          <a:pt x="943" y="5047"/>
                          <a:pt x="851" y="5107"/>
                        </a:cubicBezTo>
                        <a:cubicBezTo>
                          <a:pt x="821" y="5138"/>
                          <a:pt x="760" y="5199"/>
                          <a:pt x="699" y="5229"/>
                        </a:cubicBezTo>
                        <a:cubicBezTo>
                          <a:pt x="699" y="5259"/>
                          <a:pt x="669" y="5320"/>
                          <a:pt x="669" y="5351"/>
                        </a:cubicBezTo>
                        <a:cubicBezTo>
                          <a:pt x="669" y="5381"/>
                          <a:pt x="730" y="5442"/>
                          <a:pt x="760" y="5442"/>
                        </a:cubicBezTo>
                        <a:cubicBezTo>
                          <a:pt x="1034" y="5503"/>
                          <a:pt x="1307" y="5594"/>
                          <a:pt x="1520" y="5746"/>
                        </a:cubicBezTo>
                        <a:cubicBezTo>
                          <a:pt x="1550" y="5746"/>
                          <a:pt x="1550" y="5776"/>
                          <a:pt x="1581" y="5776"/>
                        </a:cubicBezTo>
                        <a:cubicBezTo>
                          <a:pt x="1550" y="5806"/>
                          <a:pt x="1520" y="5806"/>
                          <a:pt x="1490" y="5806"/>
                        </a:cubicBezTo>
                        <a:cubicBezTo>
                          <a:pt x="1277" y="5776"/>
                          <a:pt x="1064" y="5867"/>
                          <a:pt x="943" y="6050"/>
                        </a:cubicBezTo>
                        <a:cubicBezTo>
                          <a:pt x="791" y="6262"/>
                          <a:pt x="639" y="6445"/>
                          <a:pt x="456" y="6597"/>
                        </a:cubicBezTo>
                        <a:cubicBezTo>
                          <a:pt x="456" y="6627"/>
                          <a:pt x="456" y="6658"/>
                          <a:pt x="456" y="6658"/>
                        </a:cubicBezTo>
                        <a:cubicBezTo>
                          <a:pt x="456" y="6658"/>
                          <a:pt x="487" y="6718"/>
                          <a:pt x="517" y="6718"/>
                        </a:cubicBezTo>
                        <a:cubicBezTo>
                          <a:pt x="578" y="6718"/>
                          <a:pt x="639" y="6718"/>
                          <a:pt x="699" y="6688"/>
                        </a:cubicBezTo>
                        <a:cubicBezTo>
                          <a:pt x="821" y="6597"/>
                          <a:pt x="943" y="6566"/>
                          <a:pt x="1095" y="6566"/>
                        </a:cubicBezTo>
                        <a:cubicBezTo>
                          <a:pt x="1277" y="6627"/>
                          <a:pt x="1490" y="6536"/>
                          <a:pt x="1611" y="6384"/>
                        </a:cubicBezTo>
                        <a:cubicBezTo>
                          <a:pt x="1672" y="6323"/>
                          <a:pt x="1763" y="6293"/>
                          <a:pt x="1854" y="6293"/>
                        </a:cubicBezTo>
                        <a:cubicBezTo>
                          <a:pt x="2098" y="6323"/>
                          <a:pt x="2310" y="6323"/>
                          <a:pt x="2523" y="6262"/>
                        </a:cubicBezTo>
                        <a:cubicBezTo>
                          <a:pt x="2797" y="6202"/>
                          <a:pt x="3070" y="6171"/>
                          <a:pt x="3344" y="6171"/>
                        </a:cubicBezTo>
                        <a:cubicBezTo>
                          <a:pt x="3587" y="6141"/>
                          <a:pt x="3830" y="6019"/>
                          <a:pt x="3982" y="5837"/>
                        </a:cubicBezTo>
                        <a:cubicBezTo>
                          <a:pt x="4043" y="5776"/>
                          <a:pt x="4013" y="5685"/>
                          <a:pt x="3982" y="5654"/>
                        </a:cubicBezTo>
                        <a:cubicBezTo>
                          <a:pt x="3921" y="5624"/>
                          <a:pt x="3891" y="5594"/>
                          <a:pt x="3861" y="5594"/>
                        </a:cubicBezTo>
                        <a:cubicBezTo>
                          <a:pt x="3800" y="5563"/>
                          <a:pt x="3769" y="5472"/>
                          <a:pt x="3800" y="5411"/>
                        </a:cubicBezTo>
                        <a:cubicBezTo>
                          <a:pt x="3891" y="5290"/>
                          <a:pt x="3982" y="5168"/>
                          <a:pt x="4073" y="5047"/>
                        </a:cubicBezTo>
                        <a:cubicBezTo>
                          <a:pt x="4225" y="4773"/>
                          <a:pt x="4043" y="4408"/>
                          <a:pt x="3709" y="4378"/>
                        </a:cubicBezTo>
                        <a:cubicBezTo>
                          <a:pt x="3617" y="4378"/>
                          <a:pt x="3496" y="4378"/>
                          <a:pt x="3374" y="4378"/>
                        </a:cubicBezTo>
                        <a:lnTo>
                          <a:pt x="3374" y="4378"/>
                        </a:lnTo>
                        <a:lnTo>
                          <a:pt x="3374" y="4408"/>
                        </a:lnTo>
                        <a:lnTo>
                          <a:pt x="3374" y="4347"/>
                        </a:lnTo>
                        <a:lnTo>
                          <a:pt x="3374" y="4347"/>
                        </a:lnTo>
                        <a:cubicBezTo>
                          <a:pt x="3374" y="4287"/>
                          <a:pt x="3374" y="4226"/>
                          <a:pt x="3344" y="4165"/>
                        </a:cubicBezTo>
                        <a:cubicBezTo>
                          <a:pt x="3222" y="3983"/>
                          <a:pt x="3131" y="3770"/>
                          <a:pt x="3070" y="3557"/>
                        </a:cubicBezTo>
                        <a:cubicBezTo>
                          <a:pt x="3040" y="3405"/>
                          <a:pt x="2949" y="3314"/>
                          <a:pt x="2827" y="3223"/>
                        </a:cubicBezTo>
                        <a:cubicBezTo>
                          <a:pt x="2614" y="3132"/>
                          <a:pt x="2462" y="2949"/>
                          <a:pt x="2432" y="2706"/>
                        </a:cubicBezTo>
                        <a:cubicBezTo>
                          <a:pt x="2341" y="2402"/>
                          <a:pt x="2128" y="2129"/>
                          <a:pt x="1824" y="2037"/>
                        </a:cubicBezTo>
                        <a:cubicBezTo>
                          <a:pt x="1763" y="2007"/>
                          <a:pt x="1733" y="1977"/>
                          <a:pt x="1763" y="1916"/>
                        </a:cubicBezTo>
                        <a:cubicBezTo>
                          <a:pt x="1794" y="1825"/>
                          <a:pt x="1854" y="1703"/>
                          <a:pt x="1885" y="1612"/>
                        </a:cubicBezTo>
                        <a:cubicBezTo>
                          <a:pt x="2006" y="1430"/>
                          <a:pt x="2098" y="1217"/>
                          <a:pt x="2158" y="974"/>
                        </a:cubicBezTo>
                        <a:cubicBezTo>
                          <a:pt x="2189" y="882"/>
                          <a:pt x="2098" y="761"/>
                          <a:pt x="1976" y="730"/>
                        </a:cubicBezTo>
                        <a:cubicBezTo>
                          <a:pt x="1946" y="730"/>
                          <a:pt x="1885" y="700"/>
                          <a:pt x="1854" y="700"/>
                        </a:cubicBezTo>
                        <a:lnTo>
                          <a:pt x="1368" y="700"/>
                        </a:lnTo>
                        <a:cubicBezTo>
                          <a:pt x="1338" y="700"/>
                          <a:pt x="1307" y="670"/>
                          <a:pt x="1277" y="639"/>
                        </a:cubicBezTo>
                        <a:cubicBezTo>
                          <a:pt x="1277" y="609"/>
                          <a:pt x="1307" y="578"/>
                          <a:pt x="1307" y="578"/>
                        </a:cubicBezTo>
                        <a:cubicBezTo>
                          <a:pt x="1399" y="457"/>
                          <a:pt x="1490" y="366"/>
                          <a:pt x="1550" y="244"/>
                        </a:cubicBezTo>
                        <a:cubicBezTo>
                          <a:pt x="1581" y="214"/>
                          <a:pt x="1550" y="153"/>
                          <a:pt x="1581" y="123"/>
                        </a:cubicBezTo>
                        <a:cubicBezTo>
                          <a:pt x="1581" y="92"/>
                          <a:pt x="1490" y="1"/>
                          <a:pt x="1429" y="1"/>
                        </a:cubicBezTo>
                        <a:cubicBezTo>
                          <a:pt x="1247" y="1"/>
                          <a:pt x="1034" y="1"/>
                          <a:pt x="882" y="31"/>
                        </a:cubicBezTo>
                        <a:cubicBezTo>
                          <a:pt x="791" y="62"/>
                          <a:pt x="699" y="123"/>
                          <a:pt x="669" y="183"/>
                        </a:cubicBezTo>
                        <a:lnTo>
                          <a:pt x="335" y="791"/>
                        </a:lnTo>
                        <a:cubicBezTo>
                          <a:pt x="335" y="852"/>
                          <a:pt x="274" y="822"/>
                          <a:pt x="243" y="822"/>
                        </a:cubicBezTo>
                        <a:cubicBezTo>
                          <a:pt x="61" y="822"/>
                          <a:pt x="0" y="943"/>
                          <a:pt x="122" y="106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" name="Google Shape;532;p21">
                    <a:extLst>
                      <a:ext uri="{FF2B5EF4-FFF2-40B4-BE49-F238E27FC236}">
                        <a16:creationId xmlns:a16="http://schemas.microsoft.com/office/drawing/2014/main" id="{4D574E6F-AF08-067C-3219-6FAE0F921541}"/>
                      </a:ext>
                    </a:extLst>
                  </p:cNvPr>
                  <p:cNvSpPr/>
                  <p:nvPr/>
                </p:nvSpPr>
                <p:spPr>
                  <a:xfrm>
                    <a:off x="4330550" y="2460475"/>
                    <a:ext cx="136050" cy="137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42" h="5503" extrusionOk="0">
                        <a:moveTo>
                          <a:pt x="335" y="1703"/>
                        </a:moveTo>
                        <a:cubicBezTo>
                          <a:pt x="305" y="1885"/>
                          <a:pt x="396" y="2067"/>
                          <a:pt x="517" y="2189"/>
                        </a:cubicBezTo>
                        <a:cubicBezTo>
                          <a:pt x="609" y="2311"/>
                          <a:pt x="700" y="2432"/>
                          <a:pt x="761" y="2584"/>
                        </a:cubicBezTo>
                        <a:cubicBezTo>
                          <a:pt x="943" y="2736"/>
                          <a:pt x="1065" y="2949"/>
                          <a:pt x="1308" y="3070"/>
                        </a:cubicBezTo>
                        <a:lnTo>
                          <a:pt x="1308" y="3070"/>
                        </a:lnTo>
                        <a:lnTo>
                          <a:pt x="1308" y="3070"/>
                        </a:lnTo>
                        <a:lnTo>
                          <a:pt x="1551" y="2767"/>
                        </a:lnTo>
                        <a:cubicBezTo>
                          <a:pt x="1612" y="2675"/>
                          <a:pt x="1642" y="2554"/>
                          <a:pt x="1642" y="2463"/>
                        </a:cubicBezTo>
                        <a:cubicBezTo>
                          <a:pt x="1642" y="2432"/>
                          <a:pt x="1672" y="2371"/>
                          <a:pt x="1703" y="2341"/>
                        </a:cubicBezTo>
                        <a:cubicBezTo>
                          <a:pt x="1733" y="2341"/>
                          <a:pt x="1794" y="2341"/>
                          <a:pt x="1794" y="2402"/>
                        </a:cubicBezTo>
                        <a:cubicBezTo>
                          <a:pt x="1885" y="2554"/>
                          <a:pt x="2007" y="2554"/>
                          <a:pt x="2128" y="2523"/>
                        </a:cubicBezTo>
                        <a:cubicBezTo>
                          <a:pt x="2128" y="2523"/>
                          <a:pt x="2189" y="2523"/>
                          <a:pt x="2189" y="2554"/>
                        </a:cubicBezTo>
                        <a:cubicBezTo>
                          <a:pt x="2220" y="2584"/>
                          <a:pt x="2189" y="2615"/>
                          <a:pt x="2189" y="2615"/>
                        </a:cubicBezTo>
                        <a:cubicBezTo>
                          <a:pt x="2037" y="2706"/>
                          <a:pt x="1885" y="2797"/>
                          <a:pt x="1794" y="2949"/>
                        </a:cubicBezTo>
                        <a:cubicBezTo>
                          <a:pt x="1672" y="3070"/>
                          <a:pt x="1490" y="3101"/>
                          <a:pt x="1308" y="3070"/>
                        </a:cubicBezTo>
                        <a:lnTo>
                          <a:pt x="1308" y="3070"/>
                        </a:lnTo>
                        <a:lnTo>
                          <a:pt x="1308" y="3435"/>
                        </a:lnTo>
                        <a:cubicBezTo>
                          <a:pt x="1308" y="3526"/>
                          <a:pt x="1369" y="3618"/>
                          <a:pt x="1460" y="3618"/>
                        </a:cubicBezTo>
                        <a:cubicBezTo>
                          <a:pt x="1551" y="3648"/>
                          <a:pt x="1672" y="3648"/>
                          <a:pt x="1733" y="3770"/>
                        </a:cubicBezTo>
                        <a:lnTo>
                          <a:pt x="1733" y="3770"/>
                        </a:lnTo>
                        <a:lnTo>
                          <a:pt x="1764" y="3770"/>
                        </a:lnTo>
                        <a:lnTo>
                          <a:pt x="1916" y="3770"/>
                        </a:lnTo>
                        <a:cubicBezTo>
                          <a:pt x="1976" y="3770"/>
                          <a:pt x="2007" y="3800"/>
                          <a:pt x="1946" y="3830"/>
                        </a:cubicBezTo>
                        <a:cubicBezTo>
                          <a:pt x="1916" y="3861"/>
                          <a:pt x="1916" y="3830"/>
                          <a:pt x="1885" y="3830"/>
                        </a:cubicBezTo>
                        <a:cubicBezTo>
                          <a:pt x="1855" y="3830"/>
                          <a:pt x="1794" y="3800"/>
                          <a:pt x="1764" y="3739"/>
                        </a:cubicBezTo>
                        <a:lnTo>
                          <a:pt x="1733" y="3739"/>
                        </a:lnTo>
                        <a:lnTo>
                          <a:pt x="1733" y="3739"/>
                        </a:lnTo>
                        <a:cubicBezTo>
                          <a:pt x="1642" y="3770"/>
                          <a:pt x="1551" y="3770"/>
                          <a:pt x="1521" y="3861"/>
                        </a:cubicBezTo>
                        <a:cubicBezTo>
                          <a:pt x="1460" y="3952"/>
                          <a:pt x="1460" y="4074"/>
                          <a:pt x="1521" y="4195"/>
                        </a:cubicBezTo>
                        <a:cubicBezTo>
                          <a:pt x="1672" y="4499"/>
                          <a:pt x="1976" y="4773"/>
                          <a:pt x="2311" y="4894"/>
                        </a:cubicBezTo>
                        <a:lnTo>
                          <a:pt x="2311" y="4864"/>
                        </a:lnTo>
                        <a:lnTo>
                          <a:pt x="2311" y="4894"/>
                        </a:lnTo>
                        <a:lnTo>
                          <a:pt x="2311" y="4894"/>
                        </a:lnTo>
                        <a:cubicBezTo>
                          <a:pt x="2311" y="4925"/>
                          <a:pt x="2311" y="4985"/>
                          <a:pt x="2311" y="5016"/>
                        </a:cubicBezTo>
                        <a:cubicBezTo>
                          <a:pt x="2341" y="5198"/>
                          <a:pt x="2463" y="5350"/>
                          <a:pt x="2584" y="5472"/>
                        </a:cubicBezTo>
                        <a:cubicBezTo>
                          <a:pt x="2676" y="5502"/>
                          <a:pt x="2767" y="5502"/>
                          <a:pt x="2858" y="5411"/>
                        </a:cubicBezTo>
                        <a:cubicBezTo>
                          <a:pt x="2858" y="5381"/>
                          <a:pt x="2919" y="5350"/>
                          <a:pt x="2888" y="5289"/>
                        </a:cubicBezTo>
                        <a:cubicBezTo>
                          <a:pt x="2888" y="4985"/>
                          <a:pt x="3010" y="4712"/>
                          <a:pt x="3010" y="4438"/>
                        </a:cubicBezTo>
                        <a:cubicBezTo>
                          <a:pt x="3010" y="4256"/>
                          <a:pt x="3071" y="4104"/>
                          <a:pt x="3162" y="3982"/>
                        </a:cubicBezTo>
                        <a:cubicBezTo>
                          <a:pt x="3223" y="3922"/>
                          <a:pt x="3253" y="3830"/>
                          <a:pt x="3253" y="3739"/>
                        </a:cubicBezTo>
                        <a:cubicBezTo>
                          <a:pt x="3253" y="3344"/>
                          <a:pt x="3466" y="3040"/>
                          <a:pt x="3435" y="2675"/>
                        </a:cubicBezTo>
                        <a:cubicBezTo>
                          <a:pt x="3435" y="2615"/>
                          <a:pt x="3435" y="2584"/>
                          <a:pt x="3466" y="2523"/>
                        </a:cubicBezTo>
                        <a:cubicBezTo>
                          <a:pt x="3496" y="2371"/>
                          <a:pt x="3587" y="2250"/>
                          <a:pt x="3739" y="2189"/>
                        </a:cubicBezTo>
                        <a:cubicBezTo>
                          <a:pt x="3800" y="2159"/>
                          <a:pt x="3861" y="2189"/>
                          <a:pt x="3861" y="2219"/>
                        </a:cubicBezTo>
                        <a:cubicBezTo>
                          <a:pt x="3861" y="2280"/>
                          <a:pt x="3831" y="2432"/>
                          <a:pt x="3861" y="2493"/>
                        </a:cubicBezTo>
                        <a:cubicBezTo>
                          <a:pt x="3983" y="2736"/>
                          <a:pt x="4074" y="2979"/>
                          <a:pt x="4165" y="3253"/>
                        </a:cubicBezTo>
                        <a:cubicBezTo>
                          <a:pt x="4226" y="3344"/>
                          <a:pt x="4256" y="3466"/>
                          <a:pt x="4226" y="3587"/>
                        </a:cubicBezTo>
                        <a:cubicBezTo>
                          <a:pt x="4195" y="3678"/>
                          <a:pt x="4165" y="3800"/>
                          <a:pt x="4135" y="3922"/>
                        </a:cubicBezTo>
                        <a:cubicBezTo>
                          <a:pt x="4104" y="4013"/>
                          <a:pt x="4226" y="4104"/>
                          <a:pt x="4287" y="4074"/>
                        </a:cubicBezTo>
                        <a:cubicBezTo>
                          <a:pt x="4378" y="4043"/>
                          <a:pt x="4499" y="3982"/>
                          <a:pt x="4621" y="3952"/>
                        </a:cubicBezTo>
                        <a:cubicBezTo>
                          <a:pt x="4712" y="3922"/>
                          <a:pt x="4742" y="3891"/>
                          <a:pt x="4773" y="4074"/>
                        </a:cubicBezTo>
                        <a:cubicBezTo>
                          <a:pt x="4773" y="4104"/>
                          <a:pt x="4773" y="4104"/>
                          <a:pt x="4773" y="4134"/>
                        </a:cubicBezTo>
                        <a:cubicBezTo>
                          <a:pt x="4803" y="4256"/>
                          <a:pt x="4894" y="4286"/>
                          <a:pt x="4986" y="4195"/>
                        </a:cubicBezTo>
                        <a:cubicBezTo>
                          <a:pt x="5229" y="4013"/>
                          <a:pt x="5381" y="3709"/>
                          <a:pt x="5442" y="3405"/>
                        </a:cubicBezTo>
                        <a:cubicBezTo>
                          <a:pt x="5442" y="3374"/>
                          <a:pt x="5411" y="3314"/>
                          <a:pt x="5381" y="3314"/>
                        </a:cubicBezTo>
                        <a:cubicBezTo>
                          <a:pt x="5350" y="3283"/>
                          <a:pt x="5290" y="3253"/>
                          <a:pt x="5259" y="3253"/>
                        </a:cubicBezTo>
                        <a:cubicBezTo>
                          <a:pt x="5046" y="3253"/>
                          <a:pt x="4955" y="3162"/>
                          <a:pt x="4925" y="2918"/>
                        </a:cubicBezTo>
                        <a:cubicBezTo>
                          <a:pt x="4925" y="2675"/>
                          <a:pt x="4864" y="2706"/>
                          <a:pt x="4590" y="2736"/>
                        </a:cubicBezTo>
                        <a:cubicBezTo>
                          <a:pt x="4469" y="2767"/>
                          <a:pt x="4469" y="2767"/>
                          <a:pt x="4499" y="2645"/>
                        </a:cubicBezTo>
                        <a:cubicBezTo>
                          <a:pt x="4499" y="2584"/>
                          <a:pt x="4530" y="2523"/>
                          <a:pt x="4560" y="2463"/>
                        </a:cubicBezTo>
                        <a:cubicBezTo>
                          <a:pt x="4590" y="2341"/>
                          <a:pt x="4530" y="2219"/>
                          <a:pt x="4408" y="2189"/>
                        </a:cubicBezTo>
                        <a:cubicBezTo>
                          <a:pt x="4287" y="2128"/>
                          <a:pt x="4165" y="2128"/>
                          <a:pt x="4074" y="1976"/>
                        </a:cubicBezTo>
                        <a:cubicBezTo>
                          <a:pt x="4013" y="1824"/>
                          <a:pt x="3831" y="1733"/>
                          <a:pt x="3800" y="1551"/>
                        </a:cubicBezTo>
                        <a:cubicBezTo>
                          <a:pt x="3800" y="1520"/>
                          <a:pt x="3739" y="1459"/>
                          <a:pt x="3679" y="1459"/>
                        </a:cubicBezTo>
                        <a:cubicBezTo>
                          <a:pt x="3648" y="1459"/>
                          <a:pt x="3496" y="1429"/>
                          <a:pt x="3435" y="1399"/>
                        </a:cubicBezTo>
                        <a:cubicBezTo>
                          <a:pt x="3253" y="1368"/>
                          <a:pt x="3101" y="1216"/>
                          <a:pt x="3040" y="1034"/>
                        </a:cubicBezTo>
                        <a:cubicBezTo>
                          <a:pt x="3010" y="852"/>
                          <a:pt x="2919" y="669"/>
                          <a:pt x="2767" y="578"/>
                        </a:cubicBezTo>
                        <a:cubicBezTo>
                          <a:pt x="2706" y="548"/>
                          <a:pt x="2645" y="487"/>
                          <a:pt x="2615" y="426"/>
                        </a:cubicBezTo>
                        <a:cubicBezTo>
                          <a:pt x="2554" y="304"/>
                          <a:pt x="2463" y="213"/>
                          <a:pt x="2341" y="183"/>
                        </a:cubicBezTo>
                        <a:cubicBezTo>
                          <a:pt x="2250" y="122"/>
                          <a:pt x="2159" y="92"/>
                          <a:pt x="2098" y="31"/>
                        </a:cubicBezTo>
                        <a:cubicBezTo>
                          <a:pt x="2007" y="1"/>
                          <a:pt x="1916" y="61"/>
                          <a:pt x="1885" y="152"/>
                        </a:cubicBezTo>
                        <a:cubicBezTo>
                          <a:pt x="1855" y="304"/>
                          <a:pt x="1824" y="456"/>
                          <a:pt x="1794" y="608"/>
                        </a:cubicBezTo>
                        <a:lnTo>
                          <a:pt x="1794" y="608"/>
                        </a:lnTo>
                        <a:cubicBezTo>
                          <a:pt x="1794" y="608"/>
                          <a:pt x="1794" y="639"/>
                          <a:pt x="1794" y="639"/>
                        </a:cubicBezTo>
                        <a:cubicBezTo>
                          <a:pt x="1855" y="700"/>
                          <a:pt x="1885" y="821"/>
                          <a:pt x="1855" y="912"/>
                        </a:cubicBezTo>
                        <a:cubicBezTo>
                          <a:pt x="1855" y="912"/>
                          <a:pt x="1855" y="943"/>
                          <a:pt x="1855" y="973"/>
                        </a:cubicBezTo>
                        <a:cubicBezTo>
                          <a:pt x="1824" y="973"/>
                          <a:pt x="1794" y="973"/>
                          <a:pt x="1794" y="912"/>
                        </a:cubicBezTo>
                        <a:lnTo>
                          <a:pt x="1794" y="639"/>
                        </a:lnTo>
                        <a:lnTo>
                          <a:pt x="1794" y="639"/>
                        </a:lnTo>
                        <a:lnTo>
                          <a:pt x="1672" y="639"/>
                        </a:lnTo>
                        <a:cubicBezTo>
                          <a:pt x="1551" y="548"/>
                          <a:pt x="1369" y="548"/>
                          <a:pt x="1247" y="639"/>
                        </a:cubicBezTo>
                        <a:lnTo>
                          <a:pt x="1247" y="669"/>
                        </a:lnTo>
                        <a:lnTo>
                          <a:pt x="1217" y="669"/>
                        </a:lnTo>
                        <a:cubicBezTo>
                          <a:pt x="1217" y="700"/>
                          <a:pt x="1217" y="730"/>
                          <a:pt x="1217" y="760"/>
                        </a:cubicBezTo>
                        <a:cubicBezTo>
                          <a:pt x="1217" y="821"/>
                          <a:pt x="1186" y="821"/>
                          <a:pt x="1125" y="821"/>
                        </a:cubicBezTo>
                        <a:cubicBezTo>
                          <a:pt x="1095" y="821"/>
                          <a:pt x="1095" y="791"/>
                          <a:pt x="1065" y="791"/>
                        </a:cubicBezTo>
                        <a:cubicBezTo>
                          <a:pt x="1034" y="730"/>
                          <a:pt x="1065" y="700"/>
                          <a:pt x="1125" y="700"/>
                        </a:cubicBezTo>
                        <a:lnTo>
                          <a:pt x="1217" y="669"/>
                        </a:lnTo>
                        <a:lnTo>
                          <a:pt x="1217" y="608"/>
                        </a:lnTo>
                        <a:lnTo>
                          <a:pt x="1247" y="608"/>
                        </a:lnTo>
                        <a:lnTo>
                          <a:pt x="1247" y="548"/>
                        </a:lnTo>
                        <a:cubicBezTo>
                          <a:pt x="1186" y="365"/>
                          <a:pt x="1095" y="304"/>
                          <a:pt x="973" y="365"/>
                        </a:cubicBezTo>
                        <a:cubicBezTo>
                          <a:pt x="791" y="426"/>
                          <a:pt x="609" y="456"/>
                          <a:pt x="426" y="456"/>
                        </a:cubicBezTo>
                        <a:cubicBezTo>
                          <a:pt x="305" y="487"/>
                          <a:pt x="213" y="548"/>
                          <a:pt x="183" y="669"/>
                        </a:cubicBezTo>
                        <a:cubicBezTo>
                          <a:pt x="183" y="730"/>
                          <a:pt x="153" y="791"/>
                          <a:pt x="122" y="852"/>
                        </a:cubicBezTo>
                        <a:cubicBezTo>
                          <a:pt x="1" y="1095"/>
                          <a:pt x="62" y="1368"/>
                          <a:pt x="274" y="1520"/>
                        </a:cubicBezTo>
                        <a:cubicBezTo>
                          <a:pt x="274" y="1581"/>
                          <a:pt x="335" y="1642"/>
                          <a:pt x="335" y="1703"/>
                        </a:cubicBezTo>
                        <a:close/>
                        <a:moveTo>
                          <a:pt x="2007" y="3618"/>
                        </a:moveTo>
                        <a:lnTo>
                          <a:pt x="1946" y="3557"/>
                        </a:lnTo>
                        <a:lnTo>
                          <a:pt x="2007" y="3557"/>
                        </a:lnTo>
                        <a:close/>
                        <a:moveTo>
                          <a:pt x="1855" y="1459"/>
                        </a:moveTo>
                        <a:lnTo>
                          <a:pt x="1885" y="1490"/>
                        </a:lnTo>
                        <a:lnTo>
                          <a:pt x="1855" y="1490"/>
                        </a:lnTo>
                        <a:lnTo>
                          <a:pt x="1855" y="142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" name="Google Shape;533;p21">
                    <a:extLst>
                      <a:ext uri="{FF2B5EF4-FFF2-40B4-BE49-F238E27FC236}">
                        <a16:creationId xmlns:a16="http://schemas.microsoft.com/office/drawing/2014/main" id="{291A6E8F-C54F-7D99-CFA6-501247AC4268}"/>
                      </a:ext>
                    </a:extLst>
                  </p:cNvPr>
                  <p:cNvSpPr/>
                  <p:nvPr/>
                </p:nvSpPr>
                <p:spPr>
                  <a:xfrm>
                    <a:off x="3299375" y="2438450"/>
                    <a:ext cx="141375" cy="132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55" h="5289" extrusionOk="0">
                        <a:moveTo>
                          <a:pt x="5350" y="3739"/>
                        </a:moveTo>
                        <a:cubicBezTo>
                          <a:pt x="5259" y="3678"/>
                          <a:pt x="5229" y="3617"/>
                          <a:pt x="5198" y="3526"/>
                        </a:cubicBezTo>
                        <a:cubicBezTo>
                          <a:pt x="5138" y="3404"/>
                          <a:pt x="4986" y="3313"/>
                          <a:pt x="4864" y="3344"/>
                        </a:cubicBezTo>
                        <a:cubicBezTo>
                          <a:pt x="4651" y="3374"/>
                          <a:pt x="4439" y="3313"/>
                          <a:pt x="4256" y="3222"/>
                        </a:cubicBezTo>
                        <a:cubicBezTo>
                          <a:pt x="4195" y="3192"/>
                          <a:pt x="4135" y="3192"/>
                          <a:pt x="4074" y="3222"/>
                        </a:cubicBezTo>
                        <a:cubicBezTo>
                          <a:pt x="3770" y="3252"/>
                          <a:pt x="3466" y="3283"/>
                          <a:pt x="3192" y="3313"/>
                        </a:cubicBezTo>
                        <a:cubicBezTo>
                          <a:pt x="3010" y="3344"/>
                          <a:pt x="2828" y="3435"/>
                          <a:pt x="2706" y="3192"/>
                        </a:cubicBezTo>
                        <a:cubicBezTo>
                          <a:pt x="2676" y="3100"/>
                          <a:pt x="2584" y="3100"/>
                          <a:pt x="2493" y="3070"/>
                        </a:cubicBezTo>
                        <a:cubicBezTo>
                          <a:pt x="2220" y="3009"/>
                          <a:pt x="2007" y="2796"/>
                          <a:pt x="1916" y="2553"/>
                        </a:cubicBezTo>
                        <a:cubicBezTo>
                          <a:pt x="1885" y="2401"/>
                          <a:pt x="1794" y="2371"/>
                          <a:pt x="1703" y="2340"/>
                        </a:cubicBezTo>
                        <a:cubicBezTo>
                          <a:pt x="1581" y="2310"/>
                          <a:pt x="1612" y="2310"/>
                          <a:pt x="1703" y="2280"/>
                        </a:cubicBezTo>
                        <a:cubicBezTo>
                          <a:pt x="1764" y="2219"/>
                          <a:pt x="1824" y="2158"/>
                          <a:pt x="1885" y="2097"/>
                        </a:cubicBezTo>
                        <a:lnTo>
                          <a:pt x="1885" y="2097"/>
                        </a:lnTo>
                        <a:lnTo>
                          <a:pt x="1855" y="2097"/>
                        </a:lnTo>
                        <a:lnTo>
                          <a:pt x="1916" y="2097"/>
                        </a:lnTo>
                        <a:lnTo>
                          <a:pt x="1916" y="2097"/>
                        </a:lnTo>
                        <a:cubicBezTo>
                          <a:pt x="2037" y="2128"/>
                          <a:pt x="2189" y="2128"/>
                          <a:pt x="2311" y="2097"/>
                        </a:cubicBezTo>
                        <a:cubicBezTo>
                          <a:pt x="2341" y="2097"/>
                          <a:pt x="2402" y="1976"/>
                          <a:pt x="2372" y="1945"/>
                        </a:cubicBezTo>
                        <a:cubicBezTo>
                          <a:pt x="2372" y="1885"/>
                          <a:pt x="2341" y="1854"/>
                          <a:pt x="2311" y="1824"/>
                        </a:cubicBezTo>
                        <a:cubicBezTo>
                          <a:pt x="2189" y="1733"/>
                          <a:pt x="2128" y="1550"/>
                          <a:pt x="2159" y="1398"/>
                        </a:cubicBezTo>
                        <a:cubicBezTo>
                          <a:pt x="2189" y="1277"/>
                          <a:pt x="2037" y="1155"/>
                          <a:pt x="1916" y="1125"/>
                        </a:cubicBezTo>
                        <a:cubicBezTo>
                          <a:pt x="1794" y="1125"/>
                          <a:pt x="1703" y="1125"/>
                          <a:pt x="1581" y="1094"/>
                        </a:cubicBezTo>
                        <a:cubicBezTo>
                          <a:pt x="1490" y="1094"/>
                          <a:pt x="1399" y="1033"/>
                          <a:pt x="1369" y="942"/>
                        </a:cubicBezTo>
                        <a:cubicBezTo>
                          <a:pt x="1338" y="882"/>
                          <a:pt x="1308" y="790"/>
                          <a:pt x="1308" y="699"/>
                        </a:cubicBezTo>
                        <a:cubicBezTo>
                          <a:pt x="1277" y="638"/>
                          <a:pt x="1247" y="578"/>
                          <a:pt x="1217" y="517"/>
                        </a:cubicBezTo>
                        <a:cubicBezTo>
                          <a:pt x="1034" y="334"/>
                          <a:pt x="882" y="213"/>
                          <a:pt x="669" y="91"/>
                        </a:cubicBezTo>
                        <a:cubicBezTo>
                          <a:pt x="517" y="0"/>
                          <a:pt x="305" y="30"/>
                          <a:pt x="153" y="152"/>
                        </a:cubicBezTo>
                        <a:cubicBezTo>
                          <a:pt x="62" y="213"/>
                          <a:pt x="1" y="334"/>
                          <a:pt x="31" y="456"/>
                        </a:cubicBezTo>
                        <a:cubicBezTo>
                          <a:pt x="122" y="699"/>
                          <a:pt x="153" y="973"/>
                          <a:pt x="183" y="1246"/>
                        </a:cubicBezTo>
                        <a:cubicBezTo>
                          <a:pt x="183" y="1307"/>
                          <a:pt x="214" y="1337"/>
                          <a:pt x="274" y="1337"/>
                        </a:cubicBezTo>
                        <a:cubicBezTo>
                          <a:pt x="457" y="1429"/>
                          <a:pt x="639" y="1489"/>
                          <a:pt x="821" y="1581"/>
                        </a:cubicBezTo>
                        <a:cubicBezTo>
                          <a:pt x="1034" y="1641"/>
                          <a:pt x="1034" y="1672"/>
                          <a:pt x="1034" y="1793"/>
                        </a:cubicBezTo>
                        <a:lnTo>
                          <a:pt x="1034" y="2219"/>
                        </a:lnTo>
                        <a:cubicBezTo>
                          <a:pt x="1034" y="2371"/>
                          <a:pt x="973" y="2523"/>
                          <a:pt x="821" y="2614"/>
                        </a:cubicBezTo>
                        <a:cubicBezTo>
                          <a:pt x="730" y="2705"/>
                          <a:pt x="639" y="2796"/>
                          <a:pt x="548" y="2918"/>
                        </a:cubicBezTo>
                        <a:cubicBezTo>
                          <a:pt x="396" y="3192"/>
                          <a:pt x="305" y="3526"/>
                          <a:pt x="335" y="3830"/>
                        </a:cubicBezTo>
                        <a:cubicBezTo>
                          <a:pt x="335" y="4043"/>
                          <a:pt x="639" y="4043"/>
                          <a:pt x="730" y="4195"/>
                        </a:cubicBezTo>
                        <a:cubicBezTo>
                          <a:pt x="730" y="4195"/>
                          <a:pt x="761" y="4225"/>
                          <a:pt x="761" y="4225"/>
                        </a:cubicBezTo>
                        <a:cubicBezTo>
                          <a:pt x="913" y="4377"/>
                          <a:pt x="1125" y="4377"/>
                          <a:pt x="1277" y="4286"/>
                        </a:cubicBezTo>
                        <a:cubicBezTo>
                          <a:pt x="1308" y="4255"/>
                          <a:pt x="1369" y="4255"/>
                          <a:pt x="1399" y="4225"/>
                        </a:cubicBezTo>
                        <a:cubicBezTo>
                          <a:pt x="1460" y="4225"/>
                          <a:pt x="1490" y="4255"/>
                          <a:pt x="1460" y="4316"/>
                        </a:cubicBezTo>
                        <a:cubicBezTo>
                          <a:pt x="1429" y="4377"/>
                          <a:pt x="1429" y="4438"/>
                          <a:pt x="1429" y="4499"/>
                        </a:cubicBezTo>
                        <a:cubicBezTo>
                          <a:pt x="1460" y="4590"/>
                          <a:pt x="1521" y="4651"/>
                          <a:pt x="1612" y="4681"/>
                        </a:cubicBezTo>
                        <a:cubicBezTo>
                          <a:pt x="1824" y="4742"/>
                          <a:pt x="2068" y="4803"/>
                          <a:pt x="2280" y="4833"/>
                        </a:cubicBezTo>
                        <a:cubicBezTo>
                          <a:pt x="2736" y="4833"/>
                          <a:pt x="3132" y="5046"/>
                          <a:pt x="3557" y="5046"/>
                        </a:cubicBezTo>
                        <a:cubicBezTo>
                          <a:pt x="3648" y="5046"/>
                          <a:pt x="3709" y="5106"/>
                          <a:pt x="3800" y="5137"/>
                        </a:cubicBezTo>
                        <a:cubicBezTo>
                          <a:pt x="3952" y="5258"/>
                          <a:pt x="4135" y="5289"/>
                          <a:pt x="4317" y="5258"/>
                        </a:cubicBezTo>
                        <a:cubicBezTo>
                          <a:pt x="4439" y="5258"/>
                          <a:pt x="4591" y="5258"/>
                          <a:pt x="4712" y="5258"/>
                        </a:cubicBezTo>
                        <a:cubicBezTo>
                          <a:pt x="4803" y="5228"/>
                          <a:pt x="4864" y="5198"/>
                          <a:pt x="4894" y="5167"/>
                        </a:cubicBezTo>
                        <a:cubicBezTo>
                          <a:pt x="5016" y="5046"/>
                          <a:pt x="5138" y="4955"/>
                          <a:pt x="5290" y="4894"/>
                        </a:cubicBezTo>
                        <a:cubicBezTo>
                          <a:pt x="5381" y="4863"/>
                          <a:pt x="5411" y="4772"/>
                          <a:pt x="5381" y="4681"/>
                        </a:cubicBezTo>
                        <a:cubicBezTo>
                          <a:pt x="5381" y="4590"/>
                          <a:pt x="5411" y="4499"/>
                          <a:pt x="5472" y="4438"/>
                        </a:cubicBezTo>
                        <a:cubicBezTo>
                          <a:pt x="5654" y="4195"/>
                          <a:pt x="5594" y="3860"/>
                          <a:pt x="5350" y="3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" name="Google Shape;534;p21">
                    <a:extLst>
                      <a:ext uri="{FF2B5EF4-FFF2-40B4-BE49-F238E27FC236}">
                        <a16:creationId xmlns:a16="http://schemas.microsoft.com/office/drawing/2014/main" id="{67B36D75-F688-FA9A-A054-5696F9EBE401}"/>
                      </a:ext>
                    </a:extLst>
                  </p:cNvPr>
                  <p:cNvSpPr/>
                  <p:nvPr/>
                </p:nvSpPr>
                <p:spPr>
                  <a:xfrm>
                    <a:off x="3056975" y="2403475"/>
                    <a:ext cx="139850" cy="87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94" h="3497" extrusionOk="0">
                        <a:moveTo>
                          <a:pt x="3587" y="2129"/>
                        </a:moveTo>
                        <a:cubicBezTo>
                          <a:pt x="3374" y="2068"/>
                          <a:pt x="3162" y="2037"/>
                          <a:pt x="2979" y="1977"/>
                        </a:cubicBezTo>
                        <a:cubicBezTo>
                          <a:pt x="2949" y="1977"/>
                          <a:pt x="2919" y="1916"/>
                          <a:pt x="2919" y="1885"/>
                        </a:cubicBezTo>
                        <a:cubicBezTo>
                          <a:pt x="3040" y="1703"/>
                          <a:pt x="2919" y="1490"/>
                          <a:pt x="2949" y="1308"/>
                        </a:cubicBezTo>
                        <a:cubicBezTo>
                          <a:pt x="2979" y="1125"/>
                          <a:pt x="2949" y="973"/>
                          <a:pt x="2919" y="822"/>
                        </a:cubicBezTo>
                        <a:cubicBezTo>
                          <a:pt x="2888" y="670"/>
                          <a:pt x="2797" y="578"/>
                          <a:pt x="2645" y="548"/>
                        </a:cubicBezTo>
                        <a:cubicBezTo>
                          <a:pt x="2523" y="518"/>
                          <a:pt x="2523" y="518"/>
                          <a:pt x="2523" y="396"/>
                        </a:cubicBezTo>
                        <a:cubicBezTo>
                          <a:pt x="2523" y="183"/>
                          <a:pt x="2463" y="62"/>
                          <a:pt x="2280" y="31"/>
                        </a:cubicBezTo>
                        <a:cubicBezTo>
                          <a:pt x="2128" y="1"/>
                          <a:pt x="1976" y="1"/>
                          <a:pt x="1915" y="92"/>
                        </a:cubicBezTo>
                        <a:cubicBezTo>
                          <a:pt x="1733" y="244"/>
                          <a:pt x="1490" y="274"/>
                          <a:pt x="1308" y="396"/>
                        </a:cubicBezTo>
                        <a:cubicBezTo>
                          <a:pt x="1247" y="457"/>
                          <a:pt x="1186" y="518"/>
                          <a:pt x="1125" y="609"/>
                        </a:cubicBezTo>
                        <a:cubicBezTo>
                          <a:pt x="1156" y="791"/>
                          <a:pt x="1034" y="822"/>
                          <a:pt x="912" y="882"/>
                        </a:cubicBezTo>
                        <a:cubicBezTo>
                          <a:pt x="821" y="943"/>
                          <a:pt x="730" y="1004"/>
                          <a:pt x="669" y="1095"/>
                        </a:cubicBezTo>
                        <a:cubicBezTo>
                          <a:pt x="608" y="1125"/>
                          <a:pt x="608" y="1186"/>
                          <a:pt x="669" y="1217"/>
                        </a:cubicBezTo>
                        <a:cubicBezTo>
                          <a:pt x="730" y="1277"/>
                          <a:pt x="821" y="1338"/>
                          <a:pt x="882" y="1369"/>
                        </a:cubicBezTo>
                        <a:cubicBezTo>
                          <a:pt x="973" y="1429"/>
                          <a:pt x="943" y="1429"/>
                          <a:pt x="912" y="1460"/>
                        </a:cubicBezTo>
                        <a:cubicBezTo>
                          <a:pt x="882" y="1490"/>
                          <a:pt x="882" y="1490"/>
                          <a:pt x="852" y="1460"/>
                        </a:cubicBezTo>
                        <a:cubicBezTo>
                          <a:pt x="700" y="1460"/>
                          <a:pt x="548" y="1399"/>
                          <a:pt x="396" y="1399"/>
                        </a:cubicBezTo>
                        <a:cubicBezTo>
                          <a:pt x="213" y="1399"/>
                          <a:pt x="122" y="1551"/>
                          <a:pt x="61" y="1703"/>
                        </a:cubicBezTo>
                        <a:cubicBezTo>
                          <a:pt x="1" y="1825"/>
                          <a:pt x="61" y="1946"/>
                          <a:pt x="153" y="2007"/>
                        </a:cubicBezTo>
                        <a:lnTo>
                          <a:pt x="426" y="2220"/>
                        </a:lnTo>
                        <a:cubicBezTo>
                          <a:pt x="639" y="2372"/>
                          <a:pt x="852" y="2554"/>
                          <a:pt x="1156" y="2402"/>
                        </a:cubicBezTo>
                        <a:cubicBezTo>
                          <a:pt x="1186" y="2372"/>
                          <a:pt x="1247" y="2372"/>
                          <a:pt x="1277" y="2402"/>
                        </a:cubicBezTo>
                        <a:cubicBezTo>
                          <a:pt x="1460" y="2463"/>
                          <a:pt x="1642" y="2524"/>
                          <a:pt x="1824" y="2524"/>
                        </a:cubicBezTo>
                        <a:cubicBezTo>
                          <a:pt x="1824" y="2524"/>
                          <a:pt x="1855" y="2524"/>
                          <a:pt x="1855" y="2554"/>
                        </a:cubicBezTo>
                        <a:cubicBezTo>
                          <a:pt x="1855" y="2554"/>
                          <a:pt x="1824" y="2584"/>
                          <a:pt x="1794" y="2584"/>
                        </a:cubicBezTo>
                        <a:lnTo>
                          <a:pt x="912" y="2706"/>
                        </a:lnTo>
                        <a:cubicBezTo>
                          <a:pt x="852" y="2736"/>
                          <a:pt x="791" y="2828"/>
                          <a:pt x="760" y="2919"/>
                        </a:cubicBezTo>
                        <a:cubicBezTo>
                          <a:pt x="730" y="3101"/>
                          <a:pt x="821" y="3284"/>
                          <a:pt x="973" y="3375"/>
                        </a:cubicBezTo>
                        <a:cubicBezTo>
                          <a:pt x="1064" y="3405"/>
                          <a:pt x="1156" y="3436"/>
                          <a:pt x="1247" y="3436"/>
                        </a:cubicBezTo>
                        <a:lnTo>
                          <a:pt x="1642" y="3436"/>
                        </a:lnTo>
                        <a:cubicBezTo>
                          <a:pt x="1885" y="3496"/>
                          <a:pt x="2159" y="3436"/>
                          <a:pt x="2371" y="3284"/>
                        </a:cubicBezTo>
                        <a:cubicBezTo>
                          <a:pt x="2432" y="3253"/>
                          <a:pt x="2523" y="3192"/>
                          <a:pt x="2615" y="3192"/>
                        </a:cubicBezTo>
                        <a:cubicBezTo>
                          <a:pt x="2827" y="3192"/>
                          <a:pt x="3010" y="3162"/>
                          <a:pt x="3222" y="3101"/>
                        </a:cubicBezTo>
                        <a:cubicBezTo>
                          <a:pt x="3253" y="3101"/>
                          <a:pt x="3314" y="3101"/>
                          <a:pt x="3344" y="3101"/>
                        </a:cubicBezTo>
                        <a:cubicBezTo>
                          <a:pt x="3496" y="3162"/>
                          <a:pt x="3648" y="3223"/>
                          <a:pt x="3770" y="3284"/>
                        </a:cubicBezTo>
                        <a:cubicBezTo>
                          <a:pt x="3891" y="3344"/>
                          <a:pt x="4013" y="3344"/>
                          <a:pt x="4104" y="3344"/>
                        </a:cubicBezTo>
                        <a:cubicBezTo>
                          <a:pt x="4195" y="3314"/>
                          <a:pt x="4286" y="3284"/>
                          <a:pt x="4378" y="3284"/>
                        </a:cubicBezTo>
                        <a:cubicBezTo>
                          <a:pt x="4529" y="3284"/>
                          <a:pt x="4651" y="3192"/>
                          <a:pt x="4742" y="3101"/>
                        </a:cubicBezTo>
                        <a:cubicBezTo>
                          <a:pt x="4955" y="2888"/>
                          <a:pt x="5137" y="2676"/>
                          <a:pt x="5350" y="2493"/>
                        </a:cubicBezTo>
                        <a:cubicBezTo>
                          <a:pt x="5411" y="2402"/>
                          <a:pt x="5472" y="2341"/>
                          <a:pt x="5502" y="2250"/>
                        </a:cubicBezTo>
                        <a:cubicBezTo>
                          <a:pt x="5593" y="2068"/>
                          <a:pt x="5533" y="1825"/>
                          <a:pt x="5350" y="1733"/>
                        </a:cubicBezTo>
                        <a:cubicBezTo>
                          <a:pt x="5320" y="1703"/>
                          <a:pt x="5259" y="1703"/>
                          <a:pt x="5229" y="1733"/>
                        </a:cubicBezTo>
                        <a:cubicBezTo>
                          <a:pt x="5137" y="1733"/>
                          <a:pt x="5046" y="1794"/>
                          <a:pt x="5016" y="1885"/>
                        </a:cubicBezTo>
                        <a:cubicBezTo>
                          <a:pt x="4985" y="1916"/>
                          <a:pt x="4925" y="1946"/>
                          <a:pt x="4894" y="1916"/>
                        </a:cubicBezTo>
                        <a:cubicBezTo>
                          <a:pt x="4864" y="1885"/>
                          <a:pt x="4651" y="1794"/>
                          <a:pt x="4712" y="1612"/>
                        </a:cubicBezTo>
                        <a:cubicBezTo>
                          <a:pt x="4621" y="1490"/>
                          <a:pt x="4560" y="1429"/>
                          <a:pt x="4681" y="1308"/>
                        </a:cubicBezTo>
                        <a:cubicBezTo>
                          <a:pt x="4742" y="1247"/>
                          <a:pt x="4773" y="1156"/>
                          <a:pt x="4773" y="1065"/>
                        </a:cubicBezTo>
                        <a:cubicBezTo>
                          <a:pt x="4742" y="852"/>
                          <a:pt x="4803" y="639"/>
                          <a:pt x="4894" y="457"/>
                        </a:cubicBezTo>
                        <a:cubicBezTo>
                          <a:pt x="4925" y="396"/>
                          <a:pt x="4894" y="335"/>
                          <a:pt x="4833" y="274"/>
                        </a:cubicBezTo>
                        <a:cubicBezTo>
                          <a:pt x="4773" y="214"/>
                          <a:pt x="4651" y="214"/>
                          <a:pt x="4590" y="274"/>
                        </a:cubicBezTo>
                        <a:lnTo>
                          <a:pt x="4043" y="670"/>
                        </a:lnTo>
                        <a:cubicBezTo>
                          <a:pt x="3952" y="761"/>
                          <a:pt x="3891" y="882"/>
                          <a:pt x="3922" y="1004"/>
                        </a:cubicBezTo>
                        <a:cubicBezTo>
                          <a:pt x="3922" y="1065"/>
                          <a:pt x="3952" y="1125"/>
                          <a:pt x="3952" y="1186"/>
                        </a:cubicBezTo>
                        <a:cubicBezTo>
                          <a:pt x="4013" y="1338"/>
                          <a:pt x="3922" y="1399"/>
                          <a:pt x="3830" y="1460"/>
                        </a:cubicBezTo>
                        <a:lnTo>
                          <a:pt x="3770" y="1490"/>
                        </a:lnTo>
                        <a:cubicBezTo>
                          <a:pt x="3678" y="1551"/>
                          <a:pt x="3618" y="1673"/>
                          <a:pt x="3678" y="1794"/>
                        </a:cubicBezTo>
                        <a:cubicBezTo>
                          <a:pt x="3678" y="1825"/>
                          <a:pt x="3709" y="1885"/>
                          <a:pt x="3739" y="1916"/>
                        </a:cubicBezTo>
                        <a:cubicBezTo>
                          <a:pt x="3739" y="1977"/>
                          <a:pt x="3648" y="2129"/>
                          <a:pt x="3587" y="212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" name="Google Shape;535;p21">
                    <a:extLst>
                      <a:ext uri="{FF2B5EF4-FFF2-40B4-BE49-F238E27FC236}">
                        <a16:creationId xmlns:a16="http://schemas.microsoft.com/office/drawing/2014/main" id="{5E4A9C2B-3C3D-E71F-23AF-3E70DFB82CF6}"/>
                      </a:ext>
                    </a:extLst>
                  </p:cNvPr>
                  <p:cNvSpPr/>
                  <p:nvPr/>
                </p:nvSpPr>
                <p:spPr>
                  <a:xfrm>
                    <a:off x="3956700" y="2886025"/>
                    <a:ext cx="122350" cy="76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94" h="3070" extrusionOk="0">
                        <a:moveTo>
                          <a:pt x="2280" y="3070"/>
                        </a:moveTo>
                        <a:cubicBezTo>
                          <a:pt x="2371" y="3070"/>
                          <a:pt x="2462" y="3070"/>
                          <a:pt x="2553" y="3070"/>
                        </a:cubicBezTo>
                        <a:cubicBezTo>
                          <a:pt x="2857" y="2888"/>
                          <a:pt x="3192" y="2736"/>
                          <a:pt x="3526" y="2614"/>
                        </a:cubicBezTo>
                        <a:cubicBezTo>
                          <a:pt x="3587" y="2614"/>
                          <a:pt x="3648" y="2553"/>
                          <a:pt x="3708" y="2523"/>
                        </a:cubicBezTo>
                        <a:cubicBezTo>
                          <a:pt x="3860" y="2371"/>
                          <a:pt x="4073" y="2249"/>
                          <a:pt x="4286" y="2189"/>
                        </a:cubicBezTo>
                        <a:cubicBezTo>
                          <a:pt x="4377" y="2158"/>
                          <a:pt x="4468" y="2128"/>
                          <a:pt x="4499" y="2037"/>
                        </a:cubicBezTo>
                        <a:cubicBezTo>
                          <a:pt x="4590" y="1945"/>
                          <a:pt x="4681" y="1885"/>
                          <a:pt x="4742" y="1793"/>
                        </a:cubicBezTo>
                        <a:cubicBezTo>
                          <a:pt x="4803" y="1702"/>
                          <a:pt x="4803" y="1702"/>
                          <a:pt x="4772" y="1672"/>
                        </a:cubicBezTo>
                        <a:cubicBezTo>
                          <a:pt x="4711" y="1489"/>
                          <a:pt x="4742" y="1307"/>
                          <a:pt x="4863" y="1185"/>
                        </a:cubicBezTo>
                        <a:cubicBezTo>
                          <a:pt x="4894" y="1155"/>
                          <a:pt x="4894" y="1125"/>
                          <a:pt x="4863" y="1125"/>
                        </a:cubicBezTo>
                        <a:cubicBezTo>
                          <a:pt x="4863" y="1094"/>
                          <a:pt x="4863" y="1064"/>
                          <a:pt x="4833" y="1064"/>
                        </a:cubicBezTo>
                        <a:lnTo>
                          <a:pt x="4590" y="912"/>
                        </a:lnTo>
                        <a:cubicBezTo>
                          <a:pt x="4499" y="821"/>
                          <a:pt x="4559" y="699"/>
                          <a:pt x="4529" y="608"/>
                        </a:cubicBezTo>
                        <a:cubicBezTo>
                          <a:pt x="4468" y="486"/>
                          <a:pt x="4438" y="395"/>
                          <a:pt x="4377" y="304"/>
                        </a:cubicBezTo>
                        <a:cubicBezTo>
                          <a:pt x="4347" y="243"/>
                          <a:pt x="4316" y="243"/>
                          <a:pt x="4255" y="274"/>
                        </a:cubicBezTo>
                        <a:cubicBezTo>
                          <a:pt x="4164" y="304"/>
                          <a:pt x="4073" y="274"/>
                          <a:pt x="4012" y="213"/>
                        </a:cubicBezTo>
                        <a:cubicBezTo>
                          <a:pt x="3921" y="91"/>
                          <a:pt x="3739" y="91"/>
                          <a:pt x="3678" y="213"/>
                        </a:cubicBezTo>
                        <a:cubicBezTo>
                          <a:pt x="3496" y="395"/>
                          <a:pt x="3222" y="456"/>
                          <a:pt x="2979" y="365"/>
                        </a:cubicBezTo>
                        <a:cubicBezTo>
                          <a:pt x="2918" y="334"/>
                          <a:pt x="2796" y="395"/>
                          <a:pt x="2705" y="365"/>
                        </a:cubicBezTo>
                        <a:cubicBezTo>
                          <a:pt x="2492" y="304"/>
                          <a:pt x="2371" y="395"/>
                          <a:pt x="2280" y="578"/>
                        </a:cubicBezTo>
                        <a:cubicBezTo>
                          <a:pt x="2249" y="578"/>
                          <a:pt x="2219" y="578"/>
                          <a:pt x="2158" y="578"/>
                        </a:cubicBezTo>
                        <a:cubicBezTo>
                          <a:pt x="2128" y="517"/>
                          <a:pt x="2097" y="456"/>
                          <a:pt x="2037" y="426"/>
                        </a:cubicBezTo>
                        <a:cubicBezTo>
                          <a:pt x="2006" y="365"/>
                          <a:pt x="1915" y="395"/>
                          <a:pt x="1885" y="456"/>
                        </a:cubicBezTo>
                        <a:cubicBezTo>
                          <a:pt x="1824" y="517"/>
                          <a:pt x="1824" y="608"/>
                          <a:pt x="1824" y="699"/>
                        </a:cubicBezTo>
                        <a:cubicBezTo>
                          <a:pt x="1854" y="851"/>
                          <a:pt x="1793" y="912"/>
                          <a:pt x="1672" y="942"/>
                        </a:cubicBezTo>
                        <a:lnTo>
                          <a:pt x="1550" y="1003"/>
                        </a:lnTo>
                        <a:lnTo>
                          <a:pt x="1550" y="1003"/>
                        </a:lnTo>
                        <a:lnTo>
                          <a:pt x="1489" y="1033"/>
                        </a:lnTo>
                        <a:lnTo>
                          <a:pt x="1520" y="1003"/>
                        </a:lnTo>
                        <a:lnTo>
                          <a:pt x="1520" y="1003"/>
                        </a:lnTo>
                        <a:cubicBezTo>
                          <a:pt x="1459" y="881"/>
                          <a:pt x="1429" y="760"/>
                          <a:pt x="1429" y="638"/>
                        </a:cubicBezTo>
                        <a:cubicBezTo>
                          <a:pt x="1459" y="486"/>
                          <a:pt x="1398" y="365"/>
                          <a:pt x="1307" y="274"/>
                        </a:cubicBezTo>
                        <a:cubicBezTo>
                          <a:pt x="1246" y="243"/>
                          <a:pt x="1185" y="182"/>
                          <a:pt x="1155" y="152"/>
                        </a:cubicBezTo>
                        <a:cubicBezTo>
                          <a:pt x="1003" y="0"/>
                          <a:pt x="912" y="0"/>
                          <a:pt x="699" y="152"/>
                        </a:cubicBezTo>
                        <a:lnTo>
                          <a:pt x="699" y="182"/>
                        </a:lnTo>
                        <a:lnTo>
                          <a:pt x="669" y="182"/>
                        </a:lnTo>
                        <a:lnTo>
                          <a:pt x="699" y="182"/>
                        </a:lnTo>
                        <a:lnTo>
                          <a:pt x="699" y="182"/>
                        </a:lnTo>
                        <a:cubicBezTo>
                          <a:pt x="578" y="182"/>
                          <a:pt x="486" y="243"/>
                          <a:pt x="395" y="304"/>
                        </a:cubicBezTo>
                        <a:cubicBezTo>
                          <a:pt x="274" y="486"/>
                          <a:pt x="152" y="638"/>
                          <a:pt x="61" y="821"/>
                        </a:cubicBezTo>
                        <a:cubicBezTo>
                          <a:pt x="0" y="881"/>
                          <a:pt x="122" y="1003"/>
                          <a:pt x="182" y="1003"/>
                        </a:cubicBezTo>
                        <a:cubicBezTo>
                          <a:pt x="243" y="1003"/>
                          <a:pt x="334" y="1003"/>
                          <a:pt x="395" y="973"/>
                        </a:cubicBezTo>
                        <a:cubicBezTo>
                          <a:pt x="547" y="942"/>
                          <a:pt x="699" y="942"/>
                          <a:pt x="851" y="1033"/>
                        </a:cubicBezTo>
                        <a:cubicBezTo>
                          <a:pt x="882" y="1064"/>
                          <a:pt x="912" y="1094"/>
                          <a:pt x="851" y="1155"/>
                        </a:cubicBezTo>
                        <a:cubicBezTo>
                          <a:pt x="821" y="1185"/>
                          <a:pt x="790" y="1337"/>
                          <a:pt x="638" y="1368"/>
                        </a:cubicBezTo>
                        <a:cubicBezTo>
                          <a:pt x="486" y="1368"/>
                          <a:pt x="334" y="1398"/>
                          <a:pt x="152" y="1429"/>
                        </a:cubicBezTo>
                        <a:cubicBezTo>
                          <a:pt x="152" y="1429"/>
                          <a:pt x="122" y="1520"/>
                          <a:pt x="122" y="1550"/>
                        </a:cubicBezTo>
                        <a:cubicBezTo>
                          <a:pt x="122" y="1581"/>
                          <a:pt x="152" y="1641"/>
                          <a:pt x="182" y="1641"/>
                        </a:cubicBezTo>
                        <a:cubicBezTo>
                          <a:pt x="304" y="1702"/>
                          <a:pt x="395" y="1702"/>
                          <a:pt x="517" y="1733"/>
                        </a:cubicBezTo>
                        <a:cubicBezTo>
                          <a:pt x="578" y="1733"/>
                          <a:pt x="638" y="1763"/>
                          <a:pt x="699" y="1824"/>
                        </a:cubicBezTo>
                        <a:cubicBezTo>
                          <a:pt x="760" y="1915"/>
                          <a:pt x="821" y="2006"/>
                          <a:pt x="851" y="2097"/>
                        </a:cubicBezTo>
                        <a:cubicBezTo>
                          <a:pt x="851" y="2128"/>
                          <a:pt x="851" y="2189"/>
                          <a:pt x="821" y="2219"/>
                        </a:cubicBezTo>
                        <a:cubicBezTo>
                          <a:pt x="790" y="2249"/>
                          <a:pt x="760" y="2280"/>
                          <a:pt x="699" y="2280"/>
                        </a:cubicBezTo>
                        <a:cubicBezTo>
                          <a:pt x="608" y="2280"/>
                          <a:pt x="517" y="2371"/>
                          <a:pt x="547" y="2462"/>
                        </a:cubicBezTo>
                        <a:cubicBezTo>
                          <a:pt x="547" y="2584"/>
                          <a:pt x="608" y="2675"/>
                          <a:pt x="760" y="2675"/>
                        </a:cubicBezTo>
                        <a:cubicBezTo>
                          <a:pt x="821" y="2675"/>
                          <a:pt x="912" y="2675"/>
                          <a:pt x="973" y="2675"/>
                        </a:cubicBezTo>
                        <a:cubicBezTo>
                          <a:pt x="1185" y="2644"/>
                          <a:pt x="1429" y="2705"/>
                          <a:pt x="1581" y="2857"/>
                        </a:cubicBezTo>
                        <a:cubicBezTo>
                          <a:pt x="1854" y="2918"/>
                          <a:pt x="2067" y="3009"/>
                          <a:pt x="2280" y="307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" name="Google Shape;536;p21">
                    <a:extLst>
                      <a:ext uri="{FF2B5EF4-FFF2-40B4-BE49-F238E27FC236}">
                        <a16:creationId xmlns:a16="http://schemas.microsoft.com/office/drawing/2014/main" id="{3AF18685-E314-6AC8-A89D-708972304999}"/>
                      </a:ext>
                    </a:extLst>
                  </p:cNvPr>
                  <p:cNvSpPr/>
                  <p:nvPr/>
                </p:nvSpPr>
                <p:spPr>
                  <a:xfrm>
                    <a:off x="3155750" y="2542550"/>
                    <a:ext cx="79825" cy="95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3" h="3831" extrusionOk="0">
                        <a:moveTo>
                          <a:pt x="3101" y="760"/>
                        </a:moveTo>
                        <a:cubicBezTo>
                          <a:pt x="3162" y="699"/>
                          <a:pt x="3193" y="608"/>
                          <a:pt x="3162" y="517"/>
                        </a:cubicBezTo>
                        <a:cubicBezTo>
                          <a:pt x="3132" y="426"/>
                          <a:pt x="3071" y="365"/>
                          <a:pt x="2980" y="335"/>
                        </a:cubicBezTo>
                        <a:cubicBezTo>
                          <a:pt x="2828" y="304"/>
                          <a:pt x="2676" y="335"/>
                          <a:pt x="2524" y="304"/>
                        </a:cubicBezTo>
                        <a:cubicBezTo>
                          <a:pt x="2433" y="274"/>
                          <a:pt x="2341" y="243"/>
                          <a:pt x="2281" y="213"/>
                        </a:cubicBezTo>
                        <a:lnTo>
                          <a:pt x="2281" y="213"/>
                        </a:lnTo>
                        <a:lnTo>
                          <a:pt x="2250" y="213"/>
                        </a:lnTo>
                        <a:lnTo>
                          <a:pt x="2250" y="213"/>
                        </a:lnTo>
                        <a:cubicBezTo>
                          <a:pt x="2220" y="152"/>
                          <a:pt x="2159" y="122"/>
                          <a:pt x="2129" y="61"/>
                        </a:cubicBezTo>
                        <a:cubicBezTo>
                          <a:pt x="2068" y="31"/>
                          <a:pt x="2007" y="0"/>
                          <a:pt x="1946" y="0"/>
                        </a:cubicBezTo>
                        <a:cubicBezTo>
                          <a:pt x="1825" y="0"/>
                          <a:pt x="1703" y="31"/>
                          <a:pt x="1612" y="61"/>
                        </a:cubicBezTo>
                        <a:cubicBezTo>
                          <a:pt x="1551" y="91"/>
                          <a:pt x="1460" y="122"/>
                          <a:pt x="1460" y="183"/>
                        </a:cubicBezTo>
                        <a:cubicBezTo>
                          <a:pt x="1399" y="335"/>
                          <a:pt x="1278" y="456"/>
                          <a:pt x="1156" y="517"/>
                        </a:cubicBezTo>
                        <a:cubicBezTo>
                          <a:pt x="1095" y="578"/>
                          <a:pt x="1065" y="639"/>
                          <a:pt x="1095" y="699"/>
                        </a:cubicBezTo>
                        <a:cubicBezTo>
                          <a:pt x="1095" y="760"/>
                          <a:pt x="1126" y="851"/>
                          <a:pt x="1156" y="912"/>
                        </a:cubicBezTo>
                        <a:cubicBezTo>
                          <a:pt x="1278" y="1094"/>
                          <a:pt x="1247" y="1368"/>
                          <a:pt x="1095" y="1550"/>
                        </a:cubicBezTo>
                        <a:cubicBezTo>
                          <a:pt x="1065" y="1581"/>
                          <a:pt x="974" y="1611"/>
                          <a:pt x="943" y="1550"/>
                        </a:cubicBezTo>
                        <a:cubicBezTo>
                          <a:pt x="822" y="1429"/>
                          <a:pt x="761" y="1277"/>
                          <a:pt x="730" y="1125"/>
                        </a:cubicBezTo>
                        <a:cubicBezTo>
                          <a:pt x="700" y="1064"/>
                          <a:pt x="609" y="1003"/>
                          <a:pt x="518" y="1003"/>
                        </a:cubicBezTo>
                        <a:cubicBezTo>
                          <a:pt x="275" y="1003"/>
                          <a:pt x="62" y="1186"/>
                          <a:pt x="62" y="1429"/>
                        </a:cubicBezTo>
                        <a:cubicBezTo>
                          <a:pt x="31" y="1611"/>
                          <a:pt x="31" y="1794"/>
                          <a:pt x="1" y="1976"/>
                        </a:cubicBezTo>
                        <a:cubicBezTo>
                          <a:pt x="1" y="2037"/>
                          <a:pt x="31" y="2098"/>
                          <a:pt x="123" y="2128"/>
                        </a:cubicBezTo>
                        <a:cubicBezTo>
                          <a:pt x="275" y="2189"/>
                          <a:pt x="366" y="2310"/>
                          <a:pt x="427" y="2462"/>
                        </a:cubicBezTo>
                        <a:cubicBezTo>
                          <a:pt x="518" y="2736"/>
                          <a:pt x="578" y="3040"/>
                          <a:pt x="609" y="3344"/>
                        </a:cubicBezTo>
                        <a:cubicBezTo>
                          <a:pt x="609" y="3496"/>
                          <a:pt x="670" y="3648"/>
                          <a:pt x="791" y="3739"/>
                        </a:cubicBezTo>
                        <a:cubicBezTo>
                          <a:pt x="852" y="3830"/>
                          <a:pt x="974" y="3830"/>
                          <a:pt x="1034" y="3800"/>
                        </a:cubicBezTo>
                        <a:cubicBezTo>
                          <a:pt x="1126" y="3678"/>
                          <a:pt x="1247" y="3587"/>
                          <a:pt x="1338" y="3526"/>
                        </a:cubicBezTo>
                        <a:cubicBezTo>
                          <a:pt x="1460" y="3465"/>
                          <a:pt x="1612" y="3435"/>
                          <a:pt x="1734" y="3405"/>
                        </a:cubicBezTo>
                        <a:cubicBezTo>
                          <a:pt x="1855" y="3344"/>
                          <a:pt x="1977" y="3283"/>
                          <a:pt x="2098" y="3222"/>
                        </a:cubicBezTo>
                        <a:cubicBezTo>
                          <a:pt x="2159" y="3161"/>
                          <a:pt x="2220" y="3131"/>
                          <a:pt x="2250" y="3070"/>
                        </a:cubicBezTo>
                        <a:cubicBezTo>
                          <a:pt x="2311" y="2857"/>
                          <a:pt x="2433" y="2645"/>
                          <a:pt x="2585" y="2493"/>
                        </a:cubicBezTo>
                        <a:cubicBezTo>
                          <a:pt x="2706" y="2371"/>
                          <a:pt x="2737" y="2189"/>
                          <a:pt x="2676" y="2037"/>
                        </a:cubicBezTo>
                        <a:cubicBezTo>
                          <a:pt x="2645" y="1946"/>
                          <a:pt x="2615" y="1824"/>
                          <a:pt x="2585" y="1733"/>
                        </a:cubicBezTo>
                        <a:cubicBezTo>
                          <a:pt x="2554" y="1581"/>
                          <a:pt x="2463" y="1490"/>
                          <a:pt x="2341" y="1429"/>
                        </a:cubicBezTo>
                        <a:cubicBezTo>
                          <a:pt x="2281" y="1398"/>
                          <a:pt x="2281" y="1338"/>
                          <a:pt x="2341" y="1307"/>
                        </a:cubicBezTo>
                        <a:cubicBezTo>
                          <a:pt x="2463" y="1277"/>
                          <a:pt x="2585" y="1216"/>
                          <a:pt x="2706" y="1186"/>
                        </a:cubicBezTo>
                        <a:cubicBezTo>
                          <a:pt x="2797" y="1155"/>
                          <a:pt x="2858" y="1064"/>
                          <a:pt x="2889" y="973"/>
                        </a:cubicBezTo>
                        <a:cubicBezTo>
                          <a:pt x="2889" y="851"/>
                          <a:pt x="3010" y="821"/>
                          <a:pt x="3101" y="7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" name="Google Shape;537;p21">
                    <a:extLst>
                      <a:ext uri="{FF2B5EF4-FFF2-40B4-BE49-F238E27FC236}">
                        <a16:creationId xmlns:a16="http://schemas.microsoft.com/office/drawing/2014/main" id="{95BB732D-2726-4FFD-2077-46A2FB4BC0CF}"/>
                      </a:ext>
                    </a:extLst>
                  </p:cNvPr>
                  <p:cNvSpPr/>
                  <p:nvPr/>
                </p:nvSpPr>
                <p:spPr>
                  <a:xfrm>
                    <a:off x="3553175" y="32636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1"/>
                        </a:move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" name="Google Shape;538;p21">
                    <a:extLst>
                      <a:ext uri="{FF2B5EF4-FFF2-40B4-BE49-F238E27FC236}">
                        <a16:creationId xmlns:a16="http://schemas.microsoft.com/office/drawing/2014/main" id="{9716E2DF-E244-0FE1-BF43-5FD897C8D2ED}"/>
                      </a:ext>
                    </a:extLst>
                  </p:cNvPr>
                  <p:cNvSpPr/>
                  <p:nvPr/>
                </p:nvSpPr>
                <p:spPr>
                  <a:xfrm>
                    <a:off x="3467325" y="3189975"/>
                    <a:ext cx="88175" cy="93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27" h="3739" extrusionOk="0">
                        <a:moveTo>
                          <a:pt x="3374" y="2402"/>
                        </a:moveTo>
                        <a:cubicBezTo>
                          <a:pt x="3374" y="2371"/>
                          <a:pt x="3374" y="2371"/>
                          <a:pt x="3374" y="2341"/>
                        </a:cubicBezTo>
                        <a:cubicBezTo>
                          <a:pt x="3374" y="2280"/>
                          <a:pt x="3313" y="2250"/>
                          <a:pt x="3283" y="2280"/>
                        </a:cubicBezTo>
                        <a:cubicBezTo>
                          <a:pt x="3222" y="2280"/>
                          <a:pt x="3131" y="2341"/>
                          <a:pt x="3101" y="2250"/>
                        </a:cubicBezTo>
                        <a:cubicBezTo>
                          <a:pt x="3040" y="2189"/>
                          <a:pt x="3101" y="2128"/>
                          <a:pt x="3131" y="2067"/>
                        </a:cubicBezTo>
                        <a:cubicBezTo>
                          <a:pt x="3192" y="2037"/>
                          <a:pt x="3222" y="1976"/>
                          <a:pt x="3253" y="1915"/>
                        </a:cubicBezTo>
                        <a:cubicBezTo>
                          <a:pt x="3253" y="1854"/>
                          <a:pt x="3253" y="1794"/>
                          <a:pt x="3222" y="1733"/>
                        </a:cubicBezTo>
                        <a:cubicBezTo>
                          <a:pt x="3192" y="1672"/>
                          <a:pt x="3131" y="1611"/>
                          <a:pt x="3070" y="1581"/>
                        </a:cubicBezTo>
                        <a:cubicBezTo>
                          <a:pt x="3040" y="1550"/>
                          <a:pt x="2979" y="1490"/>
                          <a:pt x="2888" y="1520"/>
                        </a:cubicBezTo>
                        <a:lnTo>
                          <a:pt x="2705" y="1642"/>
                        </a:lnTo>
                        <a:cubicBezTo>
                          <a:pt x="2584" y="1702"/>
                          <a:pt x="2401" y="1702"/>
                          <a:pt x="2249" y="1642"/>
                        </a:cubicBezTo>
                        <a:cubicBezTo>
                          <a:pt x="2189" y="1642"/>
                          <a:pt x="2128" y="1550"/>
                          <a:pt x="2158" y="1429"/>
                        </a:cubicBezTo>
                        <a:lnTo>
                          <a:pt x="2158" y="1368"/>
                        </a:lnTo>
                        <a:cubicBezTo>
                          <a:pt x="2189" y="1246"/>
                          <a:pt x="2098" y="1125"/>
                          <a:pt x="1976" y="1125"/>
                        </a:cubicBezTo>
                        <a:cubicBezTo>
                          <a:pt x="1915" y="1125"/>
                          <a:pt x="1854" y="1125"/>
                          <a:pt x="1794" y="1125"/>
                        </a:cubicBezTo>
                        <a:lnTo>
                          <a:pt x="1794" y="1125"/>
                        </a:lnTo>
                        <a:lnTo>
                          <a:pt x="1763" y="1155"/>
                        </a:lnTo>
                        <a:lnTo>
                          <a:pt x="1763" y="1094"/>
                        </a:lnTo>
                        <a:lnTo>
                          <a:pt x="1794" y="1094"/>
                        </a:lnTo>
                        <a:cubicBezTo>
                          <a:pt x="1854" y="912"/>
                          <a:pt x="1976" y="760"/>
                          <a:pt x="2158" y="639"/>
                        </a:cubicBezTo>
                        <a:cubicBezTo>
                          <a:pt x="2280" y="517"/>
                          <a:pt x="2371" y="365"/>
                          <a:pt x="2462" y="183"/>
                        </a:cubicBezTo>
                        <a:cubicBezTo>
                          <a:pt x="2462" y="152"/>
                          <a:pt x="2462" y="122"/>
                          <a:pt x="2462" y="61"/>
                        </a:cubicBezTo>
                        <a:cubicBezTo>
                          <a:pt x="2462" y="31"/>
                          <a:pt x="2341" y="0"/>
                          <a:pt x="2280" y="31"/>
                        </a:cubicBezTo>
                        <a:cubicBezTo>
                          <a:pt x="2037" y="61"/>
                          <a:pt x="1824" y="183"/>
                          <a:pt x="1702" y="365"/>
                        </a:cubicBezTo>
                        <a:cubicBezTo>
                          <a:pt x="1368" y="730"/>
                          <a:pt x="1094" y="1155"/>
                          <a:pt x="851" y="1581"/>
                        </a:cubicBezTo>
                        <a:cubicBezTo>
                          <a:pt x="730" y="1794"/>
                          <a:pt x="547" y="1976"/>
                          <a:pt x="335" y="2067"/>
                        </a:cubicBezTo>
                        <a:cubicBezTo>
                          <a:pt x="243" y="2098"/>
                          <a:pt x="243" y="2158"/>
                          <a:pt x="304" y="2219"/>
                        </a:cubicBezTo>
                        <a:cubicBezTo>
                          <a:pt x="365" y="2310"/>
                          <a:pt x="335" y="2402"/>
                          <a:pt x="274" y="2462"/>
                        </a:cubicBezTo>
                        <a:cubicBezTo>
                          <a:pt x="183" y="2553"/>
                          <a:pt x="122" y="2614"/>
                          <a:pt x="31" y="2705"/>
                        </a:cubicBezTo>
                        <a:cubicBezTo>
                          <a:pt x="0" y="2766"/>
                          <a:pt x="31" y="2857"/>
                          <a:pt x="91" y="2888"/>
                        </a:cubicBezTo>
                        <a:cubicBezTo>
                          <a:pt x="152" y="2918"/>
                          <a:pt x="213" y="2918"/>
                          <a:pt x="304" y="2918"/>
                        </a:cubicBezTo>
                        <a:cubicBezTo>
                          <a:pt x="517" y="2888"/>
                          <a:pt x="730" y="2918"/>
                          <a:pt x="973" y="2949"/>
                        </a:cubicBezTo>
                        <a:cubicBezTo>
                          <a:pt x="1155" y="3009"/>
                          <a:pt x="1338" y="3009"/>
                          <a:pt x="1490" y="2949"/>
                        </a:cubicBezTo>
                        <a:cubicBezTo>
                          <a:pt x="1702" y="2918"/>
                          <a:pt x="1854" y="3040"/>
                          <a:pt x="2006" y="3101"/>
                        </a:cubicBezTo>
                        <a:cubicBezTo>
                          <a:pt x="2006" y="3131"/>
                          <a:pt x="2006" y="3131"/>
                          <a:pt x="2006" y="3161"/>
                        </a:cubicBezTo>
                        <a:cubicBezTo>
                          <a:pt x="1946" y="3222"/>
                          <a:pt x="1885" y="3283"/>
                          <a:pt x="1824" y="3344"/>
                        </a:cubicBezTo>
                        <a:cubicBezTo>
                          <a:pt x="1794" y="3435"/>
                          <a:pt x="1854" y="3526"/>
                          <a:pt x="1946" y="3526"/>
                        </a:cubicBezTo>
                        <a:cubicBezTo>
                          <a:pt x="2037" y="3526"/>
                          <a:pt x="2128" y="3496"/>
                          <a:pt x="2158" y="3405"/>
                        </a:cubicBezTo>
                        <a:cubicBezTo>
                          <a:pt x="2280" y="3222"/>
                          <a:pt x="2493" y="3192"/>
                          <a:pt x="2645" y="3040"/>
                        </a:cubicBezTo>
                        <a:cubicBezTo>
                          <a:pt x="2645" y="3040"/>
                          <a:pt x="2705" y="3070"/>
                          <a:pt x="2705" y="3101"/>
                        </a:cubicBezTo>
                        <a:cubicBezTo>
                          <a:pt x="2705" y="3192"/>
                          <a:pt x="2645" y="3313"/>
                          <a:pt x="2645" y="3435"/>
                        </a:cubicBezTo>
                        <a:cubicBezTo>
                          <a:pt x="2614" y="3465"/>
                          <a:pt x="2645" y="3496"/>
                          <a:pt x="2675" y="3526"/>
                        </a:cubicBezTo>
                        <a:cubicBezTo>
                          <a:pt x="2797" y="3648"/>
                          <a:pt x="2918" y="3709"/>
                          <a:pt x="3101" y="3739"/>
                        </a:cubicBezTo>
                        <a:cubicBezTo>
                          <a:pt x="3192" y="3739"/>
                          <a:pt x="3253" y="3709"/>
                          <a:pt x="3313" y="3648"/>
                        </a:cubicBezTo>
                        <a:cubicBezTo>
                          <a:pt x="3374" y="3496"/>
                          <a:pt x="3435" y="3344"/>
                          <a:pt x="3496" y="3192"/>
                        </a:cubicBezTo>
                        <a:cubicBezTo>
                          <a:pt x="3526" y="3101"/>
                          <a:pt x="3496" y="2979"/>
                          <a:pt x="3405" y="2918"/>
                        </a:cubicBezTo>
                        <a:lnTo>
                          <a:pt x="3374" y="2918"/>
                        </a:lnTo>
                        <a:lnTo>
                          <a:pt x="3344" y="2949"/>
                        </a:lnTo>
                        <a:lnTo>
                          <a:pt x="3344" y="2918"/>
                        </a:lnTo>
                        <a:lnTo>
                          <a:pt x="3344" y="2918"/>
                        </a:lnTo>
                        <a:lnTo>
                          <a:pt x="3344" y="2888"/>
                        </a:lnTo>
                        <a:cubicBezTo>
                          <a:pt x="3283" y="2797"/>
                          <a:pt x="3161" y="2766"/>
                          <a:pt x="3070" y="2797"/>
                        </a:cubicBezTo>
                        <a:cubicBezTo>
                          <a:pt x="3040" y="2797"/>
                          <a:pt x="3009" y="2766"/>
                          <a:pt x="3009" y="2705"/>
                        </a:cubicBezTo>
                        <a:cubicBezTo>
                          <a:pt x="3040" y="2645"/>
                          <a:pt x="3070" y="2584"/>
                          <a:pt x="3101" y="2523"/>
                        </a:cubicBezTo>
                        <a:cubicBezTo>
                          <a:pt x="3222" y="2523"/>
                          <a:pt x="3313" y="2462"/>
                          <a:pt x="3374" y="24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" name="Google Shape;539;p21">
                    <a:extLst>
                      <a:ext uri="{FF2B5EF4-FFF2-40B4-BE49-F238E27FC236}">
                        <a16:creationId xmlns:a16="http://schemas.microsoft.com/office/drawing/2014/main" id="{2C31023B-AD2F-D6F6-5482-5F238CD2FE82}"/>
                      </a:ext>
                    </a:extLst>
                  </p:cNvPr>
                  <p:cNvSpPr/>
                  <p:nvPr/>
                </p:nvSpPr>
                <p:spPr>
                  <a:xfrm>
                    <a:off x="3026575" y="2353325"/>
                    <a:ext cx="106425" cy="58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57" h="2342" extrusionOk="0">
                        <a:moveTo>
                          <a:pt x="122" y="1855"/>
                        </a:moveTo>
                        <a:cubicBezTo>
                          <a:pt x="274" y="1885"/>
                          <a:pt x="426" y="1946"/>
                          <a:pt x="578" y="2007"/>
                        </a:cubicBezTo>
                        <a:cubicBezTo>
                          <a:pt x="669" y="2068"/>
                          <a:pt x="761" y="2159"/>
                          <a:pt x="821" y="2250"/>
                        </a:cubicBezTo>
                        <a:cubicBezTo>
                          <a:pt x="913" y="2341"/>
                          <a:pt x="1034" y="2341"/>
                          <a:pt x="1125" y="2280"/>
                        </a:cubicBezTo>
                        <a:cubicBezTo>
                          <a:pt x="1247" y="2220"/>
                          <a:pt x="1338" y="2128"/>
                          <a:pt x="1460" y="2037"/>
                        </a:cubicBezTo>
                        <a:cubicBezTo>
                          <a:pt x="1490" y="2007"/>
                          <a:pt x="1551" y="2007"/>
                          <a:pt x="1581" y="2037"/>
                        </a:cubicBezTo>
                        <a:cubicBezTo>
                          <a:pt x="1642" y="2068"/>
                          <a:pt x="1703" y="2068"/>
                          <a:pt x="1764" y="2007"/>
                        </a:cubicBezTo>
                        <a:cubicBezTo>
                          <a:pt x="1885" y="1855"/>
                          <a:pt x="1946" y="1703"/>
                          <a:pt x="2068" y="1551"/>
                        </a:cubicBezTo>
                        <a:cubicBezTo>
                          <a:pt x="2189" y="1429"/>
                          <a:pt x="2311" y="1308"/>
                          <a:pt x="2463" y="1186"/>
                        </a:cubicBezTo>
                        <a:cubicBezTo>
                          <a:pt x="2493" y="1156"/>
                          <a:pt x="2524" y="1156"/>
                          <a:pt x="2584" y="1156"/>
                        </a:cubicBezTo>
                        <a:cubicBezTo>
                          <a:pt x="2615" y="1156"/>
                          <a:pt x="2615" y="1217"/>
                          <a:pt x="2584" y="1338"/>
                        </a:cubicBezTo>
                        <a:cubicBezTo>
                          <a:pt x="2524" y="1429"/>
                          <a:pt x="2372" y="1642"/>
                          <a:pt x="2280" y="1794"/>
                        </a:cubicBezTo>
                        <a:cubicBezTo>
                          <a:pt x="2250" y="1855"/>
                          <a:pt x="2250" y="1976"/>
                          <a:pt x="2280" y="2037"/>
                        </a:cubicBezTo>
                        <a:cubicBezTo>
                          <a:pt x="2311" y="2128"/>
                          <a:pt x="2432" y="2189"/>
                          <a:pt x="2493" y="2128"/>
                        </a:cubicBezTo>
                        <a:cubicBezTo>
                          <a:pt x="2554" y="2098"/>
                          <a:pt x="2615" y="2068"/>
                          <a:pt x="2645" y="2007"/>
                        </a:cubicBezTo>
                        <a:cubicBezTo>
                          <a:pt x="2736" y="1855"/>
                          <a:pt x="2888" y="1764"/>
                          <a:pt x="3040" y="1764"/>
                        </a:cubicBezTo>
                        <a:cubicBezTo>
                          <a:pt x="3101" y="1764"/>
                          <a:pt x="3162" y="1733"/>
                          <a:pt x="3223" y="1703"/>
                        </a:cubicBezTo>
                        <a:cubicBezTo>
                          <a:pt x="3283" y="1672"/>
                          <a:pt x="3375" y="1642"/>
                          <a:pt x="3405" y="1581"/>
                        </a:cubicBezTo>
                        <a:cubicBezTo>
                          <a:pt x="3496" y="1338"/>
                          <a:pt x="3770" y="1186"/>
                          <a:pt x="3831" y="913"/>
                        </a:cubicBezTo>
                        <a:cubicBezTo>
                          <a:pt x="3831" y="852"/>
                          <a:pt x="3922" y="821"/>
                          <a:pt x="3952" y="761"/>
                        </a:cubicBezTo>
                        <a:cubicBezTo>
                          <a:pt x="4013" y="730"/>
                          <a:pt x="4074" y="700"/>
                          <a:pt x="4135" y="700"/>
                        </a:cubicBezTo>
                        <a:cubicBezTo>
                          <a:pt x="4195" y="669"/>
                          <a:pt x="4256" y="578"/>
                          <a:pt x="4256" y="517"/>
                        </a:cubicBezTo>
                        <a:cubicBezTo>
                          <a:pt x="4256" y="426"/>
                          <a:pt x="4256" y="335"/>
                          <a:pt x="4256" y="244"/>
                        </a:cubicBezTo>
                        <a:cubicBezTo>
                          <a:pt x="4256" y="153"/>
                          <a:pt x="4165" y="31"/>
                          <a:pt x="4135" y="31"/>
                        </a:cubicBezTo>
                        <a:cubicBezTo>
                          <a:pt x="4074" y="31"/>
                          <a:pt x="4013" y="62"/>
                          <a:pt x="3952" y="122"/>
                        </a:cubicBezTo>
                        <a:cubicBezTo>
                          <a:pt x="3861" y="213"/>
                          <a:pt x="3770" y="274"/>
                          <a:pt x="3709" y="213"/>
                        </a:cubicBezTo>
                        <a:cubicBezTo>
                          <a:pt x="3527" y="31"/>
                          <a:pt x="3344" y="62"/>
                          <a:pt x="3131" y="31"/>
                        </a:cubicBezTo>
                        <a:cubicBezTo>
                          <a:pt x="3010" y="1"/>
                          <a:pt x="2858" y="31"/>
                          <a:pt x="2767" y="122"/>
                        </a:cubicBezTo>
                        <a:cubicBezTo>
                          <a:pt x="2311" y="457"/>
                          <a:pt x="1794" y="700"/>
                          <a:pt x="1247" y="882"/>
                        </a:cubicBezTo>
                        <a:cubicBezTo>
                          <a:pt x="1125" y="943"/>
                          <a:pt x="1004" y="973"/>
                          <a:pt x="852" y="1034"/>
                        </a:cubicBezTo>
                        <a:cubicBezTo>
                          <a:pt x="639" y="1065"/>
                          <a:pt x="426" y="1156"/>
                          <a:pt x="244" y="1277"/>
                        </a:cubicBezTo>
                        <a:cubicBezTo>
                          <a:pt x="92" y="1399"/>
                          <a:pt x="1" y="1551"/>
                          <a:pt x="1" y="1733"/>
                        </a:cubicBezTo>
                        <a:cubicBezTo>
                          <a:pt x="31" y="1764"/>
                          <a:pt x="92" y="1855"/>
                          <a:pt x="122" y="18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" name="Google Shape;540;p21">
                    <a:extLst>
                      <a:ext uri="{FF2B5EF4-FFF2-40B4-BE49-F238E27FC236}">
                        <a16:creationId xmlns:a16="http://schemas.microsoft.com/office/drawing/2014/main" id="{3CD087D8-B927-ACA3-DFB6-151BD6859EEB}"/>
                      </a:ext>
                    </a:extLst>
                  </p:cNvPr>
                  <p:cNvSpPr/>
                  <p:nvPr/>
                </p:nvSpPr>
                <p:spPr>
                  <a:xfrm>
                    <a:off x="4395150" y="2439200"/>
                    <a:ext cx="85900" cy="56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36" h="2250" extrusionOk="0">
                        <a:moveTo>
                          <a:pt x="92" y="943"/>
                        </a:moveTo>
                        <a:cubicBezTo>
                          <a:pt x="152" y="1277"/>
                          <a:pt x="244" y="1368"/>
                          <a:pt x="578" y="1399"/>
                        </a:cubicBezTo>
                        <a:cubicBezTo>
                          <a:pt x="669" y="1368"/>
                          <a:pt x="791" y="1368"/>
                          <a:pt x="882" y="1368"/>
                        </a:cubicBezTo>
                        <a:lnTo>
                          <a:pt x="912" y="1338"/>
                        </a:lnTo>
                        <a:lnTo>
                          <a:pt x="943" y="1338"/>
                        </a:lnTo>
                        <a:lnTo>
                          <a:pt x="1095" y="1277"/>
                        </a:lnTo>
                        <a:lnTo>
                          <a:pt x="1155" y="1277"/>
                        </a:lnTo>
                        <a:cubicBezTo>
                          <a:pt x="1155" y="1277"/>
                          <a:pt x="1155" y="1338"/>
                          <a:pt x="1095" y="1338"/>
                        </a:cubicBezTo>
                        <a:lnTo>
                          <a:pt x="943" y="1338"/>
                        </a:lnTo>
                        <a:lnTo>
                          <a:pt x="912" y="1338"/>
                        </a:lnTo>
                        <a:lnTo>
                          <a:pt x="882" y="1338"/>
                        </a:lnTo>
                        <a:lnTo>
                          <a:pt x="760" y="1459"/>
                        </a:lnTo>
                        <a:cubicBezTo>
                          <a:pt x="669" y="1490"/>
                          <a:pt x="669" y="1611"/>
                          <a:pt x="760" y="1672"/>
                        </a:cubicBezTo>
                        <a:cubicBezTo>
                          <a:pt x="882" y="1733"/>
                          <a:pt x="1003" y="1794"/>
                          <a:pt x="1095" y="1885"/>
                        </a:cubicBezTo>
                        <a:cubicBezTo>
                          <a:pt x="1216" y="1946"/>
                          <a:pt x="1338" y="1976"/>
                          <a:pt x="1490" y="1946"/>
                        </a:cubicBezTo>
                        <a:cubicBezTo>
                          <a:pt x="1642" y="1885"/>
                          <a:pt x="1794" y="1946"/>
                          <a:pt x="1885" y="2067"/>
                        </a:cubicBezTo>
                        <a:cubicBezTo>
                          <a:pt x="2037" y="2250"/>
                          <a:pt x="2189" y="2219"/>
                          <a:pt x="2371" y="2067"/>
                        </a:cubicBezTo>
                        <a:cubicBezTo>
                          <a:pt x="2432" y="2007"/>
                          <a:pt x="2493" y="1946"/>
                          <a:pt x="2584" y="1946"/>
                        </a:cubicBezTo>
                        <a:cubicBezTo>
                          <a:pt x="2797" y="1946"/>
                          <a:pt x="2979" y="1794"/>
                          <a:pt x="3010" y="1611"/>
                        </a:cubicBezTo>
                        <a:cubicBezTo>
                          <a:pt x="3040" y="1459"/>
                          <a:pt x="3101" y="1338"/>
                          <a:pt x="3192" y="1247"/>
                        </a:cubicBezTo>
                        <a:cubicBezTo>
                          <a:pt x="3344" y="1034"/>
                          <a:pt x="3435" y="791"/>
                          <a:pt x="3374" y="548"/>
                        </a:cubicBezTo>
                        <a:cubicBezTo>
                          <a:pt x="3283" y="487"/>
                          <a:pt x="3162" y="426"/>
                          <a:pt x="3040" y="396"/>
                        </a:cubicBezTo>
                        <a:cubicBezTo>
                          <a:pt x="2766" y="365"/>
                          <a:pt x="2554" y="304"/>
                          <a:pt x="2310" y="183"/>
                        </a:cubicBezTo>
                        <a:cubicBezTo>
                          <a:pt x="2219" y="152"/>
                          <a:pt x="2098" y="183"/>
                          <a:pt x="2006" y="274"/>
                        </a:cubicBezTo>
                        <a:cubicBezTo>
                          <a:pt x="1915" y="365"/>
                          <a:pt x="1885" y="335"/>
                          <a:pt x="1824" y="213"/>
                        </a:cubicBezTo>
                        <a:cubicBezTo>
                          <a:pt x="1824" y="152"/>
                          <a:pt x="1794" y="122"/>
                          <a:pt x="1794" y="92"/>
                        </a:cubicBezTo>
                        <a:cubicBezTo>
                          <a:pt x="1763" y="31"/>
                          <a:pt x="1672" y="0"/>
                          <a:pt x="1611" y="0"/>
                        </a:cubicBezTo>
                        <a:cubicBezTo>
                          <a:pt x="1581" y="31"/>
                          <a:pt x="1520" y="61"/>
                          <a:pt x="1520" y="92"/>
                        </a:cubicBezTo>
                        <a:cubicBezTo>
                          <a:pt x="1490" y="152"/>
                          <a:pt x="1490" y="244"/>
                          <a:pt x="1490" y="304"/>
                        </a:cubicBezTo>
                        <a:cubicBezTo>
                          <a:pt x="1490" y="365"/>
                          <a:pt x="1490" y="456"/>
                          <a:pt x="1429" y="487"/>
                        </a:cubicBezTo>
                        <a:cubicBezTo>
                          <a:pt x="1399" y="517"/>
                          <a:pt x="1338" y="456"/>
                          <a:pt x="1277" y="426"/>
                        </a:cubicBezTo>
                        <a:cubicBezTo>
                          <a:pt x="1277" y="396"/>
                          <a:pt x="1247" y="396"/>
                          <a:pt x="1216" y="396"/>
                        </a:cubicBezTo>
                        <a:cubicBezTo>
                          <a:pt x="1034" y="396"/>
                          <a:pt x="821" y="304"/>
                          <a:pt x="699" y="122"/>
                        </a:cubicBezTo>
                        <a:cubicBezTo>
                          <a:pt x="669" y="92"/>
                          <a:pt x="639" y="61"/>
                          <a:pt x="608" y="61"/>
                        </a:cubicBezTo>
                        <a:cubicBezTo>
                          <a:pt x="517" y="0"/>
                          <a:pt x="426" y="61"/>
                          <a:pt x="426" y="152"/>
                        </a:cubicBezTo>
                        <a:cubicBezTo>
                          <a:pt x="426" y="213"/>
                          <a:pt x="426" y="244"/>
                          <a:pt x="426" y="274"/>
                        </a:cubicBezTo>
                        <a:cubicBezTo>
                          <a:pt x="426" y="335"/>
                          <a:pt x="396" y="365"/>
                          <a:pt x="365" y="396"/>
                        </a:cubicBezTo>
                        <a:cubicBezTo>
                          <a:pt x="335" y="396"/>
                          <a:pt x="274" y="365"/>
                          <a:pt x="244" y="365"/>
                        </a:cubicBezTo>
                        <a:cubicBezTo>
                          <a:pt x="213" y="365"/>
                          <a:pt x="152" y="365"/>
                          <a:pt x="122" y="365"/>
                        </a:cubicBezTo>
                        <a:cubicBezTo>
                          <a:pt x="61" y="456"/>
                          <a:pt x="0" y="548"/>
                          <a:pt x="31" y="669"/>
                        </a:cubicBezTo>
                        <a:cubicBezTo>
                          <a:pt x="31" y="760"/>
                          <a:pt x="61" y="852"/>
                          <a:pt x="92" y="9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" name="Google Shape;541;p21">
                    <a:extLst>
                      <a:ext uri="{FF2B5EF4-FFF2-40B4-BE49-F238E27FC236}">
                        <a16:creationId xmlns:a16="http://schemas.microsoft.com/office/drawing/2014/main" id="{4A43A734-2FEF-90A0-BD5F-AB79C33080EA}"/>
                      </a:ext>
                    </a:extLst>
                  </p:cNvPr>
                  <p:cNvSpPr/>
                  <p:nvPr/>
                </p:nvSpPr>
                <p:spPr>
                  <a:xfrm>
                    <a:off x="3212000" y="2430075"/>
                    <a:ext cx="72200" cy="79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8" h="3162" extrusionOk="0">
                        <a:moveTo>
                          <a:pt x="304" y="61"/>
                        </a:moveTo>
                        <a:cubicBezTo>
                          <a:pt x="274" y="122"/>
                          <a:pt x="213" y="213"/>
                          <a:pt x="183" y="305"/>
                        </a:cubicBezTo>
                        <a:cubicBezTo>
                          <a:pt x="183" y="457"/>
                          <a:pt x="122" y="609"/>
                          <a:pt x="31" y="730"/>
                        </a:cubicBezTo>
                        <a:cubicBezTo>
                          <a:pt x="0" y="761"/>
                          <a:pt x="0" y="821"/>
                          <a:pt x="0" y="852"/>
                        </a:cubicBezTo>
                        <a:cubicBezTo>
                          <a:pt x="61" y="1065"/>
                          <a:pt x="91" y="1277"/>
                          <a:pt x="31" y="1520"/>
                        </a:cubicBezTo>
                        <a:cubicBezTo>
                          <a:pt x="31" y="1520"/>
                          <a:pt x="91" y="1551"/>
                          <a:pt x="122" y="1581"/>
                        </a:cubicBezTo>
                        <a:cubicBezTo>
                          <a:pt x="152" y="1612"/>
                          <a:pt x="213" y="1642"/>
                          <a:pt x="213" y="1672"/>
                        </a:cubicBezTo>
                        <a:cubicBezTo>
                          <a:pt x="152" y="1916"/>
                          <a:pt x="304" y="1946"/>
                          <a:pt x="456" y="1976"/>
                        </a:cubicBezTo>
                        <a:cubicBezTo>
                          <a:pt x="639" y="2007"/>
                          <a:pt x="882" y="2007"/>
                          <a:pt x="1064" y="2037"/>
                        </a:cubicBezTo>
                        <a:cubicBezTo>
                          <a:pt x="1094" y="2037"/>
                          <a:pt x="1094" y="2068"/>
                          <a:pt x="1125" y="2068"/>
                        </a:cubicBezTo>
                        <a:cubicBezTo>
                          <a:pt x="1094" y="2128"/>
                          <a:pt x="1094" y="2159"/>
                          <a:pt x="1064" y="2189"/>
                        </a:cubicBezTo>
                        <a:cubicBezTo>
                          <a:pt x="1034" y="2189"/>
                          <a:pt x="882" y="2250"/>
                          <a:pt x="791" y="2280"/>
                        </a:cubicBezTo>
                        <a:cubicBezTo>
                          <a:pt x="699" y="2311"/>
                          <a:pt x="608" y="2402"/>
                          <a:pt x="608" y="2524"/>
                        </a:cubicBezTo>
                        <a:cubicBezTo>
                          <a:pt x="578" y="2615"/>
                          <a:pt x="578" y="2675"/>
                          <a:pt x="547" y="2767"/>
                        </a:cubicBezTo>
                        <a:cubicBezTo>
                          <a:pt x="547" y="2858"/>
                          <a:pt x="608" y="2949"/>
                          <a:pt x="699" y="2979"/>
                        </a:cubicBezTo>
                        <a:cubicBezTo>
                          <a:pt x="882" y="3040"/>
                          <a:pt x="1034" y="3101"/>
                          <a:pt x="1216" y="3131"/>
                        </a:cubicBezTo>
                        <a:cubicBezTo>
                          <a:pt x="1398" y="3162"/>
                          <a:pt x="1581" y="3071"/>
                          <a:pt x="1672" y="2919"/>
                        </a:cubicBezTo>
                        <a:cubicBezTo>
                          <a:pt x="1702" y="2888"/>
                          <a:pt x="1702" y="2827"/>
                          <a:pt x="1702" y="2797"/>
                        </a:cubicBezTo>
                        <a:cubicBezTo>
                          <a:pt x="1763" y="2645"/>
                          <a:pt x="1915" y="2554"/>
                          <a:pt x="2067" y="2524"/>
                        </a:cubicBezTo>
                        <a:cubicBezTo>
                          <a:pt x="2128" y="2402"/>
                          <a:pt x="2158" y="2280"/>
                          <a:pt x="2219" y="2128"/>
                        </a:cubicBezTo>
                        <a:cubicBezTo>
                          <a:pt x="2310" y="2007"/>
                          <a:pt x="2402" y="1885"/>
                          <a:pt x="2523" y="1764"/>
                        </a:cubicBezTo>
                        <a:cubicBezTo>
                          <a:pt x="2523" y="1733"/>
                          <a:pt x="2553" y="1733"/>
                          <a:pt x="2553" y="1703"/>
                        </a:cubicBezTo>
                        <a:cubicBezTo>
                          <a:pt x="2675" y="1520"/>
                          <a:pt x="2766" y="1338"/>
                          <a:pt x="2857" y="1125"/>
                        </a:cubicBezTo>
                        <a:cubicBezTo>
                          <a:pt x="2888" y="1095"/>
                          <a:pt x="2888" y="1034"/>
                          <a:pt x="2857" y="1004"/>
                        </a:cubicBezTo>
                        <a:cubicBezTo>
                          <a:pt x="2827" y="913"/>
                          <a:pt x="2797" y="821"/>
                          <a:pt x="2766" y="761"/>
                        </a:cubicBezTo>
                        <a:cubicBezTo>
                          <a:pt x="2736" y="669"/>
                          <a:pt x="2675" y="639"/>
                          <a:pt x="2614" y="669"/>
                        </a:cubicBezTo>
                        <a:cubicBezTo>
                          <a:pt x="2432" y="700"/>
                          <a:pt x="2310" y="609"/>
                          <a:pt x="2219" y="487"/>
                        </a:cubicBezTo>
                        <a:cubicBezTo>
                          <a:pt x="2037" y="457"/>
                          <a:pt x="1854" y="457"/>
                          <a:pt x="1672" y="487"/>
                        </a:cubicBezTo>
                        <a:cubicBezTo>
                          <a:pt x="1581" y="609"/>
                          <a:pt x="1520" y="730"/>
                          <a:pt x="1520" y="852"/>
                        </a:cubicBezTo>
                        <a:lnTo>
                          <a:pt x="1520" y="1338"/>
                        </a:lnTo>
                        <a:cubicBezTo>
                          <a:pt x="1520" y="1338"/>
                          <a:pt x="1520" y="1368"/>
                          <a:pt x="1520" y="1399"/>
                        </a:cubicBezTo>
                        <a:cubicBezTo>
                          <a:pt x="1490" y="1399"/>
                          <a:pt x="1459" y="1399"/>
                          <a:pt x="1429" y="1338"/>
                        </a:cubicBezTo>
                        <a:cubicBezTo>
                          <a:pt x="1368" y="1156"/>
                          <a:pt x="1307" y="1004"/>
                          <a:pt x="1246" y="821"/>
                        </a:cubicBezTo>
                        <a:cubicBezTo>
                          <a:pt x="1216" y="791"/>
                          <a:pt x="1155" y="791"/>
                          <a:pt x="1125" y="791"/>
                        </a:cubicBezTo>
                        <a:cubicBezTo>
                          <a:pt x="1094" y="791"/>
                          <a:pt x="1034" y="791"/>
                          <a:pt x="1003" y="821"/>
                        </a:cubicBezTo>
                        <a:cubicBezTo>
                          <a:pt x="912" y="1034"/>
                          <a:pt x="821" y="1217"/>
                          <a:pt x="730" y="1429"/>
                        </a:cubicBezTo>
                        <a:lnTo>
                          <a:pt x="730" y="1460"/>
                        </a:lnTo>
                        <a:lnTo>
                          <a:pt x="699" y="1460"/>
                        </a:lnTo>
                        <a:lnTo>
                          <a:pt x="730" y="1429"/>
                        </a:lnTo>
                        <a:lnTo>
                          <a:pt x="730" y="1429"/>
                        </a:lnTo>
                        <a:cubicBezTo>
                          <a:pt x="639" y="1338"/>
                          <a:pt x="608" y="1186"/>
                          <a:pt x="639" y="1065"/>
                        </a:cubicBezTo>
                        <a:cubicBezTo>
                          <a:pt x="669" y="1004"/>
                          <a:pt x="730" y="913"/>
                          <a:pt x="699" y="882"/>
                        </a:cubicBezTo>
                        <a:cubicBezTo>
                          <a:pt x="639" y="700"/>
                          <a:pt x="608" y="548"/>
                          <a:pt x="639" y="365"/>
                        </a:cubicBezTo>
                        <a:cubicBezTo>
                          <a:pt x="639" y="305"/>
                          <a:pt x="639" y="274"/>
                          <a:pt x="608" y="213"/>
                        </a:cubicBezTo>
                        <a:cubicBezTo>
                          <a:pt x="578" y="153"/>
                          <a:pt x="547" y="92"/>
                          <a:pt x="517" y="31"/>
                        </a:cubicBezTo>
                        <a:cubicBezTo>
                          <a:pt x="456" y="1"/>
                          <a:pt x="365" y="1"/>
                          <a:pt x="304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5" name="Google Shape;542;p21">
                    <a:extLst>
                      <a:ext uri="{FF2B5EF4-FFF2-40B4-BE49-F238E27FC236}">
                        <a16:creationId xmlns:a16="http://schemas.microsoft.com/office/drawing/2014/main" id="{52DFA3ED-A0F4-7EBB-43D8-CBAE8364F64B}"/>
                      </a:ext>
                    </a:extLst>
                  </p:cNvPr>
                  <p:cNvSpPr/>
                  <p:nvPr/>
                </p:nvSpPr>
                <p:spPr>
                  <a:xfrm>
                    <a:off x="4104875" y="3139825"/>
                    <a:ext cx="63850" cy="74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4" h="2979" extrusionOk="0">
                        <a:moveTo>
                          <a:pt x="1094" y="304"/>
                        </a:moveTo>
                        <a:cubicBezTo>
                          <a:pt x="1064" y="426"/>
                          <a:pt x="1034" y="517"/>
                          <a:pt x="973" y="638"/>
                        </a:cubicBezTo>
                        <a:cubicBezTo>
                          <a:pt x="942" y="669"/>
                          <a:pt x="912" y="699"/>
                          <a:pt x="882" y="699"/>
                        </a:cubicBezTo>
                        <a:lnTo>
                          <a:pt x="456" y="699"/>
                        </a:lnTo>
                        <a:cubicBezTo>
                          <a:pt x="395" y="699"/>
                          <a:pt x="335" y="760"/>
                          <a:pt x="335" y="821"/>
                        </a:cubicBezTo>
                        <a:cubicBezTo>
                          <a:pt x="335" y="942"/>
                          <a:pt x="304" y="1094"/>
                          <a:pt x="304" y="1216"/>
                        </a:cubicBezTo>
                        <a:cubicBezTo>
                          <a:pt x="274" y="1338"/>
                          <a:pt x="304" y="1459"/>
                          <a:pt x="395" y="1520"/>
                        </a:cubicBezTo>
                        <a:cubicBezTo>
                          <a:pt x="487" y="1611"/>
                          <a:pt x="517" y="1763"/>
                          <a:pt x="426" y="1885"/>
                        </a:cubicBezTo>
                        <a:cubicBezTo>
                          <a:pt x="365" y="2006"/>
                          <a:pt x="304" y="2128"/>
                          <a:pt x="213" y="2219"/>
                        </a:cubicBezTo>
                        <a:cubicBezTo>
                          <a:pt x="183" y="2280"/>
                          <a:pt x="152" y="2310"/>
                          <a:pt x="122" y="2341"/>
                        </a:cubicBezTo>
                        <a:cubicBezTo>
                          <a:pt x="0" y="2462"/>
                          <a:pt x="31" y="2705"/>
                          <a:pt x="213" y="2797"/>
                        </a:cubicBezTo>
                        <a:cubicBezTo>
                          <a:pt x="395" y="2949"/>
                          <a:pt x="639" y="2979"/>
                          <a:pt x="851" y="2888"/>
                        </a:cubicBezTo>
                        <a:cubicBezTo>
                          <a:pt x="973" y="2857"/>
                          <a:pt x="1125" y="2797"/>
                          <a:pt x="1246" y="2705"/>
                        </a:cubicBezTo>
                        <a:cubicBezTo>
                          <a:pt x="1429" y="2584"/>
                          <a:pt x="1642" y="2523"/>
                          <a:pt x="1854" y="2493"/>
                        </a:cubicBezTo>
                        <a:cubicBezTo>
                          <a:pt x="1946" y="2462"/>
                          <a:pt x="2037" y="2401"/>
                          <a:pt x="2067" y="2341"/>
                        </a:cubicBezTo>
                        <a:cubicBezTo>
                          <a:pt x="2249" y="2097"/>
                          <a:pt x="2310" y="1793"/>
                          <a:pt x="2249" y="1490"/>
                        </a:cubicBezTo>
                        <a:cubicBezTo>
                          <a:pt x="2249" y="1429"/>
                          <a:pt x="2219" y="1368"/>
                          <a:pt x="2219" y="1307"/>
                        </a:cubicBezTo>
                        <a:cubicBezTo>
                          <a:pt x="2189" y="1216"/>
                          <a:pt x="2219" y="1125"/>
                          <a:pt x="2280" y="1034"/>
                        </a:cubicBezTo>
                        <a:cubicBezTo>
                          <a:pt x="2310" y="1003"/>
                          <a:pt x="2341" y="973"/>
                          <a:pt x="2401" y="942"/>
                        </a:cubicBezTo>
                        <a:cubicBezTo>
                          <a:pt x="2523" y="821"/>
                          <a:pt x="2553" y="608"/>
                          <a:pt x="2462" y="456"/>
                        </a:cubicBezTo>
                        <a:cubicBezTo>
                          <a:pt x="2401" y="365"/>
                          <a:pt x="2371" y="304"/>
                          <a:pt x="2310" y="213"/>
                        </a:cubicBezTo>
                        <a:cubicBezTo>
                          <a:pt x="2280" y="152"/>
                          <a:pt x="2219" y="122"/>
                          <a:pt x="2158" y="91"/>
                        </a:cubicBezTo>
                        <a:cubicBezTo>
                          <a:pt x="1976" y="61"/>
                          <a:pt x="1794" y="31"/>
                          <a:pt x="1611" y="0"/>
                        </a:cubicBezTo>
                        <a:lnTo>
                          <a:pt x="1490" y="31"/>
                        </a:lnTo>
                        <a:cubicBezTo>
                          <a:pt x="1307" y="31"/>
                          <a:pt x="1155" y="152"/>
                          <a:pt x="1094" y="30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" name="Google Shape;543;p21">
                    <a:extLst>
                      <a:ext uri="{FF2B5EF4-FFF2-40B4-BE49-F238E27FC236}">
                        <a16:creationId xmlns:a16="http://schemas.microsoft.com/office/drawing/2014/main" id="{2FAE2BFE-BDC1-90EC-AF83-D6F73C3B544C}"/>
                      </a:ext>
                    </a:extLst>
                  </p:cNvPr>
                  <p:cNvSpPr/>
                  <p:nvPr/>
                </p:nvSpPr>
                <p:spPr>
                  <a:xfrm>
                    <a:off x="3264425" y="2319900"/>
                    <a:ext cx="60050" cy="85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2" h="3405" extrusionOk="0">
                        <a:moveTo>
                          <a:pt x="183" y="1915"/>
                        </a:moveTo>
                        <a:cubicBezTo>
                          <a:pt x="305" y="1915"/>
                          <a:pt x="456" y="1976"/>
                          <a:pt x="578" y="2037"/>
                        </a:cubicBezTo>
                        <a:lnTo>
                          <a:pt x="578" y="2037"/>
                        </a:lnTo>
                        <a:lnTo>
                          <a:pt x="578" y="2037"/>
                        </a:lnTo>
                        <a:cubicBezTo>
                          <a:pt x="639" y="2098"/>
                          <a:pt x="669" y="2158"/>
                          <a:pt x="760" y="2189"/>
                        </a:cubicBezTo>
                        <a:cubicBezTo>
                          <a:pt x="1034" y="2341"/>
                          <a:pt x="1156" y="2706"/>
                          <a:pt x="973" y="3009"/>
                        </a:cubicBezTo>
                        <a:cubicBezTo>
                          <a:pt x="943" y="3101"/>
                          <a:pt x="973" y="3253"/>
                          <a:pt x="1095" y="3313"/>
                        </a:cubicBezTo>
                        <a:cubicBezTo>
                          <a:pt x="1186" y="3405"/>
                          <a:pt x="1338" y="3405"/>
                          <a:pt x="1460" y="3344"/>
                        </a:cubicBezTo>
                        <a:cubicBezTo>
                          <a:pt x="1642" y="3222"/>
                          <a:pt x="1764" y="3070"/>
                          <a:pt x="1794" y="2858"/>
                        </a:cubicBezTo>
                        <a:cubicBezTo>
                          <a:pt x="1824" y="2584"/>
                          <a:pt x="1976" y="2341"/>
                          <a:pt x="2189" y="2158"/>
                        </a:cubicBezTo>
                        <a:cubicBezTo>
                          <a:pt x="2250" y="2098"/>
                          <a:pt x="2280" y="2006"/>
                          <a:pt x="2311" y="1946"/>
                        </a:cubicBezTo>
                        <a:cubicBezTo>
                          <a:pt x="2402" y="1763"/>
                          <a:pt x="2402" y="1550"/>
                          <a:pt x="2250" y="1429"/>
                        </a:cubicBezTo>
                        <a:cubicBezTo>
                          <a:pt x="2189" y="1368"/>
                          <a:pt x="2159" y="1277"/>
                          <a:pt x="2189" y="1186"/>
                        </a:cubicBezTo>
                        <a:cubicBezTo>
                          <a:pt x="2219" y="1155"/>
                          <a:pt x="2219" y="1095"/>
                          <a:pt x="2219" y="1064"/>
                        </a:cubicBezTo>
                        <a:cubicBezTo>
                          <a:pt x="2219" y="760"/>
                          <a:pt x="2098" y="639"/>
                          <a:pt x="1794" y="760"/>
                        </a:cubicBezTo>
                        <a:lnTo>
                          <a:pt x="1672" y="791"/>
                        </a:lnTo>
                        <a:lnTo>
                          <a:pt x="1672" y="791"/>
                        </a:lnTo>
                        <a:cubicBezTo>
                          <a:pt x="1672" y="851"/>
                          <a:pt x="1672" y="851"/>
                          <a:pt x="1642" y="791"/>
                        </a:cubicBezTo>
                        <a:lnTo>
                          <a:pt x="1672" y="760"/>
                        </a:lnTo>
                        <a:cubicBezTo>
                          <a:pt x="1703" y="639"/>
                          <a:pt x="1703" y="517"/>
                          <a:pt x="1733" y="395"/>
                        </a:cubicBezTo>
                        <a:cubicBezTo>
                          <a:pt x="1733" y="183"/>
                          <a:pt x="1551" y="0"/>
                          <a:pt x="1338" y="0"/>
                        </a:cubicBezTo>
                        <a:cubicBezTo>
                          <a:pt x="1216" y="31"/>
                          <a:pt x="1064" y="31"/>
                          <a:pt x="943" y="0"/>
                        </a:cubicBezTo>
                        <a:cubicBezTo>
                          <a:pt x="912" y="0"/>
                          <a:pt x="852" y="31"/>
                          <a:pt x="821" y="61"/>
                        </a:cubicBezTo>
                        <a:cubicBezTo>
                          <a:pt x="669" y="183"/>
                          <a:pt x="548" y="304"/>
                          <a:pt x="608" y="547"/>
                        </a:cubicBezTo>
                        <a:cubicBezTo>
                          <a:pt x="639" y="578"/>
                          <a:pt x="608" y="669"/>
                          <a:pt x="608" y="730"/>
                        </a:cubicBezTo>
                        <a:cubicBezTo>
                          <a:pt x="548" y="851"/>
                          <a:pt x="578" y="851"/>
                          <a:pt x="730" y="943"/>
                        </a:cubicBezTo>
                        <a:lnTo>
                          <a:pt x="730" y="943"/>
                        </a:lnTo>
                        <a:lnTo>
                          <a:pt x="760" y="943"/>
                        </a:lnTo>
                        <a:lnTo>
                          <a:pt x="760" y="912"/>
                        </a:lnTo>
                        <a:cubicBezTo>
                          <a:pt x="760" y="912"/>
                          <a:pt x="791" y="912"/>
                          <a:pt x="760" y="943"/>
                        </a:cubicBezTo>
                        <a:cubicBezTo>
                          <a:pt x="760" y="943"/>
                          <a:pt x="760" y="973"/>
                          <a:pt x="760" y="973"/>
                        </a:cubicBezTo>
                        <a:lnTo>
                          <a:pt x="760" y="973"/>
                        </a:lnTo>
                        <a:cubicBezTo>
                          <a:pt x="760" y="1064"/>
                          <a:pt x="791" y="1155"/>
                          <a:pt x="791" y="1247"/>
                        </a:cubicBezTo>
                        <a:cubicBezTo>
                          <a:pt x="791" y="1307"/>
                          <a:pt x="760" y="1368"/>
                          <a:pt x="730" y="1429"/>
                        </a:cubicBezTo>
                        <a:cubicBezTo>
                          <a:pt x="700" y="1520"/>
                          <a:pt x="639" y="1550"/>
                          <a:pt x="578" y="1520"/>
                        </a:cubicBezTo>
                        <a:cubicBezTo>
                          <a:pt x="517" y="1459"/>
                          <a:pt x="426" y="1429"/>
                          <a:pt x="365" y="1368"/>
                        </a:cubicBezTo>
                        <a:cubicBezTo>
                          <a:pt x="274" y="1338"/>
                          <a:pt x="213" y="1368"/>
                          <a:pt x="153" y="1429"/>
                        </a:cubicBezTo>
                        <a:cubicBezTo>
                          <a:pt x="122" y="1459"/>
                          <a:pt x="92" y="1520"/>
                          <a:pt x="61" y="1581"/>
                        </a:cubicBezTo>
                        <a:cubicBezTo>
                          <a:pt x="1" y="1702"/>
                          <a:pt x="61" y="1885"/>
                          <a:pt x="183" y="191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" name="Google Shape;544;p21">
                    <a:extLst>
                      <a:ext uri="{FF2B5EF4-FFF2-40B4-BE49-F238E27FC236}">
                        <a16:creationId xmlns:a16="http://schemas.microsoft.com/office/drawing/2014/main" id="{CFFE7AD1-2261-55B9-5A7C-27002C8ED35F}"/>
                      </a:ext>
                    </a:extLst>
                  </p:cNvPr>
                  <p:cNvSpPr/>
                  <p:nvPr/>
                </p:nvSpPr>
                <p:spPr>
                  <a:xfrm>
                    <a:off x="3205925" y="3717325"/>
                    <a:ext cx="84350" cy="38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74" h="1521" extrusionOk="0">
                        <a:moveTo>
                          <a:pt x="274" y="1247"/>
                        </a:moveTo>
                        <a:cubicBezTo>
                          <a:pt x="395" y="1247"/>
                          <a:pt x="547" y="1217"/>
                          <a:pt x="669" y="1217"/>
                        </a:cubicBezTo>
                        <a:cubicBezTo>
                          <a:pt x="821" y="1217"/>
                          <a:pt x="973" y="1217"/>
                          <a:pt x="1125" y="1247"/>
                        </a:cubicBezTo>
                        <a:cubicBezTo>
                          <a:pt x="1277" y="1277"/>
                          <a:pt x="1337" y="1429"/>
                          <a:pt x="1459" y="1490"/>
                        </a:cubicBezTo>
                        <a:cubicBezTo>
                          <a:pt x="1489" y="1521"/>
                          <a:pt x="1550" y="1521"/>
                          <a:pt x="1581" y="1490"/>
                        </a:cubicBezTo>
                        <a:cubicBezTo>
                          <a:pt x="1611" y="1490"/>
                          <a:pt x="1641" y="1460"/>
                          <a:pt x="1672" y="1399"/>
                        </a:cubicBezTo>
                        <a:cubicBezTo>
                          <a:pt x="1763" y="1247"/>
                          <a:pt x="1945" y="1156"/>
                          <a:pt x="2128" y="1186"/>
                        </a:cubicBezTo>
                        <a:cubicBezTo>
                          <a:pt x="2189" y="1217"/>
                          <a:pt x="2280" y="1217"/>
                          <a:pt x="2341" y="1186"/>
                        </a:cubicBezTo>
                        <a:cubicBezTo>
                          <a:pt x="2584" y="1065"/>
                          <a:pt x="2857" y="1034"/>
                          <a:pt x="3131" y="1125"/>
                        </a:cubicBezTo>
                        <a:cubicBezTo>
                          <a:pt x="3161" y="1125"/>
                          <a:pt x="3222" y="1125"/>
                          <a:pt x="3252" y="1095"/>
                        </a:cubicBezTo>
                        <a:cubicBezTo>
                          <a:pt x="3313" y="1065"/>
                          <a:pt x="3344" y="1004"/>
                          <a:pt x="3374" y="943"/>
                        </a:cubicBezTo>
                        <a:cubicBezTo>
                          <a:pt x="3374" y="913"/>
                          <a:pt x="3374" y="852"/>
                          <a:pt x="3344" y="852"/>
                        </a:cubicBezTo>
                        <a:cubicBezTo>
                          <a:pt x="3070" y="669"/>
                          <a:pt x="2857" y="518"/>
                          <a:pt x="2614" y="305"/>
                        </a:cubicBezTo>
                        <a:cubicBezTo>
                          <a:pt x="2553" y="274"/>
                          <a:pt x="2462" y="214"/>
                          <a:pt x="2371" y="214"/>
                        </a:cubicBezTo>
                        <a:cubicBezTo>
                          <a:pt x="2067" y="92"/>
                          <a:pt x="1763" y="92"/>
                          <a:pt x="1459" y="183"/>
                        </a:cubicBezTo>
                        <a:cubicBezTo>
                          <a:pt x="1337" y="214"/>
                          <a:pt x="1216" y="183"/>
                          <a:pt x="1125" y="92"/>
                        </a:cubicBezTo>
                        <a:cubicBezTo>
                          <a:pt x="1094" y="62"/>
                          <a:pt x="1064" y="62"/>
                          <a:pt x="1003" y="31"/>
                        </a:cubicBezTo>
                        <a:cubicBezTo>
                          <a:pt x="912" y="1"/>
                          <a:pt x="821" y="31"/>
                          <a:pt x="730" y="153"/>
                        </a:cubicBezTo>
                        <a:cubicBezTo>
                          <a:pt x="699" y="214"/>
                          <a:pt x="699" y="305"/>
                          <a:pt x="760" y="335"/>
                        </a:cubicBezTo>
                        <a:cubicBezTo>
                          <a:pt x="912" y="426"/>
                          <a:pt x="912" y="609"/>
                          <a:pt x="942" y="761"/>
                        </a:cubicBezTo>
                        <a:cubicBezTo>
                          <a:pt x="973" y="821"/>
                          <a:pt x="942" y="852"/>
                          <a:pt x="821" y="791"/>
                        </a:cubicBezTo>
                        <a:cubicBezTo>
                          <a:pt x="699" y="761"/>
                          <a:pt x="669" y="852"/>
                          <a:pt x="578" y="852"/>
                        </a:cubicBezTo>
                        <a:cubicBezTo>
                          <a:pt x="426" y="882"/>
                          <a:pt x="243" y="913"/>
                          <a:pt x="61" y="943"/>
                        </a:cubicBezTo>
                        <a:cubicBezTo>
                          <a:pt x="30" y="943"/>
                          <a:pt x="0" y="1004"/>
                          <a:pt x="0" y="1034"/>
                        </a:cubicBezTo>
                        <a:cubicBezTo>
                          <a:pt x="30" y="1156"/>
                          <a:pt x="152" y="1217"/>
                          <a:pt x="274" y="124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" name="Google Shape;545;p21">
                    <a:extLst>
                      <a:ext uri="{FF2B5EF4-FFF2-40B4-BE49-F238E27FC236}">
                        <a16:creationId xmlns:a16="http://schemas.microsoft.com/office/drawing/2014/main" id="{5003AB76-1807-4B83-F4A9-47B21E92514B}"/>
                      </a:ext>
                    </a:extLst>
                  </p:cNvPr>
                  <p:cNvSpPr/>
                  <p:nvPr/>
                </p:nvSpPr>
                <p:spPr>
                  <a:xfrm>
                    <a:off x="3395125" y="2596500"/>
                    <a:ext cx="43350" cy="42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34" h="1703" extrusionOk="0">
                        <a:moveTo>
                          <a:pt x="31" y="669"/>
                        </a:moveTo>
                        <a:cubicBezTo>
                          <a:pt x="92" y="821"/>
                          <a:pt x="92" y="973"/>
                          <a:pt x="31" y="1125"/>
                        </a:cubicBezTo>
                        <a:cubicBezTo>
                          <a:pt x="1" y="1368"/>
                          <a:pt x="213" y="1611"/>
                          <a:pt x="457" y="1611"/>
                        </a:cubicBezTo>
                        <a:cubicBezTo>
                          <a:pt x="609" y="1611"/>
                          <a:pt x="730" y="1550"/>
                          <a:pt x="852" y="1550"/>
                        </a:cubicBezTo>
                        <a:cubicBezTo>
                          <a:pt x="943" y="1520"/>
                          <a:pt x="1064" y="1581"/>
                          <a:pt x="1125" y="1642"/>
                        </a:cubicBezTo>
                        <a:lnTo>
                          <a:pt x="1581" y="1702"/>
                        </a:lnTo>
                        <a:cubicBezTo>
                          <a:pt x="1642" y="1672"/>
                          <a:pt x="1703" y="1642"/>
                          <a:pt x="1733" y="1550"/>
                        </a:cubicBezTo>
                        <a:cubicBezTo>
                          <a:pt x="1703" y="1307"/>
                          <a:pt x="1672" y="1064"/>
                          <a:pt x="1612" y="791"/>
                        </a:cubicBezTo>
                        <a:cubicBezTo>
                          <a:pt x="1581" y="547"/>
                          <a:pt x="1368" y="365"/>
                          <a:pt x="1125" y="304"/>
                        </a:cubicBezTo>
                        <a:cubicBezTo>
                          <a:pt x="882" y="243"/>
                          <a:pt x="639" y="183"/>
                          <a:pt x="426" y="31"/>
                        </a:cubicBezTo>
                        <a:cubicBezTo>
                          <a:pt x="335" y="0"/>
                          <a:pt x="244" y="31"/>
                          <a:pt x="213" y="122"/>
                        </a:cubicBezTo>
                        <a:lnTo>
                          <a:pt x="31" y="395"/>
                        </a:lnTo>
                        <a:cubicBezTo>
                          <a:pt x="31" y="487"/>
                          <a:pt x="31" y="578"/>
                          <a:pt x="31" y="66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" name="Google Shape;546;p21">
                    <a:extLst>
                      <a:ext uri="{FF2B5EF4-FFF2-40B4-BE49-F238E27FC236}">
                        <a16:creationId xmlns:a16="http://schemas.microsoft.com/office/drawing/2014/main" id="{250E7FCA-2C69-636F-B0F8-230656ED14E7}"/>
                      </a:ext>
                    </a:extLst>
                  </p:cNvPr>
                  <p:cNvSpPr/>
                  <p:nvPr/>
                </p:nvSpPr>
                <p:spPr>
                  <a:xfrm>
                    <a:off x="3396650" y="260712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1"/>
                        </a:move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" name="Google Shape;547;p21">
                    <a:extLst>
                      <a:ext uri="{FF2B5EF4-FFF2-40B4-BE49-F238E27FC236}">
                        <a16:creationId xmlns:a16="http://schemas.microsoft.com/office/drawing/2014/main" id="{9C0A0F76-2250-EDA1-A2DA-47477DE9518A}"/>
                      </a:ext>
                    </a:extLst>
                  </p:cNvPr>
                  <p:cNvSpPr/>
                  <p:nvPr/>
                </p:nvSpPr>
                <p:spPr>
                  <a:xfrm>
                    <a:off x="3321425" y="2363200"/>
                    <a:ext cx="34975" cy="47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9" h="1916" extrusionOk="0">
                        <a:moveTo>
                          <a:pt x="61" y="1673"/>
                        </a:moveTo>
                        <a:cubicBezTo>
                          <a:pt x="61" y="1764"/>
                          <a:pt x="152" y="1825"/>
                          <a:pt x="243" y="1855"/>
                        </a:cubicBezTo>
                        <a:cubicBezTo>
                          <a:pt x="487" y="1916"/>
                          <a:pt x="730" y="1916"/>
                          <a:pt x="973" y="1885"/>
                        </a:cubicBezTo>
                        <a:cubicBezTo>
                          <a:pt x="1034" y="1855"/>
                          <a:pt x="1094" y="1825"/>
                          <a:pt x="1125" y="1764"/>
                        </a:cubicBezTo>
                        <a:cubicBezTo>
                          <a:pt x="1186" y="1642"/>
                          <a:pt x="1186" y="1521"/>
                          <a:pt x="1277" y="1429"/>
                        </a:cubicBezTo>
                        <a:lnTo>
                          <a:pt x="1277" y="1429"/>
                        </a:lnTo>
                        <a:cubicBezTo>
                          <a:pt x="1277" y="1399"/>
                          <a:pt x="1277" y="1399"/>
                          <a:pt x="1277" y="1369"/>
                        </a:cubicBezTo>
                        <a:lnTo>
                          <a:pt x="1277" y="1369"/>
                        </a:lnTo>
                        <a:cubicBezTo>
                          <a:pt x="1398" y="1247"/>
                          <a:pt x="1398" y="1034"/>
                          <a:pt x="1277" y="882"/>
                        </a:cubicBezTo>
                        <a:cubicBezTo>
                          <a:pt x="1155" y="700"/>
                          <a:pt x="1034" y="487"/>
                          <a:pt x="973" y="274"/>
                        </a:cubicBezTo>
                        <a:cubicBezTo>
                          <a:pt x="942" y="214"/>
                          <a:pt x="882" y="153"/>
                          <a:pt x="851" y="92"/>
                        </a:cubicBezTo>
                        <a:cubicBezTo>
                          <a:pt x="791" y="31"/>
                          <a:pt x="639" y="1"/>
                          <a:pt x="547" y="62"/>
                        </a:cubicBezTo>
                        <a:cubicBezTo>
                          <a:pt x="274" y="274"/>
                          <a:pt x="122" y="609"/>
                          <a:pt x="122" y="943"/>
                        </a:cubicBezTo>
                        <a:cubicBezTo>
                          <a:pt x="122" y="1065"/>
                          <a:pt x="61" y="1217"/>
                          <a:pt x="0" y="1308"/>
                        </a:cubicBezTo>
                        <a:cubicBezTo>
                          <a:pt x="0" y="1429"/>
                          <a:pt x="0" y="1551"/>
                          <a:pt x="61" y="167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" name="Google Shape;548;p21">
                    <a:extLst>
                      <a:ext uri="{FF2B5EF4-FFF2-40B4-BE49-F238E27FC236}">
                        <a16:creationId xmlns:a16="http://schemas.microsoft.com/office/drawing/2014/main" id="{8F83B192-F81C-8B6B-B536-70B63F05944E}"/>
                      </a:ext>
                    </a:extLst>
                  </p:cNvPr>
                  <p:cNvSpPr/>
                  <p:nvPr/>
                </p:nvSpPr>
                <p:spPr>
                  <a:xfrm>
                    <a:off x="4644400" y="2388275"/>
                    <a:ext cx="38775" cy="47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1" h="1886" extrusionOk="0">
                        <a:moveTo>
                          <a:pt x="243" y="822"/>
                        </a:moveTo>
                        <a:cubicBezTo>
                          <a:pt x="61" y="822"/>
                          <a:pt x="0" y="974"/>
                          <a:pt x="0" y="1126"/>
                        </a:cubicBezTo>
                        <a:cubicBezTo>
                          <a:pt x="183" y="1156"/>
                          <a:pt x="183" y="1156"/>
                          <a:pt x="152" y="1308"/>
                        </a:cubicBezTo>
                        <a:cubicBezTo>
                          <a:pt x="152" y="1369"/>
                          <a:pt x="122" y="1430"/>
                          <a:pt x="122" y="1521"/>
                        </a:cubicBezTo>
                        <a:cubicBezTo>
                          <a:pt x="122" y="1673"/>
                          <a:pt x="243" y="1825"/>
                          <a:pt x="395" y="1825"/>
                        </a:cubicBezTo>
                        <a:cubicBezTo>
                          <a:pt x="486" y="1825"/>
                          <a:pt x="547" y="1855"/>
                          <a:pt x="608" y="1885"/>
                        </a:cubicBezTo>
                        <a:cubicBezTo>
                          <a:pt x="699" y="1885"/>
                          <a:pt x="790" y="1825"/>
                          <a:pt x="821" y="1764"/>
                        </a:cubicBezTo>
                        <a:cubicBezTo>
                          <a:pt x="912" y="1673"/>
                          <a:pt x="942" y="1581"/>
                          <a:pt x="973" y="1460"/>
                        </a:cubicBezTo>
                        <a:cubicBezTo>
                          <a:pt x="973" y="1369"/>
                          <a:pt x="1003" y="1278"/>
                          <a:pt x="1064" y="1217"/>
                        </a:cubicBezTo>
                        <a:cubicBezTo>
                          <a:pt x="1246" y="1095"/>
                          <a:pt x="1277" y="852"/>
                          <a:pt x="1459" y="730"/>
                        </a:cubicBezTo>
                        <a:cubicBezTo>
                          <a:pt x="1550" y="639"/>
                          <a:pt x="1550" y="518"/>
                          <a:pt x="1490" y="426"/>
                        </a:cubicBezTo>
                        <a:cubicBezTo>
                          <a:pt x="1368" y="305"/>
                          <a:pt x="1277" y="183"/>
                          <a:pt x="1186" y="31"/>
                        </a:cubicBezTo>
                        <a:cubicBezTo>
                          <a:pt x="1155" y="31"/>
                          <a:pt x="1094" y="1"/>
                          <a:pt x="1064" y="31"/>
                        </a:cubicBezTo>
                        <a:cubicBezTo>
                          <a:pt x="851" y="62"/>
                          <a:pt x="790" y="123"/>
                          <a:pt x="790" y="335"/>
                        </a:cubicBezTo>
                        <a:cubicBezTo>
                          <a:pt x="790" y="487"/>
                          <a:pt x="699" y="639"/>
                          <a:pt x="547" y="730"/>
                        </a:cubicBezTo>
                        <a:lnTo>
                          <a:pt x="547" y="730"/>
                        </a:lnTo>
                        <a:lnTo>
                          <a:pt x="547" y="730"/>
                        </a:lnTo>
                        <a:cubicBezTo>
                          <a:pt x="456" y="791"/>
                          <a:pt x="365" y="822"/>
                          <a:pt x="243" y="8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" name="Google Shape;549;p21">
                    <a:extLst>
                      <a:ext uri="{FF2B5EF4-FFF2-40B4-BE49-F238E27FC236}">
                        <a16:creationId xmlns:a16="http://schemas.microsoft.com/office/drawing/2014/main" id="{7C79A54A-6620-0CDE-0B41-56E7C536BFC7}"/>
                      </a:ext>
                    </a:extLst>
                  </p:cNvPr>
                  <p:cNvSpPr/>
                  <p:nvPr/>
                </p:nvSpPr>
                <p:spPr>
                  <a:xfrm>
                    <a:off x="4702150" y="2346500"/>
                    <a:ext cx="38000" cy="52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0" h="2098" extrusionOk="0">
                        <a:moveTo>
                          <a:pt x="304" y="1490"/>
                        </a:moveTo>
                        <a:cubicBezTo>
                          <a:pt x="335" y="1520"/>
                          <a:pt x="365" y="1550"/>
                          <a:pt x="395" y="1581"/>
                        </a:cubicBezTo>
                        <a:lnTo>
                          <a:pt x="426" y="1581"/>
                        </a:lnTo>
                        <a:lnTo>
                          <a:pt x="426" y="1611"/>
                        </a:lnTo>
                        <a:lnTo>
                          <a:pt x="395" y="1611"/>
                        </a:lnTo>
                        <a:lnTo>
                          <a:pt x="395" y="1611"/>
                        </a:lnTo>
                        <a:cubicBezTo>
                          <a:pt x="304" y="1611"/>
                          <a:pt x="243" y="1642"/>
                          <a:pt x="152" y="1672"/>
                        </a:cubicBezTo>
                        <a:cubicBezTo>
                          <a:pt x="122" y="1702"/>
                          <a:pt x="91" y="1733"/>
                          <a:pt x="91" y="1794"/>
                        </a:cubicBezTo>
                        <a:cubicBezTo>
                          <a:pt x="91" y="1824"/>
                          <a:pt x="122" y="1854"/>
                          <a:pt x="152" y="1885"/>
                        </a:cubicBezTo>
                        <a:cubicBezTo>
                          <a:pt x="335" y="2006"/>
                          <a:pt x="547" y="1945"/>
                          <a:pt x="730" y="2067"/>
                        </a:cubicBezTo>
                        <a:cubicBezTo>
                          <a:pt x="760" y="2097"/>
                          <a:pt x="851" y="2067"/>
                          <a:pt x="912" y="2067"/>
                        </a:cubicBezTo>
                        <a:cubicBezTo>
                          <a:pt x="973" y="2067"/>
                          <a:pt x="1034" y="2037"/>
                          <a:pt x="1034" y="2006"/>
                        </a:cubicBezTo>
                        <a:cubicBezTo>
                          <a:pt x="1094" y="1794"/>
                          <a:pt x="1277" y="1702"/>
                          <a:pt x="1429" y="1581"/>
                        </a:cubicBezTo>
                        <a:cubicBezTo>
                          <a:pt x="1520" y="1490"/>
                          <a:pt x="1520" y="1398"/>
                          <a:pt x="1429" y="1277"/>
                        </a:cubicBezTo>
                        <a:cubicBezTo>
                          <a:pt x="1398" y="1246"/>
                          <a:pt x="1398" y="1246"/>
                          <a:pt x="1368" y="1246"/>
                        </a:cubicBezTo>
                        <a:lnTo>
                          <a:pt x="1368" y="1246"/>
                        </a:lnTo>
                        <a:lnTo>
                          <a:pt x="1368" y="1246"/>
                        </a:lnTo>
                        <a:lnTo>
                          <a:pt x="1368" y="1246"/>
                        </a:lnTo>
                        <a:cubicBezTo>
                          <a:pt x="1338" y="1246"/>
                          <a:pt x="1277" y="1246"/>
                          <a:pt x="1246" y="1246"/>
                        </a:cubicBezTo>
                        <a:lnTo>
                          <a:pt x="1246" y="1246"/>
                        </a:lnTo>
                        <a:lnTo>
                          <a:pt x="1246" y="1246"/>
                        </a:lnTo>
                        <a:lnTo>
                          <a:pt x="1246" y="1246"/>
                        </a:lnTo>
                        <a:cubicBezTo>
                          <a:pt x="1155" y="1216"/>
                          <a:pt x="1064" y="1155"/>
                          <a:pt x="1003" y="1125"/>
                        </a:cubicBezTo>
                        <a:cubicBezTo>
                          <a:pt x="973" y="1094"/>
                          <a:pt x="912" y="1034"/>
                          <a:pt x="942" y="1003"/>
                        </a:cubicBezTo>
                        <a:cubicBezTo>
                          <a:pt x="1003" y="730"/>
                          <a:pt x="760" y="486"/>
                          <a:pt x="882" y="213"/>
                        </a:cubicBezTo>
                        <a:cubicBezTo>
                          <a:pt x="882" y="213"/>
                          <a:pt x="851" y="152"/>
                          <a:pt x="821" y="122"/>
                        </a:cubicBezTo>
                        <a:cubicBezTo>
                          <a:pt x="639" y="0"/>
                          <a:pt x="426" y="91"/>
                          <a:pt x="426" y="274"/>
                        </a:cubicBezTo>
                        <a:cubicBezTo>
                          <a:pt x="426" y="517"/>
                          <a:pt x="365" y="730"/>
                          <a:pt x="274" y="942"/>
                        </a:cubicBezTo>
                        <a:cubicBezTo>
                          <a:pt x="213" y="1003"/>
                          <a:pt x="274" y="1064"/>
                          <a:pt x="335" y="1094"/>
                        </a:cubicBezTo>
                        <a:cubicBezTo>
                          <a:pt x="395" y="1125"/>
                          <a:pt x="365" y="1125"/>
                          <a:pt x="395" y="1125"/>
                        </a:cubicBezTo>
                        <a:cubicBezTo>
                          <a:pt x="395" y="1155"/>
                          <a:pt x="365" y="1186"/>
                          <a:pt x="304" y="1186"/>
                        </a:cubicBezTo>
                        <a:cubicBezTo>
                          <a:pt x="243" y="1216"/>
                          <a:pt x="31" y="1186"/>
                          <a:pt x="31" y="1307"/>
                        </a:cubicBezTo>
                        <a:cubicBezTo>
                          <a:pt x="0" y="1459"/>
                          <a:pt x="183" y="1429"/>
                          <a:pt x="304" y="1490"/>
                        </a:cubicBezTo>
                        <a:close/>
                        <a:moveTo>
                          <a:pt x="821" y="1307"/>
                        </a:moveTo>
                        <a:lnTo>
                          <a:pt x="851" y="1307"/>
                        </a:lnTo>
                        <a:lnTo>
                          <a:pt x="791" y="1307"/>
                        </a:lnTo>
                        <a:lnTo>
                          <a:pt x="791" y="1277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" name="Google Shape;550;p21">
                    <a:extLst>
                      <a:ext uri="{FF2B5EF4-FFF2-40B4-BE49-F238E27FC236}">
                        <a16:creationId xmlns:a16="http://schemas.microsoft.com/office/drawing/2014/main" id="{67343D2E-41C5-743B-A0CF-1F9D66FF759A}"/>
                      </a:ext>
                    </a:extLst>
                  </p:cNvPr>
                  <p:cNvSpPr/>
                  <p:nvPr/>
                </p:nvSpPr>
                <p:spPr>
                  <a:xfrm>
                    <a:off x="3262900" y="2496200"/>
                    <a:ext cx="33475" cy="38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9" h="1551" extrusionOk="0">
                        <a:moveTo>
                          <a:pt x="122" y="578"/>
                        </a:moveTo>
                        <a:cubicBezTo>
                          <a:pt x="1" y="669"/>
                          <a:pt x="1" y="882"/>
                          <a:pt x="122" y="973"/>
                        </a:cubicBezTo>
                        <a:cubicBezTo>
                          <a:pt x="274" y="1155"/>
                          <a:pt x="457" y="1277"/>
                          <a:pt x="639" y="1429"/>
                        </a:cubicBezTo>
                        <a:cubicBezTo>
                          <a:pt x="669" y="1459"/>
                          <a:pt x="700" y="1459"/>
                          <a:pt x="761" y="1489"/>
                        </a:cubicBezTo>
                        <a:cubicBezTo>
                          <a:pt x="882" y="1550"/>
                          <a:pt x="1034" y="1489"/>
                          <a:pt x="1095" y="1368"/>
                        </a:cubicBezTo>
                        <a:cubicBezTo>
                          <a:pt x="1156" y="1186"/>
                          <a:pt x="1217" y="1034"/>
                          <a:pt x="1277" y="851"/>
                        </a:cubicBezTo>
                        <a:cubicBezTo>
                          <a:pt x="1308" y="760"/>
                          <a:pt x="1308" y="669"/>
                          <a:pt x="1338" y="578"/>
                        </a:cubicBezTo>
                        <a:cubicBezTo>
                          <a:pt x="1338" y="395"/>
                          <a:pt x="1247" y="243"/>
                          <a:pt x="1125" y="122"/>
                        </a:cubicBezTo>
                        <a:cubicBezTo>
                          <a:pt x="1034" y="30"/>
                          <a:pt x="913" y="0"/>
                          <a:pt x="791" y="30"/>
                        </a:cubicBezTo>
                        <a:lnTo>
                          <a:pt x="609" y="30"/>
                        </a:lnTo>
                        <a:cubicBezTo>
                          <a:pt x="487" y="243"/>
                          <a:pt x="305" y="395"/>
                          <a:pt x="122" y="57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" name="Google Shape;551;p21">
                    <a:extLst>
                      <a:ext uri="{FF2B5EF4-FFF2-40B4-BE49-F238E27FC236}">
                        <a16:creationId xmlns:a16="http://schemas.microsoft.com/office/drawing/2014/main" id="{84F7C9FC-3A9A-4D39-329E-B238F295C82D}"/>
                      </a:ext>
                    </a:extLst>
                  </p:cNvPr>
                  <p:cNvSpPr/>
                  <p:nvPr/>
                </p:nvSpPr>
                <p:spPr>
                  <a:xfrm>
                    <a:off x="3277350" y="2496950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31" y="0"/>
                        </a:moveTo>
                        <a:lnTo>
                          <a:pt x="31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" name="Google Shape;552;p21">
                    <a:extLst>
                      <a:ext uri="{FF2B5EF4-FFF2-40B4-BE49-F238E27FC236}">
                        <a16:creationId xmlns:a16="http://schemas.microsoft.com/office/drawing/2014/main" id="{45BC4803-B548-ED97-A2D6-EBC43F54F627}"/>
                      </a:ext>
                    </a:extLst>
                  </p:cNvPr>
                  <p:cNvSpPr/>
                  <p:nvPr/>
                </p:nvSpPr>
                <p:spPr>
                  <a:xfrm>
                    <a:off x="3185400" y="2326725"/>
                    <a:ext cx="39525" cy="2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81" h="1156" extrusionOk="0">
                        <a:moveTo>
                          <a:pt x="517" y="730"/>
                        </a:moveTo>
                        <a:cubicBezTo>
                          <a:pt x="699" y="730"/>
                          <a:pt x="760" y="913"/>
                          <a:pt x="882" y="974"/>
                        </a:cubicBezTo>
                        <a:cubicBezTo>
                          <a:pt x="1155" y="1156"/>
                          <a:pt x="1490" y="1004"/>
                          <a:pt x="1551" y="700"/>
                        </a:cubicBezTo>
                        <a:cubicBezTo>
                          <a:pt x="1551" y="609"/>
                          <a:pt x="1581" y="518"/>
                          <a:pt x="1581" y="426"/>
                        </a:cubicBezTo>
                        <a:cubicBezTo>
                          <a:pt x="1581" y="396"/>
                          <a:pt x="1581" y="366"/>
                          <a:pt x="1581" y="366"/>
                        </a:cubicBezTo>
                        <a:cubicBezTo>
                          <a:pt x="1581" y="122"/>
                          <a:pt x="1490" y="1"/>
                          <a:pt x="1277" y="31"/>
                        </a:cubicBezTo>
                        <a:cubicBezTo>
                          <a:pt x="1064" y="92"/>
                          <a:pt x="882" y="92"/>
                          <a:pt x="669" y="92"/>
                        </a:cubicBezTo>
                        <a:cubicBezTo>
                          <a:pt x="517" y="92"/>
                          <a:pt x="365" y="122"/>
                          <a:pt x="213" y="153"/>
                        </a:cubicBezTo>
                        <a:cubicBezTo>
                          <a:pt x="152" y="153"/>
                          <a:pt x="92" y="183"/>
                          <a:pt x="31" y="244"/>
                        </a:cubicBezTo>
                        <a:cubicBezTo>
                          <a:pt x="0" y="274"/>
                          <a:pt x="0" y="305"/>
                          <a:pt x="0" y="366"/>
                        </a:cubicBezTo>
                        <a:cubicBezTo>
                          <a:pt x="0" y="396"/>
                          <a:pt x="31" y="457"/>
                          <a:pt x="61" y="457"/>
                        </a:cubicBezTo>
                        <a:cubicBezTo>
                          <a:pt x="244" y="487"/>
                          <a:pt x="396" y="578"/>
                          <a:pt x="517" y="7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" name="Google Shape;553;p21">
                    <a:extLst>
                      <a:ext uri="{FF2B5EF4-FFF2-40B4-BE49-F238E27FC236}">
                        <a16:creationId xmlns:a16="http://schemas.microsoft.com/office/drawing/2014/main" id="{F7B68445-0EBF-FBDE-5ECA-146E0FD91967}"/>
                      </a:ext>
                    </a:extLst>
                  </p:cNvPr>
                  <p:cNvSpPr/>
                  <p:nvPr/>
                </p:nvSpPr>
                <p:spPr>
                  <a:xfrm>
                    <a:off x="4341200" y="3395150"/>
                    <a:ext cx="20525" cy="44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" h="1794" extrusionOk="0">
                        <a:moveTo>
                          <a:pt x="0" y="517"/>
                        </a:moveTo>
                        <a:cubicBezTo>
                          <a:pt x="91" y="760"/>
                          <a:pt x="122" y="1034"/>
                          <a:pt x="91" y="1307"/>
                        </a:cubicBezTo>
                        <a:cubicBezTo>
                          <a:pt x="91" y="1702"/>
                          <a:pt x="304" y="1793"/>
                          <a:pt x="669" y="1581"/>
                        </a:cubicBezTo>
                        <a:cubicBezTo>
                          <a:pt x="760" y="1520"/>
                          <a:pt x="821" y="1459"/>
                          <a:pt x="821" y="1368"/>
                        </a:cubicBezTo>
                        <a:lnTo>
                          <a:pt x="821" y="942"/>
                        </a:lnTo>
                        <a:lnTo>
                          <a:pt x="821" y="942"/>
                        </a:lnTo>
                        <a:lnTo>
                          <a:pt x="821" y="699"/>
                        </a:lnTo>
                        <a:cubicBezTo>
                          <a:pt x="821" y="608"/>
                          <a:pt x="821" y="547"/>
                          <a:pt x="821" y="486"/>
                        </a:cubicBezTo>
                        <a:cubicBezTo>
                          <a:pt x="791" y="274"/>
                          <a:pt x="578" y="0"/>
                          <a:pt x="304" y="182"/>
                        </a:cubicBezTo>
                        <a:cubicBezTo>
                          <a:pt x="213" y="243"/>
                          <a:pt x="152" y="274"/>
                          <a:pt x="61" y="334"/>
                        </a:cubicBezTo>
                        <a:cubicBezTo>
                          <a:pt x="0" y="365"/>
                          <a:pt x="0" y="456"/>
                          <a:pt x="0" y="5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" name="Google Shape;554;p21">
                    <a:extLst>
                      <a:ext uri="{FF2B5EF4-FFF2-40B4-BE49-F238E27FC236}">
                        <a16:creationId xmlns:a16="http://schemas.microsoft.com/office/drawing/2014/main" id="{F15AC4D8-4EC5-5BA0-31BC-4AA195AC98FF}"/>
                      </a:ext>
                    </a:extLst>
                  </p:cNvPr>
                  <p:cNvSpPr/>
                  <p:nvPr/>
                </p:nvSpPr>
                <p:spPr>
                  <a:xfrm>
                    <a:off x="3363200" y="2772800"/>
                    <a:ext cx="32700" cy="31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08" h="1247" extrusionOk="0">
                        <a:moveTo>
                          <a:pt x="92" y="760"/>
                        </a:moveTo>
                        <a:cubicBezTo>
                          <a:pt x="92" y="790"/>
                          <a:pt x="92" y="790"/>
                          <a:pt x="92" y="821"/>
                        </a:cubicBezTo>
                        <a:cubicBezTo>
                          <a:pt x="1" y="1003"/>
                          <a:pt x="153" y="1216"/>
                          <a:pt x="366" y="1216"/>
                        </a:cubicBezTo>
                        <a:cubicBezTo>
                          <a:pt x="700" y="1246"/>
                          <a:pt x="1034" y="1034"/>
                          <a:pt x="1186" y="730"/>
                        </a:cubicBezTo>
                        <a:cubicBezTo>
                          <a:pt x="1217" y="608"/>
                          <a:pt x="1247" y="517"/>
                          <a:pt x="1308" y="395"/>
                        </a:cubicBezTo>
                        <a:cubicBezTo>
                          <a:pt x="1308" y="304"/>
                          <a:pt x="1278" y="182"/>
                          <a:pt x="1156" y="122"/>
                        </a:cubicBezTo>
                        <a:cubicBezTo>
                          <a:pt x="1004" y="0"/>
                          <a:pt x="822" y="0"/>
                          <a:pt x="670" y="122"/>
                        </a:cubicBezTo>
                        <a:cubicBezTo>
                          <a:pt x="396" y="274"/>
                          <a:pt x="214" y="486"/>
                          <a:pt x="92" y="7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" name="Google Shape;555;p21">
                    <a:extLst>
                      <a:ext uri="{FF2B5EF4-FFF2-40B4-BE49-F238E27FC236}">
                        <a16:creationId xmlns:a16="http://schemas.microsoft.com/office/drawing/2014/main" id="{90918889-8AC9-90EA-4CB0-BA47A67CA024}"/>
                      </a:ext>
                    </a:extLst>
                  </p:cNvPr>
                  <p:cNvSpPr/>
                  <p:nvPr/>
                </p:nvSpPr>
                <p:spPr>
                  <a:xfrm>
                    <a:off x="2544050" y="3028875"/>
                    <a:ext cx="19775" cy="50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91" h="2007" extrusionOk="0">
                        <a:moveTo>
                          <a:pt x="365" y="31"/>
                        </a:moveTo>
                        <a:cubicBezTo>
                          <a:pt x="274" y="0"/>
                          <a:pt x="183" y="31"/>
                          <a:pt x="122" y="92"/>
                        </a:cubicBezTo>
                        <a:cubicBezTo>
                          <a:pt x="61" y="183"/>
                          <a:pt x="0" y="304"/>
                          <a:pt x="0" y="426"/>
                        </a:cubicBezTo>
                        <a:cubicBezTo>
                          <a:pt x="0" y="548"/>
                          <a:pt x="31" y="669"/>
                          <a:pt x="31" y="821"/>
                        </a:cubicBezTo>
                        <a:lnTo>
                          <a:pt x="31" y="821"/>
                        </a:lnTo>
                        <a:cubicBezTo>
                          <a:pt x="61" y="912"/>
                          <a:pt x="61" y="1034"/>
                          <a:pt x="61" y="1155"/>
                        </a:cubicBezTo>
                        <a:cubicBezTo>
                          <a:pt x="61" y="1429"/>
                          <a:pt x="152" y="1672"/>
                          <a:pt x="274" y="1915"/>
                        </a:cubicBezTo>
                        <a:cubicBezTo>
                          <a:pt x="304" y="1946"/>
                          <a:pt x="335" y="1976"/>
                          <a:pt x="396" y="1976"/>
                        </a:cubicBezTo>
                        <a:cubicBezTo>
                          <a:pt x="396" y="2007"/>
                          <a:pt x="426" y="2007"/>
                          <a:pt x="456" y="1976"/>
                        </a:cubicBezTo>
                        <a:cubicBezTo>
                          <a:pt x="456" y="1976"/>
                          <a:pt x="487" y="1946"/>
                          <a:pt x="487" y="1946"/>
                        </a:cubicBezTo>
                        <a:cubicBezTo>
                          <a:pt x="396" y="1581"/>
                          <a:pt x="426" y="1216"/>
                          <a:pt x="578" y="882"/>
                        </a:cubicBezTo>
                        <a:cubicBezTo>
                          <a:pt x="639" y="699"/>
                          <a:pt x="730" y="517"/>
                          <a:pt x="791" y="304"/>
                        </a:cubicBezTo>
                        <a:cubicBezTo>
                          <a:pt x="791" y="274"/>
                          <a:pt x="760" y="213"/>
                          <a:pt x="730" y="183"/>
                        </a:cubicBezTo>
                        <a:cubicBezTo>
                          <a:pt x="608" y="122"/>
                          <a:pt x="487" y="61"/>
                          <a:pt x="365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" name="Google Shape;556;p21">
                    <a:extLst>
                      <a:ext uri="{FF2B5EF4-FFF2-40B4-BE49-F238E27FC236}">
                        <a16:creationId xmlns:a16="http://schemas.microsoft.com/office/drawing/2014/main" id="{2E085930-179C-82C5-8191-DA1071C54B47}"/>
                      </a:ext>
                    </a:extLst>
                  </p:cNvPr>
                  <p:cNvSpPr/>
                  <p:nvPr/>
                </p:nvSpPr>
                <p:spPr>
                  <a:xfrm>
                    <a:off x="2197525" y="2642850"/>
                    <a:ext cx="33475" cy="31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9" h="1278" extrusionOk="0">
                        <a:moveTo>
                          <a:pt x="92" y="548"/>
                        </a:moveTo>
                        <a:cubicBezTo>
                          <a:pt x="153" y="578"/>
                          <a:pt x="214" y="608"/>
                          <a:pt x="275" y="608"/>
                        </a:cubicBezTo>
                        <a:cubicBezTo>
                          <a:pt x="427" y="608"/>
                          <a:pt x="548" y="700"/>
                          <a:pt x="579" y="821"/>
                        </a:cubicBezTo>
                        <a:cubicBezTo>
                          <a:pt x="639" y="943"/>
                          <a:pt x="670" y="1064"/>
                          <a:pt x="730" y="1216"/>
                        </a:cubicBezTo>
                        <a:cubicBezTo>
                          <a:pt x="761" y="1277"/>
                          <a:pt x="822" y="1277"/>
                          <a:pt x="882" y="1277"/>
                        </a:cubicBezTo>
                        <a:lnTo>
                          <a:pt x="1278" y="1155"/>
                        </a:lnTo>
                        <a:cubicBezTo>
                          <a:pt x="1308" y="1155"/>
                          <a:pt x="1308" y="1125"/>
                          <a:pt x="1338" y="1125"/>
                        </a:cubicBezTo>
                        <a:cubicBezTo>
                          <a:pt x="1338" y="1095"/>
                          <a:pt x="1338" y="1064"/>
                          <a:pt x="1338" y="1064"/>
                        </a:cubicBezTo>
                        <a:cubicBezTo>
                          <a:pt x="1247" y="882"/>
                          <a:pt x="1156" y="730"/>
                          <a:pt x="1095" y="578"/>
                        </a:cubicBezTo>
                        <a:cubicBezTo>
                          <a:pt x="1065" y="365"/>
                          <a:pt x="882" y="183"/>
                          <a:pt x="670" y="183"/>
                        </a:cubicBezTo>
                        <a:cubicBezTo>
                          <a:pt x="579" y="183"/>
                          <a:pt x="487" y="61"/>
                          <a:pt x="396" y="31"/>
                        </a:cubicBezTo>
                        <a:cubicBezTo>
                          <a:pt x="366" y="0"/>
                          <a:pt x="305" y="0"/>
                          <a:pt x="275" y="31"/>
                        </a:cubicBezTo>
                        <a:cubicBezTo>
                          <a:pt x="183" y="92"/>
                          <a:pt x="92" y="213"/>
                          <a:pt x="31" y="335"/>
                        </a:cubicBezTo>
                        <a:cubicBezTo>
                          <a:pt x="1" y="396"/>
                          <a:pt x="31" y="487"/>
                          <a:pt x="92" y="5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" name="Google Shape;557;p21">
                    <a:extLst>
                      <a:ext uri="{FF2B5EF4-FFF2-40B4-BE49-F238E27FC236}">
                        <a16:creationId xmlns:a16="http://schemas.microsoft.com/office/drawing/2014/main" id="{ECCDD6F4-E77F-CB81-F83C-51951B1560C7}"/>
                      </a:ext>
                    </a:extLst>
                  </p:cNvPr>
                  <p:cNvSpPr/>
                  <p:nvPr/>
                </p:nvSpPr>
                <p:spPr>
                  <a:xfrm>
                    <a:off x="3319150" y="2415650"/>
                    <a:ext cx="34200" cy="20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68" h="821" extrusionOk="0">
                        <a:moveTo>
                          <a:pt x="1033" y="821"/>
                        </a:moveTo>
                        <a:cubicBezTo>
                          <a:pt x="1155" y="790"/>
                          <a:pt x="1246" y="760"/>
                          <a:pt x="1337" y="669"/>
                        </a:cubicBezTo>
                        <a:cubicBezTo>
                          <a:pt x="1368" y="608"/>
                          <a:pt x="1368" y="547"/>
                          <a:pt x="1337" y="486"/>
                        </a:cubicBezTo>
                        <a:cubicBezTo>
                          <a:pt x="1094" y="213"/>
                          <a:pt x="760" y="61"/>
                          <a:pt x="395" y="0"/>
                        </a:cubicBezTo>
                        <a:cubicBezTo>
                          <a:pt x="243" y="0"/>
                          <a:pt x="91" y="91"/>
                          <a:pt x="30" y="243"/>
                        </a:cubicBezTo>
                        <a:cubicBezTo>
                          <a:pt x="0" y="304"/>
                          <a:pt x="0" y="426"/>
                          <a:pt x="91" y="486"/>
                        </a:cubicBezTo>
                        <a:cubicBezTo>
                          <a:pt x="334" y="638"/>
                          <a:pt x="638" y="760"/>
                          <a:pt x="942" y="82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" name="Google Shape;558;p21">
                    <a:extLst>
                      <a:ext uri="{FF2B5EF4-FFF2-40B4-BE49-F238E27FC236}">
                        <a16:creationId xmlns:a16="http://schemas.microsoft.com/office/drawing/2014/main" id="{63EC55E5-1ABC-B7A6-8EB6-D248FA7F916B}"/>
                      </a:ext>
                    </a:extLst>
                  </p:cNvPr>
                  <p:cNvSpPr/>
                  <p:nvPr/>
                </p:nvSpPr>
                <p:spPr>
                  <a:xfrm>
                    <a:off x="4751525" y="2373100"/>
                    <a:ext cx="22825" cy="2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3" h="1156" extrusionOk="0">
                        <a:moveTo>
                          <a:pt x="366" y="122"/>
                        </a:moveTo>
                        <a:lnTo>
                          <a:pt x="366" y="122"/>
                        </a:lnTo>
                        <a:cubicBezTo>
                          <a:pt x="275" y="152"/>
                          <a:pt x="183" y="182"/>
                          <a:pt x="123" y="243"/>
                        </a:cubicBezTo>
                        <a:cubicBezTo>
                          <a:pt x="31" y="274"/>
                          <a:pt x="31" y="304"/>
                          <a:pt x="31" y="334"/>
                        </a:cubicBezTo>
                        <a:cubicBezTo>
                          <a:pt x="1" y="547"/>
                          <a:pt x="1" y="730"/>
                          <a:pt x="92" y="942"/>
                        </a:cubicBezTo>
                        <a:cubicBezTo>
                          <a:pt x="123" y="1003"/>
                          <a:pt x="214" y="1094"/>
                          <a:pt x="275" y="1094"/>
                        </a:cubicBezTo>
                        <a:cubicBezTo>
                          <a:pt x="487" y="1155"/>
                          <a:pt x="700" y="1094"/>
                          <a:pt x="852" y="973"/>
                        </a:cubicBezTo>
                        <a:cubicBezTo>
                          <a:pt x="882" y="912"/>
                          <a:pt x="913" y="851"/>
                          <a:pt x="882" y="790"/>
                        </a:cubicBezTo>
                        <a:lnTo>
                          <a:pt x="852" y="730"/>
                        </a:lnTo>
                        <a:cubicBezTo>
                          <a:pt x="822" y="699"/>
                          <a:pt x="791" y="638"/>
                          <a:pt x="761" y="608"/>
                        </a:cubicBezTo>
                        <a:cubicBezTo>
                          <a:pt x="700" y="517"/>
                          <a:pt x="700" y="517"/>
                          <a:pt x="791" y="395"/>
                        </a:cubicBezTo>
                        <a:cubicBezTo>
                          <a:pt x="882" y="274"/>
                          <a:pt x="913" y="182"/>
                          <a:pt x="852" y="91"/>
                        </a:cubicBezTo>
                        <a:cubicBezTo>
                          <a:pt x="761" y="0"/>
                          <a:pt x="639" y="0"/>
                          <a:pt x="548" y="61"/>
                        </a:cubicBezTo>
                        <a:cubicBezTo>
                          <a:pt x="487" y="91"/>
                          <a:pt x="426" y="91"/>
                          <a:pt x="366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" name="Google Shape;559;p21">
                    <a:extLst>
                      <a:ext uri="{FF2B5EF4-FFF2-40B4-BE49-F238E27FC236}">
                        <a16:creationId xmlns:a16="http://schemas.microsoft.com/office/drawing/2014/main" id="{D20F35E3-7A0E-C242-D72D-24E09A534458}"/>
                      </a:ext>
                    </a:extLst>
                  </p:cNvPr>
                  <p:cNvSpPr/>
                  <p:nvPr/>
                </p:nvSpPr>
                <p:spPr>
                  <a:xfrm>
                    <a:off x="4621600" y="2396650"/>
                    <a:ext cx="35725" cy="25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9" h="1004" extrusionOk="0">
                        <a:moveTo>
                          <a:pt x="213" y="882"/>
                        </a:moveTo>
                        <a:cubicBezTo>
                          <a:pt x="395" y="912"/>
                          <a:pt x="578" y="943"/>
                          <a:pt x="730" y="973"/>
                        </a:cubicBezTo>
                        <a:cubicBezTo>
                          <a:pt x="912" y="1003"/>
                          <a:pt x="851" y="882"/>
                          <a:pt x="882" y="791"/>
                        </a:cubicBezTo>
                        <a:cubicBezTo>
                          <a:pt x="912" y="730"/>
                          <a:pt x="851" y="730"/>
                          <a:pt x="821" y="730"/>
                        </a:cubicBezTo>
                        <a:cubicBezTo>
                          <a:pt x="760" y="608"/>
                          <a:pt x="760" y="487"/>
                          <a:pt x="821" y="426"/>
                        </a:cubicBezTo>
                        <a:cubicBezTo>
                          <a:pt x="912" y="335"/>
                          <a:pt x="1034" y="304"/>
                          <a:pt x="1125" y="365"/>
                        </a:cubicBezTo>
                        <a:cubicBezTo>
                          <a:pt x="1216" y="426"/>
                          <a:pt x="1338" y="426"/>
                          <a:pt x="1429" y="395"/>
                        </a:cubicBezTo>
                        <a:cubicBezTo>
                          <a:pt x="1429" y="365"/>
                          <a:pt x="1429" y="304"/>
                          <a:pt x="1398" y="274"/>
                        </a:cubicBezTo>
                        <a:cubicBezTo>
                          <a:pt x="1247" y="122"/>
                          <a:pt x="1064" y="31"/>
                          <a:pt x="882" y="0"/>
                        </a:cubicBezTo>
                        <a:cubicBezTo>
                          <a:pt x="791" y="0"/>
                          <a:pt x="699" y="0"/>
                          <a:pt x="608" y="31"/>
                        </a:cubicBezTo>
                        <a:cubicBezTo>
                          <a:pt x="395" y="152"/>
                          <a:pt x="213" y="335"/>
                          <a:pt x="91" y="547"/>
                        </a:cubicBezTo>
                        <a:cubicBezTo>
                          <a:pt x="0" y="669"/>
                          <a:pt x="61" y="821"/>
                          <a:pt x="213" y="8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" name="Google Shape;560;p21">
                    <a:extLst>
                      <a:ext uri="{FF2B5EF4-FFF2-40B4-BE49-F238E27FC236}">
                        <a16:creationId xmlns:a16="http://schemas.microsoft.com/office/drawing/2014/main" id="{BB123552-7976-7FF0-D2AC-52E2158CDD07}"/>
                      </a:ext>
                    </a:extLst>
                  </p:cNvPr>
                  <p:cNvSpPr/>
                  <p:nvPr/>
                </p:nvSpPr>
                <p:spPr>
                  <a:xfrm>
                    <a:off x="4643625" y="2416400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1"/>
                        </a:move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" name="Google Shape;561;p21">
                    <a:extLst>
                      <a:ext uri="{FF2B5EF4-FFF2-40B4-BE49-F238E27FC236}">
                        <a16:creationId xmlns:a16="http://schemas.microsoft.com/office/drawing/2014/main" id="{2CDB9A23-1111-92A8-9A5B-8A0CBD10C02A}"/>
                      </a:ext>
                    </a:extLst>
                  </p:cNvPr>
                  <p:cNvSpPr/>
                  <p:nvPr/>
                </p:nvSpPr>
                <p:spPr>
                  <a:xfrm>
                    <a:off x="4724950" y="2400450"/>
                    <a:ext cx="27375" cy="22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5" h="913" extrusionOk="0">
                        <a:moveTo>
                          <a:pt x="61" y="304"/>
                        </a:moveTo>
                        <a:cubicBezTo>
                          <a:pt x="30" y="304"/>
                          <a:pt x="0" y="365"/>
                          <a:pt x="0" y="395"/>
                        </a:cubicBezTo>
                        <a:cubicBezTo>
                          <a:pt x="0" y="547"/>
                          <a:pt x="61" y="730"/>
                          <a:pt x="182" y="821"/>
                        </a:cubicBezTo>
                        <a:cubicBezTo>
                          <a:pt x="243" y="882"/>
                          <a:pt x="334" y="912"/>
                          <a:pt x="426" y="882"/>
                        </a:cubicBezTo>
                        <a:cubicBezTo>
                          <a:pt x="517" y="851"/>
                          <a:pt x="578" y="791"/>
                          <a:pt x="669" y="760"/>
                        </a:cubicBezTo>
                        <a:cubicBezTo>
                          <a:pt x="790" y="760"/>
                          <a:pt x="882" y="669"/>
                          <a:pt x="912" y="578"/>
                        </a:cubicBezTo>
                        <a:cubicBezTo>
                          <a:pt x="942" y="487"/>
                          <a:pt x="973" y="426"/>
                          <a:pt x="1003" y="365"/>
                        </a:cubicBezTo>
                        <a:cubicBezTo>
                          <a:pt x="1094" y="213"/>
                          <a:pt x="1064" y="152"/>
                          <a:pt x="942" y="122"/>
                        </a:cubicBezTo>
                        <a:cubicBezTo>
                          <a:pt x="882" y="61"/>
                          <a:pt x="790" y="31"/>
                          <a:pt x="699" y="0"/>
                        </a:cubicBezTo>
                        <a:lnTo>
                          <a:pt x="578" y="0"/>
                        </a:lnTo>
                        <a:cubicBezTo>
                          <a:pt x="456" y="152"/>
                          <a:pt x="274" y="243"/>
                          <a:pt x="61" y="30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" name="Google Shape;562;p21">
                    <a:extLst>
                      <a:ext uri="{FF2B5EF4-FFF2-40B4-BE49-F238E27FC236}">
                        <a16:creationId xmlns:a16="http://schemas.microsoft.com/office/drawing/2014/main" id="{C4B101D3-998C-15E4-D253-19A9175D26C2}"/>
                      </a:ext>
                    </a:extLst>
                  </p:cNvPr>
                  <p:cNvSpPr/>
                  <p:nvPr/>
                </p:nvSpPr>
                <p:spPr>
                  <a:xfrm>
                    <a:off x="4769025" y="2344200"/>
                    <a:ext cx="22050" cy="29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2" h="1187" extrusionOk="0">
                        <a:moveTo>
                          <a:pt x="426" y="1186"/>
                        </a:moveTo>
                        <a:cubicBezTo>
                          <a:pt x="486" y="1186"/>
                          <a:pt x="517" y="1186"/>
                          <a:pt x="547" y="1156"/>
                        </a:cubicBezTo>
                        <a:cubicBezTo>
                          <a:pt x="638" y="1034"/>
                          <a:pt x="669" y="822"/>
                          <a:pt x="851" y="730"/>
                        </a:cubicBezTo>
                        <a:cubicBezTo>
                          <a:pt x="851" y="700"/>
                          <a:pt x="882" y="639"/>
                          <a:pt x="882" y="609"/>
                        </a:cubicBezTo>
                        <a:cubicBezTo>
                          <a:pt x="760" y="396"/>
                          <a:pt x="669" y="214"/>
                          <a:pt x="547" y="31"/>
                        </a:cubicBezTo>
                        <a:cubicBezTo>
                          <a:pt x="486" y="1"/>
                          <a:pt x="395" y="1"/>
                          <a:pt x="334" y="31"/>
                        </a:cubicBezTo>
                        <a:cubicBezTo>
                          <a:pt x="243" y="153"/>
                          <a:pt x="182" y="244"/>
                          <a:pt x="91" y="366"/>
                        </a:cubicBezTo>
                        <a:cubicBezTo>
                          <a:pt x="91" y="396"/>
                          <a:pt x="61" y="457"/>
                          <a:pt x="61" y="518"/>
                        </a:cubicBezTo>
                        <a:cubicBezTo>
                          <a:pt x="0" y="822"/>
                          <a:pt x="152" y="1095"/>
                          <a:pt x="426" y="118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" name="Google Shape;563;p21">
                    <a:extLst>
                      <a:ext uri="{FF2B5EF4-FFF2-40B4-BE49-F238E27FC236}">
                        <a16:creationId xmlns:a16="http://schemas.microsoft.com/office/drawing/2014/main" id="{E846A0C4-7CE1-BAA1-278A-781A5E88F013}"/>
                      </a:ext>
                    </a:extLst>
                  </p:cNvPr>
                  <p:cNvSpPr/>
                  <p:nvPr/>
                </p:nvSpPr>
                <p:spPr>
                  <a:xfrm>
                    <a:off x="4766725" y="2791775"/>
                    <a:ext cx="22075" cy="23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3" h="944" extrusionOk="0">
                        <a:moveTo>
                          <a:pt x="62" y="214"/>
                        </a:moveTo>
                        <a:cubicBezTo>
                          <a:pt x="62" y="275"/>
                          <a:pt x="31" y="335"/>
                          <a:pt x="1" y="457"/>
                        </a:cubicBezTo>
                        <a:cubicBezTo>
                          <a:pt x="1" y="548"/>
                          <a:pt x="62" y="639"/>
                          <a:pt x="92" y="761"/>
                        </a:cubicBezTo>
                        <a:cubicBezTo>
                          <a:pt x="153" y="882"/>
                          <a:pt x="274" y="943"/>
                          <a:pt x="426" y="913"/>
                        </a:cubicBezTo>
                        <a:cubicBezTo>
                          <a:pt x="670" y="822"/>
                          <a:pt x="852" y="609"/>
                          <a:pt x="882" y="366"/>
                        </a:cubicBezTo>
                        <a:cubicBezTo>
                          <a:pt x="882" y="305"/>
                          <a:pt x="852" y="275"/>
                          <a:pt x="822" y="244"/>
                        </a:cubicBezTo>
                        <a:cubicBezTo>
                          <a:pt x="700" y="92"/>
                          <a:pt x="487" y="1"/>
                          <a:pt x="274" y="1"/>
                        </a:cubicBezTo>
                        <a:cubicBezTo>
                          <a:pt x="183" y="31"/>
                          <a:pt x="92" y="123"/>
                          <a:pt x="62" y="21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" name="Google Shape;564;p21">
                    <a:extLst>
                      <a:ext uri="{FF2B5EF4-FFF2-40B4-BE49-F238E27FC236}">
                        <a16:creationId xmlns:a16="http://schemas.microsoft.com/office/drawing/2014/main" id="{E3F9655B-1820-77A2-8C18-38924197CBA3}"/>
                      </a:ext>
                    </a:extLst>
                  </p:cNvPr>
                  <p:cNvSpPr/>
                  <p:nvPr/>
                </p:nvSpPr>
                <p:spPr>
                  <a:xfrm>
                    <a:off x="3238600" y="2907300"/>
                    <a:ext cx="27375" cy="16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5" h="669" extrusionOk="0">
                        <a:moveTo>
                          <a:pt x="1094" y="213"/>
                        </a:moveTo>
                        <a:cubicBezTo>
                          <a:pt x="1094" y="182"/>
                          <a:pt x="1094" y="152"/>
                          <a:pt x="1094" y="91"/>
                        </a:cubicBezTo>
                        <a:cubicBezTo>
                          <a:pt x="1064" y="61"/>
                          <a:pt x="1034" y="30"/>
                          <a:pt x="1003" y="0"/>
                        </a:cubicBezTo>
                        <a:cubicBezTo>
                          <a:pt x="942" y="0"/>
                          <a:pt x="912" y="0"/>
                          <a:pt x="851" y="0"/>
                        </a:cubicBezTo>
                        <a:lnTo>
                          <a:pt x="517" y="0"/>
                        </a:lnTo>
                        <a:cubicBezTo>
                          <a:pt x="456" y="0"/>
                          <a:pt x="395" y="30"/>
                          <a:pt x="334" y="61"/>
                        </a:cubicBezTo>
                        <a:cubicBezTo>
                          <a:pt x="243" y="122"/>
                          <a:pt x="122" y="243"/>
                          <a:pt x="30" y="334"/>
                        </a:cubicBezTo>
                        <a:cubicBezTo>
                          <a:pt x="0" y="395"/>
                          <a:pt x="0" y="456"/>
                          <a:pt x="30" y="517"/>
                        </a:cubicBezTo>
                        <a:cubicBezTo>
                          <a:pt x="61" y="578"/>
                          <a:pt x="91" y="638"/>
                          <a:pt x="152" y="669"/>
                        </a:cubicBezTo>
                        <a:cubicBezTo>
                          <a:pt x="243" y="669"/>
                          <a:pt x="334" y="669"/>
                          <a:pt x="426" y="669"/>
                        </a:cubicBezTo>
                        <a:cubicBezTo>
                          <a:pt x="669" y="578"/>
                          <a:pt x="912" y="426"/>
                          <a:pt x="1094" y="2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" name="Google Shape;565;p21">
                    <a:extLst>
                      <a:ext uri="{FF2B5EF4-FFF2-40B4-BE49-F238E27FC236}">
                        <a16:creationId xmlns:a16="http://schemas.microsoft.com/office/drawing/2014/main" id="{84F06CFD-0D94-39C1-004B-55A83752128C}"/>
                      </a:ext>
                    </a:extLst>
                  </p:cNvPr>
                  <p:cNvSpPr/>
                  <p:nvPr/>
                </p:nvSpPr>
                <p:spPr>
                  <a:xfrm>
                    <a:off x="3411850" y="3216575"/>
                    <a:ext cx="30425" cy="19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7" h="791" extrusionOk="0">
                        <a:moveTo>
                          <a:pt x="122" y="0"/>
                        </a:moveTo>
                        <a:cubicBezTo>
                          <a:pt x="122" y="0"/>
                          <a:pt x="61" y="0"/>
                          <a:pt x="31" y="30"/>
                        </a:cubicBezTo>
                        <a:cubicBezTo>
                          <a:pt x="0" y="30"/>
                          <a:pt x="0" y="122"/>
                          <a:pt x="31" y="182"/>
                        </a:cubicBezTo>
                        <a:cubicBezTo>
                          <a:pt x="61" y="243"/>
                          <a:pt x="92" y="243"/>
                          <a:pt x="122" y="274"/>
                        </a:cubicBezTo>
                        <a:cubicBezTo>
                          <a:pt x="213" y="426"/>
                          <a:pt x="365" y="547"/>
                          <a:pt x="517" y="608"/>
                        </a:cubicBezTo>
                        <a:cubicBezTo>
                          <a:pt x="699" y="669"/>
                          <a:pt x="882" y="730"/>
                          <a:pt x="1034" y="760"/>
                        </a:cubicBezTo>
                        <a:cubicBezTo>
                          <a:pt x="1064" y="790"/>
                          <a:pt x="1095" y="790"/>
                          <a:pt x="1095" y="760"/>
                        </a:cubicBezTo>
                        <a:cubicBezTo>
                          <a:pt x="1155" y="760"/>
                          <a:pt x="1186" y="730"/>
                          <a:pt x="1186" y="699"/>
                        </a:cubicBezTo>
                        <a:cubicBezTo>
                          <a:pt x="1216" y="669"/>
                          <a:pt x="1216" y="638"/>
                          <a:pt x="1186" y="638"/>
                        </a:cubicBezTo>
                        <a:cubicBezTo>
                          <a:pt x="943" y="274"/>
                          <a:pt x="547" y="30"/>
                          <a:pt x="122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" name="Google Shape;566;p21">
                    <a:extLst>
                      <a:ext uri="{FF2B5EF4-FFF2-40B4-BE49-F238E27FC236}">
                        <a16:creationId xmlns:a16="http://schemas.microsoft.com/office/drawing/2014/main" id="{2C4A96F8-2542-F360-C3CF-68E79BC886BE}"/>
                      </a:ext>
                    </a:extLst>
                  </p:cNvPr>
                  <p:cNvSpPr/>
                  <p:nvPr/>
                </p:nvSpPr>
                <p:spPr>
                  <a:xfrm>
                    <a:off x="4672500" y="3493175"/>
                    <a:ext cx="27400" cy="16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6" h="669" extrusionOk="0">
                        <a:moveTo>
                          <a:pt x="396" y="638"/>
                        </a:moveTo>
                        <a:cubicBezTo>
                          <a:pt x="548" y="608"/>
                          <a:pt x="669" y="547"/>
                          <a:pt x="791" y="486"/>
                        </a:cubicBezTo>
                        <a:cubicBezTo>
                          <a:pt x="973" y="395"/>
                          <a:pt x="1004" y="213"/>
                          <a:pt x="1095" y="61"/>
                        </a:cubicBezTo>
                        <a:cubicBezTo>
                          <a:pt x="1095" y="30"/>
                          <a:pt x="1034" y="0"/>
                          <a:pt x="1034" y="0"/>
                        </a:cubicBezTo>
                        <a:lnTo>
                          <a:pt x="487" y="91"/>
                        </a:lnTo>
                        <a:cubicBezTo>
                          <a:pt x="335" y="122"/>
                          <a:pt x="183" y="182"/>
                          <a:pt x="62" y="274"/>
                        </a:cubicBezTo>
                        <a:cubicBezTo>
                          <a:pt x="1" y="334"/>
                          <a:pt x="1" y="456"/>
                          <a:pt x="62" y="517"/>
                        </a:cubicBezTo>
                        <a:cubicBezTo>
                          <a:pt x="153" y="608"/>
                          <a:pt x="274" y="669"/>
                          <a:pt x="396" y="6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" name="Google Shape;567;p21">
                    <a:extLst>
                      <a:ext uri="{FF2B5EF4-FFF2-40B4-BE49-F238E27FC236}">
                        <a16:creationId xmlns:a16="http://schemas.microsoft.com/office/drawing/2014/main" id="{1F7CE9F9-938D-A941-FC11-E1D8CEA549F1}"/>
                      </a:ext>
                    </a:extLst>
                  </p:cNvPr>
                  <p:cNvSpPr/>
                  <p:nvPr/>
                </p:nvSpPr>
                <p:spPr>
                  <a:xfrm>
                    <a:off x="3047850" y="2411075"/>
                    <a:ext cx="29675" cy="19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7" h="792" extrusionOk="0">
                        <a:moveTo>
                          <a:pt x="1186" y="62"/>
                        </a:moveTo>
                        <a:cubicBezTo>
                          <a:pt x="1186" y="62"/>
                          <a:pt x="1186" y="31"/>
                          <a:pt x="1186" y="31"/>
                        </a:cubicBezTo>
                        <a:cubicBezTo>
                          <a:pt x="1125" y="1"/>
                          <a:pt x="1095" y="1"/>
                          <a:pt x="1065" y="1"/>
                        </a:cubicBezTo>
                        <a:cubicBezTo>
                          <a:pt x="700" y="62"/>
                          <a:pt x="366" y="214"/>
                          <a:pt x="92" y="426"/>
                        </a:cubicBezTo>
                        <a:cubicBezTo>
                          <a:pt x="1" y="518"/>
                          <a:pt x="31" y="639"/>
                          <a:pt x="122" y="700"/>
                        </a:cubicBezTo>
                        <a:cubicBezTo>
                          <a:pt x="214" y="761"/>
                          <a:pt x="305" y="791"/>
                          <a:pt x="396" y="730"/>
                        </a:cubicBezTo>
                        <a:cubicBezTo>
                          <a:pt x="639" y="548"/>
                          <a:pt x="913" y="335"/>
                          <a:pt x="1186" y="122"/>
                        </a:cubicBezTo>
                        <a:cubicBezTo>
                          <a:pt x="1186" y="122"/>
                          <a:pt x="1186" y="92"/>
                          <a:pt x="1186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" name="Google Shape;568;p21">
                    <a:extLst>
                      <a:ext uri="{FF2B5EF4-FFF2-40B4-BE49-F238E27FC236}">
                        <a16:creationId xmlns:a16="http://schemas.microsoft.com/office/drawing/2014/main" id="{C7D54BE2-2A74-53B8-DCED-4097837E38BC}"/>
                      </a:ext>
                    </a:extLst>
                  </p:cNvPr>
                  <p:cNvSpPr/>
                  <p:nvPr/>
                </p:nvSpPr>
                <p:spPr>
                  <a:xfrm>
                    <a:off x="4345000" y="3369300"/>
                    <a:ext cx="14450" cy="24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8" h="974" extrusionOk="0">
                        <a:moveTo>
                          <a:pt x="426" y="943"/>
                        </a:moveTo>
                        <a:cubicBezTo>
                          <a:pt x="456" y="882"/>
                          <a:pt x="487" y="821"/>
                          <a:pt x="517" y="761"/>
                        </a:cubicBezTo>
                        <a:cubicBezTo>
                          <a:pt x="547" y="639"/>
                          <a:pt x="547" y="517"/>
                          <a:pt x="578" y="396"/>
                        </a:cubicBezTo>
                        <a:lnTo>
                          <a:pt x="578" y="213"/>
                        </a:lnTo>
                        <a:cubicBezTo>
                          <a:pt x="547" y="213"/>
                          <a:pt x="547" y="183"/>
                          <a:pt x="578" y="153"/>
                        </a:cubicBezTo>
                        <a:cubicBezTo>
                          <a:pt x="578" y="61"/>
                          <a:pt x="456" y="1"/>
                          <a:pt x="365" y="31"/>
                        </a:cubicBezTo>
                        <a:cubicBezTo>
                          <a:pt x="304" y="61"/>
                          <a:pt x="213" y="92"/>
                          <a:pt x="152" y="153"/>
                        </a:cubicBezTo>
                        <a:cubicBezTo>
                          <a:pt x="31" y="213"/>
                          <a:pt x="0" y="335"/>
                          <a:pt x="0" y="457"/>
                        </a:cubicBezTo>
                        <a:cubicBezTo>
                          <a:pt x="31" y="639"/>
                          <a:pt x="91" y="791"/>
                          <a:pt x="213" y="943"/>
                        </a:cubicBezTo>
                        <a:cubicBezTo>
                          <a:pt x="274" y="973"/>
                          <a:pt x="365" y="973"/>
                          <a:pt x="426" y="9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" name="Google Shape;569;p21">
                    <a:extLst>
                      <a:ext uri="{FF2B5EF4-FFF2-40B4-BE49-F238E27FC236}">
                        <a16:creationId xmlns:a16="http://schemas.microsoft.com/office/drawing/2014/main" id="{892FAFE8-FC76-C9B8-1B8B-7F9344A4FC5F}"/>
                      </a:ext>
                    </a:extLst>
                  </p:cNvPr>
                  <p:cNvSpPr/>
                  <p:nvPr/>
                </p:nvSpPr>
                <p:spPr>
                  <a:xfrm>
                    <a:off x="3149675" y="3740125"/>
                    <a:ext cx="28150" cy="15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6" h="639" extrusionOk="0">
                        <a:moveTo>
                          <a:pt x="426" y="61"/>
                        </a:moveTo>
                        <a:cubicBezTo>
                          <a:pt x="335" y="61"/>
                          <a:pt x="214" y="61"/>
                          <a:pt x="92" y="122"/>
                        </a:cubicBezTo>
                        <a:cubicBezTo>
                          <a:pt x="31" y="122"/>
                          <a:pt x="1" y="183"/>
                          <a:pt x="31" y="213"/>
                        </a:cubicBezTo>
                        <a:cubicBezTo>
                          <a:pt x="183" y="487"/>
                          <a:pt x="548" y="639"/>
                          <a:pt x="852" y="517"/>
                        </a:cubicBezTo>
                        <a:lnTo>
                          <a:pt x="1034" y="457"/>
                        </a:lnTo>
                        <a:cubicBezTo>
                          <a:pt x="1095" y="426"/>
                          <a:pt x="1125" y="335"/>
                          <a:pt x="1095" y="274"/>
                        </a:cubicBezTo>
                        <a:cubicBezTo>
                          <a:pt x="913" y="92"/>
                          <a:pt x="670" y="1"/>
                          <a:pt x="426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" name="Google Shape;570;p21">
                    <a:extLst>
                      <a:ext uri="{FF2B5EF4-FFF2-40B4-BE49-F238E27FC236}">
                        <a16:creationId xmlns:a16="http://schemas.microsoft.com/office/drawing/2014/main" id="{4715AC1E-69A7-D8ED-AFBD-484CC6587661}"/>
                      </a:ext>
                    </a:extLst>
                  </p:cNvPr>
                  <p:cNvSpPr/>
                  <p:nvPr/>
                </p:nvSpPr>
                <p:spPr>
                  <a:xfrm>
                    <a:off x="4959750" y="2636775"/>
                    <a:ext cx="20550" cy="19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2" h="761" extrusionOk="0">
                        <a:moveTo>
                          <a:pt x="244" y="669"/>
                        </a:moveTo>
                        <a:cubicBezTo>
                          <a:pt x="456" y="760"/>
                          <a:pt x="699" y="669"/>
                          <a:pt x="791" y="456"/>
                        </a:cubicBezTo>
                        <a:cubicBezTo>
                          <a:pt x="821" y="456"/>
                          <a:pt x="821" y="426"/>
                          <a:pt x="791" y="395"/>
                        </a:cubicBezTo>
                        <a:cubicBezTo>
                          <a:pt x="760" y="243"/>
                          <a:pt x="639" y="122"/>
                          <a:pt x="517" y="31"/>
                        </a:cubicBezTo>
                        <a:cubicBezTo>
                          <a:pt x="487" y="31"/>
                          <a:pt x="426" y="0"/>
                          <a:pt x="396" y="31"/>
                        </a:cubicBezTo>
                        <a:cubicBezTo>
                          <a:pt x="152" y="31"/>
                          <a:pt x="0" y="304"/>
                          <a:pt x="122" y="517"/>
                        </a:cubicBezTo>
                        <a:cubicBezTo>
                          <a:pt x="152" y="578"/>
                          <a:pt x="183" y="639"/>
                          <a:pt x="244" y="66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" name="Google Shape;571;p21">
                    <a:extLst>
                      <a:ext uri="{FF2B5EF4-FFF2-40B4-BE49-F238E27FC236}">
                        <a16:creationId xmlns:a16="http://schemas.microsoft.com/office/drawing/2014/main" id="{02C4E468-B4F6-1868-7407-C24E0F4CD59D}"/>
                      </a:ext>
                    </a:extLst>
                  </p:cNvPr>
                  <p:cNvSpPr/>
                  <p:nvPr/>
                </p:nvSpPr>
                <p:spPr>
                  <a:xfrm>
                    <a:off x="4553200" y="3493175"/>
                    <a:ext cx="33475" cy="10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9" h="426" extrusionOk="0">
                        <a:moveTo>
                          <a:pt x="213" y="0"/>
                        </a:moveTo>
                        <a:cubicBezTo>
                          <a:pt x="153" y="0"/>
                          <a:pt x="122" y="0"/>
                          <a:pt x="61" y="30"/>
                        </a:cubicBezTo>
                        <a:cubicBezTo>
                          <a:pt x="31" y="61"/>
                          <a:pt x="1" y="91"/>
                          <a:pt x="1" y="152"/>
                        </a:cubicBezTo>
                        <a:cubicBezTo>
                          <a:pt x="1" y="182"/>
                          <a:pt x="31" y="243"/>
                          <a:pt x="61" y="243"/>
                        </a:cubicBezTo>
                        <a:cubicBezTo>
                          <a:pt x="274" y="334"/>
                          <a:pt x="487" y="365"/>
                          <a:pt x="700" y="426"/>
                        </a:cubicBezTo>
                        <a:lnTo>
                          <a:pt x="761" y="426"/>
                        </a:lnTo>
                        <a:cubicBezTo>
                          <a:pt x="943" y="395"/>
                          <a:pt x="1125" y="395"/>
                          <a:pt x="1308" y="365"/>
                        </a:cubicBezTo>
                        <a:cubicBezTo>
                          <a:pt x="1308" y="365"/>
                          <a:pt x="1338" y="334"/>
                          <a:pt x="1338" y="304"/>
                        </a:cubicBezTo>
                        <a:cubicBezTo>
                          <a:pt x="1338" y="274"/>
                          <a:pt x="1338" y="243"/>
                          <a:pt x="1308" y="213"/>
                        </a:cubicBezTo>
                        <a:cubicBezTo>
                          <a:pt x="1156" y="91"/>
                          <a:pt x="973" y="30"/>
                          <a:pt x="791" y="30"/>
                        </a:cubicBezTo>
                        <a:cubicBezTo>
                          <a:pt x="609" y="61"/>
                          <a:pt x="396" y="30"/>
                          <a:pt x="213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" name="Google Shape;572;p21">
                    <a:extLst>
                      <a:ext uri="{FF2B5EF4-FFF2-40B4-BE49-F238E27FC236}">
                        <a16:creationId xmlns:a16="http://schemas.microsoft.com/office/drawing/2014/main" id="{6D36BC3C-E1BB-38F6-4EF8-2C422632605C}"/>
                      </a:ext>
                    </a:extLst>
                  </p:cNvPr>
                  <p:cNvSpPr/>
                  <p:nvPr/>
                </p:nvSpPr>
                <p:spPr>
                  <a:xfrm>
                    <a:off x="3303950" y="3742400"/>
                    <a:ext cx="24325" cy="12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3" h="488" extrusionOk="0">
                        <a:moveTo>
                          <a:pt x="821" y="62"/>
                        </a:moveTo>
                        <a:cubicBezTo>
                          <a:pt x="699" y="31"/>
                          <a:pt x="608" y="1"/>
                          <a:pt x="517" y="1"/>
                        </a:cubicBezTo>
                        <a:cubicBezTo>
                          <a:pt x="395" y="31"/>
                          <a:pt x="274" y="31"/>
                          <a:pt x="152" y="62"/>
                        </a:cubicBezTo>
                        <a:cubicBezTo>
                          <a:pt x="91" y="62"/>
                          <a:pt x="61" y="153"/>
                          <a:pt x="31" y="214"/>
                        </a:cubicBezTo>
                        <a:cubicBezTo>
                          <a:pt x="0" y="274"/>
                          <a:pt x="61" y="366"/>
                          <a:pt x="122" y="366"/>
                        </a:cubicBezTo>
                        <a:cubicBezTo>
                          <a:pt x="152" y="396"/>
                          <a:pt x="183" y="426"/>
                          <a:pt x="243" y="426"/>
                        </a:cubicBezTo>
                        <a:cubicBezTo>
                          <a:pt x="456" y="487"/>
                          <a:pt x="730" y="426"/>
                          <a:pt x="912" y="274"/>
                        </a:cubicBezTo>
                        <a:cubicBezTo>
                          <a:pt x="973" y="244"/>
                          <a:pt x="973" y="214"/>
                          <a:pt x="912" y="153"/>
                        </a:cubicBezTo>
                        <a:cubicBezTo>
                          <a:pt x="882" y="122"/>
                          <a:pt x="851" y="92"/>
                          <a:pt x="821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" name="Google Shape;573;p21">
                    <a:extLst>
                      <a:ext uri="{FF2B5EF4-FFF2-40B4-BE49-F238E27FC236}">
                        <a16:creationId xmlns:a16="http://schemas.microsoft.com/office/drawing/2014/main" id="{A9BAE0DC-1B1A-1696-79F3-77780219F2EB}"/>
                      </a:ext>
                    </a:extLst>
                  </p:cNvPr>
                  <p:cNvSpPr/>
                  <p:nvPr/>
                </p:nvSpPr>
                <p:spPr>
                  <a:xfrm>
                    <a:off x="3230225" y="2386775"/>
                    <a:ext cx="11425" cy="25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" h="1034" extrusionOk="0">
                        <a:moveTo>
                          <a:pt x="92" y="1003"/>
                        </a:moveTo>
                        <a:cubicBezTo>
                          <a:pt x="153" y="1034"/>
                          <a:pt x="214" y="1034"/>
                          <a:pt x="274" y="1003"/>
                        </a:cubicBezTo>
                        <a:cubicBezTo>
                          <a:pt x="396" y="760"/>
                          <a:pt x="457" y="517"/>
                          <a:pt x="457" y="274"/>
                        </a:cubicBezTo>
                        <a:cubicBezTo>
                          <a:pt x="457" y="213"/>
                          <a:pt x="457" y="152"/>
                          <a:pt x="457" y="91"/>
                        </a:cubicBezTo>
                        <a:cubicBezTo>
                          <a:pt x="457" y="61"/>
                          <a:pt x="396" y="0"/>
                          <a:pt x="365" y="0"/>
                        </a:cubicBezTo>
                        <a:cubicBezTo>
                          <a:pt x="335" y="0"/>
                          <a:pt x="305" y="0"/>
                          <a:pt x="274" y="61"/>
                        </a:cubicBezTo>
                        <a:cubicBezTo>
                          <a:pt x="183" y="213"/>
                          <a:pt x="92" y="395"/>
                          <a:pt x="31" y="578"/>
                        </a:cubicBezTo>
                        <a:cubicBezTo>
                          <a:pt x="1" y="669"/>
                          <a:pt x="1" y="760"/>
                          <a:pt x="31" y="851"/>
                        </a:cubicBezTo>
                        <a:cubicBezTo>
                          <a:pt x="31" y="912"/>
                          <a:pt x="62" y="973"/>
                          <a:pt x="92" y="10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" name="Google Shape;574;p21">
                    <a:extLst>
                      <a:ext uri="{FF2B5EF4-FFF2-40B4-BE49-F238E27FC236}">
                        <a16:creationId xmlns:a16="http://schemas.microsoft.com/office/drawing/2014/main" id="{EBB9E24E-D4D0-4D87-338E-EB70006ADDC5}"/>
                      </a:ext>
                    </a:extLst>
                  </p:cNvPr>
                  <p:cNvSpPr/>
                  <p:nvPr/>
                </p:nvSpPr>
                <p:spPr>
                  <a:xfrm>
                    <a:off x="3276575" y="2922500"/>
                    <a:ext cx="16750" cy="20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821" extrusionOk="0">
                        <a:moveTo>
                          <a:pt x="335" y="30"/>
                        </a:moveTo>
                        <a:cubicBezTo>
                          <a:pt x="92" y="152"/>
                          <a:pt x="1" y="426"/>
                          <a:pt x="92" y="669"/>
                        </a:cubicBezTo>
                        <a:cubicBezTo>
                          <a:pt x="92" y="730"/>
                          <a:pt x="183" y="760"/>
                          <a:pt x="214" y="790"/>
                        </a:cubicBezTo>
                        <a:cubicBezTo>
                          <a:pt x="244" y="821"/>
                          <a:pt x="305" y="790"/>
                          <a:pt x="335" y="730"/>
                        </a:cubicBezTo>
                        <a:cubicBezTo>
                          <a:pt x="426" y="638"/>
                          <a:pt x="487" y="517"/>
                          <a:pt x="578" y="426"/>
                        </a:cubicBezTo>
                        <a:cubicBezTo>
                          <a:pt x="609" y="365"/>
                          <a:pt x="609" y="334"/>
                          <a:pt x="639" y="304"/>
                        </a:cubicBezTo>
                        <a:cubicBezTo>
                          <a:pt x="670" y="213"/>
                          <a:pt x="639" y="122"/>
                          <a:pt x="578" y="61"/>
                        </a:cubicBezTo>
                        <a:cubicBezTo>
                          <a:pt x="487" y="0"/>
                          <a:pt x="396" y="0"/>
                          <a:pt x="335" y="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" name="Google Shape;575;p21">
                    <a:extLst>
                      <a:ext uri="{FF2B5EF4-FFF2-40B4-BE49-F238E27FC236}">
                        <a16:creationId xmlns:a16="http://schemas.microsoft.com/office/drawing/2014/main" id="{82558D0A-D43A-5582-88E9-B164DD997C85}"/>
                      </a:ext>
                    </a:extLst>
                  </p:cNvPr>
                  <p:cNvSpPr/>
                  <p:nvPr/>
                </p:nvSpPr>
                <p:spPr>
                  <a:xfrm>
                    <a:off x="3406525" y="3286475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3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9" name="Google Shape;576;p21">
                    <a:extLst>
                      <a:ext uri="{FF2B5EF4-FFF2-40B4-BE49-F238E27FC236}">
                        <a16:creationId xmlns:a16="http://schemas.microsoft.com/office/drawing/2014/main" id="{8D216FD9-14AD-7608-CF84-D1AFA9105437}"/>
                      </a:ext>
                    </a:extLst>
                  </p:cNvPr>
                  <p:cNvSpPr/>
                  <p:nvPr/>
                </p:nvSpPr>
                <p:spPr>
                  <a:xfrm>
                    <a:off x="3401200" y="3274325"/>
                    <a:ext cx="23600" cy="19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4" h="761" extrusionOk="0">
                        <a:moveTo>
                          <a:pt x="609" y="760"/>
                        </a:moveTo>
                        <a:lnTo>
                          <a:pt x="882" y="760"/>
                        </a:lnTo>
                        <a:cubicBezTo>
                          <a:pt x="913" y="365"/>
                          <a:pt x="943" y="456"/>
                          <a:pt x="609" y="304"/>
                        </a:cubicBezTo>
                        <a:cubicBezTo>
                          <a:pt x="426" y="243"/>
                          <a:pt x="244" y="152"/>
                          <a:pt x="92" y="0"/>
                        </a:cubicBezTo>
                        <a:cubicBezTo>
                          <a:pt x="92" y="0"/>
                          <a:pt x="31" y="31"/>
                          <a:pt x="1" y="31"/>
                        </a:cubicBezTo>
                        <a:cubicBezTo>
                          <a:pt x="1" y="61"/>
                          <a:pt x="1" y="91"/>
                          <a:pt x="1" y="91"/>
                        </a:cubicBezTo>
                        <a:cubicBezTo>
                          <a:pt x="62" y="243"/>
                          <a:pt x="153" y="365"/>
                          <a:pt x="214" y="486"/>
                        </a:cubicBezTo>
                        <a:cubicBezTo>
                          <a:pt x="305" y="486"/>
                          <a:pt x="366" y="517"/>
                          <a:pt x="457" y="547"/>
                        </a:cubicBezTo>
                        <a:cubicBezTo>
                          <a:pt x="518" y="578"/>
                          <a:pt x="609" y="669"/>
                          <a:pt x="609" y="7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" name="Google Shape;577;p21">
                    <a:extLst>
                      <a:ext uri="{FF2B5EF4-FFF2-40B4-BE49-F238E27FC236}">
                        <a16:creationId xmlns:a16="http://schemas.microsoft.com/office/drawing/2014/main" id="{405CD080-A562-8D1D-0245-0E158D08DCE0}"/>
                      </a:ext>
                    </a:extLst>
                  </p:cNvPr>
                  <p:cNvSpPr/>
                  <p:nvPr/>
                </p:nvSpPr>
                <p:spPr>
                  <a:xfrm>
                    <a:off x="3416400" y="329332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0"/>
                        </a:move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1" name="Google Shape;578;p21">
                    <a:extLst>
                      <a:ext uri="{FF2B5EF4-FFF2-40B4-BE49-F238E27FC236}">
                        <a16:creationId xmlns:a16="http://schemas.microsoft.com/office/drawing/2014/main" id="{5F307F90-5BBF-1CFB-D122-0A2193F49BB0}"/>
                      </a:ext>
                    </a:extLst>
                  </p:cNvPr>
                  <p:cNvSpPr/>
                  <p:nvPr/>
                </p:nvSpPr>
                <p:spPr>
                  <a:xfrm>
                    <a:off x="4047125" y="2628400"/>
                    <a:ext cx="15225" cy="16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670" extrusionOk="0">
                        <a:moveTo>
                          <a:pt x="91" y="123"/>
                        </a:moveTo>
                        <a:cubicBezTo>
                          <a:pt x="61" y="183"/>
                          <a:pt x="31" y="244"/>
                          <a:pt x="31" y="305"/>
                        </a:cubicBezTo>
                        <a:cubicBezTo>
                          <a:pt x="0" y="426"/>
                          <a:pt x="61" y="548"/>
                          <a:pt x="152" y="609"/>
                        </a:cubicBezTo>
                        <a:cubicBezTo>
                          <a:pt x="274" y="670"/>
                          <a:pt x="426" y="670"/>
                          <a:pt x="517" y="609"/>
                        </a:cubicBezTo>
                        <a:cubicBezTo>
                          <a:pt x="547" y="578"/>
                          <a:pt x="547" y="548"/>
                          <a:pt x="578" y="548"/>
                        </a:cubicBezTo>
                        <a:cubicBezTo>
                          <a:pt x="578" y="518"/>
                          <a:pt x="608" y="487"/>
                          <a:pt x="578" y="487"/>
                        </a:cubicBezTo>
                        <a:cubicBezTo>
                          <a:pt x="517" y="366"/>
                          <a:pt x="456" y="244"/>
                          <a:pt x="395" y="92"/>
                        </a:cubicBezTo>
                        <a:cubicBezTo>
                          <a:pt x="304" y="1"/>
                          <a:pt x="152" y="1"/>
                          <a:pt x="91" y="12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2" name="Google Shape;579;p21">
                    <a:extLst>
                      <a:ext uri="{FF2B5EF4-FFF2-40B4-BE49-F238E27FC236}">
                        <a16:creationId xmlns:a16="http://schemas.microsoft.com/office/drawing/2014/main" id="{93A828E9-9C76-1441-C133-A6A1295D761E}"/>
                      </a:ext>
                    </a:extLst>
                  </p:cNvPr>
                  <p:cNvSpPr/>
                  <p:nvPr/>
                </p:nvSpPr>
                <p:spPr>
                  <a:xfrm>
                    <a:off x="3352575" y="2306225"/>
                    <a:ext cx="15975" cy="16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9" h="669" extrusionOk="0">
                        <a:moveTo>
                          <a:pt x="213" y="639"/>
                        </a:moveTo>
                        <a:cubicBezTo>
                          <a:pt x="274" y="669"/>
                          <a:pt x="365" y="669"/>
                          <a:pt x="396" y="639"/>
                        </a:cubicBezTo>
                        <a:cubicBezTo>
                          <a:pt x="517" y="517"/>
                          <a:pt x="608" y="395"/>
                          <a:pt x="639" y="243"/>
                        </a:cubicBezTo>
                        <a:cubicBezTo>
                          <a:pt x="639" y="213"/>
                          <a:pt x="639" y="152"/>
                          <a:pt x="608" y="122"/>
                        </a:cubicBezTo>
                        <a:cubicBezTo>
                          <a:pt x="548" y="61"/>
                          <a:pt x="456" y="0"/>
                          <a:pt x="365" y="0"/>
                        </a:cubicBezTo>
                        <a:cubicBezTo>
                          <a:pt x="183" y="61"/>
                          <a:pt x="0" y="243"/>
                          <a:pt x="122" y="456"/>
                        </a:cubicBezTo>
                        <a:cubicBezTo>
                          <a:pt x="183" y="517"/>
                          <a:pt x="213" y="578"/>
                          <a:pt x="213" y="6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3" name="Google Shape;580;p21">
                    <a:extLst>
                      <a:ext uri="{FF2B5EF4-FFF2-40B4-BE49-F238E27FC236}">
                        <a16:creationId xmlns:a16="http://schemas.microsoft.com/office/drawing/2014/main" id="{E0669B34-7385-ABD5-B815-A5219CA381A2}"/>
                      </a:ext>
                    </a:extLst>
                  </p:cNvPr>
                  <p:cNvSpPr/>
                  <p:nvPr/>
                </p:nvSpPr>
                <p:spPr>
                  <a:xfrm>
                    <a:off x="3363200" y="2438450"/>
                    <a:ext cx="14475" cy="15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608" extrusionOk="0">
                        <a:moveTo>
                          <a:pt x="1" y="486"/>
                        </a:moveTo>
                        <a:cubicBezTo>
                          <a:pt x="1" y="486"/>
                          <a:pt x="1" y="517"/>
                          <a:pt x="31" y="547"/>
                        </a:cubicBezTo>
                        <a:cubicBezTo>
                          <a:pt x="123" y="608"/>
                          <a:pt x="244" y="608"/>
                          <a:pt x="366" y="547"/>
                        </a:cubicBezTo>
                        <a:cubicBezTo>
                          <a:pt x="457" y="517"/>
                          <a:pt x="518" y="426"/>
                          <a:pt x="548" y="334"/>
                        </a:cubicBezTo>
                        <a:cubicBezTo>
                          <a:pt x="579" y="152"/>
                          <a:pt x="427" y="30"/>
                          <a:pt x="275" y="0"/>
                        </a:cubicBezTo>
                        <a:cubicBezTo>
                          <a:pt x="214" y="30"/>
                          <a:pt x="183" y="30"/>
                          <a:pt x="153" y="61"/>
                        </a:cubicBezTo>
                        <a:cubicBezTo>
                          <a:pt x="62" y="182"/>
                          <a:pt x="1" y="334"/>
                          <a:pt x="1" y="48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4" name="Google Shape;581;p21">
                    <a:extLst>
                      <a:ext uri="{FF2B5EF4-FFF2-40B4-BE49-F238E27FC236}">
                        <a16:creationId xmlns:a16="http://schemas.microsoft.com/office/drawing/2014/main" id="{410FF885-2CF3-4636-3EB3-4485FC8FF6B0}"/>
                      </a:ext>
                    </a:extLst>
                  </p:cNvPr>
                  <p:cNvSpPr/>
                  <p:nvPr/>
                </p:nvSpPr>
                <p:spPr>
                  <a:xfrm>
                    <a:off x="3267475" y="2388275"/>
                    <a:ext cx="14450" cy="12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8" h="518" extrusionOk="0">
                        <a:moveTo>
                          <a:pt x="31" y="274"/>
                        </a:moveTo>
                        <a:cubicBezTo>
                          <a:pt x="91" y="426"/>
                          <a:pt x="213" y="518"/>
                          <a:pt x="395" y="518"/>
                        </a:cubicBezTo>
                        <a:cubicBezTo>
                          <a:pt x="486" y="518"/>
                          <a:pt x="578" y="426"/>
                          <a:pt x="578" y="305"/>
                        </a:cubicBezTo>
                        <a:cubicBezTo>
                          <a:pt x="547" y="153"/>
                          <a:pt x="426" y="1"/>
                          <a:pt x="243" y="1"/>
                        </a:cubicBezTo>
                        <a:cubicBezTo>
                          <a:pt x="91" y="1"/>
                          <a:pt x="0" y="123"/>
                          <a:pt x="31" y="2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5" name="Google Shape;582;p21">
                    <a:extLst>
                      <a:ext uri="{FF2B5EF4-FFF2-40B4-BE49-F238E27FC236}">
                        <a16:creationId xmlns:a16="http://schemas.microsoft.com/office/drawing/2014/main" id="{D4BD595F-2375-728B-72C9-30B1FD8F50BC}"/>
                      </a:ext>
                    </a:extLst>
                  </p:cNvPr>
                  <p:cNvSpPr/>
                  <p:nvPr/>
                </p:nvSpPr>
                <p:spPr>
                  <a:xfrm>
                    <a:off x="3154250" y="2344200"/>
                    <a:ext cx="52450" cy="41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8" h="1643" extrusionOk="0">
                        <a:moveTo>
                          <a:pt x="335" y="639"/>
                        </a:moveTo>
                        <a:lnTo>
                          <a:pt x="335" y="639"/>
                        </a:lnTo>
                        <a:lnTo>
                          <a:pt x="365" y="639"/>
                        </a:lnTo>
                        <a:cubicBezTo>
                          <a:pt x="335" y="700"/>
                          <a:pt x="304" y="791"/>
                          <a:pt x="274" y="882"/>
                        </a:cubicBezTo>
                        <a:cubicBezTo>
                          <a:pt x="213" y="974"/>
                          <a:pt x="243" y="1095"/>
                          <a:pt x="304" y="1217"/>
                        </a:cubicBezTo>
                        <a:cubicBezTo>
                          <a:pt x="365" y="1308"/>
                          <a:pt x="426" y="1399"/>
                          <a:pt x="487" y="1490"/>
                        </a:cubicBezTo>
                        <a:cubicBezTo>
                          <a:pt x="547" y="1551"/>
                          <a:pt x="638" y="1582"/>
                          <a:pt x="730" y="1612"/>
                        </a:cubicBezTo>
                        <a:cubicBezTo>
                          <a:pt x="821" y="1612"/>
                          <a:pt x="912" y="1612"/>
                          <a:pt x="1003" y="1642"/>
                        </a:cubicBezTo>
                        <a:cubicBezTo>
                          <a:pt x="1155" y="1642"/>
                          <a:pt x="1307" y="1582"/>
                          <a:pt x="1429" y="1460"/>
                        </a:cubicBezTo>
                        <a:cubicBezTo>
                          <a:pt x="1520" y="1369"/>
                          <a:pt x="1581" y="1247"/>
                          <a:pt x="1611" y="1095"/>
                        </a:cubicBezTo>
                        <a:cubicBezTo>
                          <a:pt x="1611" y="1004"/>
                          <a:pt x="1702" y="943"/>
                          <a:pt x="1794" y="913"/>
                        </a:cubicBezTo>
                        <a:cubicBezTo>
                          <a:pt x="1854" y="882"/>
                          <a:pt x="1976" y="791"/>
                          <a:pt x="2067" y="730"/>
                        </a:cubicBezTo>
                        <a:cubicBezTo>
                          <a:pt x="2097" y="700"/>
                          <a:pt x="2097" y="639"/>
                          <a:pt x="2067" y="609"/>
                        </a:cubicBezTo>
                        <a:cubicBezTo>
                          <a:pt x="2037" y="578"/>
                          <a:pt x="2006" y="548"/>
                          <a:pt x="1976" y="518"/>
                        </a:cubicBezTo>
                        <a:cubicBezTo>
                          <a:pt x="1702" y="427"/>
                          <a:pt x="1398" y="366"/>
                          <a:pt x="1125" y="335"/>
                        </a:cubicBezTo>
                        <a:cubicBezTo>
                          <a:pt x="882" y="335"/>
                          <a:pt x="669" y="366"/>
                          <a:pt x="456" y="487"/>
                        </a:cubicBezTo>
                        <a:lnTo>
                          <a:pt x="456" y="487"/>
                        </a:lnTo>
                        <a:lnTo>
                          <a:pt x="456" y="487"/>
                        </a:lnTo>
                        <a:cubicBezTo>
                          <a:pt x="456" y="366"/>
                          <a:pt x="456" y="244"/>
                          <a:pt x="426" y="123"/>
                        </a:cubicBezTo>
                        <a:cubicBezTo>
                          <a:pt x="426" y="62"/>
                          <a:pt x="304" y="1"/>
                          <a:pt x="243" y="1"/>
                        </a:cubicBezTo>
                        <a:cubicBezTo>
                          <a:pt x="152" y="31"/>
                          <a:pt x="61" y="92"/>
                          <a:pt x="31" y="183"/>
                        </a:cubicBezTo>
                        <a:cubicBezTo>
                          <a:pt x="0" y="275"/>
                          <a:pt x="0" y="396"/>
                          <a:pt x="61" y="487"/>
                        </a:cubicBezTo>
                        <a:cubicBezTo>
                          <a:pt x="122" y="578"/>
                          <a:pt x="213" y="639"/>
                          <a:pt x="335" y="6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6" name="Google Shape;583;p21">
                    <a:extLst>
                      <a:ext uri="{FF2B5EF4-FFF2-40B4-BE49-F238E27FC236}">
                        <a16:creationId xmlns:a16="http://schemas.microsoft.com/office/drawing/2014/main" id="{2BC97336-0CAF-A75D-5E03-B4F20CF10B7C}"/>
                      </a:ext>
                    </a:extLst>
                  </p:cNvPr>
                  <p:cNvSpPr/>
                  <p:nvPr/>
                </p:nvSpPr>
                <p:spPr>
                  <a:xfrm>
                    <a:off x="3241625" y="3064575"/>
                    <a:ext cx="15225" cy="13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549" extrusionOk="0">
                        <a:moveTo>
                          <a:pt x="183" y="518"/>
                        </a:moveTo>
                        <a:cubicBezTo>
                          <a:pt x="335" y="487"/>
                          <a:pt x="487" y="396"/>
                          <a:pt x="578" y="275"/>
                        </a:cubicBezTo>
                        <a:cubicBezTo>
                          <a:pt x="609" y="153"/>
                          <a:pt x="487" y="1"/>
                          <a:pt x="365" y="31"/>
                        </a:cubicBezTo>
                        <a:cubicBezTo>
                          <a:pt x="274" y="31"/>
                          <a:pt x="183" y="62"/>
                          <a:pt x="92" y="92"/>
                        </a:cubicBezTo>
                        <a:cubicBezTo>
                          <a:pt x="31" y="123"/>
                          <a:pt x="1" y="214"/>
                          <a:pt x="1" y="305"/>
                        </a:cubicBezTo>
                        <a:cubicBezTo>
                          <a:pt x="1" y="335"/>
                          <a:pt x="1" y="366"/>
                          <a:pt x="1" y="396"/>
                        </a:cubicBezTo>
                        <a:cubicBezTo>
                          <a:pt x="31" y="487"/>
                          <a:pt x="92" y="548"/>
                          <a:pt x="183" y="5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7" name="Google Shape;584;p21">
                    <a:extLst>
                      <a:ext uri="{FF2B5EF4-FFF2-40B4-BE49-F238E27FC236}">
                        <a16:creationId xmlns:a16="http://schemas.microsoft.com/office/drawing/2014/main" id="{F91EF04E-8B9F-950F-FFCB-69090E01F14C}"/>
                      </a:ext>
                    </a:extLst>
                  </p:cNvPr>
                  <p:cNvSpPr/>
                  <p:nvPr/>
                </p:nvSpPr>
                <p:spPr>
                  <a:xfrm>
                    <a:off x="3212750" y="2541025"/>
                    <a:ext cx="21300" cy="9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2" h="366" extrusionOk="0">
                        <a:moveTo>
                          <a:pt x="578" y="304"/>
                        </a:moveTo>
                        <a:cubicBezTo>
                          <a:pt x="669" y="304"/>
                          <a:pt x="730" y="244"/>
                          <a:pt x="791" y="183"/>
                        </a:cubicBezTo>
                        <a:cubicBezTo>
                          <a:pt x="821" y="183"/>
                          <a:pt x="821" y="122"/>
                          <a:pt x="852" y="92"/>
                        </a:cubicBezTo>
                        <a:cubicBezTo>
                          <a:pt x="852" y="31"/>
                          <a:pt x="821" y="31"/>
                          <a:pt x="791" y="31"/>
                        </a:cubicBezTo>
                        <a:cubicBezTo>
                          <a:pt x="609" y="0"/>
                          <a:pt x="426" y="0"/>
                          <a:pt x="244" y="31"/>
                        </a:cubicBezTo>
                        <a:cubicBezTo>
                          <a:pt x="92" y="31"/>
                          <a:pt x="31" y="152"/>
                          <a:pt x="1" y="274"/>
                        </a:cubicBezTo>
                        <a:cubicBezTo>
                          <a:pt x="183" y="335"/>
                          <a:pt x="365" y="365"/>
                          <a:pt x="578" y="30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8" name="Google Shape;585;p21">
                    <a:extLst>
                      <a:ext uri="{FF2B5EF4-FFF2-40B4-BE49-F238E27FC236}">
                        <a16:creationId xmlns:a16="http://schemas.microsoft.com/office/drawing/2014/main" id="{9C8603D6-0C8C-7B63-4113-80CBA6FE5EE7}"/>
                      </a:ext>
                    </a:extLst>
                  </p:cNvPr>
                  <p:cNvSpPr/>
                  <p:nvPr/>
                </p:nvSpPr>
                <p:spPr>
                  <a:xfrm>
                    <a:off x="3183875" y="2477200"/>
                    <a:ext cx="12950" cy="12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" h="517" extrusionOk="0">
                        <a:moveTo>
                          <a:pt x="183" y="487"/>
                        </a:moveTo>
                        <a:cubicBezTo>
                          <a:pt x="274" y="517"/>
                          <a:pt x="396" y="456"/>
                          <a:pt x="457" y="365"/>
                        </a:cubicBezTo>
                        <a:cubicBezTo>
                          <a:pt x="517" y="274"/>
                          <a:pt x="517" y="152"/>
                          <a:pt x="457" y="61"/>
                        </a:cubicBezTo>
                        <a:cubicBezTo>
                          <a:pt x="426" y="0"/>
                          <a:pt x="396" y="0"/>
                          <a:pt x="335" y="0"/>
                        </a:cubicBezTo>
                        <a:cubicBezTo>
                          <a:pt x="183" y="31"/>
                          <a:pt x="92" y="152"/>
                          <a:pt x="31" y="304"/>
                        </a:cubicBezTo>
                        <a:cubicBezTo>
                          <a:pt x="1" y="365"/>
                          <a:pt x="92" y="487"/>
                          <a:pt x="183" y="4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9" name="Google Shape;586;p21">
                    <a:extLst>
                      <a:ext uri="{FF2B5EF4-FFF2-40B4-BE49-F238E27FC236}">
                        <a16:creationId xmlns:a16="http://schemas.microsoft.com/office/drawing/2014/main" id="{A10D81B6-ADE9-667F-A27A-0EA265993BFE}"/>
                      </a:ext>
                    </a:extLst>
                  </p:cNvPr>
                  <p:cNvSpPr/>
                  <p:nvPr/>
                </p:nvSpPr>
                <p:spPr>
                  <a:xfrm>
                    <a:off x="4332825" y="2511400"/>
                    <a:ext cx="12950" cy="20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" h="821" extrusionOk="0">
                        <a:moveTo>
                          <a:pt x="62" y="0"/>
                        </a:moveTo>
                        <a:cubicBezTo>
                          <a:pt x="62" y="30"/>
                          <a:pt x="1" y="91"/>
                          <a:pt x="1" y="122"/>
                        </a:cubicBezTo>
                        <a:cubicBezTo>
                          <a:pt x="31" y="395"/>
                          <a:pt x="214" y="669"/>
                          <a:pt x="457" y="821"/>
                        </a:cubicBezTo>
                        <a:cubicBezTo>
                          <a:pt x="457" y="821"/>
                          <a:pt x="487" y="790"/>
                          <a:pt x="518" y="790"/>
                        </a:cubicBezTo>
                        <a:cubicBezTo>
                          <a:pt x="518" y="760"/>
                          <a:pt x="518" y="730"/>
                          <a:pt x="518" y="730"/>
                        </a:cubicBezTo>
                        <a:cubicBezTo>
                          <a:pt x="396" y="486"/>
                          <a:pt x="274" y="243"/>
                          <a:pt x="122" y="30"/>
                        </a:cubicBezTo>
                        <a:cubicBezTo>
                          <a:pt x="122" y="30"/>
                          <a:pt x="92" y="0"/>
                          <a:pt x="62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0" name="Google Shape;587;p21">
                    <a:extLst>
                      <a:ext uri="{FF2B5EF4-FFF2-40B4-BE49-F238E27FC236}">
                        <a16:creationId xmlns:a16="http://schemas.microsoft.com/office/drawing/2014/main" id="{13DE9CF9-1867-8FF3-6352-27CD5EEF245B}"/>
                      </a:ext>
                    </a:extLst>
                  </p:cNvPr>
                  <p:cNvSpPr/>
                  <p:nvPr/>
                </p:nvSpPr>
                <p:spPr>
                  <a:xfrm>
                    <a:off x="3310025" y="2898175"/>
                    <a:ext cx="12950" cy="12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" h="487" extrusionOk="0">
                        <a:moveTo>
                          <a:pt x="91" y="61"/>
                        </a:moveTo>
                        <a:cubicBezTo>
                          <a:pt x="0" y="122"/>
                          <a:pt x="31" y="244"/>
                          <a:pt x="122" y="365"/>
                        </a:cubicBezTo>
                        <a:cubicBezTo>
                          <a:pt x="122" y="395"/>
                          <a:pt x="152" y="426"/>
                          <a:pt x="213" y="456"/>
                        </a:cubicBezTo>
                        <a:cubicBezTo>
                          <a:pt x="243" y="487"/>
                          <a:pt x="335" y="487"/>
                          <a:pt x="395" y="456"/>
                        </a:cubicBezTo>
                        <a:cubicBezTo>
                          <a:pt x="426" y="426"/>
                          <a:pt x="456" y="365"/>
                          <a:pt x="517" y="335"/>
                        </a:cubicBezTo>
                        <a:cubicBezTo>
                          <a:pt x="517" y="244"/>
                          <a:pt x="456" y="152"/>
                          <a:pt x="395" y="92"/>
                        </a:cubicBezTo>
                        <a:cubicBezTo>
                          <a:pt x="274" y="61"/>
                          <a:pt x="183" y="0"/>
                          <a:pt x="91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1" name="Google Shape;588;p21">
                    <a:extLst>
                      <a:ext uri="{FF2B5EF4-FFF2-40B4-BE49-F238E27FC236}">
                        <a16:creationId xmlns:a16="http://schemas.microsoft.com/office/drawing/2014/main" id="{1F6F9402-EF7D-FE70-FCF0-0E6EF8BACC20}"/>
                      </a:ext>
                    </a:extLst>
                  </p:cNvPr>
                  <p:cNvSpPr/>
                  <p:nvPr/>
                </p:nvSpPr>
                <p:spPr>
                  <a:xfrm>
                    <a:off x="3199075" y="3132975"/>
                    <a:ext cx="14475" cy="10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427" extrusionOk="0">
                        <a:moveTo>
                          <a:pt x="152" y="61"/>
                        </a:moveTo>
                        <a:cubicBezTo>
                          <a:pt x="92" y="92"/>
                          <a:pt x="31" y="153"/>
                          <a:pt x="31" y="213"/>
                        </a:cubicBezTo>
                        <a:cubicBezTo>
                          <a:pt x="1" y="244"/>
                          <a:pt x="31" y="305"/>
                          <a:pt x="61" y="335"/>
                        </a:cubicBezTo>
                        <a:cubicBezTo>
                          <a:pt x="152" y="365"/>
                          <a:pt x="244" y="396"/>
                          <a:pt x="335" y="426"/>
                        </a:cubicBezTo>
                        <a:cubicBezTo>
                          <a:pt x="365" y="426"/>
                          <a:pt x="396" y="426"/>
                          <a:pt x="426" y="426"/>
                        </a:cubicBezTo>
                        <a:cubicBezTo>
                          <a:pt x="487" y="396"/>
                          <a:pt x="517" y="396"/>
                          <a:pt x="548" y="365"/>
                        </a:cubicBezTo>
                        <a:cubicBezTo>
                          <a:pt x="578" y="335"/>
                          <a:pt x="578" y="244"/>
                          <a:pt x="548" y="183"/>
                        </a:cubicBezTo>
                        <a:cubicBezTo>
                          <a:pt x="456" y="61"/>
                          <a:pt x="274" y="1"/>
                          <a:pt x="152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2" name="Google Shape;589;p21">
                    <a:extLst>
                      <a:ext uri="{FF2B5EF4-FFF2-40B4-BE49-F238E27FC236}">
                        <a16:creationId xmlns:a16="http://schemas.microsoft.com/office/drawing/2014/main" id="{0CF8132D-B08C-EC65-E6FC-997D1FD23187}"/>
                      </a:ext>
                    </a:extLst>
                  </p:cNvPr>
                  <p:cNvSpPr/>
                  <p:nvPr/>
                </p:nvSpPr>
                <p:spPr>
                  <a:xfrm>
                    <a:off x="2339625" y="2863225"/>
                    <a:ext cx="15225" cy="11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457" extrusionOk="0">
                        <a:moveTo>
                          <a:pt x="305" y="61"/>
                        </a:moveTo>
                        <a:cubicBezTo>
                          <a:pt x="183" y="183"/>
                          <a:pt x="62" y="243"/>
                          <a:pt x="1" y="426"/>
                        </a:cubicBezTo>
                        <a:cubicBezTo>
                          <a:pt x="153" y="456"/>
                          <a:pt x="305" y="456"/>
                          <a:pt x="457" y="426"/>
                        </a:cubicBezTo>
                        <a:cubicBezTo>
                          <a:pt x="518" y="395"/>
                          <a:pt x="548" y="365"/>
                          <a:pt x="578" y="335"/>
                        </a:cubicBezTo>
                        <a:cubicBezTo>
                          <a:pt x="609" y="304"/>
                          <a:pt x="578" y="152"/>
                          <a:pt x="548" y="91"/>
                        </a:cubicBezTo>
                        <a:cubicBezTo>
                          <a:pt x="487" y="31"/>
                          <a:pt x="366" y="0"/>
                          <a:pt x="305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3" name="Google Shape;590;p21">
                    <a:extLst>
                      <a:ext uri="{FF2B5EF4-FFF2-40B4-BE49-F238E27FC236}">
                        <a16:creationId xmlns:a16="http://schemas.microsoft.com/office/drawing/2014/main" id="{C4B63528-27AA-6831-067D-4F8B3CC28BDA}"/>
                      </a:ext>
                    </a:extLst>
                  </p:cNvPr>
                  <p:cNvSpPr/>
                  <p:nvPr/>
                </p:nvSpPr>
                <p:spPr>
                  <a:xfrm>
                    <a:off x="2306200" y="2874625"/>
                    <a:ext cx="41050" cy="32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2" h="1308" extrusionOk="0">
                        <a:moveTo>
                          <a:pt x="1338" y="0"/>
                        </a:moveTo>
                        <a:cubicBezTo>
                          <a:pt x="1247" y="61"/>
                          <a:pt x="1156" y="91"/>
                          <a:pt x="1034" y="91"/>
                        </a:cubicBezTo>
                        <a:cubicBezTo>
                          <a:pt x="912" y="30"/>
                          <a:pt x="791" y="91"/>
                          <a:pt x="760" y="213"/>
                        </a:cubicBezTo>
                        <a:cubicBezTo>
                          <a:pt x="760" y="243"/>
                          <a:pt x="700" y="274"/>
                          <a:pt x="669" y="274"/>
                        </a:cubicBezTo>
                        <a:cubicBezTo>
                          <a:pt x="639" y="304"/>
                          <a:pt x="639" y="274"/>
                          <a:pt x="608" y="274"/>
                        </a:cubicBezTo>
                        <a:cubicBezTo>
                          <a:pt x="122" y="365"/>
                          <a:pt x="31" y="486"/>
                          <a:pt x="1" y="942"/>
                        </a:cubicBezTo>
                        <a:cubicBezTo>
                          <a:pt x="31" y="1003"/>
                          <a:pt x="61" y="1064"/>
                          <a:pt x="92" y="1094"/>
                        </a:cubicBezTo>
                        <a:cubicBezTo>
                          <a:pt x="153" y="1155"/>
                          <a:pt x="153" y="1216"/>
                          <a:pt x="213" y="1277"/>
                        </a:cubicBezTo>
                        <a:cubicBezTo>
                          <a:pt x="244" y="1307"/>
                          <a:pt x="274" y="1307"/>
                          <a:pt x="335" y="1307"/>
                        </a:cubicBezTo>
                        <a:cubicBezTo>
                          <a:pt x="548" y="1064"/>
                          <a:pt x="821" y="912"/>
                          <a:pt x="1125" y="790"/>
                        </a:cubicBezTo>
                        <a:cubicBezTo>
                          <a:pt x="1247" y="760"/>
                          <a:pt x="1338" y="608"/>
                          <a:pt x="1490" y="547"/>
                        </a:cubicBezTo>
                        <a:cubicBezTo>
                          <a:pt x="1642" y="486"/>
                          <a:pt x="1612" y="365"/>
                          <a:pt x="1612" y="243"/>
                        </a:cubicBezTo>
                        <a:cubicBezTo>
                          <a:pt x="1581" y="122"/>
                          <a:pt x="1551" y="152"/>
                          <a:pt x="1490" y="91"/>
                        </a:cubicBezTo>
                        <a:cubicBezTo>
                          <a:pt x="1429" y="61"/>
                          <a:pt x="1399" y="30"/>
                          <a:pt x="1368" y="0"/>
                        </a:cubicBezTo>
                        <a:lnTo>
                          <a:pt x="1368" y="0"/>
                        </a:lnTo>
                        <a:lnTo>
                          <a:pt x="1338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4" name="Google Shape;591;p21">
                    <a:extLst>
                      <a:ext uri="{FF2B5EF4-FFF2-40B4-BE49-F238E27FC236}">
                        <a16:creationId xmlns:a16="http://schemas.microsoft.com/office/drawing/2014/main" id="{B3258EBD-17F7-2BE3-2CE9-E6760729508D}"/>
                      </a:ext>
                    </a:extLst>
                  </p:cNvPr>
                  <p:cNvSpPr/>
                  <p:nvPr/>
                </p:nvSpPr>
                <p:spPr>
                  <a:xfrm>
                    <a:off x="3377650" y="3856400"/>
                    <a:ext cx="10675" cy="11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7" h="457" extrusionOk="0">
                        <a:moveTo>
                          <a:pt x="31" y="274"/>
                        </a:moveTo>
                        <a:cubicBezTo>
                          <a:pt x="1" y="365"/>
                          <a:pt x="92" y="456"/>
                          <a:pt x="183" y="456"/>
                        </a:cubicBezTo>
                        <a:cubicBezTo>
                          <a:pt x="304" y="456"/>
                          <a:pt x="396" y="365"/>
                          <a:pt x="426" y="243"/>
                        </a:cubicBezTo>
                        <a:cubicBezTo>
                          <a:pt x="426" y="122"/>
                          <a:pt x="365" y="31"/>
                          <a:pt x="244" y="0"/>
                        </a:cubicBezTo>
                        <a:cubicBezTo>
                          <a:pt x="152" y="0"/>
                          <a:pt x="61" y="61"/>
                          <a:pt x="31" y="152"/>
                        </a:cubicBezTo>
                        <a:cubicBezTo>
                          <a:pt x="31" y="183"/>
                          <a:pt x="31" y="243"/>
                          <a:pt x="31" y="2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5" name="Google Shape;592;p21">
                    <a:extLst>
                      <a:ext uri="{FF2B5EF4-FFF2-40B4-BE49-F238E27FC236}">
                        <a16:creationId xmlns:a16="http://schemas.microsoft.com/office/drawing/2014/main" id="{F7A4AB1F-97BF-AC63-7DE2-74C2047B176C}"/>
                      </a:ext>
                    </a:extLst>
                  </p:cNvPr>
                  <p:cNvSpPr/>
                  <p:nvPr/>
                </p:nvSpPr>
                <p:spPr>
                  <a:xfrm>
                    <a:off x="4750775" y="2364725"/>
                    <a:ext cx="13700" cy="12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8" h="487" extrusionOk="0">
                        <a:moveTo>
                          <a:pt x="396" y="457"/>
                        </a:moveTo>
                        <a:cubicBezTo>
                          <a:pt x="426" y="396"/>
                          <a:pt x="456" y="335"/>
                          <a:pt x="487" y="305"/>
                        </a:cubicBezTo>
                        <a:cubicBezTo>
                          <a:pt x="548" y="183"/>
                          <a:pt x="456" y="61"/>
                          <a:pt x="365" y="31"/>
                        </a:cubicBezTo>
                        <a:cubicBezTo>
                          <a:pt x="274" y="1"/>
                          <a:pt x="183" y="31"/>
                          <a:pt x="92" y="92"/>
                        </a:cubicBezTo>
                        <a:cubicBezTo>
                          <a:pt x="1" y="153"/>
                          <a:pt x="1" y="274"/>
                          <a:pt x="92" y="365"/>
                        </a:cubicBezTo>
                        <a:cubicBezTo>
                          <a:pt x="153" y="457"/>
                          <a:pt x="274" y="487"/>
                          <a:pt x="396" y="4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6" name="Google Shape;593;p21">
                    <a:extLst>
                      <a:ext uri="{FF2B5EF4-FFF2-40B4-BE49-F238E27FC236}">
                        <a16:creationId xmlns:a16="http://schemas.microsoft.com/office/drawing/2014/main" id="{555055F4-0C5B-F188-1E04-DD182BCFA0C7}"/>
                      </a:ext>
                    </a:extLst>
                  </p:cNvPr>
                  <p:cNvSpPr/>
                  <p:nvPr/>
                </p:nvSpPr>
                <p:spPr>
                  <a:xfrm>
                    <a:off x="4985575" y="3838150"/>
                    <a:ext cx="13700" cy="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8" h="336" extrusionOk="0">
                        <a:moveTo>
                          <a:pt x="305" y="31"/>
                        </a:moveTo>
                        <a:cubicBezTo>
                          <a:pt x="244" y="1"/>
                          <a:pt x="214" y="1"/>
                          <a:pt x="153" y="31"/>
                        </a:cubicBezTo>
                        <a:cubicBezTo>
                          <a:pt x="122" y="61"/>
                          <a:pt x="62" y="92"/>
                          <a:pt x="31" y="122"/>
                        </a:cubicBezTo>
                        <a:cubicBezTo>
                          <a:pt x="1" y="183"/>
                          <a:pt x="92" y="305"/>
                          <a:pt x="183" y="305"/>
                        </a:cubicBezTo>
                        <a:cubicBezTo>
                          <a:pt x="305" y="335"/>
                          <a:pt x="426" y="274"/>
                          <a:pt x="518" y="183"/>
                        </a:cubicBezTo>
                        <a:cubicBezTo>
                          <a:pt x="548" y="122"/>
                          <a:pt x="518" y="92"/>
                          <a:pt x="487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7" name="Google Shape;594;p21">
                    <a:extLst>
                      <a:ext uri="{FF2B5EF4-FFF2-40B4-BE49-F238E27FC236}">
                        <a16:creationId xmlns:a16="http://schemas.microsoft.com/office/drawing/2014/main" id="{9D124179-3624-AAA8-CBB1-FC4934171526}"/>
                      </a:ext>
                    </a:extLst>
                  </p:cNvPr>
                  <p:cNvSpPr/>
                  <p:nvPr/>
                </p:nvSpPr>
                <p:spPr>
                  <a:xfrm>
                    <a:off x="3356375" y="2741625"/>
                    <a:ext cx="15225" cy="12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518" extrusionOk="0">
                        <a:moveTo>
                          <a:pt x="456" y="31"/>
                        </a:moveTo>
                        <a:cubicBezTo>
                          <a:pt x="426" y="62"/>
                          <a:pt x="365" y="92"/>
                          <a:pt x="335" y="122"/>
                        </a:cubicBezTo>
                        <a:cubicBezTo>
                          <a:pt x="244" y="183"/>
                          <a:pt x="61" y="183"/>
                          <a:pt x="0" y="335"/>
                        </a:cubicBezTo>
                        <a:cubicBezTo>
                          <a:pt x="0" y="366"/>
                          <a:pt x="0" y="396"/>
                          <a:pt x="0" y="457"/>
                        </a:cubicBezTo>
                        <a:cubicBezTo>
                          <a:pt x="0" y="457"/>
                          <a:pt x="31" y="487"/>
                          <a:pt x="61" y="487"/>
                        </a:cubicBezTo>
                        <a:cubicBezTo>
                          <a:pt x="122" y="487"/>
                          <a:pt x="183" y="518"/>
                          <a:pt x="244" y="487"/>
                        </a:cubicBezTo>
                        <a:cubicBezTo>
                          <a:pt x="365" y="396"/>
                          <a:pt x="456" y="335"/>
                          <a:pt x="548" y="244"/>
                        </a:cubicBezTo>
                        <a:cubicBezTo>
                          <a:pt x="608" y="183"/>
                          <a:pt x="608" y="122"/>
                          <a:pt x="578" y="62"/>
                        </a:cubicBezTo>
                        <a:cubicBezTo>
                          <a:pt x="548" y="31"/>
                          <a:pt x="487" y="1"/>
                          <a:pt x="456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8" name="Google Shape;595;p21">
                    <a:extLst>
                      <a:ext uri="{FF2B5EF4-FFF2-40B4-BE49-F238E27FC236}">
                        <a16:creationId xmlns:a16="http://schemas.microsoft.com/office/drawing/2014/main" id="{BB8D1E93-8FE0-B2ED-0FEB-1ACD74EDCE0D}"/>
                      </a:ext>
                    </a:extLst>
                  </p:cNvPr>
                  <p:cNvSpPr/>
                  <p:nvPr/>
                </p:nvSpPr>
                <p:spPr>
                  <a:xfrm>
                    <a:off x="3398175" y="2784200"/>
                    <a:ext cx="12175" cy="9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7" h="396" extrusionOk="0">
                        <a:moveTo>
                          <a:pt x="395" y="365"/>
                        </a:moveTo>
                        <a:cubicBezTo>
                          <a:pt x="426" y="365"/>
                          <a:pt x="456" y="304"/>
                          <a:pt x="487" y="274"/>
                        </a:cubicBezTo>
                        <a:cubicBezTo>
                          <a:pt x="487" y="213"/>
                          <a:pt x="487" y="182"/>
                          <a:pt x="456" y="152"/>
                        </a:cubicBezTo>
                        <a:cubicBezTo>
                          <a:pt x="395" y="61"/>
                          <a:pt x="304" y="0"/>
                          <a:pt x="183" y="0"/>
                        </a:cubicBezTo>
                        <a:cubicBezTo>
                          <a:pt x="122" y="0"/>
                          <a:pt x="61" y="61"/>
                          <a:pt x="31" y="122"/>
                        </a:cubicBezTo>
                        <a:cubicBezTo>
                          <a:pt x="0" y="182"/>
                          <a:pt x="31" y="243"/>
                          <a:pt x="91" y="304"/>
                        </a:cubicBezTo>
                        <a:cubicBezTo>
                          <a:pt x="183" y="365"/>
                          <a:pt x="304" y="395"/>
                          <a:pt x="395" y="36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9" name="Google Shape;596;p21">
                    <a:extLst>
                      <a:ext uri="{FF2B5EF4-FFF2-40B4-BE49-F238E27FC236}">
                        <a16:creationId xmlns:a16="http://schemas.microsoft.com/office/drawing/2014/main" id="{65D8848C-3BC8-009A-70FD-F522D38661AA}"/>
                      </a:ext>
                    </a:extLst>
                  </p:cNvPr>
                  <p:cNvSpPr/>
                  <p:nvPr/>
                </p:nvSpPr>
                <p:spPr>
                  <a:xfrm>
                    <a:off x="4701375" y="2403475"/>
                    <a:ext cx="14475" cy="9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366" extrusionOk="0">
                        <a:moveTo>
                          <a:pt x="426" y="31"/>
                        </a:moveTo>
                        <a:cubicBezTo>
                          <a:pt x="366" y="31"/>
                          <a:pt x="274" y="1"/>
                          <a:pt x="214" y="1"/>
                        </a:cubicBezTo>
                        <a:cubicBezTo>
                          <a:pt x="183" y="1"/>
                          <a:pt x="122" y="1"/>
                          <a:pt x="92" y="31"/>
                        </a:cubicBezTo>
                        <a:cubicBezTo>
                          <a:pt x="62" y="62"/>
                          <a:pt x="31" y="92"/>
                          <a:pt x="31" y="153"/>
                        </a:cubicBezTo>
                        <a:cubicBezTo>
                          <a:pt x="1" y="183"/>
                          <a:pt x="31" y="214"/>
                          <a:pt x="92" y="244"/>
                        </a:cubicBezTo>
                        <a:cubicBezTo>
                          <a:pt x="244" y="244"/>
                          <a:pt x="426" y="305"/>
                          <a:pt x="578" y="366"/>
                        </a:cubicBezTo>
                        <a:lnTo>
                          <a:pt x="578" y="214"/>
                        </a:lnTo>
                        <a:cubicBezTo>
                          <a:pt x="548" y="62"/>
                          <a:pt x="548" y="62"/>
                          <a:pt x="426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0" name="Google Shape;597;p21">
                    <a:extLst>
                      <a:ext uri="{FF2B5EF4-FFF2-40B4-BE49-F238E27FC236}">
                        <a16:creationId xmlns:a16="http://schemas.microsoft.com/office/drawing/2014/main" id="{3DBBC8F3-B6D1-6F7E-D6DE-F9DD2E919531}"/>
                      </a:ext>
                    </a:extLst>
                  </p:cNvPr>
                  <p:cNvSpPr/>
                  <p:nvPr/>
                </p:nvSpPr>
                <p:spPr>
                  <a:xfrm>
                    <a:off x="4715825" y="2412600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0" y="1"/>
                        </a:moveTo>
                        <a:lnTo>
                          <a:pt x="0" y="31"/>
                        </a:lnTo>
                        <a:lnTo>
                          <a:pt x="0" y="31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1" name="Google Shape;598;p21">
                    <a:extLst>
                      <a:ext uri="{FF2B5EF4-FFF2-40B4-BE49-F238E27FC236}">
                        <a16:creationId xmlns:a16="http://schemas.microsoft.com/office/drawing/2014/main" id="{A8F87ADA-B4FD-8311-B09C-13DEE31A6CDA}"/>
                      </a:ext>
                    </a:extLst>
                  </p:cNvPr>
                  <p:cNvSpPr/>
                  <p:nvPr/>
                </p:nvSpPr>
                <p:spPr>
                  <a:xfrm>
                    <a:off x="3546350" y="4468875"/>
                    <a:ext cx="25" cy="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extrusionOk="0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2" name="Google Shape;599;p21">
                    <a:extLst>
                      <a:ext uri="{FF2B5EF4-FFF2-40B4-BE49-F238E27FC236}">
                        <a16:creationId xmlns:a16="http://schemas.microsoft.com/office/drawing/2014/main" id="{CB0BD4D1-83B8-BFE2-4720-9DA1C958AAA6}"/>
                      </a:ext>
                    </a:extLst>
                  </p:cNvPr>
                  <p:cNvSpPr/>
                  <p:nvPr/>
                </p:nvSpPr>
                <p:spPr>
                  <a:xfrm>
                    <a:off x="3529625" y="4468875"/>
                    <a:ext cx="16750" cy="16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669" extrusionOk="0">
                        <a:moveTo>
                          <a:pt x="244" y="274"/>
                        </a:moveTo>
                        <a:cubicBezTo>
                          <a:pt x="183" y="365"/>
                          <a:pt x="122" y="426"/>
                          <a:pt x="61" y="517"/>
                        </a:cubicBezTo>
                        <a:cubicBezTo>
                          <a:pt x="31" y="578"/>
                          <a:pt x="1" y="608"/>
                          <a:pt x="1" y="669"/>
                        </a:cubicBezTo>
                        <a:cubicBezTo>
                          <a:pt x="305" y="638"/>
                          <a:pt x="609" y="395"/>
                          <a:pt x="669" y="61"/>
                        </a:cubicBezTo>
                        <a:cubicBezTo>
                          <a:pt x="669" y="61"/>
                          <a:pt x="669" y="30"/>
                          <a:pt x="669" y="0"/>
                        </a:cubicBezTo>
                        <a:cubicBezTo>
                          <a:pt x="609" y="30"/>
                          <a:pt x="548" y="61"/>
                          <a:pt x="517" y="91"/>
                        </a:cubicBezTo>
                        <a:cubicBezTo>
                          <a:pt x="426" y="152"/>
                          <a:pt x="335" y="213"/>
                          <a:pt x="244" y="2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3" name="Google Shape;600;p21">
                    <a:extLst>
                      <a:ext uri="{FF2B5EF4-FFF2-40B4-BE49-F238E27FC236}">
                        <a16:creationId xmlns:a16="http://schemas.microsoft.com/office/drawing/2014/main" id="{951425B5-F3E5-F82E-A34C-9778F08B5BB5}"/>
                      </a:ext>
                    </a:extLst>
                  </p:cNvPr>
                  <p:cNvSpPr/>
                  <p:nvPr/>
                </p:nvSpPr>
                <p:spPr>
                  <a:xfrm>
                    <a:off x="3535700" y="4475700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4" name="Google Shape;601;p21">
                    <a:extLst>
                      <a:ext uri="{FF2B5EF4-FFF2-40B4-BE49-F238E27FC236}">
                        <a16:creationId xmlns:a16="http://schemas.microsoft.com/office/drawing/2014/main" id="{6F0AAC8E-5F08-0362-2E22-9A6A9D076FDB}"/>
                      </a:ext>
                    </a:extLst>
                  </p:cNvPr>
                  <p:cNvSpPr/>
                  <p:nvPr/>
                </p:nvSpPr>
                <p:spPr>
                  <a:xfrm>
                    <a:off x="3870825" y="2289500"/>
                    <a:ext cx="10650" cy="9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" h="396" extrusionOk="0">
                        <a:moveTo>
                          <a:pt x="122" y="365"/>
                        </a:moveTo>
                        <a:cubicBezTo>
                          <a:pt x="152" y="365"/>
                          <a:pt x="213" y="365"/>
                          <a:pt x="274" y="396"/>
                        </a:cubicBezTo>
                        <a:cubicBezTo>
                          <a:pt x="304" y="365"/>
                          <a:pt x="365" y="335"/>
                          <a:pt x="365" y="274"/>
                        </a:cubicBezTo>
                        <a:cubicBezTo>
                          <a:pt x="426" y="183"/>
                          <a:pt x="365" y="61"/>
                          <a:pt x="243" y="31"/>
                        </a:cubicBezTo>
                        <a:cubicBezTo>
                          <a:pt x="183" y="0"/>
                          <a:pt x="92" y="31"/>
                          <a:pt x="31" y="152"/>
                        </a:cubicBezTo>
                        <a:cubicBezTo>
                          <a:pt x="0" y="213"/>
                          <a:pt x="31" y="304"/>
                          <a:pt x="122" y="36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5" name="Google Shape;602;p21">
                    <a:extLst>
                      <a:ext uri="{FF2B5EF4-FFF2-40B4-BE49-F238E27FC236}">
                        <a16:creationId xmlns:a16="http://schemas.microsoft.com/office/drawing/2014/main" id="{2761C0FC-21AC-1FE7-0AB4-22A5AE0E0F0B}"/>
                      </a:ext>
                    </a:extLst>
                  </p:cNvPr>
                  <p:cNvSpPr/>
                  <p:nvPr/>
                </p:nvSpPr>
                <p:spPr>
                  <a:xfrm>
                    <a:off x="4680100" y="2427800"/>
                    <a:ext cx="10675" cy="11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7" h="457" extrusionOk="0">
                        <a:moveTo>
                          <a:pt x="1" y="274"/>
                        </a:moveTo>
                        <a:cubicBezTo>
                          <a:pt x="1" y="304"/>
                          <a:pt x="31" y="365"/>
                          <a:pt x="62" y="396"/>
                        </a:cubicBezTo>
                        <a:cubicBezTo>
                          <a:pt x="183" y="456"/>
                          <a:pt x="305" y="426"/>
                          <a:pt x="396" y="335"/>
                        </a:cubicBezTo>
                        <a:cubicBezTo>
                          <a:pt x="426" y="335"/>
                          <a:pt x="426" y="304"/>
                          <a:pt x="426" y="274"/>
                        </a:cubicBezTo>
                        <a:cubicBezTo>
                          <a:pt x="396" y="213"/>
                          <a:pt x="335" y="122"/>
                          <a:pt x="274" y="61"/>
                        </a:cubicBezTo>
                        <a:cubicBezTo>
                          <a:pt x="214" y="0"/>
                          <a:pt x="153" y="61"/>
                          <a:pt x="62" y="92"/>
                        </a:cubicBezTo>
                        <a:cubicBezTo>
                          <a:pt x="31" y="152"/>
                          <a:pt x="31" y="213"/>
                          <a:pt x="1" y="2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6" name="Google Shape;603;p21">
                    <a:extLst>
                      <a:ext uri="{FF2B5EF4-FFF2-40B4-BE49-F238E27FC236}">
                        <a16:creationId xmlns:a16="http://schemas.microsoft.com/office/drawing/2014/main" id="{3BE3CA1C-7794-78FB-2C4D-970396C675FB}"/>
                      </a:ext>
                    </a:extLst>
                  </p:cNvPr>
                  <p:cNvSpPr/>
                  <p:nvPr/>
                </p:nvSpPr>
                <p:spPr>
                  <a:xfrm>
                    <a:off x="4756850" y="2416400"/>
                    <a:ext cx="9900" cy="9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6" h="366" extrusionOk="0">
                        <a:moveTo>
                          <a:pt x="1" y="213"/>
                        </a:moveTo>
                        <a:cubicBezTo>
                          <a:pt x="31" y="305"/>
                          <a:pt x="92" y="365"/>
                          <a:pt x="183" y="365"/>
                        </a:cubicBezTo>
                        <a:cubicBezTo>
                          <a:pt x="305" y="365"/>
                          <a:pt x="396" y="274"/>
                          <a:pt x="365" y="153"/>
                        </a:cubicBezTo>
                        <a:cubicBezTo>
                          <a:pt x="365" y="92"/>
                          <a:pt x="305" y="1"/>
                          <a:pt x="213" y="1"/>
                        </a:cubicBezTo>
                        <a:cubicBezTo>
                          <a:pt x="92" y="1"/>
                          <a:pt x="1" y="92"/>
                          <a:pt x="1" y="2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7" name="Google Shape;604;p21">
                    <a:extLst>
                      <a:ext uri="{FF2B5EF4-FFF2-40B4-BE49-F238E27FC236}">
                        <a16:creationId xmlns:a16="http://schemas.microsoft.com/office/drawing/2014/main" id="{DBEA582C-085C-1966-D65C-8D3C0EBE07F5}"/>
                      </a:ext>
                    </a:extLst>
                  </p:cNvPr>
                  <p:cNvSpPr/>
                  <p:nvPr/>
                </p:nvSpPr>
                <p:spPr>
                  <a:xfrm>
                    <a:off x="4700625" y="2417150"/>
                    <a:ext cx="14450" cy="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8" h="336" extrusionOk="0">
                        <a:moveTo>
                          <a:pt x="183" y="305"/>
                        </a:moveTo>
                        <a:cubicBezTo>
                          <a:pt x="335" y="214"/>
                          <a:pt x="456" y="123"/>
                          <a:pt x="578" y="1"/>
                        </a:cubicBezTo>
                        <a:lnTo>
                          <a:pt x="152" y="1"/>
                        </a:lnTo>
                        <a:cubicBezTo>
                          <a:pt x="61" y="1"/>
                          <a:pt x="0" y="92"/>
                          <a:pt x="0" y="183"/>
                        </a:cubicBezTo>
                        <a:cubicBezTo>
                          <a:pt x="0" y="244"/>
                          <a:pt x="31" y="275"/>
                          <a:pt x="61" y="305"/>
                        </a:cubicBezTo>
                        <a:cubicBezTo>
                          <a:pt x="92" y="335"/>
                          <a:pt x="152" y="335"/>
                          <a:pt x="183" y="30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8" name="Google Shape;605;p21">
                    <a:extLst>
                      <a:ext uri="{FF2B5EF4-FFF2-40B4-BE49-F238E27FC236}">
                        <a16:creationId xmlns:a16="http://schemas.microsoft.com/office/drawing/2014/main" id="{AAE8DA63-6004-FBA1-414C-1550D0A59932}"/>
                      </a:ext>
                    </a:extLst>
                  </p:cNvPr>
                  <p:cNvSpPr/>
                  <p:nvPr/>
                </p:nvSpPr>
                <p:spPr>
                  <a:xfrm>
                    <a:off x="2439175" y="2829775"/>
                    <a:ext cx="2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2" extrusionOk="0">
                        <a:moveTo>
                          <a:pt x="1" y="3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9" name="Google Shape;606;p21">
                    <a:extLst>
                      <a:ext uri="{FF2B5EF4-FFF2-40B4-BE49-F238E27FC236}">
                        <a16:creationId xmlns:a16="http://schemas.microsoft.com/office/drawing/2014/main" id="{ADBFE180-7E39-73FA-3953-05CA1533FB9E}"/>
                      </a:ext>
                    </a:extLst>
                  </p:cNvPr>
                  <p:cNvSpPr/>
                  <p:nvPr/>
                </p:nvSpPr>
                <p:spPr>
                  <a:xfrm>
                    <a:off x="4151975" y="3092700"/>
                    <a:ext cx="800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32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31"/>
                        </a:lnTo>
                        <a:lnTo>
                          <a:pt x="3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0" name="Google Shape;607;p21">
                    <a:extLst>
                      <a:ext uri="{FF2B5EF4-FFF2-40B4-BE49-F238E27FC236}">
                        <a16:creationId xmlns:a16="http://schemas.microsoft.com/office/drawing/2014/main" id="{7A21041D-B676-9F8C-5DE9-469C37679518}"/>
                      </a:ext>
                    </a:extLst>
                  </p:cNvPr>
                  <p:cNvSpPr/>
                  <p:nvPr/>
                </p:nvSpPr>
                <p:spPr>
                  <a:xfrm>
                    <a:off x="4151975" y="3080550"/>
                    <a:ext cx="9150" cy="11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457" extrusionOk="0">
                        <a:moveTo>
                          <a:pt x="365" y="122"/>
                        </a:moveTo>
                        <a:cubicBezTo>
                          <a:pt x="365" y="61"/>
                          <a:pt x="365" y="31"/>
                          <a:pt x="305" y="0"/>
                        </a:cubicBezTo>
                        <a:cubicBezTo>
                          <a:pt x="274" y="0"/>
                          <a:pt x="274" y="0"/>
                          <a:pt x="244" y="0"/>
                        </a:cubicBezTo>
                        <a:cubicBezTo>
                          <a:pt x="122" y="31"/>
                          <a:pt x="31" y="91"/>
                          <a:pt x="31" y="213"/>
                        </a:cubicBezTo>
                        <a:cubicBezTo>
                          <a:pt x="1" y="304"/>
                          <a:pt x="1" y="395"/>
                          <a:pt x="31" y="456"/>
                        </a:cubicBezTo>
                        <a:cubicBezTo>
                          <a:pt x="62" y="456"/>
                          <a:pt x="92" y="456"/>
                          <a:pt x="122" y="426"/>
                        </a:cubicBezTo>
                        <a:cubicBezTo>
                          <a:pt x="244" y="365"/>
                          <a:pt x="335" y="243"/>
                          <a:pt x="365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1" name="Google Shape;608;p21">
                    <a:extLst>
                      <a:ext uri="{FF2B5EF4-FFF2-40B4-BE49-F238E27FC236}">
                        <a16:creationId xmlns:a16="http://schemas.microsoft.com/office/drawing/2014/main" id="{C07BCDA9-FF98-DF3F-A65D-8634477D0177}"/>
                      </a:ext>
                    </a:extLst>
                  </p:cNvPr>
                  <p:cNvSpPr/>
                  <p:nvPr/>
                </p:nvSpPr>
                <p:spPr>
                  <a:xfrm>
                    <a:off x="3114725" y="2700600"/>
                    <a:ext cx="10675" cy="10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7" h="427" extrusionOk="0">
                        <a:moveTo>
                          <a:pt x="335" y="1"/>
                        </a:moveTo>
                        <a:cubicBezTo>
                          <a:pt x="244" y="31"/>
                          <a:pt x="183" y="61"/>
                          <a:pt x="92" y="122"/>
                        </a:cubicBezTo>
                        <a:cubicBezTo>
                          <a:pt x="31" y="152"/>
                          <a:pt x="1" y="244"/>
                          <a:pt x="31" y="335"/>
                        </a:cubicBezTo>
                        <a:cubicBezTo>
                          <a:pt x="31" y="396"/>
                          <a:pt x="92" y="426"/>
                          <a:pt x="122" y="396"/>
                        </a:cubicBezTo>
                        <a:cubicBezTo>
                          <a:pt x="274" y="335"/>
                          <a:pt x="365" y="213"/>
                          <a:pt x="426" y="61"/>
                        </a:cubicBezTo>
                        <a:cubicBezTo>
                          <a:pt x="426" y="31"/>
                          <a:pt x="426" y="31"/>
                          <a:pt x="396" y="1"/>
                        </a:cubicBezTo>
                        <a:cubicBezTo>
                          <a:pt x="365" y="1"/>
                          <a:pt x="365" y="1"/>
                          <a:pt x="335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2" name="Google Shape;609;p21">
                    <a:extLst>
                      <a:ext uri="{FF2B5EF4-FFF2-40B4-BE49-F238E27FC236}">
                        <a16:creationId xmlns:a16="http://schemas.microsoft.com/office/drawing/2014/main" id="{38B351EF-54D1-8173-5E9A-E2E7338440C4}"/>
                      </a:ext>
                    </a:extLst>
                  </p:cNvPr>
                  <p:cNvSpPr/>
                  <p:nvPr/>
                </p:nvSpPr>
                <p:spPr>
                  <a:xfrm>
                    <a:off x="3412600" y="2984050"/>
                    <a:ext cx="7625" cy="7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305" extrusionOk="0">
                        <a:moveTo>
                          <a:pt x="153" y="30"/>
                        </a:moveTo>
                        <a:cubicBezTo>
                          <a:pt x="92" y="91"/>
                          <a:pt x="62" y="122"/>
                          <a:pt x="1" y="182"/>
                        </a:cubicBezTo>
                        <a:cubicBezTo>
                          <a:pt x="1" y="213"/>
                          <a:pt x="1" y="213"/>
                          <a:pt x="1" y="243"/>
                        </a:cubicBezTo>
                        <a:cubicBezTo>
                          <a:pt x="62" y="274"/>
                          <a:pt x="92" y="304"/>
                          <a:pt x="122" y="304"/>
                        </a:cubicBezTo>
                        <a:cubicBezTo>
                          <a:pt x="183" y="274"/>
                          <a:pt x="244" y="243"/>
                          <a:pt x="274" y="213"/>
                        </a:cubicBezTo>
                        <a:cubicBezTo>
                          <a:pt x="305" y="182"/>
                          <a:pt x="305" y="122"/>
                          <a:pt x="305" y="91"/>
                        </a:cubicBezTo>
                        <a:cubicBezTo>
                          <a:pt x="274" y="30"/>
                          <a:pt x="213" y="0"/>
                          <a:pt x="153" y="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3" name="Google Shape;610;p21">
                    <a:extLst>
                      <a:ext uri="{FF2B5EF4-FFF2-40B4-BE49-F238E27FC236}">
                        <a16:creationId xmlns:a16="http://schemas.microsoft.com/office/drawing/2014/main" id="{CBFB5EEA-A949-4D54-5719-DAC533707A48}"/>
                      </a:ext>
                    </a:extLst>
                  </p:cNvPr>
                  <p:cNvSpPr/>
                  <p:nvPr/>
                </p:nvSpPr>
                <p:spPr>
                  <a:xfrm>
                    <a:off x="3249225" y="2434650"/>
                    <a:ext cx="11425" cy="8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" h="335" extrusionOk="0">
                        <a:moveTo>
                          <a:pt x="457" y="122"/>
                        </a:moveTo>
                        <a:cubicBezTo>
                          <a:pt x="457" y="91"/>
                          <a:pt x="426" y="61"/>
                          <a:pt x="396" y="61"/>
                        </a:cubicBezTo>
                        <a:cubicBezTo>
                          <a:pt x="274" y="0"/>
                          <a:pt x="122" y="30"/>
                          <a:pt x="31" y="122"/>
                        </a:cubicBezTo>
                        <a:cubicBezTo>
                          <a:pt x="1" y="152"/>
                          <a:pt x="1" y="213"/>
                          <a:pt x="31" y="243"/>
                        </a:cubicBezTo>
                        <a:cubicBezTo>
                          <a:pt x="61" y="274"/>
                          <a:pt x="122" y="304"/>
                          <a:pt x="183" y="334"/>
                        </a:cubicBezTo>
                        <a:cubicBezTo>
                          <a:pt x="274" y="274"/>
                          <a:pt x="365" y="213"/>
                          <a:pt x="426" y="152"/>
                        </a:cubicBezTo>
                        <a:cubicBezTo>
                          <a:pt x="457" y="152"/>
                          <a:pt x="457" y="122"/>
                          <a:pt x="457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4" name="Google Shape;611;p21">
                    <a:extLst>
                      <a:ext uri="{FF2B5EF4-FFF2-40B4-BE49-F238E27FC236}">
                        <a16:creationId xmlns:a16="http://schemas.microsoft.com/office/drawing/2014/main" id="{B8F838E7-CA58-3E05-8EB6-F7423B464140}"/>
                      </a:ext>
                    </a:extLst>
                  </p:cNvPr>
                  <p:cNvSpPr/>
                  <p:nvPr/>
                </p:nvSpPr>
                <p:spPr>
                  <a:xfrm>
                    <a:off x="3253025" y="2442250"/>
                    <a:ext cx="8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1" extrusionOk="0">
                        <a:moveTo>
                          <a:pt x="31" y="0"/>
                        </a:move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5" name="Google Shape;612;p21">
                    <a:extLst>
                      <a:ext uri="{FF2B5EF4-FFF2-40B4-BE49-F238E27FC236}">
                        <a16:creationId xmlns:a16="http://schemas.microsoft.com/office/drawing/2014/main" id="{AC715450-1D36-6A12-7F63-4F4D433FDE78}"/>
                      </a:ext>
                    </a:extLst>
                  </p:cNvPr>
                  <p:cNvSpPr/>
                  <p:nvPr/>
                </p:nvSpPr>
                <p:spPr>
                  <a:xfrm>
                    <a:off x="3268975" y="2823700"/>
                    <a:ext cx="7625" cy="9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396" extrusionOk="0">
                        <a:moveTo>
                          <a:pt x="92" y="1"/>
                        </a:moveTo>
                        <a:cubicBezTo>
                          <a:pt x="62" y="1"/>
                          <a:pt x="31" y="31"/>
                          <a:pt x="1" y="61"/>
                        </a:cubicBezTo>
                        <a:cubicBezTo>
                          <a:pt x="1" y="92"/>
                          <a:pt x="1" y="153"/>
                          <a:pt x="1" y="183"/>
                        </a:cubicBezTo>
                        <a:cubicBezTo>
                          <a:pt x="62" y="244"/>
                          <a:pt x="123" y="335"/>
                          <a:pt x="183" y="396"/>
                        </a:cubicBezTo>
                        <a:cubicBezTo>
                          <a:pt x="214" y="396"/>
                          <a:pt x="214" y="396"/>
                          <a:pt x="244" y="396"/>
                        </a:cubicBezTo>
                        <a:cubicBezTo>
                          <a:pt x="274" y="365"/>
                          <a:pt x="305" y="335"/>
                          <a:pt x="305" y="305"/>
                        </a:cubicBezTo>
                        <a:cubicBezTo>
                          <a:pt x="274" y="153"/>
                          <a:pt x="214" y="61"/>
                          <a:pt x="92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6" name="Google Shape;613;p21">
                    <a:extLst>
                      <a:ext uri="{FF2B5EF4-FFF2-40B4-BE49-F238E27FC236}">
                        <a16:creationId xmlns:a16="http://schemas.microsoft.com/office/drawing/2014/main" id="{114B4BC8-DB8B-0B51-25CC-871190C07E17}"/>
                      </a:ext>
                    </a:extLst>
                  </p:cNvPr>
                  <p:cNvSpPr/>
                  <p:nvPr/>
                </p:nvSpPr>
                <p:spPr>
                  <a:xfrm>
                    <a:off x="3456675" y="2959725"/>
                    <a:ext cx="6875" cy="10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" h="426" extrusionOk="0">
                        <a:moveTo>
                          <a:pt x="213" y="31"/>
                        </a:moveTo>
                        <a:cubicBezTo>
                          <a:pt x="183" y="31"/>
                          <a:pt x="122" y="31"/>
                          <a:pt x="122" y="61"/>
                        </a:cubicBezTo>
                        <a:cubicBezTo>
                          <a:pt x="61" y="92"/>
                          <a:pt x="31" y="152"/>
                          <a:pt x="1" y="213"/>
                        </a:cubicBezTo>
                        <a:cubicBezTo>
                          <a:pt x="1" y="274"/>
                          <a:pt x="31" y="335"/>
                          <a:pt x="61" y="365"/>
                        </a:cubicBezTo>
                        <a:cubicBezTo>
                          <a:pt x="61" y="396"/>
                          <a:pt x="153" y="426"/>
                          <a:pt x="183" y="426"/>
                        </a:cubicBezTo>
                        <a:cubicBezTo>
                          <a:pt x="213" y="365"/>
                          <a:pt x="244" y="335"/>
                          <a:pt x="274" y="274"/>
                        </a:cubicBezTo>
                        <a:cubicBezTo>
                          <a:pt x="274" y="213"/>
                          <a:pt x="274" y="122"/>
                          <a:pt x="244" y="61"/>
                        </a:cubicBezTo>
                        <a:cubicBezTo>
                          <a:pt x="244" y="0"/>
                          <a:pt x="244" y="31"/>
                          <a:pt x="213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7" name="Google Shape;614;p21">
                    <a:extLst>
                      <a:ext uri="{FF2B5EF4-FFF2-40B4-BE49-F238E27FC236}">
                        <a16:creationId xmlns:a16="http://schemas.microsoft.com/office/drawing/2014/main" id="{09E95582-A762-C20B-1D52-A8ABAC43128C}"/>
                      </a:ext>
                    </a:extLst>
                  </p:cNvPr>
                  <p:cNvSpPr/>
                  <p:nvPr/>
                </p:nvSpPr>
                <p:spPr>
                  <a:xfrm>
                    <a:off x="4715825" y="2331300"/>
                    <a:ext cx="9900" cy="6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6" h="274" extrusionOk="0">
                        <a:moveTo>
                          <a:pt x="152" y="274"/>
                        </a:moveTo>
                        <a:cubicBezTo>
                          <a:pt x="183" y="274"/>
                          <a:pt x="213" y="274"/>
                          <a:pt x="244" y="274"/>
                        </a:cubicBezTo>
                        <a:cubicBezTo>
                          <a:pt x="335" y="274"/>
                          <a:pt x="395" y="183"/>
                          <a:pt x="365" y="91"/>
                        </a:cubicBezTo>
                        <a:cubicBezTo>
                          <a:pt x="335" y="31"/>
                          <a:pt x="274" y="0"/>
                          <a:pt x="213" y="0"/>
                        </a:cubicBezTo>
                        <a:cubicBezTo>
                          <a:pt x="122" y="0"/>
                          <a:pt x="0" y="91"/>
                          <a:pt x="31" y="152"/>
                        </a:cubicBezTo>
                        <a:cubicBezTo>
                          <a:pt x="61" y="183"/>
                          <a:pt x="92" y="243"/>
                          <a:pt x="152" y="2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8" name="Google Shape;615;p21">
                    <a:extLst>
                      <a:ext uri="{FF2B5EF4-FFF2-40B4-BE49-F238E27FC236}">
                        <a16:creationId xmlns:a16="http://schemas.microsoft.com/office/drawing/2014/main" id="{8C267C00-A850-3518-98B7-D9819472B66E}"/>
                      </a:ext>
                    </a:extLst>
                  </p:cNvPr>
                  <p:cNvSpPr/>
                  <p:nvPr/>
                </p:nvSpPr>
                <p:spPr>
                  <a:xfrm>
                    <a:off x="4758375" y="2332050"/>
                    <a:ext cx="7625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244" extrusionOk="0">
                        <a:moveTo>
                          <a:pt x="152" y="244"/>
                        </a:moveTo>
                        <a:cubicBezTo>
                          <a:pt x="244" y="244"/>
                          <a:pt x="304" y="153"/>
                          <a:pt x="274" y="92"/>
                        </a:cubicBezTo>
                        <a:cubicBezTo>
                          <a:pt x="274" y="31"/>
                          <a:pt x="213" y="1"/>
                          <a:pt x="152" y="1"/>
                        </a:cubicBezTo>
                        <a:cubicBezTo>
                          <a:pt x="92" y="1"/>
                          <a:pt x="1" y="92"/>
                          <a:pt x="31" y="153"/>
                        </a:cubicBezTo>
                        <a:cubicBezTo>
                          <a:pt x="61" y="183"/>
                          <a:pt x="122" y="213"/>
                          <a:pt x="152" y="24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9" name="Google Shape;616;p21">
                    <a:extLst>
                      <a:ext uri="{FF2B5EF4-FFF2-40B4-BE49-F238E27FC236}">
                        <a16:creationId xmlns:a16="http://schemas.microsoft.com/office/drawing/2014/main" id="{C5B20537-CCEF-8292-0810-7D3842425573}"/>
                      </a:ext>
                    </a:extLst>
                  </p:cNvPr>
                  <p:cNvSpPr/>
                  <p:nvPr/>
                </p:nvSpPr>
                <p:spPr>
                  <a:xfrm>
                    <a:off x="3129175" y="2390575"/>
                    <a:ext cx="8375" cy="6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" h="274" extrusionOk="0">
                        <a:moveTo>
                          <a:pt x="0" y="61"/>
                        </a:moveTo>
                        <a:cubicBezTo>
                          <a:pt x="0" y="91"/>
                          <a:pt x="0" y="152"/>
                          <a:pt x="31" y="182"/>
                        </a:cubicBezTo>
                        <a:cubicBezTo>
                          <a:pt x="61" y="243"/>
                          <a:pt x="122" y="274"/>
                          <a:pt x="213" y="274"/>
                        </a:cubicBezTo>
                        <a:cubicBezTo>
                          <a:pt x="274" y="274"/>
                          <a:pt x="334" y="213"/>
                          <a:pt x="334" y="152"/>
                        </a:cubicBezTo>
                        <a:cubicBezTo>
                          <a:pt x="334" y="122"/>
                          <a:pt x="304" y="61"/>
                          <a:pt x="274" y="31"/>
                        </a:cubicBezTo>
                        <a:cubicBezTo>
                          <a:pt x="213" y="0"/>
                          <a:pt x="152" y="0"/>
                          <a:pt x="91" y="0"/>
                        </a:cubicBezTo>
                        <a:cubicBezTo>
                          <a:pt x="61" y="0"/>
                          <a:pt x="0" y="31"/>
                          <a:pt x="0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0" name="Google Shape;617;p21">
                    <a:extLst>
                      <a:ext uri="{FF2B5EF4-FFF2-40B4-BE49-F238E27FC236}">
                        <a16:creationId xmlns:a16="http://schemas.microsoft.com/office/drawing/2014/main" id="{63075897-4634-F551-6583-79AC0A8FCFF5}"/>
                      </a:ext>
                    </a:extLst>
                  </p:cNvPr>
                  <p:cNvSpPr/>
                  <p:nvPr/>
                </p:nvSpPr>
                <p:spPr>
                  <a:xfrm>
                    <a:off x="3264425" y="2492400"/>
                    <a:ext cx="12950" cy="8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" h="335" extrusionOk="0">
                        <a:moveTo>
                          <a:pt x="365" y="213"/>
                        </a:moveTo>
                        <a:lnTo>
                          <a:pt x="517" y="182"/>
                        </a:lnTo>
                        <a:cubicBezTo>
                          <a:pt x="365" y="61"/>
                          <a:pt x="183" y="0"/>
                          <a:pt x="1" y="61"/>
                        </a:cubicBezTo>
                        <a:cubicBezTo>
                          <a:pt x="92" y="334"/>
                          <a:pt x="92" y="334"/>
                          <a:pt x="365" y="2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1" name="Google Shape;618;p21">
                    <a:extLst>
                      <a:ext uri="{FF2B5EF4-FFF2-40B4-BE49-F238E27FC236}">
                        <a16:creationId xmlns:a16="http://schemas.microsoft.com/office/drawing/2014/main" id="{E7ACB5B2-DE89-C5CD-88B4-20C603860D25}"/>
                      </a:ext>
                    </a:extLst>
                  </p:cNvPr>
                  <p:cNvSpPr/>
                  <p:nvPr/>
                </p:nvSpPr>
                <p:spPr>
                  <a:xfrm>
                    <a:off x="3264425" y="24946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2" name="Google Shape;619;p21">
                    <a:extLst>
                      <a:ext uri="{FF2B5EF4-FFF2-40B4-BE49-F238E27FC236}">
                        <a16:creationId xmlns:a16="http://schemas.microsoft.com/office/drawing/2014/main" id="{A12D1084-63E0-27CE-9D3A-B2F3095925E2}"/>
                      </a:ext>
                    </a:extLst>
                  </p:cNvPr>
                  <p:cNvSpPr/>
                  <p:nvPr/>
                </p:nvSpPr>
                <p:spPr>
                  <a:xfrm>
                    <a:off x="3385250" y="3797125"/>
                    <a:ext cx="6100" cy="6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274" extrusionOk="0">
                        <a:moveTo>
                          <a:pt x="183" y="31"/>
                        </a:moveTo>
                        <a:cubicBezTo>
                          <a:pt x="152" y="0"/>
                          <a:pt x="92" y="0"/>
                          <a:pt x="61" y="0"/>
                        </a:cubicBezTo>
                        <a:cubicBezTo>
                          <a:pt x="31" y="31"/>
                          <a:pt x="0" y="92"/>
                          <a:pt x="31" y="122"/>
                        </a:cubicBezTo>
                        <a:cubicBezTo>
                          <a:pt x="31" y="183"/>
                          <a:pt x="92" y="213"/>
                          <a:pt x="122" y="274"/>
                        </a:cubicBezTo>
                        <a:cubicBezTo>
                          <a:pt x="122" y="274"/>
                          <a:pt x="213" y="243"/>
                          <a:pt x="244" y="213"/>
                        </a:cubicBezTo>
                        <a:cubicBezTo>
                          <a:pt x="244" y="152"/>
                          <a:pt x="213" y="92"/>
                          <a:pt x="183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3" name="Google Shape;620;p21">
                    <a:extLst>
                      <a:ext uri="{FF2B5EF4-FFF2-40B4-BE49-F238E27FC236}">
                        <a16:creationId xmlns:a16="http://schemas.microsoft.com/office/drawing/2014/main" id="{DE777FB9-D8D6-D49C-53F6-F99344E17061}"/>
                      </a:ext>
                    </a:extLst>
                  </p:cNvPr>
                  <p:cNvSpPr/>
                  <p:nvPr/>
                </p:nvSpPr>
                <p:spPr>
                  <a:xfrm>
                    <a:off x="3379925" y="3772800"/>
                    <a:ext cx="7625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275" extrusionOk="0">
                        <a:moveTo>
                          <a:pt x="305" y="92"/>
                        </a:moveTo>
                        <a:cubicBezTo>
                          <a:pt x="274" y="61"/>
                          <a:pt x="244" y="1"/>
                          <a:pt x="213" y="1"/>
                        </a:cubicBezTo>
                        <a:cubicBezTo>
                          <a:pt x="122" y="1"/>
                          <a:pt x="31" y="61"/>
                          <a:pt x="1" y="122"/>
                        </a:cubicBezTo>
                        <a:cubicBezTo>
                          <a:pt x="1" y="183"/>
                          <a:pt x="1" y="213"/>
                          <a:pt x="61" y="244"/>
                        </a:cubicBezTo>
                        <a:cubicBezTo>
                          <a:pt x="153" y="274"/>
                          <a:pt x="274" y="213"/>
                          <a:pt x="305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4" name="Google Shape;621;p21">
                    <a:extLst>
                      <a:ext uri="{FF2B5EF4-FFF2-40B4-BE49-F238E27FC236}">
                        <a16:creationId xmlns:a16="http://schemas.microsoft.com/office/drawing/2014/main" id="{AC9F3C39-F539-787E-4643-74E36B932BA3}"/>
                      </a:ext>
                    </a:extLst>
                  </p:cNvPr>
                  <p:cNvSpPr/>
                  <p:nvPr/>
                </p:nvSpPr>
                <p:spPr>
                  <a:xfrm>
                    <a:off x="3326725" y="2895900"/>
                    <a:ext cx="9150" cy="7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305" extrusionOk="0">
                        <a:moveTo>
                          <a:pt x="92" y="31"/>
                        </a:moveTo>
                        <a:cubicBezTo>
                          <a:pt x="31" y="31"/>
                          <a:pt x="1" y="91"/>
                          <a:pt x="31" y="122"/>
                        </a:cubicBezTo>
                        <a:cubicBezTo>
                          <a:pt x="62" y="213"/>
                          <a:pt x="123" y="274"/>
                          <a:pt x="214" y="304"/>
                        </a:cubicBezTo>
                        <a:cubicBezTo>
                          <a:pt x="244" y="304"/>
                          <a:pt x="305" y="274"/>
                          <a:pt x="366" y="243"/>
                        </a:cubicBezTo>
                        <a:cubicBezTo>
                          <a:pt x="366" y="213"/>
                          <a:pt x="366" y="183"/>
                          <a:pt x="366" y="183"/>
                        </a:cubicBezTo>
                        <a:cubicBezTo>
                          <a:pt x="335" y="61"/>
                          <a:pt x="214" y="0"/>
                          <a:pt x="92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5" name="Google Shape;622;p21">
                    <a:extLst>
                      <a:ext uri="{FF2B5EF4-FFF2-40B4-BE49-F238E27FC236}">
                        <a16:creationId xmlns:a16="http://schemas.microsoft.com/office/drawing/2014/main" id="{49E53512-668B-F8BF-6800-1A7E80532AEA}"/>
                      </a:ext>
                    </a:extLst>
                  </p:cNvPr>
                  <p:cNvSpPr/>
                  <p:nvPr/>
                </p:nvSpPr>
                <p:spPr>
                  <a:xfrm>
                    <a:off x="3159550" y="3642875"/>
                    <a:ext cx="6875" cy="7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" h="304" extrusionOk="0">
                        <a:moveTo>
                          <a:pt x="153" y="0"/>
                        </a:moveTo>
                        <a:cubicBezTo>
                          <a:pt x="62" y="0"/>
                          <a:pt x="1" y="91"/>
                          <a:pt x="1" y="182"/>
                        </a:cubicBezTo>
                        <a:cubicBezTo>
                          <a:pt x="31" y="243"/>
                          <a:pt x="62" y="304"/>
                          <a:pt x="153" y="304"/>
                        </a:cubicBezTo>
                        <a:cubicBezTo>
                          <a:pt x="214" y="304"/>
                          <a:pt x="275" y="243"/>
                          <a:pt x="275" y="182"/>
                        </a:cubicBezTo>
                        <a:cubicBezTo>
                          <a:pt x="244" y="91"/>
                          <a:pt x="214" y="0"/>
                          <a:pt x="153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6" name="Google Shape;623;p21">
                    <a:extLst>
                      <a:ext uri="{FF2B5EF4-FFF2-40B4-BE49-F238E27FC236}">
                        <a16:creationId xmlns:a16="http://schemas.microsoft.com/office/drawing/2014/main" id="{0787EE0B-4292-EA9A-CF07-DB1AB0E2C339}"/>
                      </a:ext>
                    </a:extLst>
                  </p:cNvPr>
                  <p:cNvSpPr/>
                  <p:nvPr/>
                </p:nvSpPr>
                <p:spPr>
                  <a:xfrm>
                    <a:off x="3174000" y="3613975"/>
                    <a:ext cx="7625" cy="9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397" extrusionOk="0">
                        <a:moveTo>
                          <a:pt x="183" y="396"/>
                        </a:moveTo>
                        <a:cubicBezTo>
                          <a:pt x="304" y="275"/>
                          <a:pt x="274" y="92"/>
                          <a:pt x="122" y="1"/>
                        </a:cubicBezTo>
                        <a:cubicBezTo>
                          <a:pt x="92" y="1"/>
                          <a:pt x="61" y="1"/>
                          <a:pt x="61" y="31"/>
                        </a:cubicBezTo>
                        <a:cubicBezTo>
                          <a:pt x="0" y="153"/>
                          <a:pt x="31" y="275"/>
                          <a:pt x="122" y="396"/>
                        </a:cubicBezTo>
                        <a:cubicBezTo>
                          <a:pt x="122" y="396"/>
                          <a:pt x="152" y="396"/>
                          <a:pt x="183" y="39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7" name="Google Shape;624;p21">
                    <a:extLst>
                      <a:ext uri="{FF2B5EF4-FFF2-40B4-BE49-F238E27FC236}">
                        <a16:creationId xmlns:a16="http://schemas.microsoft.com/office/drawing/2014/main" id="{A6BBC14D-2E6C-A612-3F4C-6EDC9246244F}"/>
                      </a:ext>
                    </a:extLst>
                  </p:cNvPr>
                  <p:cNvSpPr/>
                  <p:nvPr/>
                </p:nvSpPr>
                <p:spPr>
                  <a:xfrm>
                    <a:off x="3157275" y="3613225"/>
                    <a:ext cx="8400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6" h="244" extrusionOk="0">
                        <a:moveTo>
                          <a:pt x="1" y="92"/>
                        </a:moveTo>
                        <a:cubicBezTo>
                          <a:pt x="1" y="92"/>
                          <a:pt x="1" y="153"/>
                          <a:pt x="1" y="183"/>
                        </a:cubicBezTo>
                        <a:cubicBezTo>
                          <a:pt x="1" y="244"/>
                          <a:pt x="31" y="213"/>
                          <a:pt x="62" y="213"/>
                        </a:cubicBezTo>
                        <a:cubicBezTo>
                          <a:pt x="153" y="213"/>
                          <a:pt x="244" y="183"/>
                          <a:pt x="305" y="122"/>
                        </a:cubicBezTo>
                        <a:cubicBezTo>
                          <a:pt x="305" y="122"/>
                          <a:pt x="305" y="92"/>
                          <a:pt x="335" y="61"/>
                        </a:cubicBezTo>
                        <a:cubicBezTo>
                          <a:pt x="335" y="31"/>
                          <a:pt x="305" y="31"/>
                          <a:pt x="274" y="31"/>
                        </a:cubicBezTo>
                        <a:cubicBezTo>
                          <a:pt x="183" y="1"/>
                          <a:pt x="92" y="1"/>
                          <a:pt x="1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8" name="Google Shape;625;p21">
                    <a:extLst>
                      <a:ext uri="{FF2B5EF4-FFF2-40B4-BE49-F238E27FC236}">
                        <a16:creationId xmlns:a16="http://schemas.microsoft.com/office/drawing/2014/main" id="{389E3234-609B-60FD-2EE0-F7736DF64BFB}"/>
                      </a:ext>
                    </a:extLst>
                  </p:cNvPr>
                  <p:cNvSpPr/>
                  <p:nvPr/>
                </p:nvSpPr>
                <p:spPr>
                  <a:xfrm>
                    <a:off x="3218075" y="3700625"/>
                    <a:ext cx="6850" cy="5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" h="213" extrusionOk="0">
                        <a:moveTo>
                          <a:pt x="244" y="182"/>
                        </a:moveTo>
                        <a:cubicBezTo>
                          <a:pt x="244" y="182"/>
                          <a:pt x="274" y="152"/>
                          <a:pt x="274" y="152"/>
                        </a:cubicBezTo>
                        <a:cubicBezTo>
                          <a:pt x="274" y="152"/>
                          <a:pt x="274" y="61"/>
                          <a:pt x="244" y="30"/>
                        </a:cubicBezTo>
                        <a:cubicBezTo>
                          <a:pt x="183" y="0"/>
                          <a:pt x="122" y="0"/>
                          <a:pt x="61" y="30"/>
                        </a:cubicBezTo>
                        <a:cubicBezTo>
                          <a:pt x="31" y="61"/>
                          <a:pt x="31" y="91"/>
                          <a:pt x="0" y="152"/>
                        </a:cubicBezTo>
                        <a:cubicBezTo>
                          <a:pt x="0" y="182"/>
                          <a:pt x="92" y="182"/>
                          <a:pt x="122" y="213"/>
                        </a:cubicBezTo>
                        <a:cubicBezTo>
                          <a:pt x="152" y="213"/>
                          <a:pt x="183" y="213"/>
                          <a:pt x="244" y="1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9" name="Google Shape;626;p21">
                    <a:extLst>
                      <a:ext uri="{FF2B5EF4-FFF2-40B4-BE49-F238E27FC236}">
                        <a16:creationId xmlns:a16="http://schemas.microsoft.com/office/drawing/2014/main" id="{43B4943B-1722-545A-256A-AC5652828F8D}"/>
                      </a:ext>
                    </a:extLst>
                  </p:cNvPr>
                  <p:cNvSpPr/>
                  <p:nvPr/>
                </p:nvSpPr>
                <p:spPr>
                  <a:xfrm>
                    <a:off x="3382975" y="2744675"/>
                    <a:ext cx="6100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275" extrusionOk="0">
                        <a:moveTo>
                          <a:pt x="213" y="61"/>
                        </a:moveTo>
                        <a:cubicBezTo>
                          <a:pt x="213" y="31"/>
                          <a:pt x="152" y="0"/>
                          <a:pt x="122" y="0"/>
                        </a:cubicBezTo>
                        <a:cubicBezTo>
                          <a:pt x="61" y="0"/>
                          <a:pt x="0" y="61"/>
                          <a:pt x="0" y="122"/>
                        </a:cubicBezTo>
                        <a:cubicBezTo>
                          <a:pt x="0" y="183"/>
                          <a:pt x="31" y="213"/>
                          <a:pt x="61" y="274"/>
                        </a:cubicBezTo>
                        <a:cubicBezTo>
                          <a:pt x="122" y="244"/>
                          <a:pt x="183" y="244"/>
                          <a:pt x="183" y="213"/>
                        </a:cubicBezTo>
                        <a:cubicBezTo>
                          <a:pt x="213" y="152"/>
                          <a:pt x="243" y="122"/>
                          <a:pt x="213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0" name="Google Shape;627;p21">
                    <a:extLst>
                      <a:ext uri="{FF2B5EF4-FFF2-40B4-BE49-F238E27FC236}">
                        <a16:creationId xmlns:a16="http://schemas.microsoft.com/office/drawing/2014/main" id="{CDD8C92B-EE45-1F19-333C-56B0D0CA0AD3}"/>
                      </a:ext>
                    </a:extLst>
                  </p:cNvPr>
                  <p:cNvSpPr/>
                  <p:nvPr/>
                </p:nvSpPr>
                <p:spPr>
                  <a:xfrm>
                    <a:off x="4680875" y="2430075"/>
                    <a:ext cx="2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2" extrusionOk="0">
                        <a:moveTo>
                          <a:pt x="0" y="1"/>
                        </a:moveTo>
                        <a:lnTo>
                          <a:pt x="0" y="31"/>
                        </a:lnTo>
                        <a:lnTo>
                          <a:pt x="0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1" name="Google Shape;628;p21">
                    <a:extLst>
                      <a:ext uri="{FF2B5EF4-FFF2-40B4-BE49-F238E27FC236}">
                        <a16:creationId xmlns:a16="http://schemas.microsoft.com/office/drawing/2014/main" id="{D6D723E9-9BC7-B0D2-8D93-696E0498C05A}"/>
                      </a:ext>
                    </a:extLst>
                  </p:cNvPr>
                  <p:cNvSpPr/>
                  <p:nvPr/>
                </p:nvSpPr>
                <p:spPr>
                  <a:xfrm>
                    <a:off x="4674025" y="2423250"/>
                    <a:ext cx="6875" cy="6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" h="274" extrusionOk="0">
                        <a:moveTo>
                          <a:pt x="92" y="31"/>
                        </a:moveTo>
                        <a:cubicBezTo>
                          <a:pt x="61" y="31"/>
                          <a:pt x="1" y="61"/>
                          <a:pt x="1" y="91"/>
                        </a:cubicBezTo>
                        <a:cubicBezTo>
                          <a:pt x="1" y="122"/>
                          <a:pt x="31" y="243"/>
                          <a:pt x="61" y="243"/>
                        </a:cubicBezTo>
                        <a:cubicBezTo>
                          <a:pt x="122" y="274"/>
                          <a:pt x="213" y="274"/>
                          <a:pt x="274" y="274"/>
                        </a:cubicBezTo>
                        <a:cubicBezTo>
                          <a:pt x="274" y="182"/>
                          <a:pt x="244" y="122"/>
                          <a:pt x="213" y="61"/>
                        </a:cubicBezTo>
                        <a:cubicBezTo>
                          <a:pt x="183" y="31"/>
                          <a:pt x="122" y="0"/>
                          <a:pt x="92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2" name="Google Shape;629;p21">
                    <a:extLst>
                      <a:ext uri="{FF2B5EF4-FFF2-40B4-BE49-F238E27FC236}">
                        <a16:creationId xmlns:a16="http://schemas.microsoft.com/office/drawing/2014/main" id="{5514C2B1-2BA7-4FA0-2937-4788892DE7DC}"/>
                      </a:ext>
                    </a:extLst>
                  </p:cNvPr>
                  <p:cNvSpPr/>
                  <p:nvPr/>
                </p:nvSpPr>
                <p:spPr>
                  <a:xfrm>
                    <a:off x="4077500" y="2370050"/>
                    <a:ext cx="5350" cy="8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335" extrusionOk="0">
                        <a:moveTo>
                          <a:pt x="123" y="335"/>
                        </a:moveTo>
                        <a:cubicBezTo>
                          <a:pt x="153" y="274"/>
                          <a:pt x="183" y="213"/>
                          <a:pt x="214" y="183"/>
                        </a:cubicBezTo>
                        <a:cubicBezTo>
                          <a:pt x="214" y="122"/>
                          <a:pt x="183" y="92"/>
                          <a:pt x="153" y="61"/>
                        </a:cubicBezTo>
                        <a:cubicBezTo>
                          <a:pt x="123" y="0"/>
                          <a:pt x="31" y="61"/>
                          <a:pt x="31" y="152"/>
                        </a:cubicBezTo>
                        <a:cubicBezTo>
                          <a:pt x="1" y="213"/>
                          <a:pt x="62" y="304"/>
                          <a:pt x="123" y="3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3" name="Google Shape;630;p21">
                    <a:extLst>
                      <a:ext uri="{FF2B5EF4-FFF2-40B4-BE49-F238E27FC236}">
                        <a16:creationId xmlns:a16="http://schemas.microsoft.com/office/drawing/2014/main" id="{40722A66-233A-97AD-C155-2957F856A62E}"/>
                      </a:ext>
                    </a:extLst>
                  </p:cNvPr>
                  <p:cNvSpPr/>
                  <p:nvPr/>
                </p:nvSpPr>
                <p:spPr>
                  <a:xfrm>
                    <a:off x="4070675" y="2490875"/>
                    <a:ext cx="5350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244" extrusionOk="0">
                        <a:moveTo>
                          <a:pt x="92" y="31"/>
                        </a:moveTo>
                        <a:cubicBezTo>
                          <a:pt x="31" y="31"/>
                          <a:pt x="0" y="122"/>
                          <a:pt x="0" y="183"/>
                        </a:cubicBezTo>
                        <a:cubicBezTo>
                          <a:pt x="0" y="183"/>
                          <a:pt x="0" y="213"/>
                          <a:pt x="31" y="213"/>
                        </a:cubicBezTo>
                        <a:cubicBezTo>
                          <a:pt x="61" y="243"/>
                          <a:pt x="122" y="213"/>
                          <a:pt x="152" y="213"/>
                        </a:cubicBezTo>
                        <a:cubicBezTo>
                          <a:pt x="183" y="183"/>
                          <a:pt x="213" y="122"/>
                          <a:pt x="213" y="92"/>
                        </a:cubicBezTo>
                        <a:cubicBezTo>
                          <a:pt x="183" y="0"/>
                          <a:pt x="152" y="0"/>
                          <a:pt x="92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4" name="Google Shape;631;p21">
                    <a:extLst>
                      <a:ext uri="{FF2B5EF4-FFF2-40B4-BE49-F238E27FC236}">
                        <a16:creationId xmlns:a16="http://schemas.microsoft.com/office/drawing/2014/main" id="{9DF975CC-D07C-BF5A-D728-EE326E081C54}"/>
                      </a:ext>
                    </a:extLst>
                  </p:cNvPr>
                  <p:cNvSpPr/>
                  <p:nvPr/>
                </p:nvSpPr>
                <p:spPr>
                  <a:xfrm>
                    <a:off x="4506850" y="3447575"/>
                    <a:ext cx="8375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" h="244" extrusionOk="0">
                        <a:moveTo>
                          <a:pt x="244" y="61"/>
                        </a:moveTo>
                        <a:cubicBezTo>
                          <a:pt x="213" y="61"/>
                          <a:pt x="183" y="31"/>
                          <a:pt x="183" y="31"/>
                        </a:cubicBezTo>
                        <a:cubicBezTo>
                          <a:pt x="153" y="0"/>
                          <a:pt x="92" y="0"/>
                          <a:pt x="61" y="31"/>
                        </a:cubicBezTo>
                        <a:cubicBezTo>
                          <a:pt x="31" y="61"/>
                          <a:pt x="1" y="92"/>
                          <a:pt x="31" y="122"/>
                        </a:cubicBezTo>
                        <a:cubicBezTo>
                          <a:pt x="31" y="183"/>
                          <a:pt x="61" y="213"/>
                          <a:pt x="92" y="213"/>
                        </a:cubicBezTo>
                        <a:cubicBezTo>
                          <a:pt x="153" y="244"/>
                          <a:pt x="244" y="244"/>
                          <a:pt x="335" y="213"/>
                        </a:cubicBezTo>
                        <a:lnTo>
                          <a:pt x="335" y="92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5" name="Google Shape;632;p21">
                    <a:extLst>
                      <a:ext uri="{FF2B5EF4-FFF2-40B4-BE49-F238E27FC236}">
                        <a16:creationId xmlns:a16="http://schemas.microsoft.com/office/drawing/2014/main" id="{E5E9FCC0-46FD-D96D-F0C6-D7D6E5372E0E}"/>
                      </a:ext>
                    </a:extLst>
                  </p:cNvPr>
                  <p:cNvSpPr/>
                  <p:nvPr/>
                </p:nvSpPr>
                <p:spPr>
                  <a:xfrm>
                    <a:off x="4515200" y="3452900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31"/>
                        </a:moveTo>
                        <a:lnTo>
                          <a:pt x="1" y="31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6" name="Google Shape;633;p21">
                    <a:extLst>
                      <a:ext uri="{FF2B5EF4-FFF2-40B4-BE49-F238E27FC236}">
                        <a16:creationId xmlns:a16="http://schemas.microsoft.com/office/drawing/2014/main" id="{EC2A7B72-87DD-2794-CBBA-B921EFEBCAF0}"/>
                      </a:ext>
                    </a:extLst>
                  </p:cNvPr>
                  <p:cNvSpPr/>
                  <p:nvPr/>
                </p:nvSpPr>
                <p:spPr>
                  <a:xfrm>
                    <a:off x="3253025" y="4708225"/>
                    <a:ext cx="6100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275" extrusionOk="0">
                        <a:moveTo>
                          <a:pt x="213" y="274"/>
                        </a:moveTo>
                        <a:cubicBezTo>
                          <a:pt x="213" y="274"/>
                          <a:pt x="244" y="244"/>
                          <a:pt x="244" y="213"/>
                        </a:cubicBezTo>
                        <a:cubicBezTo>
                          <a:pt x="244" y="122"/>
                          <a:pt x="183" y="31"/>
                          <a:pt x="122" y="1"/>
                        </a:cubicBezTo>
                        <a:cubicBezTo>
                          <a:pt x="92" y="31"/>
                          <a:pt x="31" y="31"/>
                          <a:pt x="31" y="61"/>
                        </a:cubicBezTo>
                        <a:cubicBezTo>
                          <a:pt x="1" y="153"/>
                          <a:pt x="31" y="213"/>
                          <a:pt x="153" y="274"/>
                        </a:cubicBezTo>
                        <a:cubicBezTo>
                          <a:pt x="153" y="274"/>
                          <a:pt x="183" y="274"/>
                          <a:pt x="213" y="2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7" name="Google Shape;634;p21">
                    <a:extLst>
                      <a:ext uri="{FF2B5EF4-FFF2-40B4-BE49-F238E27FC236}">
                        <a16:creationId xmlns:a16="http://schemas.microsoft.com/office/drawing/2014/main" id="{34270882-27D1-6A18-90B2-990897A82468}"/>
                      </a:ext>
                    </a:extLst>
                  </p:cNvPr>
                  <p:cNvSpPr/>
                  <p:nvPr/>
                </p:nvSpPr>
                <p:spPr>
                  <a:xfrm>
                    <a:off x="3842700" y="2313825"/>
                    <a:ext cx="6875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" h="244" extrusionOk="0">
                        <a:moveTo>
                          <a:pt x="183" y="243"/>
                        </a:moveTo>
                        <a:cubicBezTo>
                          <a:pt x="183" y="243"/>
                          <a:pt x="213" y="213"/>
                          <a:pt x="244" y="213"/>
                        </a:cubicBezTo>
                        <a:cubicBezTo>
                          <a:pt x="274" y="122"/>
                          <a:pt x="213" y="31"/>
                          <a:pt x="122" y="0"/>
                        </a:cubicBezTo>
                        <a:cubicBezTo>
                          <a:pt x="92" y="0"/>
                          <a:pt x="92" y="0"/>
                          <a:pt x="61" y="0"/>
                        </a:cubicBezTo>
                        <a:cubicBezTo>
                          <a:pt x="1" y="61"/>
                          <a:pt x="1" y="122"/>
                          <a:pt x="61" y="183"/>
                        </a:cubicBezTo>
                        <a:cubicBezTo>
                          <a:pt x="92" y="213"/>
                          <a:pt x="153" y="243"/>
                          <a:pt x="183" y="2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8" name="Google Shape;635;p21">
                    <a:extLst>
                      <a:ext uri="{FF2B5EF4-FFF2-40B4-BE49-F238E27FC236}">
                        <a16:creationId xmlns:a16="http://schemas.microsoft.com/office/drawing/2014/main" id="{EBFE933F-F2DB-72A9-9654-8C3DC7248027}"/>
                      </a:ext>
                    </a:extLst>
                  </p:cNvPr>
                  <p:cNvSpPr/>
                  <p:nvPr/>
                </p:nvSpPr>
                <p:spPr>
                  <a:xfrm>
                    <a:off x="4800175" y="2734800"/>
                    <a:ext cx="9150" cy="7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305" extrusionOk="0">
                        <a:moveTo>
                          <a:pt x="122" y="0"/>
                        </a:moveTo>
                        <a:cubicBezTo>
                          <a:pt x="61" y="31"/>
                          <a:pt x="31" y="31"/>
                          <a:pt x="0" y="61"/>
                        </a:cubicBezTo>
                        <a:lnTo>
                          <a:pt x="0" y="122"/>
                        </a:lnTo>
                        <a:cubicBezTo>
                          <a:pt x="61" y="183"/>
                          <a:pt x="122" y="243"/>
                          <a:pt x="183" y="304"/>
                        </a:cubicBezTo>
                        <a:cubicBezTo>
                          <a:pt x="213" y="304"/>
                          <a:pt x="274" y="304"/>
                          <a:pt x="304" y="304"/>
                        </a:cubicBezTo>
                        <a:cubicBezTo>
                          <a:pt x="335" y="304"/>
                          <a:pt x="365" y="183"/>
                          <a:pt x="304" y="122"/>
                        </a:cubicBezTo>
                        <a:cubicBezTo>
                          <a:pt x="274" y="61"/>
                          <a:pt x="183" y="0"/>
                          <a:pt x="122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9" name="Google Shape;636;p21">
                    <a:extLst>
                      <a:ext uri="{FF2B5EF4-FFF2-40B4-BE49-F238E27FC236}">
                        <a16:creationId xmlns:a16="http://schemas.microsoft.com/office/drawing/2014/main" id="{45ACA077-F503-B18F-771F-6A64C7987FD0}"/>
                      </a:ext>
                    </a:extLst>
                  </p:cNvPr>
                  <p:cNvSpPr/>
                  <p:nvPr/>
                </p:nvSpPr>
                <p:spPr>
                  <a:xfrm>
                    <a:off x="3387525" y="3810800"/>
                    <a:ext cx="307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153" extrusionOk="0">
                        <a:moveTo>
                          <a:pt x="122" y="92"/>
                        </a:moveTo>
                        <a:cubicBezTo>
                          <a:pt x="122" y="31"/>
                          <a:pt x="92" y="0"/>
                          <a:pt x="31" y="31"/>
                        </a:cubicBezTo>
                        <a:cubicBezTo>
                          <a:pt x="31" y="31"/>
                          <a:pt x="1" y="31"/>
                          <a:pt x="1" y="61"/>
                        </a:cubicBezTo>
                        <a:cubicBezTo>
                          <a:pt x="1" y="122"/>
                          <a:pt x="1" y="152"/>
                          <a:pt x="61" y="152"/>
                        </a:cubicBezTo>
                        <a:cubicBezTo>
                          <a:pt x="92" y="152"/>
                          <a:pt x="92" y="92"/>
                          <a:pt x="122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0" name="Google Shape;637;p21">
                    <a:extLst>
                      <a:ext uri="{FF2B5EF4-FFF2-40B4-BE49-F238E27FC236}">
                        <a16:creationId xmlns:a16="http://schemas.microsoft.com/office/drawing/2014/main" id="{5DA151D3-CD3E-06BF-E4E6-7335326E711A}"/>
                      </a:ext>
                    </a:extLst>
                  </p:cNvPr>
                  <p:cNvSpPr/>
                  <p:nvPr/>
                </p:nvSpPr>
                <p:spPr>
                  <a:xfrm>
                    <a:off x="3291775" y="2486300"/>
                    <a:ext cx="6875" cy="5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" h="214" extrusionOk="0">
                        <a:moveTo>
                          <a:pt x="183" y="1"/>
                        </a:moveTo>
                        <a:cubicBezTo>
                          <a:pt x="92" y="1"/>
                          <a:pt x="1" y="62"/>
                          <a:pt x="31" y="183"/>
                        </a:cubicBezTo>
                        <a:cubicBezTo>
                          <a:pt x="31" y="183"/>
                          <a:pt x="62" y="214"/>
                          <a:pt x="92" y="214"/>
                        </a:cubicBezTo>
                        <a:cubicBezTo>
                          <a:pt x="153" y="214"/>
                          <a:pt x="274" y="123"/>
                          <a:pt x="214" y="62"/>
                        </a:cubicBezTo>
                        <a:cubicBezTo>
                          <a:pt x="214" y="31"/>
                          <a:pt x="183" y="1"/>
                          <a:pt x="183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1" name="Google Shape;638;p21">
                    <a:extLst>
                      <a:ext uri="{FF2B5EF4-FFF2-40B4-BE49-F238E27FC236}">
                        <a16:creationId xmlns:a16="http://schemas.microsoft.com/office/drawing/2014/main" id="{A7744E0C-FACB-C558-63F6-5A99B0700E53}"/>
                      </a:ext>
                    </a:extLst>
                  </p:cNvPr>
                  <p:cNvSpPr/>
                  <p:nvPr/>
                </p:nvSpPr>
                <p:spPr>
                  <a:xfrm>
                    <a:off x="3280375" y="2700600"/>
                    <a:ext cx="9900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6" h="244" extrusionOk="0">
                        <a:moveTo>
                          <a:pt x="31" y="61"/>
                        </a:moveTo>
                        <a:cubicBezTo>
                          <a:pt x="1" y="122"/>
                          <a:pt x="62" y="183"/>
                          <a:pt x="122" y="213"/>
                        </a:cubicBezTo>
                        <a:cubicBezTo>
                          <a:pt x="244" y="244"/>
                          <a:pt x="366" y="183"/>
                          <a:pt x="396" y="61"/>
                        </a:cubicBezTo>
                        <a:cubicBezTo>
                          <a:pt x="305" y="61"/>
                          <a:pt x="214" y="31"/>
                          <a:pt x="153" y="1"/>
                        </a:cubicBezTo>
                        <a:cubicBezTo>
                          <a:pt x="92" y="1"/>
                          <a:pt x="62" y="31"/>
                          <a:pt x="31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2" name="Google Shape;639;p21">
                    <a:extLst>
                      <a:ext uri="{FF2B5EF4-FFF2-40B4-BE49-F238E27FC236}">
                        <a16:creationId xmlns:a16="http://schemas.microsoft.com/office/drawing/2014/main" id="{F6B1E4B1-DF69-A407-22F7-6922BED86813}"/>
                      </a:ext>
                    </a:extLst>
                  </p:cNvPr>
                  <p:cNvSpPr/>
                  <p:nvPr/>
                </p:nvSpPr>
                <p:spPr>
                  <a:xfrm>
                    <a:off x="3290275" y="2702125"/>
                    <a:ext cx="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h="1" extrusionOk="0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3" name="Google Shape;640;p21">
                    <a:extLst>
                      <a:ext uri="{FF2B5EF4-FFF2-40B4-BE49-F238E27FC236}">
                        <a16:creationId xmlns:a16="http://schemas.microsoft.com/office/drawing/2014/main" id="{6FB4A0DD-D408-3268-85BF-825F042115F5}"/>
                      </a:ext>
                    </a:extLst>
                  </p:cNvPr>
                  <p:cNvSpPr/>
                  <p:nvPr/>
                </p:nvSpPr>
                <p:spPr>
                  <a:xfrm>
                    <a:off x="3544825" y="2484025"/>
                    <a:ext cx="7625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244" extrusionOk="0">
                        <a:moveTo>
                          <a:pt x="244" y="92"/>
                        </a:moveTo>
                        <a:cubicBezTo>
                          <a:pt x="213" y="31"/>
                          <a:pt x="153" y="1"/>
                          <a:pt x="61" y="31"/>
                        </a:cubicBezTo>
                        <a:cubicBezTo>
                          <a:pt x="61" y="31"/>
                          <a:pt x="31" y="62"/>
                          <a:pt x="31" y="62"/>
                        </a:cubicBezTo>
                        <a:cubicBezTo>
                          <a:pt x="1" y="92"/>
                          <a:pt x="1" y="122"/>
                          <a:pt x="31" y="122"/>
                        </a:cubicBezTo>
                        <a:cubicBezTo>
                          <a:pt x="31" y="183"/>
                          <a:pt x="122" y="244"/>
                          <a:pt x="183" y="214"/>
                        </a:cubicBezTo>
                        <a:cubicBezTo>
                          <a:pt x="213" y="214"/>
                          <a:pt x="244" y="183"/>
                          <a:pt x="274" y="153"/>
                        </a:cubicBezTo>
                        <a:cubicBezTo>
                          <a:pt x="305" y="122"/>
                          <a:pt x="274" y="92"/>
                          <a:pt x="244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4" name="Google Shape;641;p21">
                    <a:extLst>
                      <a:ext uri="{FF2B5EF4-FFF2-40B4-BE49-F238E27FC236}">
                        <a16:creationId xmlns:a16="http://schemas.microsoft.com/office/drawing/2014/main" id="{14981756-C0B1-673D-4E8E-28C54E3E70DD}"/>
                      </a:ext>
                    </a:extLst>
                  </p:cNvPr>
                  <p:cNvSpPr/>
                  <p:nvPr/>
                </p:nvSpPr>
                <p:spPr>
                  <a:xfrm>
                    <a:off x="4568400" y="3417925"/>
                    <a:ext cx="382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53" extrusionOk="0">
                        <a:moveTo>
                          <a:pt x="122" y="123"/>
                        </a:moveTo>
                        <a:cubicBezTo>
                          <a:pt x="153" y="62"/>
                          <a:pt x="122" y="31"/>
                          <a:pt x="92" y="1"/>
                        </a:cubicBezTo>
                        <a:cubicBezTo>
                          <a:pt x="61" y="1"/>
                          <a:pt x="31" y="1"/>
                          <a:pt x="31" y="1"/>
                        </a:cubicBezTo>
                        <a:cubicBezTo>
                          <a:pt x="1" y="31"/>
                          <a:pt x="1" y="92"/>
                          <a:pt x="31" y="123"/>
                        </a:cubicBezTo>
                        <a:cubicBezTo>
                          <a:pt x="61" y="153"/>
                          <a:pt x="92" y="153"/>
                          <a:pt x="122" y="12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5" name="Google Shape;642;p21">
                    <a:extLst>
                      <a:ext uri="{FF2B5EF4-FFF2-40B4-BE49-F238E27FC236}">
                        <a16:creationId xmlns:a16="http://schemas.microsoft.com/office/drawing/2014/main" id="{AA3E468A-C22C-3888-5390-36435FC4EB4E}"/>
                      </a:ext>
                    </a:extLst>
                  </p:cNvPr>
                  <p:cNvSpPr/>
                  <p:nvPr/>
                </p:nvSpPr>
                <p:spPr>
                  <a:xfrm>
                    <a:off x="2553925" y="3007600"/>
                    <a:ext cx="4575" cy="6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" h="274" extrusionOk="0">
                        <a:moveTo>
                          <a:pt x="183" y="152"/>
                        </a:moveTo>
                        <a:cubicBezTo>
                          <a:pt x="183" y="61"/>
                          <a:pt x="122" y="0"/>
                          <a:pt x="61" y="31"/>
                        </a:cubicBezTo>
                        <a:cubicBezTo>
                          <a:pt x="31" y="61"/>
                          <a:pt x="1" y="122"/>
                          <a:pt x="31" y="183"/>
                        </a:cubicBezTo>
                        <a:cubicBezTo>
                          <a:pt x="61" y="274"/>
                          <a:pt x="92" y="243"/>
                          <a:pt x="122" y="243"/>
                        </a:cubicBezTo>
                        <a:cubicBezTo>
                          <a:pt x="153" y="213"/>
                          <a:pt x="153" y="183"/>
                          <a:pt x="183" y="1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6" name="Google Shape;643;p21">
                    <a:extLst>
                      <a:ext uri="{FF2B5EF4-FFF2-40B4-BE49-F238E27FC236}">
                        <a16:creationId xmlns:a16="http://schemas.microsoft.com/office/drawing/2014/main" id="{E78A8FB8-2BD7-8EF8-725D-63C7AF7F8B34}"/>
                      </a:ext>
                    </a:extLst>
                  </p:cNvPr>
                  <p:cNvSpPr/>
                  <p:nvPr/>
                </p:nvSpPr>
                <p:spPr>
                  <a:xfrm>
                    <a:off x="3455150" y="252202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1"/>
                        </a:move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7" name="Google Shape;644;p21">
                    <a:extLst>
                      <a:ext uri="{FF2B5EF4-FFF2-40B4-BE49-F238E27FC236}">
                        <a16:creationId xmlns:a16="http://schemas.microsoft.com/office/drawing/2014/main" id="{44296A36-DC4D-B432-1900-EEC798968443}"/>
                      </a:ext>
                    </a:extLst>
                  </p:cNvPr>
                  <p:cNvSpPr/>
                  <p:nvPr/>
                </p:nvSpPr>
                <p:spPr>
                  <a:xfrm>
                    <a:off x="3449850" y="2522025"/>
                    <a:ext cx="5325" cy="5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" h="214" extrusionOk="0">
                        <a:moveTo>
                          <a:pt x="61" y="213"/>
                        </a:moveTo>
                        <a:cubicBezTo>
                          <a:pt x="91" y="213"/>
                          <a:pt x="152" y="213"/>
                          <a:pt x="182" y="183"/>
                        </a:cubicBezTo>
                        <a:cubicBezTo>
                          <a:pt x="182" y="122"/>
                          <a:pt x="213" y="61"/>
                          <a:pt x="213" y="1"/>
                        </a:cubicBezTo>
                        <a:cubicBezTo>
                          <a:pt x="152" y="1"/>
                          <a:pt x="91" y="1"/>
                          <a:pt x="31" y="61"/>
                        </a:cubicBezTo>
                        <a:cubicBezTo>
                          <a:pt x="0" y="122"/>
                          <a:pt x="0" y="213"/>
                          <a:pt x="61" y="2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8" name="Google Shape;645;p21">
                    <a:extLst>
                      <a:ext uri="{FF2B5EF4-FFF2-40B4-BE49-F238E27FC236}">
                        <a16:creationId xmlns:a16="http://schemas.microsoft.com/office/drawing/2014/main" id="{ACDF7619-8549-F071-E84F-CE0592C10D15}"/>
                      </a:ext>
                    </a:extLst>
                  </p:cNvPr>
                  <p:cNvSpPr/>
                  <p:nvPr/>
                </p:nvSpPr>
                <p:spPr>
                  <a:xfrm>
                    <a:off x="3674775" y="2769750"/>
                    <a:ext cx="3825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244" extrusionOk="0">
                        <a:moveTo>
                          <a:pt x="152" y="61"/>
                        </a:moveTo>
                        <a:cubicBezTo>
                          <a:pt x="122" y="31"/>
                          <a:pt x="91" y="1"/>
                          <a:pt x="31" y="31"/>
                        </a:cubicBezTo>
                        <a:cubicBezTo>
                          <a:pt x="31" y="31"/>
                          <a:pt x="0" y="61"/>
                          <a:pt x="0" y="61"/>
                        </a:cubicBezTo>
                        <a:lnTo>
                          <a:pt x="0" y="183"/>
                        </a:lnTo>
                        <a:cubicBezTo>
                          <a:pt x="31" y="213"/>
                          <a:pt x="91" y="213"/>
                          <a:pt x="152" y="244"/>
                        </a:cubicBezTo>
                        <a:lnTo>
                          <a:pt x="152" y="152"/>
                        </a:lnTo>
                        <a:cubicBezTo>
                          <a:pt x="152" y="122"/>
                          <a:pt x="152" y="92"/>
                          <a:pt x="152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9" name="Google Shape;646;p21">
                    <a:extLst>
                      <a:ext uri="{FF2B5EF4-FFF2-40B4-BE49-F238E27FC236}">
                        <a16:creationId xmlns:a16="http://schemas.microsoft.com/office/drawing/2014/main" id="{6F304F7A-064C-1651-C9A6-9E26AC582720}"/>
                      </a:ext>
                    </a:extLst>
                  </p:cNvPr>
                  <p:cNvSpPr/>
                  <p:nvPr/>
                </p:nvSpPr>
                <p:spPr>
                  <a:xfrm>
                    <a:off x="3259875" y="4721900"/>
                    <a:ext cx="5325" cy="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" h="336" extrusionOk="0">
                        <a:moveTo>
                          <a:pt x="183" y="62"/>
                        </a:moveTo>
                        <a:cubicBezTo>
                          <a:pt x="152" y="31"/>
                          <a:pt x="122" y="1"/>
                          <a:pt x="61" y="1"/>
                        </a:cubicBezTo>
                        <a:cubicBezTo>
                          <a:pt x="31" y="1"/>
                          <a:pt x="0" y="62"/>
                          <a:pt x="0" y="92"/>
                        </a:cubicBezTo>
                        <a:cubicBezTo>
                          <a:pt x="31" y="153"/>
                          <a:pt x="61" y="244"/>
                          <a:pt x="61" y="335"/>
                        </a:cubicBezTo>
                        <a:cubicBezTo>
                          <a:pt x="122" y="274"/>
                          <a:pt x="152" y="244"/>
                          <a:pt x="183" y="183"/>
                        </a:cubicBezTo>
                        <a:cubicBezTo>
                          <a:pt x="213" y="153"/>
                          <a:pt x="213" y="122"/>
                          <a:pt x="183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0" name="Google Shape;647;p21">
                    <a:extLst>
                      <a:ext uri="{FF2B5EF4-FFF2-40B4-BE49-F238E27FC236}">
                        <a16:creationId xmlns:a16="http://schemas.microsoft.com/office/drawing/2014/main" id="{172AA670-742B-ED5E-1533-39940266BA9C}"/>
                      </a:ext>
                    </a:extLst>
                  </p:cNvPr>
                  <p:cNvSpPr/>
                  <p:nvPr/>
                </p:nvSpPr>
                <p:spPr>
                  <a:xfrm>
                    <a:off x="3261375" y="47302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0"/>
                        </a:move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1" name="Google Shape;648;p21">
                    <a:extLst>
                      <a:ext uri="{FF2B5EF4-FFF2-40B4-BE49-F238E27FC236}">
                        <a16:creationId xmlns:a16="http://schemas.microsoft.com/office/drawing/2014/main" id="{B8E1E203-50E0-4BFD-D288-A59EF0F8613D}"/>
                      </a:ext>
                    </a:extLst>
                  </p:cNvPr>
                  <p:cNvSpPr/>
                  <p:nvPr/>
                </p:nvSpPr>
                <p:spPr>
                  <a:xfrm>
                    <a:off x="3854875" y="2293300"/>
                    <a:ext cx="5325" cy="4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" h="183" extrusionOk="0">
                        <a:moveTo>
                          <a:pt x="122" y="183"/>
                        </a:moveTo>
                        <a:cubicBezTo>
                          <a:pt x="182" y="183"/>
                          <a:pt x="213" y="122"/>
                          <a:pt x="182" y="92"/>
                        </a:cubicBezTo>
                        <a:cubicBezTo>
                          <a:pt x="152" y="61"/>
                          <a:pt x="122" y="31"/>
                          <a:pt x="91" y="0"/>
                        </a:cubicBezTo>
                        <a:lnTo>
                          <a:pt x="30" y="0"/>
                        </a:lnTo>
                        <a:cubicBezTo>
                          <a:pt x="0" y="0"/>
                          <a:pt x="0" y="61"/>
                          <a:pt x="30" y="92"/>
                        </a:cubicBezTo>
                        <a:cubicBezTo>
                          <a:pt x="61" y="122"/>
                          <a:pt x="91" y="152"/>
                          <a:pt x="122" y="1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2" name="Google Shape;649;p21">
                    <a:extLst>
                      <a:ext uri="{FF2B5EF4-FFF2-40B4-BE49-F238E27FC236}">
                        <a16:creationId xmlns:a16="http://schemas.microsoft.com/office/drawing/2014/main" id="{042D83EA-6C0D-4126-AA0B-5D3451ADF73C}"/>
                      </a:ext>
                    </a:extLst>
                  </p:cNvPr>
                  <p:cNvSpPr/>
                  <p:nvPr/>
                </p:nvSpPr>
                <p:spPr>
                  <a:xfrm>
                    <a:off x="4666425" y="2376875"/>
                    <a:ext cx="3825" cy="4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84" extrusionOk="0">
                        <a:moveTo>
                          <a:pt x="92" y="153"/>
                        </a:moveTo>
                        <a:cubicBezTo>
                          <a:pt x="122" y="153"/>
                          <a:pt x="153" y="123"/>
                          <a:pt x="153" y="123"/>
                        </a:cubicBezTo>
                        <a:cubicBezTo>
                          <a:pt x="153" y="62"/>
                          <a:pt x="122" y="1"/>
                          <a:pt x="92" y="1"/>
                        </a:cubicBezTo>
                        <a:cubicBezTo>
                          <a:pt x="31" y="1"/>
                          <a:pt x="1" y="31"/>
                          <a:pt x="1" y="92"/>
                        </a:cubicBezTo>
                        <a:cubicBezTo>
                          <a:pt x="1" y="153"/>
                          <a:pt x="61" y="183"/>
                          <a:pt x="92" y="15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3" name="Google Shape;650;p21">
                    <a:extLst>
                      <a:ext uri="{FF2B5EF4-FFF2-40B4-BE49-F238E27FC236}">
                        <a16:creationId xmlns:a16="http://schemas.microsoft.com/office/drawing/2014/main" id="{E6D04406-1E25-AC9B-A06F-BD0D837E5AA7}"/>
                      </a:ext>
                    </a:extLst>
                  </p:cNvPr>
                  <p:cNvSpPr/>
                  <p:nvPr/>
                </p:nvSpPr>
                <p:spPr>
                  <a:xfrm>
                    <a:off x="3265175" y="4819175"/>
                    <a:ext cx="5350" cy="6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274" extrusionOk="0">
                        <a:moveTo>
                          <a:pt x="62" y="61"/>
                        </a:moveTo>
                        <a:cubicBezTo>
                          <a:pt x="1" y="92"/>
                          <a:pt x="1" y="183"/>
                          <a:pt x="62" y="213"/>
                        </a:cubicBezTo>
                        <a:cubicBezTo>
                          <a:pt x="123" y="244"/>
                          <a:pt x="153" y="244"/>
                          <a:pt x="214" y="274"/>
                        </a:cubicBezTo>
                        <a:lnTo>
                          <a:pt x="214" y="0"/>
                        </a:lnTo>
                        <a:cubicBezTo>
                          <a:pt x="153" y="0"/>
                          <a:pt x="123" y="31"/>
                          <a:pt x="62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4" name="Google Shape;651;p21">
                    <a:extLst>
                      <a:ext uri="{FF2B5EF4-FFF2-40B4-BE49-F238E27FC236}">
                        <a16:creationId xmlns:a16="http://schemas.microsoft.com/office/drawing/2014/main" id="{1ABB2F0A-2DEB-FCDB-7DAF-5BB811F06D21}"/>
                      </a:ext>
                    </a:extLst>
                  </p:cNvPr>
                  <p:cNvSpPr/>
                  <p:nvPr/>
                </p:nvSpPr>
                <p:spPr>
                  <a:xfrm>
                    <a:off x="3090400" y="2708200"/>
                    <a:ext cx="4600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4" h="153" extrusionOk="0">
                        <a:moveTo>
                          <a:pt x="31" y="122"/>
                        </a:moveTo>
                        <a:cubicBezTo>
                          <a:pt x="31" y="122"/>
                          <a:pt x="62" y="152"/>
                          <a:pt x="92" y="152"/>
                        </a:cubicBezTo>
                        <a:cubicBezTo>
                          <a:pt x="123" y="152"/>
                          <a:pt x="183" y="122"/>
                          <a:pt x="183" y="92"/>
                        </a:cubicBezTo>
                        <a:cubicBezTo>
                          <a:pt x="183" y="31"/>
                          <a:pt x="123" y="0"/>
                          <a:pt x="92" y="0"/>
                        </a:cubicBezTo>
                        <a:cubicBezTo>
                          <a:pt x="31" y="31"/>
                          <a:pt x="1" y="61"/>
                          <a:pt x="31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5" name="Google Shape;652;p21">
                    <a:extLst>
                      <a:ext uri="{FF2B5EF4-FFF2-40B4-BE49-F238E27FC236}">
                        <a16:creationId xmlns:a16="http://schemas.microsoft.com/office/drawing/2014/main" id="{2487597B-A5BC-D9C6-CFFA-944F812E7590}"/>
                      </a:ext>
                    </a:extLst>
                  </p:cNvPr>
                  <p:cNvSpPr/>
                  <p:nvPr/>
                </p:nvSpPr>
                <p:spPr>
                  <a:xfrm>
                    <a:off x="4041025" y="3601825"/>
                    <a:ext cx="4600" cy="4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4" h="184" extrusionOk="0">
                        <a:moveTo>
                          <a:pt x="31" y="92"/>
                        </a:moveTo>
                        <a:cubicBezTo>
                          <a:pt x="1" y="122"/>
                          <a:pt x="1" y="153"/>
                          <a:pt x="31" y="183"/>
                        </a:cubicBezTo>
                        <a:lnTo>
                          <a:pt x="92" y="183"/>
                        </a:lnTo>
                        <a:cubicBezTo>
                          <a:pt x="123" y="153"/>
                          <a:pt x="153" y="122"/>
                          <a:pt x="183" y="92"/>
                        </a:cubicBezTo>
                        <a:lnTo>
                          <a:pt x="123" y="1"/>
                        </a:lnTo>
                        <a:cubicBezTo>
                          <a:pt x="92" y="31"/>
                          <a:pt x="62" y="61"/>
                          <a:pt x="31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6" name="Google Shape;653;p21">
                    <a:extLst>
                      <a:ext uri="{FF2B5EF4-FFF2-40B4-BE49-F238E27FC236}">
                        <a16:creationId xmlns:a16="http://schemas.microsoft.com/office/drawing/2014/main" id="{5CB62C3B-0BA8-10C0-1D49-E115C2308B5F}"/>
                      </a:ext>
                    </a:extLst>
                  </p:cNvPr>
                  <p:cNvSpPr/>
                  <p:nvPr/>
                </p:nvSpPr>
                <p:spPr>
                  <a:xfrm>
                    <a:off x="3196800" y="3652750"/>
                    <a:ext cx="3050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153" extrusionOk="0">
                        <a:moveTo>
                          <a:pt x="122" y="91"/>
                        </a:moveTo>
                        <a:lnTo>
                          <a:pt x="31" y="0"/>
                        </a:lnTo>
                        <a:cubicBezTo>
                          <a:pt x="31" y="61"/>
                          <a:pt x="0" y="91"/>
                          <a:pt x="0" y="122"/>
                        </a:cubicBezTo>
                        <a:cubicBezTo>
                          <a:pt x="0" y="122"/>
                          <a:pt x="31" y="152"/>
                          <a:pt x="61" y="152"/>
                        </a:cubicBezTo>
                        <a:cubicBezTo>
                          <a:pt x="61" y="152"/>
                          <a:pt x="122" y="152"/>
                          <a:pt x="122" y="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7" name="Google Shape;654;p21">
                    <a:extLst>
                      <a:ext uri="{FF2B5EF4-FFF2-40B4-BE49-F238E27FC236}">
                        <a16:creationId xmlns:a16="http://schemas.microsoft.com/office/drawing/2014/main" id="{0C97C20A-C8BF-6B74-7DDE-0B5AEC759533}"/>
                      </a:ext>
                    </a:extLst>
                  </p:cNvPr>
                  <p:cNvSpPr/>
                  <p:nvPr/>
                </p:nvSpPr>
                <p:spPr>
                  <a:xfrm>
                    <a:off x="3164875" y="3656550"/>
                    <a:ext cx="3825" cy="5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213" extrusionOk="0">
                        <a:moveTo>
                          <a:pt x="92" y="183"/>
                        </a:moveTo>
                        <a:cubicBezTo>
                          <a:pt x="122" y="183"/>
                          <a:pt x="122" y="122"/>
                          <a:pt x="153" y="91"/>
                        </a:cubicBezTo>
                        <a:lnTo>
                          <a:pt x="62" y="0"/>
                        </a:lnTo>
                        <a:cubicBezTo>
                          <a:pt x="62" y="31"/>
                          <a:pt x="1" y="61"/>
                          <a:pt x="1" y="91"/>
                        </a:cubicBezTo>
                        <a:cubicBezTo>
                          <a:pt x="1" y="122"/>
                          <a:pt x="62" y="213"/>
                          <a:pt x="92" y="1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8" name="Google Shape;655;p21">
                    <a:extLst>
                      <a:ext uri="{FF2B5EF4-FFF2-40B4-BE49-F238E27FC236}">
                        <a16:creationId xmlns:a16="http://schemas.microsoft.com/office/drawing/2014/main" id="{8B29C56A-E71D-BA3B-6294-4F749A0A8E40}"/>
                      </a:ext>
                    </a:extLst>
                  </p:cNvPr>
                  <p:cNvSpPr/>
                  <p:nvPr/>
                </p:nvSpPr>
                <p:spPr>
                  <a:xfrm>
                    <a:off x="3212750" y="3678575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9" name="Google Shape;656;p21">
                    <a:extLst>
                      <a:ext uri="{FF2B5EF4-FFF2-40B4-BE49-F238E27FC236}">
                        <a16:creationId xmlns:a16="http://schemas.microsoft.com/office/drawing/2014/main" id="{7898FD70-BC8B-9136-1EE2-326552BCF4A1}"/>
                      </a:ext>
                    </a:extLst>
                  </p:cNvPr>
                  <p:cNvSpPr/>
                  <p:nvPr/>
                </p:nvSpPr>
                <p:spPr>
                  <a:xfrm>
                    <a:off x="3212750" y="3678575"/>
                    <a:ext cx="4600" cy="4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4" h="183" extrusionOk="0">
                        <a:moveTo>
                          <a:pt x="153" y="122"/>
                        </a:moveTo>
                        <a:cubicBezTo>
                          <a:pt x="153" y="122"/>
                          <a:pt x="183" y="92"/>
                          <a:pt x="183" y="61"/>
                        </a:cubicBezTo>
                        <a:cubicBezTo>
                          <a:pt x="183" y="31"/>
                          <a:pt x="183" y="1"/>
                          <a:pt x="122" y="1"/>
                        </a:cubicBezTo>
                        <a:cubicBezTo>
                          <a:pt x="92" y="1"/>
                          <a:pt x="31" y="1"/>
                          <a:pt x="1" y="1"/>
                        </a:cubicBezTo>
                        <a:cubicBezTo>
                          <a:pt x="1" y="31"/>
                          <a:pt x="31" y="61"/>
                          <a:pt x="31" y="92"/>
                        </a:cubicBezTo>
                        <a:cubicBezTo>
                          <a:pt x="61" y="153"/>
                          <a:pt x="122" y="183"/>
                          <a:pt x="153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" name="Google Shape;657;p21">
                    <a:extLst>
                      <a:ext uri="{FF2B5EF4-FFF2-40B4-BE49-F238E27FC236}">
                        <a16:creationId xmlns:a16="http://schemas.microsoft.com/office/drawing/2014/main" id="{8DBEC761-2FE6-288C-CF55-38D042EA3DDA}"/>
                      </a:ext>
                    </a:extLst>
                  </p:cNvPr>
                  <p:cNvSpPr/>
                  <p:nvPr/>
                </p:nvSpPr>
                <p:spPr>
                  <a:xfrm>
                    <a:off x="3657300" y="2726425"/>
                    <a:ext cx="3825" cy="4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84" extrusionOk="0">
                        <a:moveTo>
                          <a:pt x="152" y="123"/>
                        </a:moveTo>
                        <a:cubicBezTo>
                          <a:pt x="152" y="62"/>
                          <a:pt x="152" y="31"/>
                          <a:pt x="122" y="1"/>
                        </a:cubicBezTo>
                        <a:cubicBezTo>
                          <a:pt x="91" y="1"/>
                          <a:pt x="61" y="31"/>
                          <a:pt x="31" y="62"/>
                        </a:cubicBezTo>
                        <a:cubicBezTo>
                          <a:pt x="0" y="92"/>
                          <a:pt x="31" y="123"/>
                          <a:pt x="61" y="153"/>
                        </a:cubicBezTo>
                        <a:cubicBezTo>
                          <a:pt x="91" y="183"/>
                          <a:pt x="152" y="153"/>
                          <a:pt x="152" y="12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" name="Google Shape;658;p21">
                    <a:extLst>
                      <a:ext uri="{FF2B5EF4-FFF2-40B4-BE49-F238E27FC236}">
                        <a16:creationId xmlns:a16="http://schemas.microsoft.com/office/drawing/2014/main" id="{DFDE2820-D473-2BBD-9CBB-7AC51BB28EA3}"/>
                      </a:ext>
                    </a:extLst>
                  </p:cNvPr>
                  <p:cNvSpPr/>
                  <p:nvPr/>
                </p:nvSpPr>
                <p:spPr>
                  <a:xfrm>
                    <a:off x="3088900" y="3689225"/>
                    <a:ext cx="4575" cy="5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" h="213" extrusionOk="0">
                        <a:moveTo>
                          <a:pt x="0" y="91"/>
                        </a:moveTo>
                        <a:cubicBezTo>
                          <a:pt x="0" y="122"/>
                          <a:pt x="0" y="183"/>
                          <a:pt x="61" y="183"/>
                        </a:cubicBezTo>
                        <a:cubicBezTo>
                          <a:pt x="91" y="213"/>
                          <a:pt x="152" y="183"/>
                          <a:pt x="183" y="152"/>
                        </a:cubicBezTo>
                        <a:cubicBezTo>
                          <a:pt x="183" y="122"/>
                          <a:pt x="152" y="61"/>
                          <a:pt x="122" y="31"/>
                        </a:cubicBezTo>
                        <a:cubicBezTo>
                          <a:pt x="91" y="0"/>
                          <a:pt x="31" y="31"/>
                          <a:pt x="0" y="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" name="Google Shape;659;p21">
                    <a:extLst>
                      <a:ext uri="{FF2B5EF4-FFF2-40B4-BE49-F238E27FC236}">
                        <a16:creationId xmlns:a16="http://schemas.microsoft.com/office/drawing/2014/main" id="{156ACAE7-8A4B-C89D-A797-44947314F39C}"/>
                      </a:ext>
                    </a:extLst>
                  </p:cNvPr>
                  <p:cNvSpPr/>
                  <p:nvPr/>
                </p:nvSpPr>
                <p:spPr>
                  <a:xfrm>
                    <a:off x="3408800" y="3820675"/>
                    <a:ext cx="3825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23" extrusionOk="0">
                        <a:moveTo>
                          <a:pt x="31" y="31"/>
                        </a:moveTo>
                        <a:cubicBezTo>
                          <a:pt x="1" y="61"/>
                          <a:pt x="31" y="122"/>
                          <a:pt x="92" y="122"/>
                        </a:cubicBezTo>
                        <a:cubicBezTo>
                          <a:pt x="92" y="122"/>
                          <a:pt x="122" y="92"/>
                          <a:pt x="153" y="92"/>
                        </a:cubicBezTo>
                        <a:cubicBezTo>
                          <a:pt x="153" y="61"/>
                          <a:pt x="153" y="1"/>
                          <a:pt x="62" y="1"/>
                        </a:cubicBezTo>
                        <a:cubicBezTo>
                          <a:pt x="1" y="1"/>
                          <a:pt x="31" y="1"/>
                          <a:pt x="3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" name="Google Shape;660;p21">
                    <a:extLst>
                      <a:ext uri="{FF2B5EF4-FFF2-40B4-BE49-F238E27FC236}">
                        <a16:creationId xmlns:a16="http://schemas.microsoft.com/office/drawing/2014/main" id="{9EED4132-58D8-AF5B-B82F-DC60162B8099}"/>
                      </a:ext>
                    </a:extLst>
                  </p:cNvPr>
                  <p:cNvSpPr/>
                  <p:nvPr/>
                </p:nvSpPr>
                <p:spPr>
                  <a:xfrm>
                    <a:off x="3373850" y="2732525"/>
                    <a:ext cx="382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53" extrusionOk="0">
                        <a:moveTo>
                          <a:pt x="122" y="61"/>
                        </a:moveTo>
                        <a:cubicBezTo>
                          <a:pt x="122" y="0"/>
                          <a:pt x="61" y="0"/>
                          <a:pt x="31" y="61"/>
                        </a:cubicBezTo>
                        <a:lnTo>
                          <a:pt x="1" y="91"/>
                        </a:lnTo>
                        <a:lnTo>
                          <a:pt x="92" y="152"/>
                        </a:lnTo>
                        <a:cubicBezTo>
                          <a:pt x="122" y="122"/>
                          <a:pt x="153" y="91"/>
                          <a:pt x="122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" name="Google Shape;661;p21">
                    <a:extLst>
                      <a:ext uri="{FF2B5EF4-FFF2-40B4-BE49-F238E27FC236}">
                        <a16:creationId xmlns:a16="http://schemas.microsoft.com/office/drawing/2014/main" id="{7C9D4DCC-1C84-1613-C742-B2CB419330FB}"/>
                      </a:ext>
                    </a:extLst>
                  </p:cNvPr>
                  <p:cNvSpPr/>
                  <p:nvPr/>
                </p:nvSpPr>
                <p:spPr>
                  <a:xfrm>
                    <a:off x="4065350" y="2548625"/>
                    <a:ext cx="3075" cy="3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122" extrusionOk="0">
                        <a:moveTo>
                          <a:pt x="31" y="122"/>
                        </a:moveTo>
                        <a:lnTo>
                          <a:pt x="122" y="31"/>
                        </a:lnTo>
                        <a:cubicBezTo>
                          <a:pt x="122" y="31"/>
                          <a:pt x="122" y="0"/>
                          <a:pt x="92" y="0"/>
                        </a:cubicBezTo>
                        <a:cubicBezTo>
                          <a:pt x="61" y="0"/>
                          <a:pt x="31" y="31"/>
                          <a:pt x="1" y="61"/>
                        </a:cubicBezTo>
                        <a:cubicBezTo>
                          <a:pt x="1" y="61"/>
                          <a:pt x="31" y="122"/>
                          <a:pt x="31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" name="Google Shape;662;p21">
                    <a:extLst>
                      <a:ext uri="{FF2B5EF4-FFF2-40B4-BE49-F238E27FC236}">
                        <a16:creationId xmlns:a16="http://schemas.microsoft.com/office/drawing/2014/main" id="{C7D3C8BA-E6DF-D879-134B-2163B4EC97B6}"/>
                      </a:ext>
                    </a:extLst>
                  </p:cNvPr>
                  <p:cNvSpPr/>
                  <p:nvPr/>
                </p:nvSpPr>
                <p:spPr>
                  <a:xfrm>
                    <a:off x="4091200" y="2368525"/>
                    <a:ext cx="3050" cy="4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184" extrusionOk="0">
                        <a:moveTo>
                          <a:pt x="122" y="92"/>
                        </a:moveTo>
                        <a:cubicBezTo>
                          <a:pt x="122" y="61"/>
                          <a:pt x="91" y="31"/>
                          <a:pt x="61" y="1"/>
                        </a:cubicBezTo>
                        <a:cubicBezTo>
                          <a:pt x="61" y="31"/>
                          <a:pt x="0" y="61"/>
                          <a:pt x="0" y="92"/>
                        </a:cubicBezTo>
                        <a:cubicBezTo>
                          <a:pt x="0" y="122"/>
                          <a:pt x="30" y="153"/>
                          <a:pt x="61" y="183"/>
                        </a:cubicBezTo>
                        <a:cubicBezTo>
                          <a:pt x="91" y="153"/>
                          <a:pt x="122" y="122"/>
                          <a:pt x="122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6" name="Google Shape;663;p21">
                    <a:extLst>
                      <a:ext uri="{FF2B5EF4-FFF2-40B4-BE49-F238E27FC236}">
                        <a16:creationId xmlns:a16="http://schemas.microsoft.com/office/drawing/2014/main" id="{F6E01DF7-406C-FDCB-62C0-E9DF4CD6A09B}"/>
                      </a:ext>
                    </a:extLst>
                  </p:cNvPr>
                  <p:cNvSpPr/>
                  <p:nvPr/>
                </p:nvSpPr>
                <p:spPr>
                  <a:xfrm>
                    <a:off x="4731025" y="2369300"/>
                    <a:ext cx="6100" cy="6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274" extrusionOk="0">
                        <a:moveTo>
                          <a:pt x="183" y="30"/>
                        </a:moveTo>
                        <a:cubicBezTo>
                          <a:pt x="152" y="30"/>
                          <a:pt x="91" y="0"/>
                          <a:pt x="61" y="30"/>
                        </a:cubicBezTo>
                        <a:cubicBezTo>
                          <a:pt x="0" y="30"/>
                          <a:pt x="0" y="61"/>
                          <a:pt x="0" y="122"/>
                        </a:cubicBezTo>
                        <a:cubicBezTo>
                          <a:pt x="31" y="152"/>
                          <a:pt x="61" y="213"/>
                          <a:pt x="91" y="274"/>
                        </a:cubicBezTo>
                        <a:lnTo>
                          <a:pt x="243" y="274"/>
                        </a:lnTo>
                        <a:cubicBezTo>
                          <a:pt x="213" y="182"/>
                          <a:pt x="213" y="91"/>
                          <a:pt x="183" y="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7" name="Google Shape;664;p21">
                    <a:extLst>
                      <a:ext uri="{FF2B5EF4-FFF2-40B4-BE49-F238E27FC236}">
                        <a16:creationId xmlns:a16="http://schemas.microsoft.com/office/drawing/2014/main" id="{1080E842-203D-15E8-30DB-05CC3729A3A1}"/>
                      </a:ext>
                    </a:extLst>
                  </p:cNvPr>
                  <p:cNvSpPr/>
                  <p:nvPr/>
                </p:nvSpPr>
                <p:spPr>
                  <a:xfrm>
                    <a:off x="3222625" y="2579025"/>
                    <a:ext cx="4600" cy="5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4" h="213" extrusionOk="0">
                        <a:moveTo>
                          <a:pt x="92" y="0"/>
                        </a:moveTo>
                        <a:cubicBezTo>
                          <a:pt x="62" y="0"/>
                          <a:pt x="31" y="31"/>
                          <a:pt x="1" y="61"/>
                        </a:cubicBezTo>
                        <a:cubicBezTo>
                          <a:pt x="1" y="122"/>
                          <a:pt x="31" y="152"/>
                          <a:pt x="31" y="183"/>
                        </a:cubicBezTo>
                        <a:cubicBezTo>
                          <a:pt x="92" y="213"/>
                          <a:pt x="183" y="152"/>
                          <a:pt x="153" y="91"/>
                        </a:cubicBezTo>
                        <a:cubicBezTo>
                          <a:pt x="153" y="31"/>
                          <a:pt x="122" y="31"/>
                          <a:pt x="92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8" name="Google Shape;665;p21">
                    <a:extLst>
                      <a:ext uri="{FF2B5EF4-FFF2-40B4-BE49-F238E27FC236}">
                        <a16:creationId xmlns:a16="http://schemas.microsoft.com/office/drawing/2014/main" id="{12C27F65-C597-A067-9BD4-EF310587CDDE}"/>
                      </a:ext>
                    </a:extLst>
                  </p:cNvPr>
                  <p:cNvSpPr/>
                  <p:nvPr/>
                </p:nvSpPr>
                <p:spPr>
                  <a:xfrm>
                    <a:off x="2449825" y="2827500"/>
                    <a:ext cx="4575" cy="5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" h="214" extrusionOk="0">
                        <a:moveTo>
                          <a:pt x="61" y="31"/>
                        </a:moveTo>
                        <a:cubicBezTo>
                          <a:pt x="31" y="31"/>
                          <a:pt x="31" y="61"/>
                          <a:pt x="0" y="61"/>
                        </a:cubicBezTo>
                        <a:cubicBezTo>
                          <a:pt x="0" y="153"/>
                          <a:pt x="61" y="213"/>
                          <a:pt x="122" y="183"/>
                        </a:cubicBezTo>
                        <a:cubicBezTo>
                          <a:pt x="183" y="183"/>
                          <a:pt x="152" y="183"/>
                          <a:pt x="152" y="153"/>
                        </a:cubicBezTo>
                        <a:cubicBezTo>
                          <a:pt x="183" y="122"/>
                          <a:pt x="92" y="1"/>
                          <a:pt x="6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9" name="Google Shape;666;p21">
                    <a:extLst>
                      <a:ext uri="{FF2B5EF4-FFF2-40B4-BE49-F238E27FC236}">
                        <a16:creationId xmlns:a16="http://schemas.microsoft.com/office/drawing/2014/main" id="{5ABE26BC-474B-4AFD-BEED-BF02B7159A9E}"/>
                      </a:ext>
                    </a:extLst>
                  </p:cNvPr>
                  <p:cNvSpPr/>
                  <p:nvPr/>
                </p:nvSpPr>
                <p:spPr>
                  <a:xfrm>
                    <a:off x="4386800" y="2845750"/>
                    <a:ext cx="457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" h="153" extrusionOk="0">
                        <a:moveTo>
                          <a:pt x="30" y="152"/>
                        </a:moveTo>
                        <a:cubicBezTo>
                          <a:pt x="30" y="152"/>
                          <a:pt x="91" y="152"/>
                          <a:pt x="91" y="122"/>
                        </a:cubicBezTo>
                        <a:cubicBezTo>
                          <a:pt x="91" y="91"/>
                          <a:pt x="152" y="30"/>
                          <a:pt x="182" y="0"/>
                        </a:cubicBezTo>
                        <a:cubicBezTo>
                          <a:pt x="152" y="0"/>
                          <a:pt x="91" y="30"/>
                          <a:pt x="30" y="30"/>
                        </a:cubicBezTo>
                        <a:cubicBezTo>
                          <a:pt x="0" y="61"/>
                          <a:pt x="0" y="122"/>
                          <a:pt x="30" y="1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0" name="Google Shape;667;p21">
                    <a:extLst>
                      <a:ext uri="{FF2B5EF4-FFF2-40B4-BE49-F238E27FC236}">
                        <a16:creationId xmlns:a16="http://schemas.microsoft.com/office/drawing/2014/main" id="{41BD8D86-C2AF-4BC2-783C-72C37C682634}"/>
                      </a:ext>
                    </a:extLst>
                  </p:cNvPr>
                  <p:cNvSpPr/>
                  <p:nvPr/>
                </p:nvSpPr>
                <p:spPr>
                  <a:xfrm>
                    <a:off x="4391350" y="2845750"/>
                    <a:ext cx="155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1" extrusionOk="0">
                        <a:moveTo>
                          <a:pt x="0" y="0"/>
                        </a:moveTo>
                        <a:lnTo>
                          <a:pt x="61" y="0"/>
                        </a:lnTo>
                        <a:lnTo>
                          <a:pt x="61" y="0"/>
                        </a:lnTo>
                        <a:lnTo>
                          <a:pt x="3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1" name="Google Shape;668;p21">
                    <a:extLst>
                      <a:ext uri="{FF2B5EF4-FFF2-40B4-BE49-F238E27FC236}">
                        <a16:creationId xmlns:a16="http://schemas.microsoft.com/office/drawing/2014/main" id="{E3EB90A4-9160-36E5-5107-233A123FC500}"/>
                      </a:ext>
                    </a:extLst>
                  </p:cNvPr>
                  <p:cNvSpPr/>
                  <p:nvPr/>
                </p:nvSpPr>
                <p:spPr>
                  <a:xfrm>
                    <a:off x="4642875" y="2916400"/>
                    <a:ext cx="3825" cy="2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93" extrusionOk="0">
                        <a:moveTo>
                          <a:pt x="0" y="31"/>
                        </a:moveTo>
                        <a:lnTo>
                          <a:pt x="92" y="92"/>
                        </a:lnTo>
                        <a:cubicBezTo>
                          <a:pt x="92" y="92"/>
                          <a:pt x="122" y="92"/>
                          <a:pt x="122" y="92"/>
                        </a:cubicBezTo>
                        <a:cubicBezTo>
                          <a:pt x="152" y="31"/>
                          <a:pt x="92" y="1"/>
                          <a:pt x="61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2" name="Google Shape;669;p21">
                    <a:extLst>
                      <a:ext uri="{FF2B5EF4-FFF2-40B4-BE49-F238E27FC236}">
                        <a16:creationId xmlns:a16="http://schemas.microsoft.com/office/drawing/2014/main" id="{E4F8050D-EEEE-21C3-9700-A4B086786404}"/>
                      </a:ext>
                    </a:extLst>
                  </p:cNvPr>
                  <p:cNvSpPr/>
                  <p:nvPr/>
                </p:nvSpPr>
                <p:spPr>
                  <a:xfrm>
                    <a:off x="3399675" y="2927800"/>
                    <a:ext cx="5350" cy="5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214" extrusionOk="0">
                        <a:moveTo>
                          <a:pt x="92" y="1"/>
                        </a:moveTo>
                        <a:cubicBezTo>
                          <a:pt x="62" y="1"/>
                          <a:pt x="1" y="62"/>
                          <a:pt x="1" y="92"/>
                        </a:cubicBezTo>
                        <a:cubicBezTo>
                          <a:pt x="31" y="122"/>
                          <a:pt x="31" y="153"/>
                          <a:pt x="92" y="183"/>
                        </a:cubicBezTo>
                        <a:cubicBezTo>
                          <a:pt x="123" y="214"/>
                          <a:pt x="183" y="183"/>
                          <a:pt x="183" y="122"/>
                        </a:cubicBezTo>
                        <a:cubicBezTo>
                          <a:pt x="183" y="92"/>
                          <a:pt x="214" y="62"/>
                          <a:pt x="214" y="31"/>
                        </a:cubicBezTo>
                        <a:cubicBezTo>
                          <a:pt x="183" y="1"/>
                          <a:pt x="123" y="1"/>
                          <a:pt x="92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3" name="Google Shape;670;p21">
                    <a:extLst>
                      <a:ext uri="{FF2B5EF4-FFF2-40B4-BE49-F238E27FC236}">
                        <a16:creationId xmlns:a16="http://schemas.microsoft.com/office/drawing/2014/main" id="{1EF46743-14F5-698D-D18B-C1DB9B9C9852}"/>
                      </a:ext>
                    </a:extLst>
                  </p:cNvPr>
                  <p:cNvSpPr/>
                  <p:nvPr/>
                </p:nvSpPr>
                <p:spPr>
                  <a:xfrm>
                    <a:off x="4269775" y="3423250"/>
                    <a:ext cx="5325" cy="4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" h="184" extrusionOk="0">
                        <a:moveTo>
                          <a:pt x="213" y="92"/>
                        </a:moveTo>
                        <a:cubicBezTo>
                          <a:pt x="213" y="61"/>
                          <a:pt x="182" y="61"/>
                          <a:pt x="152" y="31"/>
                        </a:cubicBezTo>
                        <a:cubicBezTo>
                          <a:pt x="122" y="1"/>
                          <a:pt x="0" y="122"/>
                          <a:pt x="30" y="153"/>
                        </a:cubicBezTo>
                        <a:cubicBezTo>
                          <a:pt x="61" y="183"/>
                          <a:pt x="122" y="183"/>
                          <a:pt x="152" y="183"/>
                        </a:cubicBezTo>
                        <a:cubicBezTo>
                          <a:pt x="182" y="183"/>
                          <a:pt x="213" y="153"/>
                          <a:pt x="213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4" name="Google Shape;671;p21">
                    <a:extLst>
                      <a:ext uri="{FF2B5EF4-FFF2-40B4-BE49-F238E27FC236}">
                        <a16:creationId xmlns:a16="http://schemas.microsoft.com/office/drawing/2014/main" id="{CC3C2956-50C5-158C-4036-A7263BD474F7}"/>
                      </a:ext>
                    </a:extLst>
                  </p:cNvPr>
                  <p:cNvSpPr/>
                  <p:nvPr/>
                </p:nvSpPr>
                <p:spPr>
                  <a:xfrm>
                    <a:off x="4607925" y="3482525"/>
                    <a:ext cx="6100" cy="4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183" extrusionOk="0">
                        <a:moveTo>
                          <a:pt x="122" y="153"/>
                        </a:moveTo>
                        <a:cubicBezTo>
                          <a:pt x="152" y="122"/>
                          <a:pt x="183" y="92"/>
                          <a:pt x="213" y="61"/>
                        </a:cubicBezTo>
                        <a:cubicBezTo>
                          <a:pt x="243" y="31"/>
                          <a:pt x="152" y="1"/>
                          <a:pt x="122" y="1"/>
                        </a:cubicBezTo>
                        <a:cubicBezTo>
                          <a:pt x="31" y="1"/>
                          <a:pt x="0" y="61"/>
                          <a:pt x="31" y="122"/>
                        </a:cubicBezTo>
                        <a:cubicBezTo>
                          <a:pt x="31" y="153"/>
                          <a:pt x="61" y="153"/>
                          <a:pt x="61" y="183"/>
                        </a:cubicBezTo>
                        <a:cubicBezTo>
                          <a:pt x="91" y="183"/>
                          <a:pt x="122" y="183"/>
                          <a:pt x="122" y="15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5" name="Google Shape;672;p21">
                    <a:extLst>
                      <a:ext uri="{FF2B5EF4-FFF2-40B4-BE49-F238E27FC236}">
                        <a16:creationId xmlns:a16="http://schemas.microsoft.com/office/drawing/2014/main" id="{94E95A59-3041-74AD-AEE5-1EF7E4269002}"/>
                      </a:ext>
                    </a:extLst>
                  </p:cNvPr>
                  <p:cNvSpPr/>
                  <p:nvPr/>
                </p:nvSpPr>
                <p:spPr>
                  <a:xfrm>
                    <a:off x="3009100" y="357142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1"/>
                        </a:move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6" name="Google Shape;673;p21">
                    <a:extLst>
                      <a:ext uri="{FF2B5EF4-FFF2-40B4-BE49-F238E27FC236}">
                        <a16:creationId xmlns:a16="http://schemas.microsoft.com/office/drawing/2014/main" id="{01E7C38E-4E36-786F-C9CB-6AD48D9763F0}"/>
                      </a:ext>
                    </a:extLst>
                  </p:cNvPr>
                  <p:cNvSpPr/>
                  <p:nvPr/>
                </p:nvSpPr>
                <p:spPr>
                  <a:xfrm>
                    <a:off x="3008350" y="3571425"/>
                    <a:ext cx="532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" h="153" extrusionOk="0">
                        <a:moveTo>
                          <a:pt x="122" y="153"/>
                        </a:moveTo>
                        <a:cubicBezTo>
                          <a:pt x="152" y="153"/>
                          <a:pt x="213" y="153"/>
                          <a:pt x="213" y="92"/>
                        </a:cubicBezTo>
                        <a:cubicBezTo>
                          <a:pt x="213" y="62"/>
                          <a:pt x="213" y="62"/>
                          <a:pt x="183" y="31"/>
                        </a:cubicBezTo>
                        <a:cubicBezTo>
                          <a:pt x="122" y="31"/>
                          <a:pt x="61" y="1"/>
                          <a:pt x="0" y="1"/>
                        </a:cubicBezTo>
                        <a:cubicBezTo>
                          <a:pt x="0" y="62"/>
                          <a:pt x="61" y="122"/>
                          <a:pt x="122" y="15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7" name="Google Shape;674;p21">
                    <a:extLst>
                      <a:ext uri="{FF2B5EF4-FFF2-40B4-BE49-F238E27FC236}">
                        <a16:creationId xmlns:a16="http://schemas.microsoft.com/office/drawing/2014/main" id="{8354669D-AD89-EFE0-C0F2-697A80147BC0}"/>
                      </a:ext>
                    </a:extLst>
                  </p:cNvPr>
                  <p:cNvSpPr/>
                  <p:nvPr/>
                </p:nvSpPr>
                <p:spPr>
                  <a:xfrm>
                    <a:off x="3264425" y="2530375"/>
                    <a:ext cx="1550" cy="2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93" extrusionOk="0">
                        <a:moveTo>
                          <a:pt x="61" y="62"/>
                        </a:moveTo>
                        <a:lnTo>
                          <a:pt x="61" y="1"/>
                        </a:lnTo>
                        <a:cubicBezTo>
                          <a:pt x="61" y="1"/>
                          <a:pt x="31" y="1"/>
                          <a:pt x="31" y="1"/>
                        </a:cubicBezTo>
                        <a:cubicBezTo>
                          <a:pt x="1" y="1"/>
                          <a:pt x="31" y="92"/>
                          <a:pt x="61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8" name="Google Shape;675;p21">
                    <a:extLst>
                      <a:ext uri="{FF2B5EF4-FFF2-40B4-BE49-F238E27FC236}">
                        <a16:creationId xmlns:a16="http://schemas.microsoft.com/office/drawing/2014/main" id="{9B9FB4BD-A316-D259-7492-6E19D368D9D6}"/>
                      </a:ext>
                    </a:extLst>
                  </p:cNvPr>
                  <p:cNvSpPr/>
                  <p:nvPr/>
                </p:nvSpPr>
                <p:spPr>
                  <a:xfrm>
                    <a:off x="3116250" y="2531900"/>
                    <a:ext cx="2300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32" extrusionOk="0">
                        <a:moveTo>
                          <a:pt x="31" y="31"/>
                        </a:moveTo>
                        <a:lnTo>
                          <a:pt x="61" y="31"/>
                        </a:lnTo>
                        <a:cubicBezTo>
                          <a:pt x="92" y="31"/>
                          <a:pt x="61" y="1"/>
                          <a:pt x="61" y="1"/>
                        </a:cubicBezTo>
                        <a:cubicBezTo>
                          <a:pt x="61" y="1"/>
                          <a:pt x="0" y="31"/>
                          <a:pt x="3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9" name="Google Shape;676;p21">
                    <a:extLst>
                      <a:ext uri="{FF2B5EF4-FFF2-40B4-BE49-F238E27FC236}">
                        <a16:creationId xmlns:a16="http://schemas.microsoft.com/office/drawing/2014/main" id="{1206DBA3-0763-C93A-7470-AD17DAE43711}"/>
                      </a:ext>
                    </a:extLst>
                  </p:cNvPr>
                  <p:cNvSpPr/>
                  <p:nvPr/>
                </p:nvSpPr>
                <p:spPr>
                  <a:xfrm>
                    <a:off x="2699825" y="2569150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31" y="0"/>
                        </a:move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0" name="Google Shape;677;p21">
                    <a:extLst>
                      <a:ext uri="{FF2B5EF4-FFF2-40B4-BE49-F238E27FC236}">
                        <a16:creationId xmlns:a16="http://schemas.microsoft.com/office/drawing/2014/main" id="{2192FD48-CCE5-ED27-BA98-E4217D90BC0B}"/>
                      </a:ext>
                    </a:extLst>
                  </p:cNvPr>
                  <p:cNvSpPr/>
                  <p:nvPr/>
                </p:nvSpPr>
                <p:spPr>
                  <a:xfrm>
                    <a:off x="2700575" y="2566100"/>
                    <a:ext cx="3825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23" extrusionOk="0">
                        <a:moveTo>
                          <a:pt x="153" y="92"/>
                        </a:moveTo>
                        <a:lnTo>
                          <a:pt x="153" y="31"/>
                        </a:lnTo>
                        <a:cubicBezTo>
                          <a:pt x="153" y="31"/>
                          <a:pt x="62" y="0"/>
                          <a:pt x="62" y="31"/>
                        </a:cubicBezTo>
                        <a:cubicBezTo>
                          <a:pt x="31" y="92"/>
                          <a:pt x="1" y="92"/>
                          <a:pt x="1" y="122"/>
                        </a:cubicBezTo>
                        <a:cubicBezTo>
                          <a:pt x="31" y="122"/>
                          <a:pt x="62" y="122"/>
                          <a:pt x="92" y="122"/>
                        </a:cubicBezTo>
                        <a:cubicBezTo>
                          <a:pt x="123" y="122"/>
                          <a:pt x="153" y="122"/>
                          <a:pt x="153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1" name="Google Shape;678;p21">
                    <a:extLst>
                      <a:ext uri="{FF2B5EF4-FFF2-40B4-BE49-F238E27FC236}">
                        <a16:creationId xmlns:a16="http://schemas.microsoft.com/office/drawing/2014/main" id="{19F0519C-8DA1-47ED-A841-DE4A2825D7ED}"/>
                      </a:ext>
                    </a:extLst>
                  </p:cNvPr>
                  <p:cNvSpPr/>
                  <p:nvPr/>
                </p:nvSpPr>
                <p:spPr>
                  <a:xfrm>
                    <a:off x="4284200" y="3418700"/>
                    <a:ext cx="3075" cy="3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122" extrusionOk="0">
                        <a:moveTo>
                          <a:pt x="122" y="31"/>
                        </a:moveTo>
                        <a:cubicBezTo>
                          <a:pt x="92" y="0"/>
                          <a:pt x="61" y="0"/>
                          <a:pt x="61" y="31"/>
                        </a:cubicBezTo>
                        <a:cubicBezTo>
                          <a:pt x="1" y="61"/>
                          <a:pt x="1" y="92"/>
                          <a:pt x="61" y="92"/>
                        </a:cubicBezTo>
                        <a:cubicBezTo>
                          <a:pt x="92" y="122"/>
                          <a:pt x="92" y="92"/>
                          <a:pt x="122" y="92"/>
                        </a:cubicBezTo>
                        <a:cubicBezTo>
                          <a:pt x="122" y="61"/>
                          <a:pt x="122" y="31"/>
                          <a:pt x="122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2" name="Google Shape;679;p21">
                    <a:extLst>
                      <a:ext uri="{FF2B5EF4-FFF2-40B4-BE49-F238E27FC236}">
                        <a16:creationId xmlns:a16="http://schemas.microsoft.com/office/drawing/2014/main" id="{BD5DBCE0-DF60-78D8-4615-F8E1B3CD8047}"/>
                      </a:ext>
                    </a:extLst>
                  </p:cNvPr>
                  <p:cNvSpPr/>
                  <p:nvPr/>
                </p:nvSpPr>
                <p:spPr>
                  <a:xfrm>
                    <a:off x="3355625" y="2769750"/>
                    <a:ext cx="77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1" extrusionOk="0">
                        <a:moveTo>
                          <a:pt x="30" y="31"/>
                        </a:moveTo>
                        <a:lnTo>
                          <a:pt x="30" y="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3" name="Google Shape;680;p21">
                    <a:extLst>
                      <a:ext uri="{FF2B5EF4-FFF2-40B4-BE49-F238E27FC236}">
                        <a16:creationId xmlns:a16="http://schemas.microsoft.com/office/drawing/2014/main" id="{3AFF14FB-EFEB-9A01-DF46-DBD792E28962}"/>
                      </a:ext>
                    </a:extLst>
                  </p:cNvPr>
                  <p:cNvSpPr/>
                  <p:nvPr/>
                </p:nvSpPr>
                <p:spPr>
                  <a:xfrm>
                    <a:off x="4729500" y="2349525"/>
                    <a:ext cx="382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53" extrusionOk="0">
                        <a:moveTo>
                          <a:pt x="122" y="122"/>
                        </a:moveTo>
                        <a:cubicBezTo>
                          <a:pt x="152" y="92"/>
                          <a:pt x="122" y="31"/>
                          <a:pt x="92" y="1"/>
                        </a:cubicBezTo>
                        <a:cubicBezTo>
                          <a:pt x="92" y="1"/>
                          <a:pt x="31" y="31"/>
                          <a:pt x="31" y="62"/>
                        </a:cubicBezTo>
                        <a:cubicBezTo>
                          <a:pt x="0" y="92"/>
                          <a:pt x="31" y="153"/>
                          <a:pt x="61" y="153"/>
                        </a:cubicBezTo>
                        <a:cubicBezTo>
                          <a:pt x="61" y="153"/>
                          <a:pt x="122" y="153"/>
                          <a:pt x="122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4" name="Google Shape;681;p21">
                    <a:extLst>
                      <a:ext uri="{FF2B5EF4-FFF2-40B4-BE49-F238E27FC236}">
                        <a16:creationId xmlns:a16="http://schemas.microsoft.com/office/drawing/2014/main" id="{3374B0E7-DEB2-E656-1AB7-EC77C1F36FE6}"/>
                      </a:ext>
                    </a:extLst>
                  </p:cNvPr>
                  <p:cNvSpPr/>
                  <p:nvPr/>
                </p:nvSpPr>
                <p:spPr>
                  <a:xfrm>
                    <a:off x="4032675" y="2591175"/>
                    <a:ext cx="2300" cy="5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214" extrusionOk="0">
                        <a:moveTo>
                          <a:pt x="1" y="1"/>
                        </a:moveTo>
                        <a:lnTo>
                          <a:pt x="1" y="213"/>
                        </a:lnTo>
                        <a:cubicBezTo>
                          <a:pt x="92" y="92"/>
                          <a:pt x="92" y="92"/>
                          <a:pt x="1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5" name="Google Shape;682;p21">
                    <a:extLst>
                      <a:ext uri="{FF2B5EF4-FFF2-40B4-BE49-F238E27FC236}">
                        <a16:creationId xmlns:a16="http://schemas.microsoft.com/office/drawing/2014/main" id="{935C9B57-AE9F-378F-D569-06369C3B2FFD}"/>
                      </a:ext>
                    </a:extLst>
                  </p:cNvPr>
                  <p:cNvSpPr/>
                  <p:nvPr/>
                </p:nvSpPr>
                <p:spPr>
                  <a:xfrm>
                    <a:off x="3275825" y="2370800"/>
                    <a:ext cx="3075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123" extrusionOk="0">
                        <a:moveTo>
                          <a:pt x="31" y="122"/>
                        </a:moveTo>
                        <a:cubicBezTo>
                          <a:pt x="122" y="122"/>
                          <a:pt x="92" y="62"/>
                          <a:pt x="92" y="1"/>
                        </a:cubicBezTo>
                        <a:cubicBezTo>
                          <a:pt x="61" y="31"/>
                          <a:pt x="31" y="62"/>
                          <a:pt x="31" y="92"/>
                        </a:cubicBezTo>
                        <a:cubicBezTo>
                          <a:pt x="0" y="92"/>
                          <a:pt x="31" y="122"/>
                          <a:pt x="31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6" name="Google Shape;683;p21">
                    <a:extLst>
                      <a:ext uri="{FF2B5EF4-FFF2-40B4-BE49-F238E27FC236}">
                        <a16:creationId xmlns:a16="http://schemas.microsoft.com/office/drawing/2014/main" id="{6A143CC8-EEDF-AE10-5844-EC1CA9E54934}"/>
                      </a:ext>
                    </a:extLst>
                  </p:cNvPr>
                  <p:cNvSpPr/>
                  <p:nvPr/>
                </p:nvSpPr>
                <p:spPr>
                  <a:xfrm>
                    <a:off x="4081300" y="2379175"/>
                    <a:ext cx="2325" cy="4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" h="183" extrusionOk="0">
                        <a:moveTo>
                          <a:pt x="92" y="122"/>
                        </a:moveTo>
                        <a:cubicBezTo>
                          <a:pt x="92" y="122"/>
                          <a:pt x="92" y="91"/>
                          <a:pt x="92" y="61"/>
                        </a:cubicBezTo>
                        <a:cubicBezTo>
                          <a:pt x="62" y="61"/>
                          <a:pt x="31" y="31"/>
                          <a:pt x="1" y="0"/>
                        </a:cubicBezTo>
                        <a:lnTo>
                          <a:pt x="1" y="91"/>
                        </a:lnTo>
                        <a:cubicBezTo>
                          <a:pt x="31" y="152"/>
                          <a:pt x="31" y="183"/>
                          <a:pt x="92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7" name="Google Shape;684;p21">
                    <a:extLst>
                      <a:ext uri="{FF2B5EF4-FFF2-40B4-BE49-F238E27FC236}">
                        <a16:creationId xmlns:a16="http://schemas.microsoft.com/office/drawing/2014/main" id="{26C710EF-3B8C-152E-A429-987C4864734E}"/>
                      </a:ext>
                    </a:extLst>
                  </p:cNvPr>
                  <p:cNvSpPr/>
                  <p:nvPr/>
                </p:nvSpPr>
                <p:spPr>
                  <a:xfrm>
                    <a:off x="4081300" y="2378400"/>
                    <a:ext cx="2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2" extrusionOk="0">
                        <a:moveTo>
                          <a:pt x="1" y="3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8" name="Google Shape;685;p21">
                    <a:extLst>
                      <a:ext uri="{FF2B5EF4-FFF2-40B4-BE49-F238E27FC236}">
                        <a16:creationId xmlns:a16="http://schemas.microsoft.com/office/drawing/2014/main" id="{EC793396-5B8F-9A74-C162-4A960290D938}"/>
                      </a:ext>
                    </a:extLst>
                  </p:cNvPr>
                  <p:cNvSpPr/>
                  <p:nvPr/>
                </p:nvSpPr>
                <p:spPr>
                  <a:xfrm>
                    <a:off x="4887550" y="2784200"/>
                    <a:ext cx="1550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61" extrusionOk="0">
                        <a:moveTo>
                          <a:pt x="1" y="61"/>
                        </a:moveTo>
                        <a:lnTo>
                          <a:pt x="62" y="3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9" name="Google Shape;686;p21">
                    <a:extLst>
                      <a:ext uri="{FF2B5EF4-FFF2-40B4-BE49-F238E27FC236}">
                        <a16:creationId xmlns:a16="http://schemas.microsoft.com/office/drawing/2014/main" id="{8DC0C354-117D-DDF7-92B3-77EC61C34559}"/>
                      </a:ext>
                    </a:extLst>
                  </p:cNvPr>
                  <p:cNvSpPr/>
                  <p:nvPr/>
                </p:nvSpPr>
                <p:spPr>
                  <a:xfrm>
                    <a:off x="3141325" y="2651975"/>
                    <a:ext cx="2300" cy="2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92" extrusionOk="0">
                        <a:moveTo>
                          <a:pt x="61" y="91"/>
                        </a:moveTo>
                        <a:cubicBezTo>
                          <a:pt x="61" y="91"/>
                          <a:pt x="61" y="61"/>
                          <a:pt x="61" y="61"/>
                        </a:cubicBezTo>
                        <a:cubicBezTo>
                          <a:pt x="92" y="31"/>
                          <a:pt x="61" y="0"/>
                          <a:pt x="31" y="0"/>
                        </a:cubicBezTo>
                        <a:cubicBezTo>
                          <a:pt x="0" y="0"/>
                          <a:pt x="0" y="0"/>
                          <a:pt x="0" y="31"/>
                        </a:cubicBezTo>
                        <a:cubicBezTo>
                          <a:pt x="0" y="61"/>
                          <a:pt x="0" y="91"/>
                          <a:pt x="61" y="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0" name="Google Shape;687;p21">
                    <a:extLst>
                      <a:ext uri="{FF2B5EF4-FFF2-40B4-BE49-F238E27FC236}">
                        <a16:creationId xmlns:a16="http://schemas.microsoft.com/office/drawing/2014/main" id="{63D2477C-B345-5AB4-336B-CD3DEEF45E1F}"/>
                      </a:ext>
                    </a:extLst>
                  </p:cNvPr>
                  <p:cNvSpPr/>
                  <p:nvPr/>
                </p:nvSpPr>
                <p:spPr>
                  <a:xfrm>
                    <a:off x="3354100" y="2398925"/>
                    <a:ext cx="1550" cy="4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183" extrusionOk="0">
                        <a:moveTo>
                          <a:pt x="61" y="122"/>
                        </a:moveTo>
                        <a:cubicBezTo>
                          <a:pt x="61" y="92"/>
                          <a:pt x="61" y="92"/>
                          <a:pt x="61" y="61"/>
                        </a:cubicBezTo>
                        <a:cubicBezTo>
                          <a:pt x="31" y="31"/>
                          <a:pt x="31" y="31"/>
                          <a:pt x="0" y="0"/>
                        </a:cubicBezTo>
                        <a:cubicBezTo>
                          <a:pt x="0" y="31"/>
                          <a:pt x="0" y="61"/>
                          <a:pt x="0" y="92"/>
                        </a:cubicBezTo>
                        <a:cubicBezTo>
                          <a:pt x="0" y="152"/>
                          <a:pt x="31" y="183"/>
                          <a:pt x="61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1" name="Google Shape;688;p21">
                    <a:extLst>
                      <a:ext uri="{FF2B5EF4-FFF2-40B4-BE49-F238E27FC236}">
                        <a16:creationId xmlns:a16="http://schemas.microsoft.com/office/drawing/2014/main" id="{A79186D8-0FC0-8052-09CB-C9A4EE729FF0}"/>
                      </a:ext>
                    </a:extLst>
                  </p:cNvPr>
                  <p:cNvSpPr/>
                  <p:nvPr/>
                </p:nvSpPr>
                <p:spPr>
                  <a:xfrm>
                    <a:off x="4715825" y="2413350"/>
                    <a:ext cx="5350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153" extrusionOk="0">
                        <a:moveTo>
                          <a:pt x="213" y="62"/>
                        </a:moveTo>
                        <a:cubicBezTo>
                          <a:pt x="183" y="31"/>
                          <a:pt x="152" y="31"/>
                          <a:pt x="122" y="1"/>
                        </a:cubicBezTo>
                        <a:cubicBezTo>
                          <a:pt x="92" y="1"/>
                          <a:pt x="31" y="1"/>
                          <a:pt x="0" y="1"/>
                        </a:cubicBezTo>
                        <a:lnTo>
                          <a:pt x="0" y="153"/>
                        </a:lnTo>
                        <a:cubicBezTo>
                          <a:pt x="31" y="153"/>
                          <a:pt x="92" y="153"/>
                          <a:pt x="122" y="153"/>
                        </a:cubicBezTo>
                        <a:cubicBezTo>
                          <a:pt x="152" y="123"/>
                          <a:pt x="183" y="92"/>
                          <a:pt x="213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2" name="Google Shape;689;p21">
                    <a:extLst>
                      <a:ext uri="{FF2B5EF4-FFF2-40B4-BE49-F238E27FC236}">
                        <a16:creationId xmlns:a16="http://schemas.microsoft.com/office/drawing/2014/main" id="{76C62363-66B3-D568-EAE7-273872DCFF83}"/>
                      </a:ext>
                    </a:extLst>
                  </p:cNvPr>
                  <p:cNvSpPr/>
                  <p:nvPr/>
                </p:nvSpPr>
                <p:spPr>
                  <a:xfrm>
                    <a:off x="4715050" y="2416400"/>
                    <a:ext cx="1550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31" extrusionOk="0">
                        <a:moveTo>
                          <a:pt x="62" y="1"/>
                        </a:moveTo>
                        <a:lnTo>
                          <a:pt x="31" y="1"/>
                        </a:lnTo>
                        <a:lnTo>
                          <a:pt x="1" y="31"/>
                        </a:lnTo>
                        <a:lnTo>
                          <a:pt x="62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3" name="Google Shape;690;p21">
                    <a:extLst>
                      <a:ext uri="{FF2B5EF4-FFF2-40B4-BE49-F238E27FC236}">
                        <a16:creationId xmlns:a16="http://schemas.microsoft.com/office/drawing/2014/main" id="{CCE7939B-8CD1-61CD-5E1F-51F045A2601F}"/>
                      </a:ext>
                    </a:extLst>
                  </p:cNvPr>
                  <p:cNvSpPr/>
                  <p:nvPr/>
                </p:nvSpPr>
                <p:spPr>
                  <a:xfrm>
                    <a:off x="3411075" y="2413350"/>
                    <a:ext cx="2325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" h="123" extrusionOk="0">
                        <a:moveTo>
                          <a:pt x="92" y="123"/>
                        </a:moveTo>
                        <a:cubicBezTo>
                          <a:pt x="92" y="123"/>
                          <a:pt x="92" y="62"/>
                          <a:pt x="92" y="62"/>
                        </a:cubicBezTo>
                        <a:lnTo>
                          <a:pt x="1" y="1"/>
                        </a:lnTo>
                        <a:cubicBezTo>
                          <a:pt x="31" y="31"/>
                          <a:pt x="31" y="92"/>
                          <a:pt x="92" y="12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4" name="Google Shape;691;p21">
                    <a:extLst>
                      <a:ext uri="{FF2B5EF4-FFF2-40B4-BE49-F238E27FC236}">
                        <a16:creationId xmlns:a16="http://schemas.microsoft.com/office/drawing/2014/main" id="{24797536-032E-AAA0-1CF4-B98FE691E8C0}"/>
                      </a:ext>
                    </a:extLst>
                  </p:cNvPr>
                  <p:cNvSpPr/>
                  <p:nvPr/>
                </p:nvSpPr>
                <p:spPr>
                  <a:xfrm>
                    <a:off x="4415675" y="2428550"/>
                    <a:ext cx="3825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23" extrusionOk="0">
                        <a:moveTo>
                          <a:pt x="152" y="62"/>
                        </a:moveTo>
                        <a:cubicBezTo>
                          <a:pt x="152" y="62"/>
                          <a:pt x="122" y="31"/>
                          <a:pt x="91" y="1"/>
                        </a:cubicBezTo>
                        <a:lnTo>
                          <a:pt x="0" y="1"/>
                        </a:lnTo>
                        <a:cubicBezTo>
                          <a:pt x="0" y="31"/>
                          <a:pt x="30" y="62"/>
                          <a:pt x="61" y="92"/>
                        </a:cubicBezTo>
                        <a:cubicBezTo>
                          <a:pt x="122" y="122"/>
                          <a:pt x="152" y="122"/>
                          <a:pt x="152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5" name="Google Shape;692;p21">
                    <a:extLst>
                      <a:ext uri="{FF2B5EF4-FFF2-40B4-BE49-F238E27FC236}">
                        <a16:creationId xmlns:a16="http://schemas.microsoft.com/office/drawing/2014/main" id="{7519BB7B-9A37-55C0-82A4-65A732A99A2B}"/>
                      </a:ext>
                    </a:extLst>
                  </p:cNvPr>
                  <p:cNvSpPr/>
                  <p:nvPr/>
                </p:nvSpPr>
                <p:spPr>
                  <a:xfrm>
                    <a:off x="4414900" y="2428550"/>
                    <a:ext cx="800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32" extrusionOk="0">
                        <a:moveTo>
                          <a:pt x="31" y="31"/>
                        </a:moveTo>
                        <a:lnTo>
                          <a:pt x="31" y="31"/>
                        </a:lnTo>
                        <a:lnTo>
                          <a:pt x="1" y="1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6" name="Google Shape;693;p21">
                    <a:extLst>
                      <a:ext uri="{FF2B5EF4-FFF2-40B4-BE49-F238E27FC236}">
                        <a16:creationId xmlns:a16="http://schemas.microsoft.com/office/drawing/2014/main" id="{DF6A8696-7114-E615-3A70-D9AE371B4D76}"/>
                      </a:ext>
                    </a:extLst>
                  </p:cNvPr>
                  <p:cNvSpPr/>
                  <p:nvPr/>
                </p:nvSpPr>
                <p:spPr>
                  <a:xfrm>
                    <a:off x="3119275" y="2683125"/>
                    <a:ext cx="800" cy="1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62" extrusionOk="0">
                        <a:moveTo>
                          <a:pt x="1" y="61"/>
                        </a:moveTo>
                        <a:lnTo>
                          <a:pt x="1" y="31"/>
                        </a:lnTo>
                        <a:cubicBezTo>
                          <a:pt x="31" y="0"/>
                          <a:pt x="1" y="31"/>
                          <a:pt x="1" y="31"/>
                        </a:cubicBez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7" name="Google Shape;694;p21">
                    <a:extLst>
                      <a:ext uri="{FF2B5EF4-FFF2-40B4-BE49-F238E27FC236}">
                        <a16:creationId xmlns:a16="http://schemas.microsoft.com/office/drawing/2014/main" id="{8CDFD374-A58F-F395-74B7-4C830A1BFF51}"/>
                      </a:ext>
                    </a:extLst>
                  </p:cNvPr>
                  <p:cNvSpPr/>
                  <p:nvPr/>
                </p:nvSpPr>
                <p:spPr>
                  <a:xfrm>
                    <a:off x="3117000" y="2683875"/>
                    <a:ext cx="1550" cy="4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184" extrusionOk="0">
                        <a:moveTo>
                          <a:pt x="62" y="183"/>
                        </a:moveTo>
                        <a:lnTo>
                          <a:pt x="62" y="122"/>
                        </a:lnTo>
                        <a:cubicBezTo>
                          <a:pt x="62" y="92"/>
                          <a:pt x="62" y="31"/>
                          <a:pt x="62" y="1"/>
                        </a:cubicBezTo>
                        <a:cubicBezTo>
                          <a:pt x="31" y="31"/>
                          <a:pt x="31" y="62"/>
                          <a:pt x="1" y="92"/>
                        </a:cubicBezTo>
                        <a:cubicBezTo>
                          <a:pt x="1" y="153"/>
                          <a:pt x="31" y="183"/>
                          <a:pt x="62" y="1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8" name="Google Shape;695;p21">
                    <a:extLst>
                      <a:ext uri="{FF2B5EF4-FFF2-40B4-BE49-F238E27FC236}">
                        <a16:creationId xmlns:a16="http://schemas.microsoft.com/office/drawing/2014/main" id="{80806B94-8F38-D72E-AADA-527A8570A36C}"/>
                      </a:ext>
                    </a:extLst>
                  </p:cNvPr>
                  <p:cNvSpPr/>
                  <p:nvPr/>
                </p:nvSpPr>
                <p:spPr>
                  <a:xfrm>
                    <a:off x="4193775" y="3066875"/>
                    <a:ext cx="1550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153" extrusionOk="0">
                        <a:moveTo>
                          <a:pt x="61" y="91"/>
                        </a:moveTo>
                        <a:cubicBezTo>
                          <a:pt x="61" y="31"/>
                          <a:pt x="31" y="0"/>
                          <a:pt x="0" y="91"/>
                        </a:cubicBezTo>
                        <a:cubicBezTo>
                          <a:pt x="0" y="152"/>
                          <a:pt x="0" y="122"/>
                          <a:pt x="31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9" name="Google Shape;696;p21">
                    <a:extLst>
                      <a:ext uri="{FF2B5EF4-FFF2-40B4-BE49-F238E27FC236}">
                        <a16:creationId xmlns:a16="http://schemas.microsoft.com/office/drawing/2014/main" id="{E21C3140-C879-4549-D689-9AF615E8E883}"/>
                      </a:ext>
                    </a:extLst>
                  </p:cNvPr>
                  <p:cNvSpPr/>
                  <p:nvPr/>
                </p:nvSpPr>
                <p:spPr>
                  <a:xfrm>
                    <a:off x="3383725" y="3788000"/>
                    <a:ext cx="2300" cy="2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92" extrusionOk="0">
                        <a:moveTo>
                          <a:pt x="61" y="92"/>
                        </a:moveTo>
                        <a:cubicBezTo>
                          <a:pt x="61" y="92"/>
                          <a:pt x="61" y="61"/>
                          <a:pt x="92" y="31"/>
                        </a:cubicBezTo>
                        <a:cubicBezTo>
                          <a:pt x="92" y="31"/>
                          <a:pt x="92" y="1"/>
                          <a:pt x="61" y="1"/>
                        </a:cubicBezTo>
                        <a:cubicBezTo>
                          <a:pt x="31" y="1"/>
                          <a:pt x="1" y="1"/>
                          <a:pt x="1" y="31"/>
                        </a:cubicBezTo>
                        <a:cubicBezTo>
                          <a:pt x="1" y="61"/>
                          <a:pt x="1" y="92"/>
                          <a:pt x="61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0" name="Google Shape;697;p21">
                    <a:extLst>
                      <a:ext uri="{FF2B5EF4-FFF2-40B4-BE49-F238E27FC236}">
                        <a16:creationId xmlns:a16="http://schemas.microsoft.com/office/drawing/2014/main" id="{7A1787E8-AB73-B345-56DF-6091AD952C2C}"/>
                      </a:ext>
                    </a:extLst>
                  </p:cNvPr>
                  <p:cNvSpPr/>
                  <p:nvPr/>
                </p:nvSpPr>
                <p:spPr>
                  <a:xfrm>
                    <a:off x="4514450" y="3457450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0" y="1"/>
                        </a:moveTo>
                        <a:lnTo>
                          <a:pt x="31" y="1"/>
                        </a:lnTo>
                        <a:lnTo>
                          <a:pt x="31" y="1"/>
                        </a:lnTo>
                        <a:lnTo>
                          <a:pt x="3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1" name="Google Shape;698;p21">
                    <a:extLst>
                      <a:ext uri="{FF2B5EF4-FFF2-40B4-BE49-F238E27FC236}">
                        <a16:creationId xmlns:a16="http://schemas.microsoft.com/office/drawing/2014/main" id="{5995D4B4-CC5F-C3D2-E6F6-B337453D3ADC}"/>
                      </a:ext>
                    </a:extLst>
                  </p:cNvPr>
                  <p:cNvSpPr/>
                  <p:nvPr/>
                </p:nvSpPr>
                <p:spPr>
                  <a:xfrm>
                    <a:off x="4512175" y="3457450"/>
                    <a:ext cx="2300" cy="1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62" extrusionOk="0">
                        <a:moveTo>
                          <a:pt x="0" y="61"/>
                        </a:moveTo>
                        <a:cubicBezTo>
                          <a:pt x="0" y="61"/>
                          <a:pt x="31" y="61"/>
                          <a:pt x="31" y="61"/>
                        </a:cubicBezTo>
                        <a:lnTo>
                          <a:pt x="91" y="1"/>
                        </a:lnTo>
                        <a:cubicBezTo>
                          <a:pt x="61" y="1"/>
                          <a:pt x="0" y="1"/>
                          <a:pt x="0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2" name="Google Shape;699;p21">
                    <a:extLst>
                      <a:ext uri="{FF2B5EF4-FFF2-40B4-BE49-F238E27FC236}">
                        <a16:creationId xmlns:a16="http://schemas.microsoft.com/office/drawing/2014/main" id="{379722EF-7ED0-A7E8-4D41-16234F092385}"/>
                      </a:ext>
                    </a:extLst>
                  </p:cNvPr>
                  <p:cNvSpPr/>
                  <p:nvPr/>
                </p:nvSpPr>
                <p:spPr>
                  <a:xfrm>
                    <a:off x="3672500" y="27180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3" name="Google Shape;700;p21">
                    <a:extLst>
                      <a:ext uri="{FF2B5EF4-FFF2-40B4-BE49-F238E27FC236}">
                        <a16:creationId xmlns:a16="http://schemas.microsoft.com/office/drawing/2014/main" id="{C3E9DA1D-2BDF-3A42-B218-6A886905B6DE}"/>
                      </a:ext>
                    </a:extLst>
                  </p:cNvPr>
                  <p:cNvSpPr/>
                  <p:nvPr/>
                </p:nvSpPr>
                <p:spPr>
                  <a:xfrm>
                    <a:off x="3667175" y="2715050"/>
                    <a:ext cx="5350" cy="3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122" extrusionOk="0">
                        <a:moveTo>
                          <a:pt x="91" y="0"/>
                        </a:moveTo>
                        <a:cubicBezTo>
                          <a:pt x="61" y="0"/>
                          <a:pt x="31" y="30"/>
                          <a:pt x="0" y="61"/>
                        </a:cubicBezTo>
                        <a:cubicBezTo>
                          <a:pt x="31" y="91"/>
                          <a:pt x="61" y="91"/>
                          <a:pt x="91" y="122"/>
                        </a:cubicBezTo>
                        <a:cubicBezTo>
                          <a:pt x="122" y="122"/>
                          <a:pt x="183" y="122"/>
                          <a:pt x="213" y="122"/>
                        </a:cubicBezTo>
                        <a:lnTo>
                          <a:pt x="213" y="0"/>
                        </a:lnTo>
                        <a:cubicBezTo>
                          <a:pt x="183" y="0"/>
                          <a:pt x="122" y="0"/>
                          <a:pt x="9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4" name="Google Shape;701;p21">
                    <a:extLst>
                      <a:ext uri="{FF2B5EF4-FFF2-40B4-BE49-F238E27FC236}">
                        <a16:creationId xmlns:a16="http://schemas.microsoft.com/office/drawing/2014/main" id="{8DB43650-8CBC-F931-B99A-AD57E89F4EB7}"/>
                      </a:ext>
                    </a:extLst>
                  </p:cNvPr>
                  <p:cNvSpPr/>
                  <p:nvPr/>
                </p:nvSpPr>
                <p:spPr>
                  <a:xfrm>
                    <a:off x="3559275" y="2485550"/>
                    <a:ext cx="3050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123" extrusionOk="0">
                        <a:moveTo>
                          <a:pt x="122" y="61"/>
                        </a:moveTo>
                        <a:cubicBezTo>
                          <a:pt x="91" y="31"/>
                          <a:pt x="61" y="31"/>
                          <a:pt x="30" y="1"/>
                        </a:cubicBezTo>
                        <a:cubicBezTo>
                          <a:pt x="30" y="1"/>
                          <a:pt x="0" y="31"/>
                          <a:pt x="0" y="31"/>
                        </a:cubicBezTo>
                        <a:cubicBezTo>
                          <a:pt x="0" y="61"/>
                          <a:pt x="30" y="122"/>
                          <a:pt x="91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5" name="Google Shape;702;p21">
                    <a:extLst>
                      <a:ext uri="{FF2B5EF4-FFF2-40B4-BE49-F238E27FC236}">
                        <a16:creationId xmlns:a16="http://schemas.microsoft.com/office/drawing/2014/main" id="{0AE54A8D-0896-8B9F-E873-620492AE8D4E}"/>
                      </a:ext>
                    </a:extLst>
                  </p:cNvPr>
                  <p:cNvSpPr/>
                  <p:nvPr/>
                </p:nvSpPr>
                <p:spPr>
                  <a:xfrm>
                    <a:off x="4576000" y="3468850"/>
                    <a:ext cx="77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1" extrusionOk="0">
                        <a:moveTo>
                          <a:pt x="31" y="31"/>
                        </a:moveTo>
                        <a:lnTo>
                          <a:pt x="31" y="0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6" name="Google Shape;703;p21">
                    <a:extLst>
                      <a:ext uri="{FF2B5EF4-FFF2-40B4-BE49-F238E27FC236}">
                        <a16:creationId xmlns:a16="http://schemas.microsoft.com/office/drawing/2014/main" id="{A60BC3AA-40B9-C478-419C-6051D624053E}"/>
                      </a:ext>
                    </a:extLst>
                  </p:cNvPr>
                  <p:cNvSpPr/>
                  <p:nvPr/>
                </p:nvSpPr>
                <p:spPr>
                  <a:xfrm>
                    <a:off x="3199825" y="3669450"/>
                    <a:ext cx="1550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123" extrusionOk="0">
                        <a:moveTo>
                          <a:pt x="62" y="1"/>
                        </a:moveTo>
                        <a:cubicBezTo>
                          <a:pt x="62" y="1"/>
                          <a:pt x="31" y="31"/>
                          <a:pt x="1" y="62"/>
                        </a:cubicBezTo>
                        <a:cubicBezTo>
                          <a:pt x="1" y="62"/>
                          <a:pt x="1" y="92"/>
                          <a:pt x="31" y="92"/>
                        </a:cubicBezTo>
                        <a:cubicBezTo>
                          <a:pt x="62" y="122"/>
                          <a:pt x="62" y="62"/>
                          <a:pt x="62" y="62"/>
                        </a:cubicBezTo>
                        <a:cubicBezTo>
                          <a:pt x="62" y="31"/>
                          <a:pt x="62" y="31"/>
                          <a:pt x="62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" name="Google Shape;704;p21">
                    <a:extLst>
                      <a:ext uri="{FF2B5EF4-FFF2-40B4-BE49-F238E27FC236}">
                        <a16:creationId xmlns:a16="http://schemas.microsoft.com/office/drawing/2014/main" id="{13929EB6-690A-0225-72B4-56D464D74127}"/>
                      </a:ext>
                    </a:extLst>
                  </p:cNvPr>
                  <p:cNvSpPr/>
                  <p:nvPr/>
                </p:nvSpPr>
                <p:spPr>
                  <a:xfrm>
                    <a:off x="4371600" y="3368550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0" y="0"/>
                        </a:moveTo>
                        <a:lnTo>
                          <a:pt x="30" y="0"/>
                        </a:lnTo>
                        <a:lnTo>
                          <a:pt x="30" y="0"/>
                        </a:lnTo>
                        <a:lnTo>
                          <a:pt x="3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" name="Google Shape;705;p21">
                    <a:extLst>
                      <a:ext uri="{FF2B5EF4-FFF2-40B4-BE49-F238E27FC236}">
                        <a16:creationId xmlns:a16="http://schemas.microsoft.com/office/drawing/2014/main" id="{D16FEE27-F057-7C1B-1B07-A08A94239E5B}"/>
                      </a:ext>
                    </a:extLst>
                  </p:cNvPr>
                  <p:cNvSpPr/>
                  <p:nvPr/>
                </p:nvSpPr>
                <p:spPr>
                  <a:xfrm>
                    <a:off x="4368550" y="3367775"/>
                    <a:ext cx="3075" cy="2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92" extrusionOk="0">
                        <a:moveTo>
                          <a:pt x="61" y="62"/>
                        </a:moveTo>
                        <a:cubicBezTo>
                          <a:pt x="92" y="31"/>
                          <a:pt x="122" y="31"/>
                          <a:pt x="122" y="1"/>
                        </a:cubicBezTo>
                        <a:cubicBezTo>
                          <a:pt x="92" y="1"/>
                          <a:pt x="31" y="1"/>
                          <a:pt x="1" y="62"/>
                        </a:cubicBezTo>
                        <a:cubicBezTo>
                          <a:pt x="1" y="92"/>
                          <a:pt x="61" y="62"/>
                          <a:pt x="61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" name="Google Shape;706;p21">
                    <a:extLst>
                      <a:ext uri="{FF2B5EF4-FFF2-40B4-BE49-F238E27FC236}">
                        <a16:creationId xmlns:a16="http://schemas.microsoft.com/office/drawing/2014/main" id="{EB472404-E948-A5BA-42D1-F87AD8312384}"/>
                      </a:ext>
                    </a:extLst>
                  </p:cNvPr>
                  <p:cNvSpPr/>
                  <p:nvPr/>
                </p:nvSpPr>
                <p:spPr>
                  <a:xfrm>
                    <a:off x="4480250" y="2509100"/>
                    <a:ext cx="307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153" extrusionOk="0">
                        <a:moveTo>
                          <a:pt x="1" y="31"/>
                        </a:moveTo>
                        <a:cubicBezTo>
                          <a:pt x="1" y="92"/>
                          <a:pt x="31" y="122"/>
                          <a:pt x="31" y="153"/>
                        </a:cubicBezTo>
                        <a:cubicBezTo>
                          <a:pt x="31" y="153"/>
                          <a:pt x="92" y="122"/>
                          <a:pt x="92" y="122"/>
                        </a:cubicBezTo>
                        <a:cubicBezTo>
                          <a:pt x="122" y="62"/>
                          <a:pt x="92" y="1"/>
                          <a:pt x="61" y="1"/>
                        </a:cubicBezTo>
                        <a:cubicBezTo>
                          <a:pt x="31" y="1"/>
                          <a:pt x="1" y="31"/>
                          <a:pt x="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" name="Google Shape;707;p21">
                    <a:extLst>
                      <a:ext uri="{FF2B5EF4-FFF2-40B4-BE49-F238E27FC236}">
                        <a16:creationId xmlns:a16="http://schemas.microsoft.com/office/drawing/2014/main" id="{CCF55CD3-58F6-4080-B322-2450E0A1CDAB}"/>
                      </a:ext>
                    </a:extLst>
                  </p:cNvPr>
                  <p:cNvSpPr/>
                  <p:nvPr/>
                </p:nvSpPr>
                <p:spPr>
                  <a:xfrm>
                    <a:off x="4161850" y="313070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" name="Google Shape;708;p21">
                    <a:extLst>
                      <a:ext uri="{FF2B5EF4-FFF2-40B4-BE49-F238E27FC236}">
                        <a16:creationId xmlns:a16="http://schemas.microsoft.com/office/drawing/2014/main" id="{939C8FFB-8CC3-699E-6C3F-7FF0966CE7A9}"/>
                      </a:ext>
                    </a:extLst>
                  </p:cNvPr>
                  <p:cNvSpPr/>
                  <p:nvPr/>
                </p:nvSpPr>
                <p:spPr>
                  <a:xfrm>
                    <a:off x="4158050" y="3130700"/>
                    <a:ext cx="3825" cy="3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22" extrusionOk="0">
                        <a:moveTo>
                          <a:pt x="1" y="61"/>
                        </a:moveTo>
                        <a:cubicBezTo>
                          <a:pt x="1" y="92"/>
                          <a:pt x="62" y="122"/>
                          <a:pt x="92" y="92"/>
                        </a:cubicBezTo>
                        <a:cubicBezTo>
                          <a:pt x="122" y="92"/>
                          <a:pt x="122" y="31"/>
                          <a:pt x="153" y="0"/>
                        </a:cubicBezTo>
                        <a:cubicBezTo>
                          <a:pt x="92" y="0"/>
                          <a:pt x="62" y="0"/>
                          <a:pt x="31" y="0"/>
                        </a:cubicBezTo>
                        <a:cubicBezTo>
                          <a:pt x="31" y="0"/>
                          <a:pt x="1" y="31"/>
                          <a:pt x="1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" name="Google Shape;709;p21">
                    <a:extLst>
                      <a:ext uri="{FF2B5EF4-FFF2-40B4-BE49-F238E27FC236}">
                        <a16:creationId xmlns:a16="http://schemas.microsoft.com/office/drawing/2014/main" id="{B20486CC-E5FD-3DE0-8E63-D25B435E69F0}"/>
                      </a:ext>
                    </a:extLst>
                  </p:cNvPr>
                  <p:cNvSpPr/>
                  <p:nvPr/>
                </p:nvSpPr>
                <p:spPr>
                  <a:xfrm>
                    <a:off x="3379175" y="3836625"/>
                    <a:ext cx="1550" cy="2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93" extrusionOk="0">
                        <a:moveTo>
                          <a:pt x="0" y="62"/>
                        </a:moveTo>
                        <a:cubicBezTo>
                          <a:pt x="31" y="92"/>
                          <a:pt x="61" y="92"/>
                          <a:pt x="61" y="31"/>
                        </a:cubicBezTo>
                        <a:cubicBezTo>
                          <a:pt x="61" y="1"/>
                          <a:pt x="31" y="31"/>
                          <a:pt x="0" y="31"/>
                        </a:cubicBezTo>
                        <a:cubicBezTo>
                          <a:pt x="0" y="31"/>
                          <a:pt x="0" y="62"/>
                          <a:pt x="0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3" name="Google Shape;710;p21">
                    <a:extLst>
                      <a:ext uri="{FF2B5EF4-FFF2-40B4-BE49-F238E27FC236}">
                        <a16:creationId xmlns:a16="http://schemas.microsoft.com/office/drawing/2014/main" id="{E9CEF1CE-FFE6-0BA4-BDC9-8DF1FC100E13}"/>
                      </a:ext>
                    </a:extLst>
                  </p:cNvPr>
                  <p:cNvSpPr/>
                  <p:nvPr/>
                </p:nvSpPr>
                <p:spPr>
                  <a:xfrm>
                    <a:off x="2545575" y="2943775"/>
                    <a:ext cx="1550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153" extrusionOk="0">
                        <a:moveTo>
                          <a:pt x="61" y="152"/>
                        </a:moveTo>
                        <a:lnTo>
                          <a:pt x="61" y="91"/>
                        </a:lnTo>
                        <a:lnTo>
                          <a:pt x="61" y="0"/>
                        </a:lnTo>
                        <a:cubicBezTo>
                          <a:pt x="31" y="30"/>
                          <a:pt x="31" y="61"/>
                          <a:pt x="0" y="91"/>
                        </a:cubicBezTo>
                        <a:cubicBezTo>
                          <a:pt x="0" y="122"/>
                          <a:pt x="0" y="152"/>
                          <a:pt x="61" y="1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4" name="Google Shape;711;p21">
                    <a:extLst>
                      <a:ext uri="{FF2B5EF4-FFF2-40B4-BE49-F238E27FC236}">
                        <a16:creationId xmlns:a16="http://schemas.microsoft.com/office/drawing/2014/main" id="{0E74553F-5A65-C129-C0F6-752087AFBEF7}"/>
                      </a:ext>
                    </a:extLst>
                  </p:cNvPr>
                  <p:cNvSpPr/>
                  <p:nvPr/>
                </p:nvSpPr>
                <p:spPr>
                  <a:xfrm>
                    <a:off x="3538750" y="40083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0"/>
                        </a:move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5" name="Google Shape;712;p21">
                    <a:extLst>
                      <a:ext uri="{FF2B5EF4-FFF2-40B4-BE49-F238E27FC236}">
                        <a16:creationId xmlns:a16="http://schemas.microsoft.com/office/drawing/2014/main" id="{FF0C0F9A-DD81-AD02-15F9-34B633233BB7}"/>
                      </a:ext>
                    </a:extLst>
                  </p:cNvPr>
                  <p:cNvSpPr/>
                  <p:nvPr/>
                </p:nvSpPr>
                <p:spPr>
                  <a:xfrm>
                    <a:off x="3538750" y="4007600"/>
                    <a:ext cx="6100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153" extrusionOk="0">
                        <a:moveTo>
                          <a:pt x="244" y="153"/>
                        </a:moveTo>
                        <a:cubicBezTo>
                          <a:pt x="213" y="62"/>
                          <a:pt x="122" y="1"/>
                          <a:pt x="0" y="31"/>
                        </a:cubicBezTo>
                        <a:cubicBezTo>
                          <a:pt x="61" y="153"/>
                          <a:pt x="152" y="153"/>
                          <a:pt x="244" y="15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6" name="Google Shape;713;p21">
                    <a:extLst>
                      <a:ext uri="{FF2B5EF4-FFF2-40B4-BE49-F238E27FC236}">
                        <a16:creationId xmlns:a16="http://schemas.microsoft.com/office/drawing/2014/main" id="{D2132413-647A-18C1-CA3C-E1D5ED352173}"/>
                      </a:ext>
                    </a:extLst>
                  </p:cNvPr>
                  <p:cNvSpPr/>
                  <p:nvPr/>
                </p:nvSpPr>
                <p:spPr>
                  <a:xfrm>
                    <a:off x="4177050" y="3161850"/>
                    <a:ext cx="3825" cy="2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92" extrusionOk="0">
                        <a:moveTo>
                          <a:pt x="92" y="31"/>
                        </a:moveTo>
                        <a:cubicBezTo>
                          <a:pt x="92" y="1"/>
                          <a:pt x="62" y="1"/>
                          <a:pt x="31" y="31"/>
                        </a:cubicBezTo>
                        <a:cubicBezTo>
                          <a:pt x="1" y="61"/>
                          <a:pt x="31" y="61"/>
                          <a:pt x="92" y="92"/>
                        </a:cubicBezTo>
                        <a:cubicBezTo>
                          <a:pt x="122" y="92"/>
                          <a:pt x="122" y="61"/>
                          <a:pt x="122" y="61"/>
                        </a:cubicBezTo>
                        <a:cubicBezTo>
                          <a:pt x="153" y="61"/>
                          <a:pt x="122" y="31"/>
                          <a:pt x="92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7" name="Google Shape;714;p21">
                    <a:extLst>
                      <a:ext uri="{FF2B5EF4-FFF2-40B4-BE49-F238E27FC236}">
                        <a16:creationId xmlns:a16="http://schemas.microsoft.com/office/drawing/2014/main" id="{CDA277CC-404B-5209-7337-842A6BC0DF31}"/>
                      </a:ext>
                    </a:extLst>
                  </p:cNvPr>
                  <p:cNvSpPr/>
                  <p:nvPr/>
                </p:nvSpPr>
                <p:spPr>
                  <a:xfrm>
                    <a:off x="4833600" y="2800900"/>
                    <a:ext cx="3825" cy="2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92" extrusionOk="0">
                        <a:moveTo>
                          <a:pt x="92" y="1"/>
                        </a:moveTo>
                        <a:cubicBezTo>
                          <a:pt x="92" y="1"/>
                          <a:pt x="61" y="1"/>
                          <a:pt x="61" y="1"/>
                        </a:cubicBezTo>
                        <a:cubicBezTo>
                          <a:pt x="31" y="31"/>
                          <a:pt x="1" y="62"/>
                          <a:pt x="1" y="92"/>
                        </a:cubicBezTo>
                        <a:lnTo>
                          <a:pt x="92" y="92"/>
                        </a:lnTo>
                        <a:cubicBezTo>
                          <a:pt x="153" y="62"/>
                          <a:pt x="153" y="31"/>
                          <a:pt x="92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8" name="Google Shape;715;p21">
                    <a:extLst>
                      <a:ext uri="{FF2B5EF4-FFF2-40B4-BE49-F238E27FC236}">
                        <a16:creationId xmlns:a16="http://schemas.microsoft.com/office/drawing/2014/main" id="{FE1D38A6-3200-2C79-BFF4-FB0FCE0E4E80}"/>
                      </a:ext>
                    </a:extLst>
                  </p:cNvPr>
                  <p:cNvSpPr/>
                  <p:nvPr/>
                </p:nvSpPr>
                <p:spPr>
                  <a:xfrm>
                    <a:off x="4832850" y="2803175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31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9" name="Google Shape;716;p21">
                    <a:extLst>
                      <a:ext uri="{FF2B5EF4-FFF2-40B4-BE49-F238E27FC236}">
                        <a16:creationId xmlns:a16="http://schemas.microsoft.com/office/drawing/2014/main" id="{F202A31F-819E-8B31-A673-1D08992402D0}"/>
                      </a:ext>
                    </a:extLst>
                  </p:cNvPr>
                  <p:cNvSpPr/>
                  <p:nvPr/>
                </p:nvSpPr>
                <p:spPr>
                  <a:xfrm>
                    <a:off x="4447575" y="2793300"/>
                    <a:ext cx="2300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123" extrusionOk="0">
                        <a:moveTo>
                          <a:pt x="31" y="92"/>
                        </a:moveTo>
                        <a:lnTo>
                          <a:pt x="92" y="62"/>
                        </a:lnTo>
                        <a:cubicBezTo>
                          <a:pt x="92" y="1"/>
                          <a:pt x="61" y="1"/>
                          <a:pt x="31" y="62"/>
                        </a:cubicBezTo>
                        <a:cubicBezTo>
                          <a:pt x="1" y="122"/>
                          <a:pt x="31" y="92"/>
                          <a:pt x="31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0" name="Google Shape;717;p21">
                    <a:extLst>
                      <a:ext uri="{FF2B5EF4-FFF2-40B4-BE49-F238E27FC236}">
                        <a16:creationId xmlns:a16="http://schemas.microsoft.com/office/drawing/2014/main" id="{BA3A8DD6-5D63-3F16-2D67-EF80B21F925D}"/>
                      </a:ext>
                    </a:extLst>
                  </p:cNvPr>
                  <p:cNvSpPr/>
                  <p:nvPr/>
                </p:nvSpPr>
                <p:spPr>
                  <a:xfrm>
                    <a:off x="3426275" y="4906550"/>
                    <a:ext cx="3075" cy="1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62" extrusionOk="0">
                        <a:moveTo>
                          <a:pt x="62" y="62"/>
                        </a:moveTo>
                        <a:cubicBezTo>
                          <a:pt x="62" y="62"/>
                          <a:pt x="92" y="62"/>
                          <a:pt x="92" y="31"/>
                        </a:cubicBezTo>
                        <a:cubicBezTo>
                          <a:pt x="122" y="1"/>
                          <a:pt x="62" y="1"/>
                          <a:pt x="62" y="1"/>
                        </a:cubicBezTo>
                        <a:cubicBezTo>
                          <a:pt x="31" y="1"/>
                          <a:pt x="1" y="31"/>
                          <a:pt x="62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1" name="Google Shape;718;p21">
                    <a:extLst>
                      <a:ext uri="{FF2B5EF4-FFF2-40B4-BE49-F238E27FC236}">
                        <a16:creationId xmlns:a16="http://schemas.microsoft.com/office/drawing/2014/main" id="{786ED52C-5CE8-2B0A-10A8-C60984F8B948}"/>
                      </a:ext>
                    </a:extLst>
                  </p:cNvPr>
                  <p:cNvSpPr/>
                  <p:nvPr/>
                </p:nvSpPr>
                <p:spPr>
                  <a:xfrm>
                    <a:off x="3647400" y="2694525"/>
                    <a:ext cx="2325" cy="3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" h="122" extrusionOk="0">
                        <a:moveTo>
                          <a:pt x="31" y="31"/>
                        </a:moveTo>
                        <a:cubicBezTo>
                          <a:pt x="1" y="61"/>
                          <a:pt x="31" y="92"/>
                          <a:pt x="62" y="92"/>
                        </a:cubicBezTo>
                        <a:cubicBezTo>
                          <a:pt x="92" y="122"/>
                          <a:pt x="62" y="31"/>
                          <a:pt x="62" y="0"/>
                        </a:cubicBezTo>
                        <a:cubicBezTo>
                          <a:pt x="31" y="0"/>
                          <a:pt x="31" y="0"/>
                          <a:pt x="3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2" name="Google Shape;719;p21">
                    <a:extLst>
                      <a:ext uri="{FF2B5EF4-FFF2-40B4-BE49-F238E27FC236}">
                        <a16:creationId xmlns:a16="http://schemas.microsoft.com/office/drawing/2014/main" id="{C7522695-AD5E-836E-9C30-F56F4DF0F4AA}"/>
                      </a:ext>
                    </a:extLst>
                  </p:cNvPr>
                  <p:cNvSpPr/>
                  <p:nvPr/>
                </p:nvSpPr>
                <p:spPr>
                  <a:xfrm>
                    <a:off x="3334325" y="2736325"/>
                    <a:ext cx="8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1" extrusionOk="0">
                        <a:moveTo>
                          <a:pt x="31" y="0"/>
                        </a:move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3" name="Google Shape;720;p21">
                    <a:extLst>
                      <a:ext uri="{FF2B5EF4-FFF2-40B4-BE49-F238E27FC236}">
                        <a16:creationId xmlns:a16="http://schemas.microsoft.com/office/drawing/2014/main" id="{4AAF781B-7617-47B2-53A5-7099A8E0C902}"/>
                      </a:ext>
                    </a:extLst>
                  </p:cNvPr>
                  <p:cNvSpPr/>
                  <p:nvPr/>
                </p:nvSpPr>
                <p:spPr>
                  <a:xfrm>
                    <a:off x="4481025" y="2777350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3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cubicBezTo>
                          <a:pt x="0" y="0"/>
                          <a:pt x="30" y="0"/>
                          <a:pt x="3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4" name="Google Shape;721;p21">
                    <a:extLst>
                      <a:ext uri="{FF2B5EF4-FFF2-40B4-BE49-F238E27FC236}">
                        <a16:creationId xmlns:a16="http://schemas.microsoft.com/office/drawing/2014/main" id="{0A396C48-E9B5-538A-185C-4B1B7FCBF402}"/>
                      </a:ext>
                    </a:extLst>
                  </p:cNvPr>
                  <p:cNvSpPr/>
                  <p:nvPr/>
                </p:nvSpPr>
                <p:spPr>
                  <a:xfrm>
                    <a:off x="4481775" y="2776600"/>
                    <a:ext cx="1550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31" extrusionOk="0">
                        <a:moveTo>
                          <a:pt x="0" y="0"/>
                        </a:moveTo>
                        <a:lnTo>
                          <a:pt x="0" y="30"/>
                        </a:lnTo>
                        <a:cubicBezTo>
                          <a:pt x="31" y="0"/>
                          <a:pt x="61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5" name="Google Shape;722;p21">
                    <a:extLst>
                      <a:ext uri="{FF2B5EF4-FFF2-40B4-BE49-F238E27FC236}">
                        <a16:creationId xmlns:a16="http://schemas.microsoft.com/office/drawing/2014/main" id="{08504E9F-F795-A0BB-36D0-17F526B0E0DD}"/>
                      </a:ext>
                    </a:extLst>
                  </p:cNvPr>
                  <p:cNvSpPr/>
                  <p:nvPr/>
                </p:nvSpPr>
                <p:spPr>
                  <a:xfrm>
                    <a:off x="4576000" y="3412625"/>
                    <a:ext cx="1550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31" extrusionOk="0">
                        <a:moveTo>
                          <a:pt x="31" y="0"/>
                        </a:moveTo>
                        <a:lnTo>
                          <a:pt x="1" y="31"/>
                        </a:lnTo>
                        <a:lnTo>
                          <a:pt x="6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6" name="Google Shape;723;p21">
                    <a:extLst>
                      <a:ext uri="{FF2B5EF4-FFF2-40B4-BE49-F238E27FC236}">
                        <a16:creationId xmlns:a16="http://schemas.microsoft.com/office/drawing/2014/main" id="{A0898BF6-2D62-A786-20D8-C1B915212541}"/>
                      </a:ext>
                    </a:extLst>
                  </p:cNvPr>
                  <p:cNvSpPr/>
                  <p:nvPr/>
                </p:nvSpPr>
                <p:spPr>
                  <a:xfrm>
                    <a:off x="4427050" y="3488600"/>
                    <a:ext cx="1550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32" extrusionOk="0">
                        <a:moveTo>
                          <a:pt x="1" y="31"/>
                        </a:moveTo>
                        <a:lnTo>
                          <a:pt x="62" y="31"/>
                        </a:lnTo>
                        <a:lnTo>
                          <a:pt x="3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7" name="Google Shape;724;p21">
                    <a:extLst>
                      <a:ext uri="{FF2B5EF4-FFF2-40B4-BE49-F238E27FC236}">
                        <a16:creationId xmlns:a16="http://schemas.microsoft.com/office/drawing/2014/main" id="{D8B2EE7C-7673-5A16-CCCB-EA87F86B6CFF}"/>
                      </a:ext>
                    </a:extLst>
                  </p:cNvPr>
                  <p:cNvSpPr/>
                  <p:nvPr/>
                </p:nvSpPr>
                <p:spPr>
                  <a:xfrm>
                    <a:off x="3212000" y="3677050"/>
                    <a:ext cx="77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2" extrusionOk="0">
                        <a:moveTo>
                          <a:pt x="0" y="31"/>
                        </a:moveTo>
                        <a:lnTo>
                          <a:pt x="31" y="31"/>
                        </a:lnTo>
                        <a:cubicBezTo>
                          <a:pt x="0" y="1"/>
                          <a:pt x="0" y="1"/>
                          <a:pt x="0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8" name="Google Shape;725;p21">
                    <a:extLst>
                      <a:ext uri="{FF2B5EF4-FFF2-40B4-BE49-F238E27FC236}">
                        <a16:creationId xmlns:a16="http://schemas.microsoft.com/office/drawing/2014/main" id="{B86898DB-F109-E0BB-D6DF-D864134AB0DA}"/>
                      </a:ext>
                    </a:extLst>
                  </p:cNvPr>
                  <p:cNvSpPr/>
                  <p:nvPr/>
                </p:nvSpPr>
                <p:spPr>
                  <a:xfrm>
                    <a:off x="3360175" y="3748500"/>
                    <a:ext cx="1550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31" extrusionOk="0">
                        <a:moveTo>
                          <a:pt x="61" y="30"/>
                        </a:moveTo>
                        <a:lnTo>
                          <a:pt x="31" y="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9" name="Google Shape;726;p21">
                    <a:extLst>
                      <a:ext uri="{FF2B5EF4-FFF2-40B4-BE49-F238E27FC236}">
                        <a16:creationId xmlns:a16="http://schemas.microsoft.com/office/drawing/2014/main" id="{785401BB-8057-6B31-7F39-2D8BE7E04568}"/>
                      </a:ext>
                    </a:extLst>
                  </p:cNvPr>
                  <p:cNvSpPr/>
                  <p:nvPr/>
                </p:nvSpPr>
                <p:spPr>
                  <a:xfrm>
                    <a:off x="4256850" y="3436175"/>
                    <a:ext cx="1550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31" extrusionOk="0">
                        <a:moveTo>
                          <a:pt x="0" y="31"/>
                        </a:moveTo>
                        <a:lnTo>
                          <a:pt x="61" y="3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0" name="Google Shape;727;p21">
                    <a:extLst>
                      <a:ext uri="{FF2B5EF4-FFF2-40B4-BE49-F238E27FC236}">
                        <a16:creationId xmlns:a16="http://schemas.microsoft.com/office/drawing/2014/main" id="{B1C806F0-A9A1-1F97-BE48-625B90148D69}"/>
                      </a:ext>
                    </a:extLst>
                  </p:cNvPr>
                  <p:cNvSpPr/>
                  <p:nvPr/>
                </p:nvSpPr>
                <p:spPr>
                  <a:xfrm>
                    <a:off x="3933125" y="2277350"/>
                    <a:ext cx="2300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61" extrusionOk="0">
                        <a:moveTo>
                          <a:pt x="1" y="0"/>
                        </a:moveTo>
                        <a:cubicBezTo>
                          <a:pt x="1" y="31"/>
                          <a:pt x="1" y="61"/>
                          <a:pt x="62" y="61"/>
                        </a:cubicBezTo>
                        <a:cubicBezTo>
                          <a:pt x="92" y="61"/>
                          <a:pt x="62" y="31"/>
                          <a:pt x="62" y="31"/>
                        </a:cubicBezTo>
                        <a:cubicBezTo>
                          <a:pt x="62" y="0"/>
                          <a:pt x="3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1" name="Google Shape;728;p21">
                    <a:extLst>
                      <a:ext uri="{FF2B5EF4-FFF2-40B4-BE49-F238E27FC236}">
                        <a16:creationId xmlns:a16="http://schemas.microsoft.com/office/drawing/2014/main" id="{68C51D8C-7886-B2CA-1169-18A550C2D434}"/>
                      </a:ext>
                    </a:extLst>
                  </p:cNvPr>
                  <p:cNvSpPr/>
                  <p:nvPr/>
                </p:nvSpPr>
                <p:spPr>
                  <a:xfrm>
                    <a:off x="2268200" y="2904250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3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2" name="Google Shape;729;p21">
                    <a:extLst>
                      <a:ext uri="{FF2B5EF4-FFF2-40B4-BE49-F238E27FC236}">
                        <a16:creationId xmlns:a16="http://schemas.microsoft.com/office/drawing/2014/main" id="{2461CD57-1E5A-C20A-34B3-F3472FDDE775}"/>
                      </a:ext>
                    </a:extLst>
                  </p:cNvPr>
                  <p:cNvSpPr/>
                  <p:nvPr/>
                </p:nvSpPr>
                <p:spPr>
                  <a:xfrm>
                    <a:off x="3656525" y="2365500"/>
                    <a:ext cx="1550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31" extrusionOk="0">
                        <a:moveTo>
                          <a:pt x="1" y="0"/>
                        </a:moveTo>
                        <a:lnTo>
                          <a:pt x="31" y="30"/>
                        </a:lnTo>
                        <a:lnTo>
                          <a:pt x="31" y="30"/>
                        </a:lnTo>
                        <a:lnTo>
                          <a:pt x="62" y="3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3" name="Google Shape;730;p21">
                    <a:extLst>
                      <a:ext uri="{FF2B5EF4-FFF2-40B4-BE49-F238E27FC236}">
                        <a16:creationId xmlns:a16="http://schemas.microsoft.com/office/drawing/2014/main" id="{E62186E7-3D4A-1911-E7C2-B341408C09AC}"/>
                      </a:ext>
                    </a:extLst>
                  </p:cNvPr>
                  <p:cNvSpPr/>
                  <p:nvPr/>
                </p:nvSpPr>
                <p:spPr>
                  <a:xfrm>
                    <a:off x="4737100" y="2394375"/>
                    <a:ext cx="1550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61" extrusionOk="0">
                        <a:moveTo>
                          <a:pt x="0" y="0"/>
                        </a:moveTo>
                        <a:lnTo>
                          <a:pt x="31" y="61"/>
                        </a:lnTo>
                        <a:lnTo>
                          <a:pt x="6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4" name="Google Shape;731;p21">
                    <a:extLst>
                      <a:ext uri="{FF2B5EF4-FFF2-40B4-BE49-F238E27FC236}">
                        <a16:creationId xmlns:a16="http://schemas.microsoft.com/office/drawing/2014/main" id="{47095C90-CB81-51DA-2893-B5D249FE2AD7}"/>
                      </a:ext>
                    </a:extLst>
                  </p:cNvPr>
                  <p:cNvSpPr/>
                  <p:nvPr/>
                </p:nvSpPr>
                <p:spPr>
                  <a:xfrm>
                    <a:off x="3267475" y="2442250"/>
                    <a:ext cx="15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" h="1" extrusionOk="0">
                        <a:moveTo>
                          <a:pt x="61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5" name="Google Shape;732;p21">
                    <a:extLst>
                      <a:ext uri="{FF2B5EF4-FFF2-40B4-BE49-F238E27FC236}">
                        <a16:creationId xmlns:a16="http://schemas.microsoft.com/office/drawing/2014/main" id="{92852814-3EB6-D207-E689-72274732EA9D}"/>
                      </a:ext>
                    </a:extLst>
                  </p:cNvPr>
                  <p:cNvSpPr/>
                  <p:nvPr/>
                </p:nvSpPr>
                <p:spPr>
                  <a:xfrm>
                    <a:off x="4480250" y="2452125"/>
                    <a:ext cx="800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61" extrusionOk="0">
                        <a:moveTo>
                          <a:pt x="1" y="0"/>
                        </a:moveTo>
                        <a:lnTo>
                          <a:pt x="1" y="31"/>
                        </a:lnTo>
                        <a:cubicBezTo>
                          <a:pt x="1" y="61"/>
                          <a:pt x="3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6" name="Google Shape;733;p21">
                    <a:extLst>
                      <a:ext uri="{FF2B5EF4-FFF2-40B4-BE49-F238E27FC236}">
                        <a16:creationId xmlns:a16="http://schemas.microsoft.com/office/drawing/2014/main" id="{E63E0525-DA90-3028-502D-BB3D292AB30F}"/>
                      </a:ext>
                    </a:extLst>
                  </p:cNvPr>
                  <p:cNvSpPr/>
                  <p:nvPr/>
                </p:nvSpPr>
                <p:spPr>
                  <a:xfrm>
                    <a:off x="4479500" y="2452875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31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cubicBezTo>
                          <a:pt x="0" y="1"/>
                          <a:pt x="31" y="1"/>
                          <a:pt x="31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7" name="Google Shape;734;p21">
                    <a:extLst>
                      <a:ext uri="{FF2B5EF4-FFF2-40B4-BE49-F238E27FC236}">
                        <a16:creationId xmlns:a16="http://schemas.microsoft.com/office/drawing/2014/main" id="{9CC41433-6EF5-96CB-04A6-7B98388ED521}"/>
                      </a:ext>
                    </a:extLst>
                  </p:cNvPr>
                  <p:cNvSpPr/>
                  <p:nvPr/>
                </p:nvSpPr>
                <p:spPr>
                  <a:xfrm>
                    <a:off x="2435375" y="2830550"/>
                    <a:ext cx="25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61" extrusionOk="0">
                        <a:moveTo>
                          <a:pt x="1" y="31"/>
                        </a:moveTo>
                        <a:cubicBezTo>
                          <a:pt x="1" y="31"/>
                          <a:pt x="1" y="61"/>
                          <a:pt x="1" y="61"/>
                        </a:cubicBezTo>
                        <a:lnTo>
                          <a:pt x="1" y="0"/>
                        </a:lnTo>
                        <a:cubicBezTo>
                          <a:pt x="1" y="31"/>
                          <a:pt x="1" y="31"/>
                          <a:pt x="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8" name="Google Shape;735;p21">
                    <a:extLst>
                      <a:ext uri="{FF2B5EF4-FFF2-40B4-BE49-F238E27FC236}">
                        <a16:creationId xmlns:a16="http://schemas.microsoft.com/office/drawing/2014/main" id="{6ADBCCD4-6BCE-83CF-5FDA-1C7C4DFB47DA}"/>
                      </a:ext>
                    </a:extLst>
                  </p:cNvPr>
                  <p:cNvSpPr/>
                  <p:nvPr/>
                </p:nvSpPr>
                <p:spPr>
                  <a:xfrm>
                    <a:off x="2429300" y="2831300"/>
                    <a:ext cx="15225" cy="12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487" extrusionOk="0">
                        <a:moveTo>
                          <a:pt x="244" y="31"/>
                        </a:moveTo>
                        <a:lnTo>
                          <a:pt x="244" y="122"/>
                        </a:lnTo>
                        <a:lnTo>
                          <a:pt x="244" y="122"/>
                        </a:lnTo>
                        <a:cubicBezTo>
                          <a:pt x="183" y="183"/>
                          <a:pt x="122" y="244"/>
                          <a:pt x="61" y="304"/>
                        </a:cubicBezTo>
                        <a:cubicBezTo>
                          <a:pt x="1" y="396"/>
                          <a:pt x="1" y="456"/>
                          <a:pt x="61" y="487"/>
                        </a:cubicBezTo>
                        <a:cubicBezTo>
                          <a:pt x="153" y="487"/>
                          <a:pt x="183" y="487"/>
                          <a:pt x="183" y="487"/>
                        </a:cubicBezTo>
                        <a:cubicBezTo>
                          <a:pt x="335" y="396"/>
                          <a:pt x="487" y="244"/>
                          <a:pt x="578" y="92"/>
                        </a:cubicBezTo>
                        <a:cubicBezTo>
                          <a:pt x="609" y="61"/>
                          <a:pt x="578" y="31"/>
                          <a:pt x="517" y="1"/>
                        </a:cubicBezTo>
                        <a:cubicBezTo>
                          <a:pt x="457" y="1"/>
                          <a:pt x="426" y="1"/>
                          <a:pt x="396" y="1"/>
                        </a:cubicBezTo>
                        <a:lnTo>
                          <a:pt x="244" y="122"/>
                        </a:lnTo>
                        <a:cubicBezTo>
                          <a:pt x="244" y="122"/>
                          <a:pt x="244" y="61"/>
                          <a:pt x="244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9" name="Google Shape;736;p21">
                    <a:extLst>
                      <a:ext uri="{FF2B5EF4-FFF2-40B4-BE49-F238E27FC236}">
                        <a16:creationId xmlns:a16="http://schemas.microsoft.com/office/drawing/2014/main" id="{576BC163-3052-61F6-3EA7-20B5A105D960}"/>
                      </a:ext>
                    </a:extLst>
                  </p:cNvPr>
                  <p:cNvSpPr/>
                  <p:nvPr/>
                </p:nvSpPr>
                <p:spPr>
                  <a:xfrm>
                    <a:off x="2592675" y="3091175"/>
                    <a:ext cx="2300" cy="2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93" extrusionOk="0">
                        <a:moveTo>
                          <a:pt x="1" y="62"/>
                        </a:moveTo>
                        <a:lnTo>
                          <a:pt x="62" y="92"/>
                        </a:lnTo>
                        <a:cubicBezTo>
                          <a:pt x="62" y="62"/>
                          <a:pt x="92" y="1"/>
                          <a:pt x="1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0" name="Google Shape;737;p21">
                    <a:extLst>
                      <a:ext uri="{FF2B5EF4-FFF2-40B4-BE49-F238E27FC236}">
                        <a16:creationId xmlns:a16="http://schemas.microsoft.com/office/drawing/2014/main" id="{C6DC00F5-F4A1-7312-A69D-7EC2B88C08B3}"/>
                      </a:ext>
                    </a:extLst>
                  </p:cNvPr>
                  <p:cNvSpPr/>
                  <p:nvPr/>
                </p:nvSpPr>
                <p:spPr>
                  <a:xfrm>
                    <a:off x="3525075" y="2826750"/>
                    <a:ext cx="1550" cy="2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92" extrusionOk="0">
                        <a:moveTo>
                          <a:pt x="0" y="0"/>
                        </a:moveTo>
                        <a:lnTo>
                          <a:pt x="0" y="91"/>
                        </a:lnTo>
                        <a:cubicBezTo>
                          <a:pt x="61" y="61"/>
                          <a:pt x="61" y="61"/>
                          <a:pt x="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1" name="Google Shape;738;p21">
                    <a:extLst>
                      <a:ext uri="{FF2B5EF4-FFF2-40B4-BE49-F238E27FC236}">
                        <a16:creationId xmlns:a16="http://schemas.microsoft.com/office/drawing/2014/main" id="{5743A766-1B6B-15C9-99FA-94C068AD6EDF}"/>
                      </a:ext>
                    </a:extLst>
                  </p:cNvPr>
                  <p:cNvSpPr/>
                  <p:nvPr/>
                </p:nvSpPr>
                <p:spPr>
                  <a:xfrm>
                    <a:off x="3455150" y="2519750"/>
                    <a:ext cx="2325" cy="2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" h="92" extrusionOk="0">
                        <a:moveTo>
                          <a:pt x="62" y="0"/>
                        </a:moveTo>
                        <a:cubicBezTo>
                          <a:pt x="1" y="31"/>
                          <a:pt x="1" y="61"/>
                          <a:pt x="1" y="92"/>
                        </a:cubicBezTo>
                        <a:lnTo>
                          <a:pt x="92" y="61"/>
                        </a:lnTo>
                        <a:cubicBezTo>
                          <a:pt x="92" y="61"/>
                          <a:pt x="62" y="0"/>
                          <a:pt x="62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2" name="Google Shape;739;p21">
                    <a:extLst>
                      <a:ext uri="{FF2B5EF4-FFF2-40B4-BE49-F238E27FC236}">
                        <a16:creationId xmlns:a16="http://schemas.microsoft.com/office/drawing/2014/main" id="{CB2BC859-7F5B-E722-DC75-AD49C8D619B9}"/>
                      </a:ext>
                    </a:extLst>
                  </p:cNvPr>
                  <p:cNvSpPr/>
                  <p:nvPr/>
                </p:nvSpPr>
                <p:spPr>
                  <a:xfrm>
                    <a:off x="3240875" y="2525075"/>
                    <a:ext cx="1550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61" extrusionOk="0">
                        <a:moveTo>
                          <a:pt x="61" y="61"/>
                        </a:moveTo>
                        <a:lnTo>
                          <a:pt x="31" y="0"/>
                        </a:lnTo>
                        <a:lnTo>
                          <a:pt x="0" y="6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3" name="Google Shape;740;p21">
                    <a:extLst>
                      <a:ext uri="{FF2B5EF4-FFF2-40B4-BE49-F238E27FC236}">
                        <a16:creationId xmlns:a16="http://schemas.microsoft.com/office/drawing/2014/main" id="{260003E0-3852-5E43-0535-A0397A8FBADF}"/>
                      </a:ext>
                    </a:extLst>
                  </p:cNvPr>
                  <p:cNvSpPr/>
                  <p:nvPr/>
                </p:nvSpPr>
                <p:spPr>
                  <a:xfrm>
                    <a:off x="3324450" y="4901250"/>
                    <a:ext cx="8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1" extrusionOk="0">
                        <a:moveTo>
                          <a:pt x="1" y="0"/>
                        </a:moveTo>
                        <a:lnTo>
                          <a:pt x="31" y="0"/>
                        </a:lnTo>
                        <a:lnTo>
                          <a:pt x="31" y="0"/>
                        </a:lnTo>
                        <a:lnTo>
                          <a:pt x="3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4" name="Google Shape;741;p21">
                    <a:extLst>
                      <a:ext uri="{FF2B5EF4-FFF2-40B4-BE49-F238E27FC236}">
                        <a16:creationId xmlns:a16="http://schemas.microsoft.com/office/drawing/2014/main" id="{31F49D22-9A63-4A1E-0C55-D00639D9918D}"/>
                      </a:ext>
                    </a:extLst>
                  </p:cNvPr>
                  <p:cNvSpPr/>
                  <p:nvPr/>
                </p:nvSpPr>
                <p:spPr>
                  <a:xfrm>
                    <a:off x="3322175" y="4901250"/>
                    <a:ext cx="2300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61" extrusionOk="0">
                        <a:moveTo>
                          <a:pt x="92" y="0"/>
                        </a:moveTo>
                        <a:lnTo>
                          <a:pt x="1" y="0"/>
                        </a:lnTo>
                        <a:cubicBezTo>
                          <a:pt x="31" y="61"/>
                          <a:pt x="61" y="61"/>
                          <a:pt x="92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5" name="Google Shape;742;p21">
                    <a:extLst>
                      <a:ext uri="{FF2B5EF4-FFF2-40B4-BE49-F238E27FC236}">
                        <a16:creationId xmlns:a16="http://schemas.microsoft.com/office/drawing/2014/main" id="{DF057C3A-8504-FCDD-D657-1CE1704D5DAC}"/>
                      </a:ext>
                    </a:extLst>
                  </p:cNvPr>
                  <p:cNvSpPr/>
                  <p:nvPr/>
                </p:nvSpPr>
                <p:spPr>
                  <a:xfrm>
                    <a:off x="4454425" y="3091175"/>
                    <a:ext cx="12925" cy="19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761" extrusionOk="0">
                        <a:moveTo>
                          <a:pt x="61" y="639"/>
                        </a:moveTo>
                        <a:cubicBezTo>
                          <a:pt x="91" y="670"/>
                          <a:pt x="122" y="700"/>
                          <a:pt x="152" y="730"/>
                        </a:cubicBezTo>
                        <a:cubicBezTo>
                          <a:pt x="183" y="761"/>
                          <a:pt x="274" y="730"/>
                          <a:pt x="304" y="639"/>
                        </a:cubicBezTo>
                        <a:cubicBezTo>
                          <a:pt x="456" y="457"/>
                          <a:pt x="517" y="244"/>
                          <a:pt x="456" y="31"/>
                        </a:cubicBezTo>
                        <a:cubicBezTo>
                          <a:pt x="335" y="1"/>
                          <a:pt x="213" y="31"/>
                          <a:pt x="152" y="122"/>
                        </a:cubicBezTo>
                        <a:cubicBezTo>
                          <a:pt x="61" y="214"/>
                          <a:pt x="0" y="366"/>
                          <a:pt x="31" y="518"/>
                        </a:cubicBezTo>
                        <a:cubicBezTo>
                          <a:pt x="31" y="548"/>
                          <a:pt x="61" y="578"/>
                          <a:pt x="61" y="6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6" name="Google Shape;743;p21">
                    <a:extLst>
                      <a:ext uri="{FF2B5EF4-FFF2-40B4-BE49-F238E27FC236}">
                        <a16:creationId xmlns:a16="http://schemas.microsoft.com/office/drawing/2014/main" id="{94FED53A-D528-2682-5EF9-7C07E2025518}"/>
                      </a:ext>
                    </a:extLst>
                  </p:cNvPr>
                  <p:cNvSpPr/>
                  <p:nvPr/>
                </p:nvSpPr>
                <p:spPr>
                  <a:xfrm>
                    <a:off x="4468850" y="3032675"/>
                    <a:ext cx="7625" cy="8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335" extrusionOk="0">
                        <a:moveTo>
                          <a:pt x="183" y="304"/>
                        </a:moveTo>
                        <a:cubicBezTo>
                          <a:pt x="183" y="335"/>
                          <a:pt x="214" y="335"/>
                          <a:pt x="244" y="304"/>
                        </a:cubicBezTo>
                        <a:cubicBezTo>
                          <a:pt x="305" y="274"/>
                          <a:pt x="305" y="213"/>
                          <a:pt x="274" y="152"/>
                        </a:cubicBezTo>
                        <a:cubicBezTo>
                          <a:pt x="244" y="92"/>
                          <a:pt x="214" y="31"/>
                          <a:pt x="153" y="0"/>
                        </a:cubicBezTo>
                        <a:cubicBezTo>
                          <a:pt x="122" y="0"/>
                          <a:pt x="92" y="31"/>
                          <a:pt x="92" y="31"/>
                        </a:cubicBezTo>
                        <a:cubicBezTo>
                          <a:pt x="31" y="92"/>
                          <a:pt x="1" y="152"/>
                          <a:pt x="31" y="213"/>
                        </a:cubicBezTo>
                        <a:cubicBezTo>
                          <a:pt x="62" y="274"/>
                          <a:pt x="122" y="304"/>
                          <a:pt x="183" y="30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7" name="Google Shape;744;p21">
                    <a:extLst>
                      <a:ext uri="{FF2B5EF4-FFF2-40B4-BE49-F238E27FC236}">
                        <a16:creationId xmlns:a16="http://schemas.microsoft.com/office/drawing/2014/main" id="{D20B3AE1-104D-313E-F805-4BFD92482BD6}"/>
                      </a:ext>
                    </a:extLst>
                  </p:cNvPr>
                  <p:cNvSpPr/>
                  <p:nvPr/>
                </p:nvSpPr>
                <p:spPr>
                  <a:xfrm>
                    <a:off x="4415675" y="3143625"/>
                    <a:ext cx="4575" cy="4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" h="183" extrusionOk="0">
                        <a:moveTo>
                          <a:pt x="122" y="182"/>
                        </a:moveTo>
                        <a:cubicBezTo>
                          <a:pt x="122" y="182"/>
                          <a:pt x="152" y="152"/>
                          <a:pt x="182" y="122"/>
                        </a:cubicBezTo>
                        <a:cubicBezTo>
                          <a:pt x="152" y="91"/>
                          <a:pt x="122" y="61"/>
                          <a:pt x="122" y="31"/>
                        </a:cubicBezTo>
                        <a:cubicBezTo>
                          <a:pt x="91" y="0"/>
                          <a:pt x="30" y="0"/>
                          <a:pt x="30" y="31"/>
                        </a:cubicBezTo>
                        <a:cubicBezTo>
                          <a:pt x="0" y="61"/>
                          <a:pt x="0" y="91"/>
                          <a:pt x="30" y="122"/>
                        </a:cubicBezTo>
                        <a:cubicBezTo>
                          <a:pt x="30" y="152"/>
                          <a:pt x="91" y="152"/>
                          <a:pt x="122" y="1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8" name="Google Shape;745;p21">
                    <a:extLst>
                      <a:ext uri="{FF2B5EF4-FFF2-40B4-BE49-F238E27FC236}">
                        <a16:creationId xmlns:a16="http://schemas.microsoft.com/office/drawing/2014/main" id="{D3B928B7-137D-B726-5481-880363C2472B}"/>
                      </a:ext>
                    </a:extLst>
                  </p:cNvPr>
                  <p:cNvSpPr/>
                  <p:nvPr/>
                </p:nvSpPr>
                <p:spPr>
                  <a:xfrm>
                    <a:off x="4505325" y="3063825"/>
                    <a:ext cx="6100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275" extrusionOk="0">
                        <a:moveTo>
                          <a:pt x="92" y="213"/>
                        </a:moveTo>
                        <a:cubicBezTo>
                          <a:pt x="153" y="274"/>
                          <a:pt x="214" y="213"/>
                          <a:pt x="244" y="153"/>
                        </a:cubicBezTo>
                        <a:cubicBezTo>
                          <a:pt x="244" y="122"/>
                          <a:pt x="244" y="122"/>
                          <a:pt x="244" y="92"/>
                        </a:cubicBezTo>
                        <a:cubicBezTo>
                          <a:pt x="244" y="61"/>
                          <a:pt x="122" y="1"/>
                          <a:pt x="62" y="31"/>
                        </a:cubicBezTo>
                        <a:cubicBezTo>
                          <a:pt x="31" y="61"/>
                          <a:pt x="1" y="92"/>
                          <a:pt x="1" y="122"/>
                        </a:cubicBezTo>
                        <a:cubicBezTo>
                          <a:pt x="31" y="183"/>
                          <a:pt x="31" y="213"/>
                          <a:pt x="92" y="2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9" name="Google Shape;746;p21">
                    <a:extLst>
                      <a:ext uri="{FF2B5EF4-FFF2-40B4-BE49-F238E27FC236}">
                        <a16:creationId xmlns:a16="http://schemas.microsoft.com/office/drawing/2014/main" id="{B75AD3AE-61DA-9470-0792-E2DF55A405B4}"/>
                      </a:ext>
                    </a:extLst>
                  </p:cNvPr>
                  <p:cNvSpPr/>
                  <p:nvPr/>
                </p:nvSpPr>
                <p:spPr>
                  <a:xfrm>
                    <a:off x="4465825" y="3091175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31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0" name="Google Shape;747;p21">
                    <a:extLst>
                      <a:ext uri="{FF2B5EF4-FFF2-40B4-BE49-F238E27FC236}">
                        <a16:creationId xmlns:a16="http://schemas.microsoft.com/office/drawing/2014/main" id="{470E449A-5D1C-47E2-418E-80CD1F00E972}"/>
                      </a:ext>
                    </a:extLst>
                  </p:cNvPr>
                  <p:cNvSpPr/>
                  <p:nvPr/>
                </p:nvSpPr>
                <p:spPr>
                  <a:xfrm>
                    <a:off x="4503050" y="3085100"/>
                    <a:ext cx="77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2" extrusionOk="0">
                        <a:moveTo>
                          <a:pt x="1" y="31"/>
                        </a:moveTo>
                        <a:lnTo>
                          <a:pt x="31" y="1"/>
                        </a:lnTo>
                        <a:lnTo>
                          <a:pt x="31" y="1"/>
                        </a:lnTo>
                        <a:lnTo>
                          <a:pt x="3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1" name="Google Shape;748;p21">
                    <a:extLst>
                      <a:ext uri="{FF2B5EF4-FFF2-40B4-BE49-F238E27FC236}">
                        <a16:creationId xmlns:a16="http://schemas.microsoft.com/office/drawing/2014/main" id="{EF17C179-DB8D-C1BD-9E32-B039AC8CDC55}"/>
                      </a:ext>
                    </a:extLst>
                  </p:cNvPr>
                  <p:cNvSpPr/>
                  <p:nvPr/>
                </p:nvSpPr>
                <p:spPr>
                  <a:xfrm>
                    <a:off x="4508375" y="2996950"/>
                    <a:ext cx="354900" cy="354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96" h="14166" fill="none" extrusionOk="0">
                        <a:moveTo>
                          <a:pt x="13982" y="6688"/>
                        </a:moveTo>
                        <a:cubicBezTo>
                          <a:pt x="14195" y="10518"/>
                          <a:pt x="11277" y="13770"/>
                          <a:pt x="7478" y="13952"/>
                        </a:cubicBezTo>
                        <a:cubicBezTo>
                          <a:pt x="3678" y="14165"/>
                          <a:pt x="426" y="11278"/>
                          <a:pt x="213" y="7478"/>
                        </a:cubicBezTo>
                        <a:cubicBezTo>
                          <a:pt x="0" y="3648"/>
                          <a:pt x="2918" y="396"/>
                          <a:pt x="6718" y="183"/>
                        </a:cubicBezTo>
                        <a:cubicBezTo>
                          <a:pt x="10517" y="1"/>
                          <a:pt x="13770" y="2888"/>
                          <a:pt x="13982" y="6688"/>
                        </a:cubicBezTo>
                        <a:close/>
                      </a:path>
                    </a:pathLst>
                  </a:custGeom>
                  <a:grpFill/>
                  <a:ln w="9125" cap="rnd" cmpd="sng">
                    <a:solidFill>
                      <a:srgbClr val="87868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2" name="Google Shape;749;p21">
                    <a:extLst>
                      <a:ext uri="{FF2B5EF4-FFF2-40B4-BE49-F238E27FC236}">
                        <a16:creationId xmlns:a16="http://schemas.microsoft.com/office/drawing/2014/main" id="{446565BE-3B0B-C573-7D07-33AB6BC3E1E0}"/>
                      </a:ext>
                    </a:extLst>
                  </p:cNvPr>
                  <p:cNvSpPr/>
                  <p:nvPr/>
                </p:nvSpPr>
                <p:spPr>
                  <a:xfrm>
                    <a:off x="4663400" y="3154250"/>
                    <a:ext cx="35725" cy="43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9" h="1734" extrusionOk="0">
                        <a:moveTo>
                          <a:pt x="1368" y="791"/>
                        </a:moveTo>
                        <a:cubicBezTo>
                          <a:pt x="1429" y="1733"/>
                          <a:pt x="0" y="1733"/>
                          <a:pt x="61" y="791"/>
                        </a:cubicBezTo>
                        <a:cubicBezTo>
                          <a:pt x="122" y="1"/>
                          <a:pt x="1307" y="1"/>
                          <a:pt x="1368" y="7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3" name="Google Shape;750;p21">
                    <a:extLst>
                      <a:ext uri="{FF2B5EF4-FFF2-40B4-BE49-F238E27FC236}">
                        <a16:creationId xmlns:a16="http://schemas.microsoft.com/office/drawing/2014/main" id="{8E16DEE4-C4E1-9A88-3EBB-21C12D350D48}"/>
                      </a:ext>
                    </a:extLst>
                  </p:cNvPr>
                  <p:cNvSpPr/>
                  <p:nvPr/>
                </p:nvSpPr>
                <p:spPr>
                  <a:xfrm>
                    <a:off x="3392425" y="3859000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31" y="1"/>
                        </a:moveTo>
                        <a:lnTo>
                          <a:pt x="3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4" name="Google Shape;751;p21">
                    <a:extLst>
                      <a:ext uri="{FF2B5EF4-FFF2-40B4-BE49-F238E27FC236}">
                        <a16:creationId xmlns:a16="http://schemas.microsoft.com/office/drawing/2014/main" id="{A74C2486-6B77-019F-EE81-2C182F830417}"/>
                      </a:ext>
                    </a:extLst>
                  </p:cNvPr>
                  <p:cNvSpPr/>
                  <p:nvPr/>
                </p:nvSpPr>
                <p:spPr>
                  <a:xfrm>
                    <a:off x="3169025" y="4748075"/>
                    <a:ext cx="77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2" extrusionOk="0">
                        <a:moveTo>
                          <a:pt x="0" y="31"/>
                        </a:moveTo>
                        <a:lnTo>
                          <a:pt x="0" y="31"/>
                        </a:lnTo>
                        <a:lnTo>
                          <a:pt x="31" y="31"/>
                        </a:lnTo>
                        <a:lnTo>
                          <a:pt x="3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5" name="Google Shape;752;p21">
                    <a:extLst>
                      <a:ext uri="{FF2B5EF4-FFF2-40B4-BE49-F238E27FC236}">
                        <a16:creationId xmlns:a16="http://schemas.microsoft.com/office/drawing/2014/main" id="{DA916AF8-7414-839A-8EFC-AA42DEE2E1F8}"/>
                      </a:ext>
                    </a:extLst>
                  </p:cNvPr>
                  <p:cNvSpPr/>
                  <p:nvPr/>
                </p:nvSpPr>
                <p:spPr>
                  <a:xfrm>
                    <a:off x="3196375" y="47693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1"/>
                        </a:move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753;p21">
                    <a:extLst>
                      <a:ext uri="{FF2B5EF4-FFF2-40B4-BE49-F238E27FC236}">
                        <a16:creationId xmlns:a16="http://schemas.microsoft.com/office/drawing/2014/main" id="{4C10F688-A1AE-E541-7FD7-E7DD2F7731D0}"/>
                      </a:ext>
                    </a:extLst>
                  </p:cNvPr>
                  <p:cNvSpPr/>
                  <p:nvPr/>
                </p:nvSpPr>
                <p:spPr>
                  <a:xfrm>
                    <a:off x="2472950" y="3003375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1" y="31"/>
                        </a:lnTo>
                        <a:lnTo>
                          <a:pt x="1" y="31"/>
                        </a:lnTo>
                        <a:cubicBezTo>
                          <a:pt x="1" y="31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754;p21">
                    <a:extLst>
                      <a:ext uri="{FF2B5EF4-FFF2-40B4-BE49-F238E27FC236}">
                        <a16:creationId xmlns:a16="http://schemas.microsoft.com/office/drawing/2014/main" id="{49A33594-A70F-0388-DDBA-96B46A20DAF8}"/>
                      </a:ext>
                    </a:extLst>
                  </p:cNvPr>
                  <p:cNvSpPr/>
                  <p:nvPr/>
                </p:nvSpPr>
                <p:spPr>
                  <a:xfrm>
                    <a:off x="2997275" y="3587725"/>
                    <a:ext cx="28150" cy="15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6" h="639" extrusionOk="0">
                        <a:moveTo>
                          <a:pt x="426" y="61"/>
                        </a:moveTo>
                        <a:cubicBezTo>
                          <a:pt x="335" y="61"/>
                          <a:pt x="214" y="61"/>
                          <a:pt x="92" y="122"/>
                        </a:cubicBezTo>
                        <a:cubicBezTo>
                          <a:pt x="31" y="122"/>
                          <a:pt x="1" y="183"/>
                          <a:pt x="31" y="213"/>
                        </a:cubicBezTo>
                        <a:cubicBezTo>
                          <a:pt x="183" y="487"/>
                          <a:pt x="548" y="639"/>
                          <a:pt x="852" y="517"/>
                        </a:cubicBezTo>
                        <a:lnTo>
                          <a:pt x="1034" y="457"/>
                        </a:lnTo>
                        <a:cubicBezTo>
                          <a:pt x="1095" y="426"/>
                          <a:pt x="1125" y="335"/>
                          <a:pt x="1095" y="274"/>
                        </a:cubicBezTo>
                        <a:cubicBezTo>
                          <a:pt x="913" y="92"/>
                          <a:pt x="670" y="1"/>
                          <a:pt x="426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755;p21">
                    <a:extLst>
                      <a:ext uri="{FF2B5EF4-FFF2-40B4-BE49-F238E27FC236}">
                        <a16:creationId xmlns:a16="http://schemas.microsoft.com/office/drawing/2014/main" id="{0790FC84-646D-A786-5E54-1AD5057C1322}"/>
                      </a:ext>
                    </a:extLst>
                  </p:cNvPr>
                  <p:cNvSpPr/>
                  <p:nvPr/>
                </p:nvSpPr>
                <p:spPr>
                  <a:xfrm>
                    <a:off x="3089225" y="2912175"/>
                    <a:ext cx="15225" cy="13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549" extrusionOk="0">
                        <a:moveTo>
                          <a:pt x="183" y="518"/>
                        </a:moveTo>
                        <a:cubicBezTo>
                          <a:pt x="335" y="487"/>
                          <a:pt x="487" y="396"/>
                          <a:pt x="578" y="275"/>
                        </a:cubicBezTo>
                        <a:cubicBezTo>
                          <a:pt x="609" y="153"/>
                          <a:pt x="487" y="1"/>
                          <a:pt x="365" y="31"/>
                        </a:cubicBezTo>
                        <a:cubicBezTo>
                          <a:pt x="274" y="31"/>
                          <a:pt x="183" y="62"/>
                          <a:pt x="92" y="92"/>
                        </a:cubicBezTo>
                        <a:cubicBezTo>
                          <a:pt x="31" y="123"/>
                          <a:pt x="1" y="214"/>
                          <a:pt x="1" y="305"/>
                        </a:cubicBezTo>
                        <a:cubicBezTo>
                          <a:pt x="1" y="335"/>
                          <a:pt x="1" y="366"/>
                          <a:pt x="1" y="396"/>
                        </a:cubicBezTo>
                        <a:cubicBezTo>
                          <a:pt x="31" y="487"/>
                          <a:pt x="92" y="548"/>
                          <a:pt x="183" y="5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756;p21">
                    <a:extLst>
                      <a:ext uri="{FF2B5EF4-FFF2-40B4-BE49-F238E27FC236}">
                        <a16:creationId xmlns:a16="http://schemas.microsoft.com/office/drawing/2014/main" id="{3BB89488-AF89-3EAA-8D2B-D3C86135714E}"/>
                      </a:ext>
                    </a:extLst>
                  </p:cNvPr>
                  <p:cNvSpPr/>
                  <p:nvPr/>
                </p:nvSpPr>
                <p:spPr>
                  <a:xfrm>
                    <a:off x="3046675" y="2980575"/>
                    <a:ext cx="14475" cy="10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427" extrusionOk="0">
                        <a:moveTo>
                          <a:pt x="152" y="61"/>
                        </a:moveTo>
                        <a:cubicBezTo>
                          <a:pt x="92" y="92"/>
                          <a:pt x="31" y="153"/>
                          <a:pt x="31" y="213"/>
                        </a:cubicBezTo>
                        <a:cubicBezTo>
                          <a:pt x="1" y="244"/>
                          <a:pt x="31" y="305"/>
                          <a:pt x="61" y="335"/>
                        </a:cubicBezTo>
                        <a:cubicBezTo>
                          <a:pt x="152" y="365"/>
                          <a:pt x="244" y="396"/>
                          <a:pt x="335" y="426"/>
                        </a:cubicBezTo>
                        <a:cubicBezTo>
                          <a:pt x="365" y="426"/>
                          <a:pt x="396" y="426"/>
                          <a:pt x="426" y="426"/>
                        </a:cubicBezTo>
                        <a:cubicBezTo>
                          <a:pt x="487" y="396"/>
                          <a:pt x="517" y="396"/>
                          <a:pt x="548" y="365"/>
                        </a:cubicBezTo>
                        <a:cubicBezTo>
                          <a:pt x="578" y="335"/>
                          <a:pt x="578" y="244"/>
                          <a:pt x="548" y="183"/>
                        </a:cubicBezTo>
                        <a:cubicBezTo>
                          <a:pt x="456" y="61"/>
                          <a:pt x="274" y="1"/>
                          <a:pt x="152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757;p21">
                    <a:extLst>
                      <a:ext uri="{FF2B5EF4-FFF2-40B4-BE49-F238E27FC236}">
                        <a16:creationId xmlns:a16="http://schemas.microsoft.com/office/drawing/2014/main" id="{02B266E2-A91F-5B28-683D-C03525A9A052}"/>
                      </a:ext>
                    </a:extLst>
                  </p:cNvPr>
                  <p:cNvSpPr/>
                  <p:nvPr/>
                </p:nvSpPr>
                <p:spPr>
                  <a:xfrm>
                    <a:off x="3225250" y="3704000"/>
                    <a:ext cx="10675" cy="11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7" h="457" extrusionOk="0">
                        <a:moveTo>
                          <a:pt x="31" y="274"/>
                        </a:moveTo>
                        <a:cubicBezTo>
                          <a:pt x="1" y="365"/>
                          <a:pt x="92" y="456"/>
                          <a:pt x="183" y="456"/>
                        </a:cubicBezTo>
                        <a:cubicBezTo>
                          <a:pt x="304" y="456"/>
                          <a:pt x="396" y="365"/>
                          <a:pt x="426" y="243"/>
                        </a:cubicBezTo>
                        <a:cubicBezTo>
                          <a:pt x="426" y="122"/>
                          <a:pt x="365" y="31"/>
                          <a:pt x="244" y="0"/>
                        </a:cubicBezTo>
                        <a:cubicBezTo>
                          <a:pt x="152" y="0"/>
                          <a:pt x="61" y="61"/>
                          <a:pt x="31" y="152"/>
                        </a:cubicBezTo>
                        <a:cubicBezTo>
                          <a:pt x="31" y="183"/>
                          <a:pt x="31" y="243"/>
                          <a:pt x="31" y="2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758;p21">
                    <a:extLst>
                      <a:ext uri="{FF2B5EF4-FFF2-40B4-BE49-F238E27FC236}">
                        <a16:creationId xmlns:a16="http://schemas.microsoft.com/office/drawing/2014/main" id="{1A982CAF-D1FA-BA88-C204-8AA805134AC3}"/>
                      </a:ext>
                    </a:extLst>
                  </p:cNvPr>
                  <p:cNvSpPr/>
                  <p:nvPr/>
                </p:nvSpPr>
                <p:spPr>
                  <a:xfrm>
                    <a:off x="4833175" y="3685750"/>
                    <a:ext cx="13700" cy="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8" h="336" extrusionOk="0">
                        <a:moveTo>
                          <a:pt x="305" y="31"/>
                        </a:moveTo>
                        <a:cubicBezTo>
                          <a:pt x="244" y="1"/>
                          <a:pt x="214" y="1"/>
                          <a:pt x="153" y="31"/>
                        </a:cubicBezTo>
                        <a:cubicBezTo>
                          <a:pt x="122" y="61"/>
                          <a:pt x="62" y="92"/>
                          <a:pt x="31" y="122"/>
                        </a:cubicBezTo>
                        <a:cubicBezTo>
                          <a:pt x="1" y="183"/>
                          <a:pt x="92" y="305"/>
                          <a:pt x="183" y="305"/>
                        </a:cubicBezTo>
                        <a:cubicBezTo>
                          <a:pt x="305" y="335"/>
                          <a:pt x="426" y="274"/>
                          <a:pt x="518" y="183"/>
                        </a:cubicBezTo>
                        <a:cubicBezTo>
                          <a:pt x="548" y="122"/>
                          <a:pt x="518" y="92"/>
                          <a:pt x="487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2" name="Google Shape;759;p21">
                    <a:extLst>
                      <a:ext uri="{FF2B5EF4-FFF2-40B4-BE49-F238E27FC236}">
                        <a16:creationId xmlns:a16="http://schemas.microsoft.com/office/drawing/2014/main" id="{D1D79FB4-949E-3AF9-34A4-1476C4C8025C}"/>
                      </a:ext>
                    </a:extLst>
                  </p:cNvPr>
                  <p:cNvSpPr/>
                  <p:nvPr/>
                </p:nvSpPr>
                <p:spPr>
                  <a:xfrm>
                    <a:off x="3393950" y="4316475"/>
                    <a:ext cx="25" cy="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extrusionOk="0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3" name="Google Shape;760;p21">
                    <a:extLst>
                      <a:ext uri="{FF2B5EF4-FFF2-40B4-BE49-F238E27FC236}">
                        <a16:creationId xmlns:a16="http://schemas.microsoft.com/office/drawing/2014/main" id="{F33E7AAE-A559-14D4-8644-CBD9A34C5BF0}"/>
                      </a:ext>
                    </a:extLst>
                  </p:cNvPr>
                  <p:cNvSpPr/>
                  <p:nvPr/>
                </p:nvSpPr>
                <p:spPr>
                  <a:xfrm>
                    <a:off x="3377225" y="4316475"/>
                    <a:ext cx="16750" cy="16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669" extrusionOk="0">
                        <a:moveTo>
                          <a:pt x="244" y="274"/>
                        </a:moveTo>
                        <a:cubicBezTo>
                          <a:pt x="183" y="365"/>
                          <a:pt x="122" y="426"/>
                          <a:pt x="61" y="517"/>
                        </a:cubicBezTo>
                        <a:cubicBezTo>
                          <a:pt x="31" y="578"/>
                          <a:pt x="1" y="608"/>
                          <a:pt x="1" y="669"/>
                        </a:cubicBezTo>
                        <a:cubicBezTo>
                          <a:pt x="305" y="638"/>
                          <a:pt x="609" y="395"/>
                          <a:pt x="669" y="61"/>
                        </a:cubicBezTo>
                        <a:cubicBezTo>
                          <a:pt x="669" y="61"/>
                          <a:pt x="669" y="30"/>
                          <a:pt x="669" y="0"/>
                        </a:cubicBezTo>
                        <a:cubicBezTo>
                          <a:pt x="609" y="30"/>
                          <a:pt x="548" y="61"/>
                          <a:pt x="517" y="91"/>
                        </a:cubicBezTo>
                        <a:cubicBezTo>
                          <a:pt x="426" y="152"/>
                          <a:pt x="335" y="213"/>
                          <a:pt x="244" y="2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" name="Google Shape;761;p21">
                    <a:extLst>
                      <a:ext uri="{FF2B5EF4-FFF2-40B4-BE49-F238E27FC236}">
                        <a16:creationId xmlns:a16="http://schemas.microsoft.com/office/drawing/2014/main" id="{D073FE27-169B-E7F5-6362-4BEACB9D65E9}"/>
                      </a:ext>
                    </a:extLst>
                  </p:cNvPr>
                  <p:cNvSpPr/>
                  <p:nvPr/>
                </p:nvSpPr>
                <p:spPr>
                  <a:xfrm>
                    <a:off x="3383300" y="4323300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" name="Google Shape;762;p21">
                    <a:extLst>
                      <a:ext uri="{FF2B5EF4-FFF2-40B4-BE49-F238E27FC236}">
                        <a16:creationId xmlns:a16="http://schemas.microsoft.com/office/drawing/2014/main" id="{C7B96684-3081-0FE3-4DD5-FFCAB9678A4E}"/>
                      </a:ext>
                    </a:extLst>
                  </p:cNvPr>
                  <p:cNvSpPr/>
                  <p:nvPr/>
                </p:nvSpPr>
                <p:spPr>
                  <a:xfrm>
                    <a:off x="3232850" y="3644725"/>
                    <a:ext cx="6100" cy="6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274" extrusionOk="0">
                        <a:moveTo>
                          <a:pt x="183" y="31"/>
                        </a:moveTo>
                        <a:cubicBezTo>
                          <a:pt x="152" y="0"/>
                          <a:pt x="92" y="0"/>
                          <a:pt x="61" y="0"/>
                        </a:cubicBezTo>
                        <a:cubicBezTo>
                          <a:pt x="31" y="31"/>
                          <a:pt x="0" y="92"/>
                          <a:pt x="31" y="122"/>
                        </a:cubicBezTo>
                        <a:cubicBezTo>
                          <a:pt x="31" y="183"/>
                          <a:pt x="92" y="213"/>
                          <a:pt x="122" y="274"/>
                        </a:cubicBezTo>
                        <a:cubicBezTo>
                          <a:pt x="122" y="274"/>
                          <a:pt x="213" y="243"/>
                          <a:pt x="244" y="213"/>
                        </a:cubicBezTo>
                        <a:cubicBezTo>
                          <a:pt x="244" y="152"/>
                          <a:pt x="213" y="92"/>
                          <a:pt x="183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" name="Google Shape;763;p21">
                    <a:extLst>
                      <a:ext uri="{FF2B5EF4-FFF2-40B4-BE49-F238E27FC236}">
                        <a16:creationId xmlns:a16="http://schemas.microsoft.com/office/drawing/2014/main" id="{439844A8-CD0A-A4CA-5E4E-87C7F1AAEA3F}"/>
                      </a:ext>
                    </a:extLst>
                  </p:cNvPr>
                  <p:cNvSpPr/>
                  <p:nvPr/>
                </p:nvSpPr>
                <p:spPr>
                  <a:xfrm>
                    <a:off x="3227525" y="3620400"/>
                    <a:ext cx="7625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275" extrusionOk="0">
                        <a:moveTo>
                          <a:pt x="305" y="92"/>
                        </a:moveTo>
                        <a:cubicBezTo>
                          <a:pt x="274" y="61"/>
                          <a:pt x="244" y="1"/>
                          <a:pt x="213" y="1"/>
                        </a:cubicBezTo>
                        <a:cubicBezTo>
                          <a:pt x="122" y="1"/>
                          <a:pt x="31" y="61"/>
                          <a:pt x="1" y="122"/>
                        </a:cubicBezTo>
                        <a:cubicBezTo>
                          <a:pt x="1" y="183"/>
                          <a:pt x="1" y="213"/>
                          <a:pt x="61" y="244"/>
                        </a:cubicBezTo>
                        <a:cubicBezTo>
                          <a:pt x="153" y="274"/>
                          <a:pt x="274" y="213"/>
                          <a:pt x="305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7" name="Google Shape;764;p21">
                    <a:extLst>
                      <a:ext uri="{FF2B5EF4-FFF2-40B4-BE49-F238E27FC236}">
                        <a16:creationId xmlns:a16="http://schemas.microsoft.com/office/drawing/2014/main" id="{9A62D11A-FFE2-FE90-7BF3-F71A4B0542D0}"/>
                      </a:ext>
                    </a:extLst>
                  </p:cNvPr>
                  <p:cNvSpPr/>
                  <p:nvPr/>
                </p:nvSpPr>
                <p:spPr>
                  <a:xfrm>
                    <a:off x="3007150" y="3490475"/>
                    <a:ext cx="6875" cy="7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" h="304" extrusionOk="0">
                        <a:moveTo>
                          <a:pt x="153" y="0"/>
                        </a:moveTo>
                        <a:cubicBezTo>
                          <a:pt x="62" y="0"/>
                          <a:pt x="1" y="91"/>
                          <a:pt x="1" y="182"/>
                        </a:cubicBezTo>
                        <a:cubicBezTo>
                          <a:pt x="31" y="243"/>
                          <a:pt x="62" y="304"/>
                          <a:pt x="153" y="304"/>
                        </a:cubicBezTo>
                        <a:cubicBezTo>
                          <a:pt x="214" y="304"/>
                          <a:pt x="275" y="243"/>
                          <a:pt x="275" y="182"/>
                        </a:cubicBezTo>
                        <a:cubicBezTo>
                          <a:pt x="244" y="91"/>
                          <a:pt x="214" y="0"/>
                          <a:pt x="153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765;p21">
                    <a:extLst>
                      <a:ext uri="{FF2B5EF4-FFF2-40B4-BE49-F238E27FC236}">
                        <a16:creationId xmlns:a16="http://schemas.microsoft.com/office/drawing/2014/main" id="{2EB67804-8F50-2CD9-C157-59870C87FA9F}"/>
                      </a:ext>
                    </a:extLst>
                  </p:cNvPr>
                  <p:cNvSpPr/>
                  <p:nvPr/>
                </p:nvSpPr>
                <p:spPr>
                  <a:xfrm>
                    <a:off x="3021600" y="3461575"/>
                    <a:ext cx="7625" cy="9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397" extrusionOk="0">
                        <a:moveTo>
                          <a:pt x="183" y="396"/>
                        </a:moveTo>
                        <a:cubicBezTo>
                          <a:pt x="304" y="275"/>
                          <a:pt x="274" y="92"/>
                          <a:pt x="122" y="1"/>
                        </a:cubicBezTo>
                        <a:cubicBezTo>
                          <a:pt x="92" y="1"/>
                          <a:pt x="61" y="1"/>
                          <a:pt x="61" y="31"/>
                        </a:cubicBezTo>
                        <a:cubicBezTo>
                          <a:pt x="0" y="153"/>
                          <a:pt x="31" y="275"/>
                          <a:pt x="122" y="396"/>
                        </a:cubicBezTo>
                        <a:cubicBezTo>
                          <a:pt x="122" y="396"/>
                          <a:pt x="152" y="396"/>
                          <a:pt x="183" y="39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766;p21">
                    <a:extLst>
                      <a:ext uri="{FF2B5EF4-FFF2-40B4-BE49-F238E27FC236}">
                        <a16:creationId xmlns:a16="http://schemas.microsoft.com/office/drawing/2014/main" id="{6D29B8CD-9790-28B2-D7D9-A1A08D7F0DC7}"/>
                      </a:ext>
                    </a:extLst>
                  </p:cNvPr>
                  <p:cNvSpPr/>
                  <p:nvPr/>
                </p:nvSpPr>
                <p:spPr>
                  <a:xfrm>
                    <a:off x="3004875" y="3460825"/>
                    <a:ext cx="8400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6" h="244" extrusionOk="0">
                        <a:moveTo>
                          <a:pt x="1" y="92"/>
                        </a:moveTo>
                        <a:cubicBezTo>
                          <a:pt x="1" y="92"/>
                          <a:pt x="1" y="153"/>
                          <a:pt x="1" y="183"/>
                        </a:cubicBezTo>
                        <a:cubicBezTo>
                          <a:pt x="1" y="244"/>
                          <a:pt x="31" y="213"/>
                          <a:pt x="62" y="213"/>
                        </a:cubicBezTo>
                        <a:cubicBezTo>
                          <a:pt x="153" y="213"/>
                          <a:pt x="244" y="183"/>
                          <a:pt x="305" y="122"/>
                        </a:cubicBezTo>
                        <a:cubicBezTo>
                          <a:pt x="305" y="122"/>
                          <a:pt x="305" y="92"/>
                          <a:pt x="335" y="61"/>
                        </a:cubicBezTo>
                        <a:cubicBezTo>
                          <a:pt x="335" y="31"/>
                          <a:pt x="305" y="31"/>
                          <a:pt x="274" y="31"/>
                        </a:cubicBezTo>
                        <a:cubicBezTo>
                          <a:pt x="183" y="1"/>
                          <a:pt x="92" y="1"/>
                          <a:pt x="1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767;p21">
                    <a:extLst>
                      <a:ext uri="{FF2B5EF4-FFF2-40B4-BE49-F238E27FC236}">
                        <a16:creationId xmlns:a16="http://schemas.microsoft.com/office/drawing/2014/main" id="{0D0ABF5B-DFC9-4CEB-A818-08660BBCFE0C}"/>
                      </a:ext>
                    </a:extLst>
                  </p:cNvPr>
                  <p:cNvSpPr/>
                  <p:nvPr/>
                </p:nvSpPr>
                <p:spPr>
                  <a:xfrm>
                    <a:off x="3065675" y="3548225"/>
                    <a:ext cx="6850" cy="5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" h="213" extrusionOk="0">
                        <a:moveTo>
                          <a:pt x="244" y="182"/>
                        </a:moveTo>
                        <a:cubicBezTo>
                          <a:pt x="244" y="182"/>
                          <a:pt x="274" y="152"/>
                          <a:pt x="274" y="152"/>
                        </a:cubicBezTo>
                        <a:cubicBezTo>
                          <a:pt x="274" y="152"/>
                          <a:pt x="274" y="61"/>
                          <a:pt x="244" y="30"/>
                        </a:cubicBezTo>
                        <a:cubicBezTo>
                          <a:pt x="183" y="0"/>
                          <a:pt x="122" y="0"/>
                          <a:pt x="61" y="30"/>
                        </a:cubicBezTo>
                        <a:cubicBezTo>
                          <a:pt x="31" y="61"/>
                          <a:pt x="31" y="91"/>
                          <a:pt x="0" y="152"/>
                        </a:cubicBezTo>
                        <a:cubicBezTo>
                          <a:pt x="0" y="182"/>
                          <a:pt x="92" y="182"/>
                          <a:pt x="122" y="213"/>
                        </a:cubicBezTo>
                        <a:cubicBezTo>
                          <a:pt x="152" y="213"/>
                          <a:pt x="183" y="213"/>
                          <a:pt x="244" y="1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1" name="Google Shape;768;p21">
                    <a:extLst>
                      <a:ext uri="{FF2B5EF4-FFF2-40B4-BE49-F238E27FC236}">
                        <a16:creationId xmlns:a16="http://schemas.microsoft.com/office/drawing/2014/main" id="{A7FD4D6D-8794-A7D5-4B94-6F21C0016650}"/>
                      </a:ext>
                    </a:extLst>
                  </p:cNvPr>
                  <p:cNvSpPr/>
                  <p:nvPr/>
                </p:nvSpPr>
                <p:spPr>
                  <a:xfrm>
                    <a:off x="3100625" y="4555825"/>
                    <a:ext cx="6100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275" extrusionOk="0">
                        <a:moveTo>
                          <a:pt x="213" y="274"/>
                        </a:moveTo>
                        <a:cubicBezTo>
                          <a:pt x="213" y="274"/>
                          <a:pt x="244" y="244"/>
                          <a:pt x="244" y="213"/>
                        </a:cubicBezTo>
                        <a:cubicBezTo>
                          <a:pt x="244" y="122"/>
                          <a:pt x="183" y="31"/>
                          <a:pt x="122" y="1"/>
                        </a:cubicBezTo>
                        <a:cubicBezTo>
                          <a:pt x="92" y="31"/>
                          <a:pt x="31" y="31"/>
                          <a:pt x="31" y="61"/>
                        </a:cubicBezTo>
                        <a:cubicBezTo>
                          <a:pt x="1" y="153"/>
                          <a:pt x="31" y="213"/>
                          <a:pt x="153" y="274"/>
                        </a:cubicBezTo>
                        <a:cubicBezTo>
                          <a:pt x="153" y="274"/>
                          <a:pt x="183" y="274"/>
                          <a:pt x="213" y="2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2" name="Google Shape;769;p21">
                    <a:extLst>
                      <a:ext uri="{FF2B5EF4-FFF2-40B4-BE49-F238E27FC236}">
                        <a16:creationId xmlns:a16="http://schemas.microsoft.com/office/drawing/2014/main" id="{2F040F28-D849-58C4-66C3-2734ECC63C96}"/>
                      </a:ext>
                    </a:extLst>
                  </p:cNvPr>
                  <p:cNvSpPr/>
                  <p:nvPr/>
                </p:nvSpPr>
                <p:spPr>
                  <a:xfrm>
                    <a:off x="3235125" y="3658400"/>
                    <a:ext cx="307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153" extrusionOk="0">
                        <a:moveTo>
                          <a:pt x="122" y="92"/>
                        </a:moveTo>
                        <a:cubicBezTo>
                          <a:pt x="122" y="31"/>
                          <a:pt x="92" y="0"/>
                          <a:pt x="31" y="31"/>
                        </a:cubicBezTo>
                        <a:cubicBezTo>
                          <a:pt x="31" y="31"/>
                          <a:pt x="1" y="31"/>
                          <a:pt x="1" y="61"/>
                        </a:cubicBezTo>
                        <a:cubicBezTo>
                          <a:pt x="1" y="122"/>
                          <a:pt x="1" y="152"/>
                          <a:pt x="61" y="152"/>
                        </a:cubicBezTo>
                        <a:cubicBezTo>
                          <a:pt x="92" y="152"/>
                          <a:pt x="92" y="92"/>
                          <a:pt x="122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3" name="Google Shape;770;p21">
                    <a:extLst>
                      <a:ext uri="{FF2B5EF4-FFF2-40B4-BE49-F238E27FC236}">
                        <a16:creationId xmlns:a16="http://schemas.microsoft.com/office/drawing/2014/main" id="{45C942EE-DB16-5D45-190F-788313FA5867}"/>
                      </a:ext>
                    </a:extLst>
                  </p:cNvPr>
                  <p:cNvSpPr/>
                  <p:nvPr/>
                </p:nvSpPr>
                <p:spPr>
                  <a:xfrm>
                    <a:off x="3107475" y="4569500"/>
                    <a:ext cx="5325" cy="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" h="336" extrusionOk="0">
                        <a:moveTo>
                          <a:pt x="183" y="62"/>
                        </a:moveTo>
                        <a:cubicBezTo>
                          <a:pt x="152" y="31"/>
                          <a:pt x="122" y="1"/>
                          <a:pt x="61" y="1"/>
                        </a:cubicBezTo>
                        <a:cubicBezTo>
                          <a:pt x="31" y="1"/>
                          <a:pt x="0" y="62"/>
                          <a:pt x="0" y="92"/>
                        </a:cubicBezTo>
                        <a:cubicBezTo>
                          <a:pt x="31" y="153"/>
                          <a:pt x="61" y="244"/>
                          <a:pt x="61" y="335"/>
                        </a:cubicBezTo>
                        <a:cubicBezTo>
                          <a:pt x="122" y="274"/>
                          <a:pt x="152" y="244"/>
                          <a:pt x="183" y="183"/>
                        </a:cubicBezTo>
                        <a:cubicBezTo>
                          <a:pt x="213" y="153"/>
                          <a:pt x="213" y="122"/>
                          <a:pt x="183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771;p21">
                    <a:extLst>
                      <a:ext uri="{FF2B5EF4-FFF2-40B4-BE49-F238E27FC236}">
                        <a16:creationId xmlns:a16="http://schemas.microsoft.com/office/drawing/2014/main" id="{184B89F8-3B31-A534-8A93-EBAC84D83B54}"/>
                      </a:ext>
                    </a:extLst>
                  </p:cNvPr>
                  <p:cNvSpPr/>
                  <p:nvPr/>
                </p:nvSpPr>
                <p:spPr>
                  <a:xfrm>
                    <a:off x="3108975" y="45778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0"/>
                        </a:move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772;p21">
                    <a:extLst>
                      <a:ext uri="{FF2B5EF4-FFF2-40B4-BE49-F238E27FC236}">
                        <a16:creationId xmlns:a16="http://schemas.microsoft.com/office/drawing/2014/main" id="{5DEA9872-D571-A300-6CDC-6534D362EDA5}"/>
                      </a:ext>
                    </a:extLst>
                  </p:cNvPr>
                  <p:cNvSpPr/>
                  <p:nvPr/>
                </p:nvSpPr>
                <p:spPr>
                  <a:xfrm>
                    <a:off x="3112775" y="4666775"/>
                    <a:ext cx="5350" cy="6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274" extrusionOk="0">
                        <a:moveTo>
                          <a:pt x="62" y="61"/>
                        </a:moveTo>
                        <a:cubicBezTo>
                          <a:pt x="1" y="92"/>
                          <a:pt x="1" y="183"/>
                          <a:pt x="62" y="213"/>
                        </a:cubicBezTo>
                        <a:cubicBezTo>
                          <a:pt x="123" y="244"/>
                          <a:pt x="153" y="244"/>
                          <a:pt x="214" y="274"/>
                        </a:cubicBezTo>
                        <a:lnTo>
                          <a:pt x="214" y="0"/>
                        </a:lnTo>
                        <a:cubicBezTo>
                          <a:pt x="153" y="0"/>
                          <a:pt x="123" y="31"/>
                          <a:pt x="62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773;p21">
                    <a:extLst>
                      <a:ext uri="{FF2B5EF4-FFF2-40B4-BE49-F238E27FC236}">
                        <a16:creationId xmlns:a16="http://schemas.microsoft.com/office/drawing/2014/main" id="{9C12DAE6-C207-32B7-C873-199F4FD3986B}"/>
                      </a:ext>
                    </a:extLst>
                  </p:cNvPr>
                  <p:cNvSpPr/>
                  <p:nvPr/>
                </p:nvSpPr>
                <p:spPr>
                  <a:xfrm>
                    <a:off x="3888625" y="3449425"/>
                    <a:ext cx="4600" cy="4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4" h="184" extrusionOk="0">
                        <a:moveTo>
                          <a:pt x="31" y="92"/>
                        </a:moveTo>
                        <a:cubicBezTo>
                          <a:pt x="1" y="122"/>
                          <a:pt x="1" y="153"/>
                          <a:pt x="31" y="183"/>
                        </a:cubicBezTo>
                        <a:lnTo>
                          <a:pt x="92" y="183"/>
                        </a:lnTo>
                        <a:cubicBezTo>
                          <a:pt x="123" y="153"/>
                          <a:pt x="153" y="122"/>
                          <a:pt x="183" y="92"/>
                        </a:cubicBezTo>
                        <a:lnTo>
                          <a:pt x="123" y="1"/>
                        </a:lnTo>
                        <a:cubicBezTo>
                          <a:pt x="92" y="31"/>
                          <a:pt x="62" y="61"/>
                          <a:pt x="31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774;p21">
                    <a:extLst>
                      <a:ext uri="{FF2B5EF4-FFF2-40B4-BE49-F238E27FC236}">
                        <a16:creationId xmlns:a16="http://schemas.microsoft.com/office/drawing/2014/main" id="{08AB3FF0-2355-0380-2CCE-4C36F2EA1986}"/>
                      </a:ext>
                    </a:extLst>
                  </p:cNvPr>
                  <p:cNvSpPr/>
                  <p:nvPr/>
                </p:nvSpPr>
                <p:spPr>
                  <a:xfrm>
                    <a:off x="3044400" y="3500350"/>
                    <a:ext cx="3050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153" extrusionOk="0">
                        <a:moveTo>
                          <a:pt x="122" y="91"/>
                        </a:moveTo>
                        <a:lnTo>
                          <a:pt x="31" y="0"/>
                        </a:lnTo>
                        <a:cubicBezTo>
                          <a:pt x="31" y="61"/>
                          <a:pt x="0" y="91"/>
                          <a:pt x="0" y="122"/>
                        </a:cubicBezTo>
                        <a:cubicBezTo>
                          <a:pt x="0" y="122"/>
                          <a:pt x="31" y="152"/>
                          <a:pt x="61" y="152"/>
                        </a:cubicBezTo>
                        <a:cubicBezTo>
                          <a:pt x="61" y="152"/>
                          <a:pt x="122" y="152"/>
                          <a:pt x="122" y="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775;p21">
                    <a:extLst>
                      <a:ext uri="{FF2B5EF4-FFF2-40B4-BE49-F238E27FC236}">
                        <a16:creationId xmlns:a16="http://schemas.microsoft.com/office/drawing/2014/main" id="{6583CCEA-C599-FE90-5FEB-3B1B9403C107}"/>
                      </a:ext>
                    </a:extLst>
                  </p:cNvPr>
                  <p:cNvSpPr/>
                  <p:nvPr/>
                </p:nvSpPr>
                <p:spPr>
                  <a:xfrm>
                    <a:off x="3060350" y="3526175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" name="Google Shape;776;p21">
                    <a:extLst>
                      <a:ext uri="{FF2B5EF4-FFF2-40B4-BE49-F238E27FC236}">
                        <a16:creationId xmlns:a16="http://schemas.microsoft.com/office/drawing/2014/main" id="{9A1A75E0-7196-B0A5-F034-7BC87140484F}"/>
                      </a:ext>
                    </a:extLst>
                  </p:cNvPr>
                  <p:cNvSpPr/>
                  <p:nvPr/>
                </p:nvSpPr>
                <p:spPr>
                  <a:xfrm>
                    <a:off x="3060350" y="3526175"/>
                    <a:ext cx="4600" cy="4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4" h="183" extrusionOk="0">
                        <a:moveTo>
                          <a:pt x="153" y="122"/>
                        </a:moveTo>
                        <a:cubicBezTo>
                          <a:pt x="153" y="122"/>
                          <a:pt x="183" y="92"/>
                          <a:pt x="183" y="61"/>
                        </a:cubicBezTo>
                        <a:cubicBezTo>
                          <a:pt x="183" y="31"/>
                          <a:pt x="183" y="1"/>
                          <a:pt x="122" y="1"/>
                        </a:cubicBezTo>
                        <a:cubicBezTo>
                          <a:pt x="92" y="1"/>
                          <a:pt x="31" y="1"/>
                          <a:pt x="1" y="1"/>
                        </a:cubicBezTo>
                        <a:cubicBezTo>
                          <a:pt x="1" y="31"/>
                          <a:pt x="31" y="61"/>
                          <a:pt x="31" y="92"/>
                        </a:cubicBezTo>
                        <a:cubicBezTo>
                          <a:pt x="61" y="153"/>
                          <a:pt x="122" y="183"/>
                          <a:pt x="153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" name="Google Shape;777;p21">
                    <a:extLst>
                      <a:ext uri="{FF2B5EF4-FFF2-40B4-BE49-F238E27FC236}">
                        <a16:creationId xmlns:a16="http://schemas.microsoft.com/office/drawing/2014/main" id="{42F70363-9680-849C-91A2-CCB319F61723}"/>
                      </a:ext>
                    </a:extLst>
                  </p:cNvPr>
                  <p:cNvSpPr/>
                  <p:nvPr/>
                </p:nvSpPr>
                <p:spPr>
                  <a:xfrm>
                    <a:off x="2936500" y="3536825"/>
                    <a:ext cx="4575" cy="5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" h="213" extrusionOk="0">
                        <a:moveTo>
                          <a:pt x="0" y="91"/>
                        </a:moveTo>
                        <a:cubicBezTo>
                          <a:pt x="0" y="122"/>
                          <a:pt x="0" y="183"/>
                          <a:pt x="61" y="183"/>
                        </a:cubicBezTo>
                        <a:cubicBezTo>
                          <a:pt x="91" y="213"/>
                          <a:pt x="152" y="183"/>
                          <a:pt x="183" y="152"/>
                        </a:cubicBezTo>
                        <a:cubicBezTo>
                          <a:pt x="183" y="122"/>
                          <a:pt x="152" y="61"/>
                          <a:pt x="122" y="31"/>
                        </a:cubicBezTo>
                        <a:cubicBezTo>
                          <a:pt x="91" y="0"/>
                          <a:pt x="31" y="31"/>
                          <a:pt x="0" y="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" name="Google Shape;778;p21">
                    <a:extLst>
                      <a:ext uri="{FF2B5EF4-FFF2-40B4-BE49-F238E27FC236}">
                        <a16:creationId xmlns:a16="http://schemas.microsoft.com/office/drawing/2014/main" id="{0476331B-F51D-E002-02F3-2C7DE22D8549}"/>
                      </a:ext>
                    </a:extLst>
                  </p:cNvPr>
                  <p:cNvSpPr/>
                  <p:nvPr/>
                </p:nvSpPr>
                <p:spPr>
                  <a:xfrm>
                    <a:off x="3256400" y="3668275"/>
                    <a:ext cx="3825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23" extrusionOk="0">
                        <a:moveTo>
                          <a:pt x="31" y="31"/>
                        </a:moveTo>
                        <a:cubicBezTo>
                          <a:pt x="1" y="61"/>
                          <a:pt x="31" y="122"/>
                          <a:pt x="92" y="122"/>
                        </a:cubicBezTo>
                        <a:cubicBezTo>
                          <a:pt x="92" y="122"/>
                          <a:pt x="122" y="92"/>
                          <a:pt x="153" y="92"/>
                        </a:cubicBezTo>
                        <a:cubicBezTo>
                          <a:pt x="153" y="61"/>
                          <a:pt x="153" y="1"/>
                          <a:pt x="62" y="1"/>
                        </a:cubicBezTo>
                        <a:cubicBezTo>
                          <a:pt x="1" y="1"/>
                          <a:pt x="31" y="1"/>
                          <a:pt x="3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" name="Google Shape;779;p21">
                    <a:extLst>
                      <a:ext uri="{FF2B5EF4-FFF2-40B4-BE49-F238E27FC236}">
                        <a16:creationId xmlns:a16="http://schemas.microsoft.com/office/drawing/2014/main" id="{22D1A682-37BB-2E38-B451-5BF31862B59C}"/>
                      </a:ext>
                    </a:extLst>
                  </p:cNvPr>
                  <p:cNvSpPr/>
                  <p:nvPr/>
                </p:nvSpPr>
                <p:spPr>
                  <a:xfrm>
                    <a:off x="2856700" y="341902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1"/>
                        </a:move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" name="Google Shape;780;p21">
                    <a:extLst>
                      <a:ext uri="{FF2B5EF4-FFF2-40B4-BE49-F238E27FC236}">
                        <a16:creationId xmlns:a16="http://schemas.microsoft.com/office/drawing/2014/main" id="{57F4D926-32B8-C637-E5F4-3D441E5A88F0}"/>
                      </a:ext>
                    </a:extLst>
                  </p:cNvPr>
                  <p:cNvSpPr/>
                  <p:nvPr/>
                </p:nvSpPr>
                <p:spPr>
                  <a:xfrm>
                    <a:off x="2855950" y="3419025"/>
                    <a:ext cx="532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" h="153" extrusionOk="0">
                        <a:moveTo>
                          <a:pt x="122" y="153"/>
                        </a:moveTo>
                        <a:cubicBezTo>
                          <a:pt x="152" y="153"/>
                          <a:pt x="213" y="153"/>
                          <a:pt x="213" y="92"/>
                        </a:cubicBezTo>
                        <a:cubicBezTo>
                          <a:pt x="213" y="62"/>
                          <a:pt x="213" y="62"/>
                          <a:pt x="183" y="31"/>
                        </a:cubicBezTo>
                        <a:cubicBezTo>
                          <a:pt x="122" y="31"/>
                          <a:pt x="61" y="1"/>
                          <a:pt x="0" y="1"/>
                        </a:cubicBezTo>
                        <a:cubicBezTo>
                          <a:pt x="0" y="62"/>
                          <a:pt x="61" y="122"/>
                          <a:pt x="122" y="15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" name="Google Shape;781;p21">
                    <a:extLst>
                      <a:ext uri="{FF2B5EF4-FFF2-40B4-BE49-F238E27FC236}">
                        <a16:creationId xmlns:a16="http://schemas.microsoft.com/office/drawing/2014/main" id="{1AED4E59-20CB-2883-2B49-C4B25BA611F4}"/>
                      </a:ext>
                    </a:extLst>
                  </p:cNvPr>
                  <p:cNvSpPr/>
                  <p:nvPr/>
                </p:nvSpPr>
                <p:spPr>
                  <a:xfrm>
                    <a:off x="3231325" y="3635600"/>
                    <a:ext cx="2300" cy="2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92" extrusionOk="0">
                        <a:moveTo>
                          <a:pt x="61" y="92"/>
                        </a:moveTo>
                        <a:cubicBezTo>
                          <a:pt x="61" y="92"/>
                          <a:pt x="61" y="61"/>
                          <a:pt x="92" y="31"/>
                        </a:cubicBezTo>
                        <a:cubicBezTo>
                          <a:pt x="92" y="31"/>
                          <a:pt x="92" y="1"/>
                          <a:pt x="61" y="1"/>
                        </a:cubicBezTo>
                        <a:cubicBezTo>
                          <a:pt x="31" y="1"/>
                          <a:pt x="1" y="1"/>
                          <a:pt x="1" y="31"/>
                        </a:cubicBezTo>
                        <a:cubicBezTo>
                          <a:pt x="1" y="61"/>
                          <a:pt x="1" y="92"/>
                          <a:pt x="61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" name="Google Shape;782;p21">
                    <a:extLst>
                      <a:ext uri="{FF2B5EF4-FFF2-40B4-BE49-F238E27FC236}">
                        <a16:creationId xmlns:a16="http://schemas.microsoft.com/office/drawing/2014/main" id="{645627F6-AB6E-06A4-DB77-67B1BB291098}"/>
                      </a:ext>
                    </a:extLst>
                  </p:cNvPr>
                  <p:cNvSpPr/>
                  <p:nvPr/>
                </p:nvSpPr>
                <p:spPr>
                  <a:xfrm>
                    <a:off x="3226775" y="3684225"/>
                    <a:ext cx="1550" cy="2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93" extrusionOk="0">
                        <a:moveTo>
                          <a:pt x="0" y="62"/>
                        </a:moveTo>
                        <a:cubicBezTo>
                          <a:pt x="31" y="92"/>
                          <a:pt x="61" y="92"/>
                          <a:pt x="61" y="31"/>
                        </a:cubicBezTo>
                        <a:cubicBezTo>
                          <a:pt x="61" y="1"/>
                          <a:pt x="31" y="31"/>
                          <a:pt x="0" y="31"/>
                        </a:cubicBezTo>
                        <a:cubicBezTo>
                          <a:pt x="0" y="31"/>
                          <a:pt x="0" y="62"/>
                          <a:pt x="0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" name="Google Shape;783;p21">
                    <a:extLst>
                      <a:ext uri="{FF2B5EF4-FFF2-40B4-BE49-F238E27FC236}">
                        <a16:creationId xmlns:a16="http://schemas.microsoft.com/office/drawing/2014/main" id="{3489D321-4E32-169A-EB88-9D54417223DD}"/>
                      </a:ext>
                    </a:extLst>
                  </p:cNvPr>
                  <p:cNvSpPr/>
                  <p:nvPr/>
                </p:nvSpPr>
                <p:spPr>
                  <a:xfrm>
                    <a:off x="2393175" y="2791375"/>
                    <a:ext cx="1550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153" extrusionOk="0">
                        <a:moveTo>
                          <a:pt x="61" y="152"/>
                        </a:moveTo>
                        <a:lnTo>
                          <a:pt x="61" y="91"/>
                        </a:lnTo>
                        <a:lnTo>
                          <a:pt x="61" y="0"/>
                        </a:lnTo>
                        <a:cubicBezTo>
                          <a:pt x="31" y="30"/>
                          <a:pt x="31" y="61"/>
                          <a:pt x="0" y="91"/>
                        </a:cubicBezTo>
                        <a:cubicBezTo>
                          <a:pt x="0" y="122"/>
                          <a:pt x="0" y="152"/>
                          <a:pt x="61" y="1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7" name="Google Shape;784;p21">
                    <a:extLst>
                      <a:ext uri="{FF2B5EF4-FFF2-40B4-BE49-F238E27FC236}">
                        <a16:creationId xmlns:a16="http://schemas.microsoft.com/office/drawing/2014/main" id="{9BA7AC7C-6708-E2D9-8CF4-8E8539DE5E76}"/>
                      </a:ext>
                    </a:extLst>
                  </p:cNvPr>
                  <p:cNvSpPr/>
                  <p:nvPr/>
                </p:nvSpPr>
                <p:spPr>
                  <a:xfrm>
                    <a:off x="3386350" y="38559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0"/>
                        </a:move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8" name="Google Shape;785;p21">
                    <a:extLst>
                      <a:ext uri="{FF2B5EF4-FFF2-40B4-BE49-F238E27FC236}">
                        <a16:creationId xmlns:a16="http://schemas.microsoft.com/office/drawing/2014/main" id="{46480316-CE2C-056E-5CB9-5B7EAC369199}"/>
                      </a:ext>
                    </a:extLst>
                  </p:cNvPr>
                  <p:cNvSpPr/>
                  <p:nvPr/>
                </p:nvSpPr>
                <p:spPr>
                  <a:xfrm>
                    <a:off x="3386350" y="3855200"/>
                    <a:ext cx="6100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153" extrusionOk="0">
                        <a:moveTo>
                          <a:pt x="244" y="153"/>
                        </a:moveTo>
                        <a:cubicBezTo>
                          <a:pt x="213" y="62"/>
                          <a:pt x="122" y="1"/>
                          <a:pt x="0" y="31"/>
                        </a:cubicBezTo>
                        <a:cubicBezTo>
                          <a:pt x="61" y="153"/>
                          <a:pt x="152" y="153"/>
                          <a:pt x="244" y="15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9" name="Google Shape;786;p21">
                    <a:extLst>
                      <a:ext uri="{FF2B5EF4-FFF2-40B4-BE49-F238E27FC236}">
                        <a16:creationId xmlns:a16="http://schemas.microsoft.com/office/drawing/2014/main" id="{14627C0B-B598-5E22-F562-543FDDB288A7}"/>
                      </a:ext>
                    </a:extLst>
                  </p:cNvPr>
                  <p:cNvSpPr/>
                  <p:nvPr/>
                </p:nvSpPr>
                <p:spPr>
                  <a:xfrm>
                    <a:off x="3273875" y="4754150"/>
                    <a:ext cx="3075" cy="1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62" extrusionOk="0">
                        <a:moveTo>
                          <a:pt x="62" y="62"/>
                        </a:moveTo>
                        <a:cubicBezTo>
                          <a:pt x="62" y="62"/>
                          <a:pt x="92" y="62"/>
                          <a:pt x="92" y="31"/>
                        </a:cubicBezTo>
                        <a:cubicBezTo>
                          <a:pt x="122" y="1"/>
                          <a:pt x="62" y="1"/>
                          <a:pt x="62" y="1"/>
                        </a:cubicBezTo>
                        <a:cubicBezTo>
                          <a:pt x="31" y="1"/>
                          <a:pt x="1" y="31"/>
                          <a:pt x="62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0" name="Google Shape;787;p21">
                    <a:extLst>
                      <a:ext uri="{FF2B5EF4-FFF2-40B4-BE49-F238E27FC236}">
                        <a16:creationId xmlns:a16="http://schemas.microsoft.com/office/drawing/2014/main" id="{2F0535A5-7848-6D9A-CFE1-9DED6EEC62B9}"/>
                      </a:ext>
                    </a:extLst>
                  </p:cNvPr>
                  <p:cNvSpPr/>
                  <p:nvPr/>
                </p:nvSpPr>
                <p:spPr>
                  <a:xfrm>
                    <a:off x="3059600" y="3524650"/>
                    <a:ext cx="77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2" extrusionOk="0">
                        <a:moveTo>
                          <a:pt x="0" y="31"/>
                        </a:moveTo>
                        <a:lnTo>
                          <a:pt x="31" y="31"/>
                        </a:lnTo>
                        <a:cubicBezTo>
                          <a:pt x="0" y="1"/>
                          <a:pt x="0" y="1"/>
                          <a:pt x="0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1" name="Google Shape;788;p21">
                    <a:extLst>
                      <a:ext uri="{FF2B5EF4-FFF2-40B4-BE49-F238E27FC236}">
                        <a16:creationId xmlns:a16="http://schemas.microsoft.com/office/drawing/2014/main" id="{D70B823E-E173-3E9A-EB43-8985FA108318}"/>
                      </a:ext>
                    </a:extLst>
                  </p:cNvPr>
                  <p:cNvSpPr/>
                  <p:nvPr/>
                </p:nvSpPr>
                <p:spPr>
                  <a:xfrm>
                    <a:off x="3996975" y="2404250"/>
                    <a:ext cx="2405825" cy="2125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233" h="85017" extrusionOk="0">
                        <a:moveTo>
                          <a:pt x="95898" y="4955"/>
                        </a:moveTo>
                        <a:cubicBezTo>
                          <a:pt x="95807" y="4955"/>
                          <a:pt x="95777" y="4833"/>
                          <a:pt x="95746" y="4742"/>
                        </a:cubicBezTo>
                        <a:cubicBezTo>
                          <a:pt x="95746" y="4712"/>
                          <a:pt x="95746" y="4651"/>
                          <a:pt x="95746" y="4620"/>
                        </a:cubicBezTo>
                        <a:cubicBezTo>
                          <a:pt x="95777" y="4408"/>
                          <a:pt x="95686" y="4195"/>
                          <a:pt x="95503" y="4104"/>
                        </a:cubicBezTo>
                        <a:cubicBezTo>
                          <a:pt x="95412" y="4012"/>
                          <a:pt x="95351" y="3952"/>
                          <a:pt x="95291" y="3860"/>
                        </a:cubicBezTo>
                        <a:cubicBezTo>
                          <a:pt x="95199" y="3739"/>
                          <a:pt x="95199" y="3708"/>
                          <a:pt x="95291" y="3617"/>
                        </a:cubicBezTo>
                        <a:cubicBezTo>
                          <a:pt x="95443" y="3496"/>
                          <a:pt x="95534" y="3313"/>
                          <a:pt x="95594" y="3101"/>
                        </a:cubicBezTo>
                        <a:cubicBezTo>
                          <a:pt x="95625" y="3040"/>
                          <a:pt x="95594" y="2979"/>
                          <a:pt x="95564" y="2918"/>
                        </a:cubicBezTo>
                        <a:cubicBezTo>
                          <a:pt x="95382" y="2705"/>
                          <a:pt x="95291" y="2432"/>
                          <a:pt x="95291" y="2158"/>
                        </a:cubicBezTo>
                        <a:cubicBezTo>
                          <a:pt x="95291" y="2067"/>
                          <a:pt x="95260" y="2037"/>
                          <a:pt x="95169" y="2037"/>
                        </a:cubicBezTo>
                        <a:cubicBezTo>
                          <a:pt x="95078" y="2037"/>
                          <a:pt x="95078" y="2067"/>
                          <a:pt x="95047" y="2067"/>
                        </a:cubicBezTo>
                        <a:cubicBezTo>
                          <a:pt x="94804" y="1976"/>
                          <a:pt x="94561" y="1915"/>
                          <a:pt x="94318" y="1885"/>
                        </a:cubicBezTo>
                        <a:cubicBezTo>
                          <a:pt x="94227" y="1885"/>
                          <a:pt x="94166" y="1794"/>
                          <a:pt x="94075" y="1763"/>
                        </a:cubicBezTo>
                        <a:cubicBezTo>
                          <a:pt x="93953" y="1672"/>
                          <a:pt x="93801" y="1702"/>
                          <a:pt x="93710" y="1824"/>
                        </a:cubicBezTo>
                        <a:cubicBezTo>
                          <a:pt x="93588" y="1976"/>
                          <a:pt x="93406" y="2098"/>
                          <a:pt x="93224" y="2158"/>
                        </a:cubicBezTo>
                        <a:cubicBezTo>
                          <a:pt x="93163" y="2158"/>
                          <a:pt x="93163" y="2219"/>
                          <a:pt x="93132" y="2250"/>
                        </a:cubicBezTo>
                        <a:cubicBezTo>
                          <a:pt x="93072" y="2341"/>
                          <a:pt x="93072" y="2432"/>
                          <a:pt x="93132" y="2493"/>
                        </a:cubicBezTo>
                        <a:cubicBezTo>
                          <a:pt x="93224" y="2614"/>
                          <a:pt x="93345" y="2736"/>
                          <a:pt x="93436" y="2888"/>
                        </a:cubicBezTo>
                        <a:cubicBezTo>
                          <a:pt x="93467" y="2949"/>
                          <a:pt x="93467" y="3070"/>
                          <a:pt x="93436" y="3131"/>
                        </a:cubicBezTo>
                        <a:cubicBezTo>
                          <a:pt x="93406" y="3192"/>
                          <a:pt x="93376" y="3192"/>
                          <a:pt x="93315" y="3222"/>
                        </a:cubicBezTo>
                        <a:lnTo>
                          <a:pt x="93254" y="3222"/>
                        </a:lnTo>
                        <a:cubicBezTo>
                          <a:pt x="93132" y="2888"/>
                          <a:pt x="92768" y="2705"/>
                          <a:pt x="92616" y="2371"/>
                        </a:cubicBezTo>
                        <a:cubicBezTo>
                          <a:pt x="92403" y="2128"/>
                          <a:pt x="92069" y="1976"/>
                          <a:pt x="91765" y="2037"/>
                        </a:cubicBezTo>
                        <a:cubicBezTo>
                          <a:pt x="91643" y="2067"/>
                          <a:pt x="91491" y="2067"/>
                          <a:pt x="91369" y="2037"/>
                        </a:cubicBezTo>
                        <a:cubicBezTo>
                          <a:pt x="91187" y="1976"/>
                          <a:pt x="90974" y="1946"/>
                          <a:pt x="90762" y="1946"/>
                        </a:cubicBezTo>
                        <a:cubicBezTo>
                          <a:pt x="90518" y="1946"/>
                          <a:pt x="90275" y="1915"/>
                          <a:pt x="90032" y="1854"/>
                        </a:cubicBezTo>
                        <a:cubicBezTo>
                          <a:pt x="89819" y="1763"/>
                          <a:pt x="89576" y="1763"/>
                          <a:pt x="89363" y="1854"/>
                        </a:cubicBezTo>
                        <a:cubicBezTo>
                          <a:pt x="89211" y="1915"/>
                          <a:pt x="89059" y="1885"/>
                          <a:pt x="88938" y="1763"/>
                        </a:cubicBezTo>
                        <a:cubicBezTo>
                          <a:pt x="88816" y="1642"/>
                          <a:pt x="88664" y="1581"/>
                          <a:pt x="88512" y="1581"/>
                        </a:cubicBezTo>
                        <a:cubicBezTo>
                          <a:pt x="88026" y="1459"/>
                          <a:pt x="87509" y="1398"/>
                          <a:pt x="87023" y="1398"/>
                        </a:cubicBezTo>
                        <a:cubicBezTo>
                          <a:pt x="86962" y="1398"/>
                          <a:pt x="86871" y="1398"/>
                          <a:pt x="86810" y="1368"/>
                        </a:cubicBezTo>
                        <a:cubicBezTo>
                          <a:pt x="86506" y="1307"/>
                          <a:pt x="86172" y="1338"/>
                          <a:pt x="85898" y="1490"/>
                        </a:cubicBezTo>
                        <a:cubicBezTo>
                          <a:pt x="85685" y="1611"/>
                          <a:pt x="85473" y="1672"/>
                          <a:pt x="85260" y="1733"/>
                        </a:cubicBezTo>
                        <a:cubicBezTo>
                          <a:pt x="85017" y="1733"/>
                          <a:pt x="84774" y="1824"/>
                          <a:pt x="84500" y="1824"/>
                        </a:cubicBezTo>
                        <a:cubicBezTo>
                          <a:pt x="84409" y="1824"/>
                          <a:pt x="84287" y="1824"/>
                          <a:pt x="84166" y="1854"/>
                        </a:cubicBezTo>
                        <a:cubicBezTo>
                          <a:pt x="84105" y="1854"/>
                          <a:pt x="84105" y="1885"/>
                          <a:pt x="84105" y="1946"/>
                        </a:cubicBezTo>
                        <a:cubicBezTo>
                          <a:pt x="84135" y="2189"/>
                          <a:pt x="84348" y="2341"/>
                          <a:pt x="84287" y="2584"/>
                        </a:cubicBezTo>
                        <a:cubicBezTo>
                          <a:pt x="84287" y="2645"/>
                          <a:pt x="84378" y="2705"/>
                          <a:pt x="84439" y="2736"/>
                        </a:cubicBezTo>
                        <a:cubicBezTo>
                          <a:pt x="84622" y="2766"/>
                          <a:pt x="84774" y="2857"/>
                          <a:pt x="84895" y="2979"/>
                        </a:cubicBezTo>
                        <a:cubicBezTo>
                          <a:pt x="85047" y="3131"/>
                          <a:pt x="85169" y="3283"/>
                          <a:pt x="85290" y="3465"/>
                        </a:cubicBezTo>
                        <a:cubicBezTo>
                          <a:pt x="85351" y="3526"/>
                          <a:pt x="85351" y="3648"/>
                          <a:pt x="85290" y="3708"/>
                        </a:cubicBezTo>
                        <a:cubicBezTo>
                          <a:pt x="85230" y="3769"/>
                          <a:pt x="85138" y="3830"/>
                          <a:pt x="85078" y="3891"/>
                        </a:cubicBezTo>
                        <a:cubicBezTo>
                          <a:pt x="84956" y="3982"/>
                          <a:pt x="84834" y="3982"/>
                          <a:pt x="84774" y="3860"/>
                        </a:cubicBezTo>
                        <a:cubicBezTo>
                          <a:pt x="84652" y="3617"/>
                          <a:pt x="84409" y="3465"/>
                          <a:pt x="84135" y="3465"/>
                        </a:cubicBezTo>
                        <a:cubicBezTo>
                          <a:pt x="84075" y="3465"/>
                          <a:pt x="84044" y="3435"/>
                          <a:pt x="83983" y="3435"/>
                        </a:cubicBezTo>
                        <a:cubicBezTo>
                          <a:pt x="83923" y="3405"/>
                          <a:pt x="83862" y="3344"/>
                          <a:pt x="83831" y="3313"/>
                        </a:cubicBezTo>
                        <a:cubicBezTo>
                          <a:pt x="83771" y="3222"/>
                          <a:pt x="83740" y="3161"/>
                          <a:pt x="83679" y="3070"/>
                        </a:cubicBezTo>
                        <a:cubicBezTo>
                          <a:pt x="83679" y="3040"/>
                          <a:pt x="83679" y="2979"/>
                          <a:pt x="83710" y="2949"/>
                        </a:cubicBezTo>
                        <a:cubicBezTo>
                          <a:pt x="83831" y="2857"/>
                          <a:pt x="83862" y="2645"/>
                          <a:pt x="83740" y="2523"/>
                        </a:cubicBezTo>
                        <a:cubicBezTo>
                          <a:pt x="83649" y="2401"/>
                          <a:pt x="83467" y="2341"/>
                          <a:pt x="83315" y="2371"/>
                        </a:cubicBezTo>
                        <a:cubicBezTo>
                          <a:pt x="83193" y="2401"/>
                          <a:pt x="83132" y="2493"/>
                          <a:pt x="83102" y="2584"/>
                        </a:cubicBezTo>
                        <a:lnTo>
                          <a:pt x="83102" y="3131"/>
                        </a:lnTo>
                        <a:cubicBezTo>
                          <a:pt x="83071" y="3253"/>
                          <a:pt x="83011" y="3344"/>
                          <a:pt x="82889" y="3374"/>
                        </a:cubicBezTo>
                        <a:cubicBezTo>
                          <a:pt x="82646" y="3405"/>
                          <a:pt x="82433" y="3435"/>
                          <a:pt x="82220" y="3496"/>
                        </a:cubicBezTo>
                        <a:cubicBezTo>
                          <a:pt x="82068" y="3557"/>
                          <a:pt x="81886" y="3557"/>
                          <a:pt x="81734" y="3526"/>
                        </a:cubicBezTo>
                        <a:cubicBezTo>
                          <a:pt x="81704" y="3496"/>
                          <a:pt x="81643" y="3496"/>
                          <a:pt x="81612" y="3526"/>
                        </a:cubicBezTo>
                        <a:cubicBezTo>
                          <a:pt x="81339" y="3648"/>
                          <a:pt x="81096" y="3800"/>
                          <a:pt x="80853" y="3952"/>
                        </a:cubicBezTo>
                        <a:cubicBezTo>
                          <a:pt x="80518" y="4164"/>
                          <a:pt x="80093" y="4256"/>
                          <a:pt x="79698" y="4225"/>
                        </a:cubicBezTo>
                        <a:cubicBezTo>
                          <a:pt x="79606" y="4195"/>
                          <a:pt x="79515" y="4134"/>
                          <a:pt x="79485" y="4073"/>
                        </a:cubicBezTo>
                        <a:cubicBezTo>
                          <a:pt x="79485" y="4043"/>
                          <a:pt x="79454" y="4012"/>
                          <a:pt x="79454" y="3982"/>
                        </a:cubicBezTo>
                        <a:cubicBezTo>
                          <a:pt x="79394" y="3587"/>
                          <a:pt x="79120" y="3222"/>
                          <a:pt x="78755" y="3040"/>
                        </a:cubicBezTo>
                        <a:cubicBezTo>
                          <a:pt x="78725" y="3009"/>
                          <a:pt x="78694" y="2979"/>
                          <a:pt x="78664" y="2949"/>
                        </a:cubicBezTo>
                        <a:cubicBezTo>
                          <a:pt x="78269" y="2675"/>
                          <a:pt x="77843" y="2523"/>
                          <a:pt x="77387" y="2766"/>
                        </a:cubicBezTo>
                        <a:cubicBezTo>
                          <a:pt x="77296" y="2827"/>
                          <a:pt x="77235" y="2857"/>
                          <a:pt x="77144" y="2857"/>
                        </a:cubicBezTo>
                        <a:cubicBezTo>
                          <a:pt x="76780" y="3009"/>
                          <a:pt x="76415" y="3161"/>
                          <a:pt x="76111" y="3405"/>
                        </a:cubicBezTo>
                        <a:cubicBezTo>
                          <a:pt x="75959" y="3526"/>
                          <a:pt x="75776" y="3617"/>
                          <a:pt x="75594" y="3739"/>
                        </a:cubicBezTo>
                        <a:cubicBezTo>
                          <a:pt x="75473" y="3800"/>
                          <a:pt x="75321" y="3769"/>
                          <a:pt x="75260" y="3648"/>
                        </a:cubicBezTo>
                        <a:cubicBezTo>
                          <a:pt x="75199" y="3496"/>
                          <a:pt x="75077" y="3374"/>
                          <a:pt x="74925" y="3313"/>
                        </a:cubicBezTo>
                        <a:lnTo>
                          <a:pt x="74621" y="3161"/>
                        </a:lnTo>
                        <a:cubicBezTo>
                          <a:pt x="74500" y="3101"/>
                          <a:pt x="74378" y="3131"/>
                          <a:pt x="74318" y="3222"/>
                        </a:cubicBezTo>
                        <a:cubicBezTo>
                          <a:pt x="74196" y="3313"/>
                          <a:pt x="74196" y="3313"/>
                          <a:pt x="74105" y="3222"/>
                        </a:cubicBezTo>
                        <a:cubicBezTo>
                          <a:pt x="74044" y="3161"/>
                          <a:pt x="73953" y="3131"/>
                          <a:pt x="73862" y="3131"/>
                        </a:cubicBezTo>
                        <a:cubicBezTo>
                          <a:pt x="73801" y="3161"/>
                          <a:pt x="73710" y="3161"/>
                          <a:pt x="73649" y="3131"/>
                        </a:cubicBezTo>
                        <a:cubicBezTo>
                          <a:pt x="73558" y="3040"/>
                          <a:pt x="73436" y="2979"/>
                          <a:pt x="73284" y="2949"/>
                        </a:cubicBezTo>
                        <a:cubicBezTo>
                          <a:pt x="73254" y="2949"/>
                          <a:pt x="73254" y="2888"/>
                          <a:pt x="73284" y="2857"/>
                        </a:cubicBezTo>
                        <a:cubicBezTo>
                          <a:pt x="73406" y="2645"/>
                          <a:pt x="73406" y="2553"/>
                          <a:pt x="73284" y="2432"/>
                        </a:cubicBezTo>
                        <a:cubicBezTo>
                          <a:pt x="73254" y="2432"/>
                          <a:pt x="73254" y="2401"/>
                          <a:pt x="73223" y="2401"/>
                        </a:cubicBezTo>
                        <a:cubicBezTo>
                          <a:pt x="72980" y="2219"/>
                          <a:pt x="72676" y="2128"/>
                          <a:pt x="72403" y="2189"/>
                        </a:cubicBezTo>
                        <a:cubicBezTo>
                          <a:pt x="72251" y="2219"/>
                          <a:pt x="72129" y="2250"/>
                          <a:pt x="72007" y="2280"/>
                        </a:cubicBezTo>
                        <a:cubicBezTo>
                          <a:pt x="71916" y="2310"/>
                          <a:pt x="71855" y="2341"/>
                          <a:pt x="71764" y="2432"/>
                        </a:cubicBezTo>
                        <a:cubicBezTo>
                          <a:pt x="71673" y="2584"/>
                          <a:pt x="71430" y="2645"/>
                          <a:pt x="71248" y="2553"/>
                        </a:cubicBezTo>
                        <a:cubicBezTo>
                          <a:pt x="71004" y="2523"/>
                          <a:pt x="70731" y="2493"/>
                          <a:pt x="70488" y="2523"/>
                        </a:cubicBezTo>
                        <a:cubicBezTo>
                          <a:pt x="70184" y="2523"/>
                          <a:pt x="69910" y="2553"/>
                          <a:pt x="69606" y="2584"/>
                        </a:cubicBezTo>
                        <a:cubicBezTo>
                          <a:pt x="69302" y="2645"/>
                          <a:pt x="68998" y="2645"/>
                          <a:pt x="68725" y="2553"/>
                        </a:cubicBezTo>
                        <a:cubicBezTo>
                          <a:pt x="68664" y="2553"/>
                          <a:pt x="68603" y="2584"/>
                          <a:pt x="68542" y="2614"/>
                        </a:cubicBezTo>
                        <a:cubicBezTo>
                          <a:pt x="68512" y="2645"/>
                          <a:pt x="68482" y="2705"/>
                          <a:pt x="68482" y="2736"/>
                        </a:cubicBezTo>
                        <a:cubicBezTo>
                          <a:pt x="68482" y="2736"/>
                          <a:pt x="68512" y="2797"/>
                          <a:pt x="68512" y="2797"/>
                        </a:cubicBezTo>
                        <a:cubicBezTo>
                          <a:pt x="68634" y="2827"/>
                          <a:pt x="68725" y="2857"/>
                          <a:pt x="68846" y="2918"/>
                        </a:cubicBezTo>
                        <a:cubicBezTo>
                          <a:pt x="68877" y="2949"/>
                          <a:pt x="68907" y="2979"/>
                          <a:pt x="68937" y="3009"/>
                        </a:cubicBezTo>
                        <a:cubicBezTo>
                          <a:pt x="68937" y="3040"/>
                          <a:pt x="68877" y="3131"/>
                          <a:pt x="68816" y="3161"/>
                        </a:cubicBezTo>
                        <a:cubicBezTo>
                          <a:pt x="68755" y="3192"/>
                          <a:pt x="68694" y="3222"/>
                          <a:pt x="68634" y="3253"/>
                        </a:cubicBezTo>
                        <a:cubicBezTo>
                          <a:pt x="68512" y="3313"/>
                          <a:pt x="68451" y="3435"/>
                          <a:pt x="68451" y="3587"/>
                        </a:cubicBezTo>
                        <a:cubicBezTo>
                          <a:pt x="68451" y="3708"/>
                          <a:pt x="68542" y="3800"/>
                          <a:pt x="68664" y="3830"/>
                        </a:cubicBezTo>
                        <a:lnTo>
                          <a:pt x="68937" y="3830"/>
                        </a:lnTo>
                        <a:cubicBezTo>
                          <a:pt x="68937" y="3800"/>
                          <a:pt x="68937" y="3800"/>
                          <a:pt x="68937" y="3800"/>
                        </a:cubicBezTo>
                        <a:lnTo>
                          <a:pt x="68937" y="3769"/>
                        </a:lnTo>
                        <a:lnTo>
                          <a:pt x="68937" y="3830"/>
                        </a:lnTo>
                        <a:lnTo>
                          <a:pt x="68937" y="3830"/>
                        </a:lnTo>
                        <a:cubicBezTo>
                          <a:pt x="68907" y="3921"/>
                          <a:pt x="68907" y="4043"/>
                          <a:pt x="68968" y="4134"/>
                        </a:cubicBezTo>
                        <a:cubicBezTo>
                          <a:pt x="69089" y="4286"/>
                          <a:pt x="69211" y="4408"/>
                          <a:pt x="69363" y="4529"/>
                        </a:cubicBezTo>
                        <a:cubicBezTo>
                          <a:pt x="69424" y="4560"/>
                          <a:pt x="69424" y="4620"/>
                          <a:pt x="69363" y="4712"/>
                        </a:cubicBezTo>
                        <a:cubicBezTo>
                          <a:pt x="69302" y="4772"/>
                          <a:pt x="69241" y="4803"/>
                          <a:pt x="69181" y="4772"/>
                        </a:cubicBezTo>
                        <a:cubicBezTo>
                          <a:pt x="69059" y="4651"/>
                          <a:pt x="68877" y="4651"/>
                          <a:pt x="68755" y="4742"/>
                        </a:cubicBezTo>
                        <a:cubicBezTo>
                          <a:pt x="68664" y="4803"/>
                          <a:pt x="68542" y="4864"/>
                          <a:pt x="68451" y="4924"/>
                        </a:cubicBezTo>
                        <a:cubicBezTo>
                          <a:pt x="68360" y="5016"/>
                          <a:pt x="68208" y="5046"/>
                          <a:pt x="68086" y="5016"/>
                        </a:cubicBezTo>
                        <a:cubicBezTo>
                          <a:pt x="67965" y="4985"/>
                          <a:pt x="67843" y="4985"/>
                          <a:pt x="67752" y="5016"/>
                        </a:cubicBezTo>
                        <a:cubicBezTo>
                          <a:pt x="67570" y="5016"/>
                          <a:pt x="67418" y="5107"/>
                          <a:pt x="67357" y="5289"/>
                        </a:cubicBezTo>
                        <a:cubicBezTo>
                          <a:pt x="67326" y="5441"/>
                          <a:pt x="67175" y="5532"/>
                          <a:pt x="67023" y="5532"/>
                        </a:cubicBezTo>
                        <a:cubicBezTo>
                          <a:pt x="66719" y="5593"/>
                          <a:pt x="66384" y="5471"/>
                          <a:pt x="66141" y="5259"/>
                        </a:cubicBezTo>
                        <a:cubicBezTo>
                          <a:pt x="66141" y="5228"/>
                          <a:pt x="66111" y="5228"/>
                          <a:pt x="66111" y="5228"/>
                        </a:cubicBezTo>
                        <a:cubicBezTo>
                          <a:pt x="66080" y="5228"/>
                          <a:pt x="66050" y="5228"/>
                          <a:pt x="66050" y="5228"/>
                        </a:cubicBezTo>
                        <a:cubicBezTo>
                          <a:pt x="66019" y="5228"/>
                          <a:pt x="66019" y="5259"/>
                          <a:pt x="65989" y="5289"/>
                        </a:cubicBezTo>
                        <a:cubicBezTo>
                          <a:pt x="65989" y="5471"/>
                          <a:pt x="66050" y="5684"/>
                          <a:pt x="66141" y="5867"/>
                        </a:cubicBezTo>
                        <a:cubicBezTo>
                          <a:pt x="66263" y="6110"/>
                          <a:pt x="66323" y="6353"/>
                          <a:pt x="66384" y="6626"/>
                        </a:cubicBezTo>
                        <a:cubicBezTo>
                          <a:pt x="66384" y="6718"/>
                          <a:pt x="66354" y="6748"/>
                          <a:pt x="66263" y="6748"/>
                        </a:cubicBezTo>
                        <a:cubicBezTo>
                          <a:pt x="66141" y="6718"/>
                          <a:pt x="65989" y="6687"/>
                          <a:pt x="65867" y="6657"/>
                        </a:cubicBezTo>
                        <a:cubicBezTo>
                          <a:pt x="65503" y="6474"/>
                          <a:pt x="65168" y="6262"/>
                          <a:pt x="64895" y="5988"/>
                        </a:cubicBezTo>
                        <a:lnTo>
                          <a:pt x="64895" y="5897"/>
                        </a:lnTo>
                        <a:cubicBezTo>
                          <a:pt x="64834" y="5745"/>
                          <a:pt x="64834" y="5745"/>
                          <a:pt x="64682" y="5836"/>
                        </a:cubicBezTo>
                        <a:cubicBezTo>
                          <a:pt x="64530" y="5927"/>
                          <a:pt x="64469" y="5897"/>
                          <a:pt x="64378" y="5836"/>
                        </a:cubicBezTo>
                        <a:cubicBezTo>
                          <a:pt x="64348" y="5775"/>
                          <a:pt x="64317" y="5715"/>
                          <a:pt x="64287" y="5654"/>
                        </a:cubicBezTo>
                        <a:lnTo>
                          <a:pt x="64287" y="5654"/>
                        </a:lnTo>
                        <a:lnTo>
                          <a:pt x="64287" y="5654"/>
                        </a:lnTo>
                        <a:cubicBezTo>
                          <a:pt x="64226" y="5654"/>
                          <a:pt x="64196" y="5654"/>
                          <a:pt x="64165" y="5593"/>
                        </a:cubicBezTo>
                        <a:cubicBezTo>
                          <a:pt x="64135" y="5563"/>
                          <a:pt x="64196" y="5563"/>
                          <a:pt x="64196" y="5593"/>
                        </a:cubicBezTo>
                        <a:cubicBezTo>
                          <a:pt x="64226" y="5623"/>
                          <a:pt x="64257" y="5654"/>
                          <a:pt x="64287" y="5684"/>
                        </a:cubicBezTo>
                        <a:lnTo>
                          <a:pt x="64317" y="5684"/>
                        </a:lnTo>
                        <a:lnTo>
                          <a:pt x="64317" y="5684"/>
                        </a:lnTo>
                        <a:cubicBezTo>
                          <a:pt x="64378" y="5623"/>
                          <a:pt x="64439" y="5563"/>
                          <a:pt x="64500" y="5502"/>
                        </a:cubicBezTo>
                        <a:cubicBezTo>
                          <a:pt x="64530" y="5471"/>
                          <a:pt x="64530" y="5441"/>
                          <a:pt x="64530" y="5380"/>
                        </a:cubicBezTo>
                        <a:cubicBezTo>
                          <a:pt x="64500" y="5228"/>
                          <a:pt x="64439" y="5076"/>
                          <a:pt x="64317" y="4985"/>
                        </a:cubicBezTo>
                        <a:cubicBezTo>
                          <a:pt x="64226" y="4894"/>
                          <a:pt x="64105" y="4864"/>
                          <a:pt x="63983" y="4864"/>
                        </a:cubicBezTo>
                        <a:cubicBezTo>
                          <a:pt x="63892" y="4864"/>
                          <a:pt x="63861" y="4833"/>
                          <a:pt x="63892" y="4742"/>
                        </a:cubicBezTo>
                        <a:cubicBezTo>
                          <a:pt x="63922" y="4651"/>
                          <a:pt x="63953" y="4590"/>
                          <a:pt x="63892" y="4499"/>
                        </a:cubicBezTo>
                        <a:cubicBezTo>
                          <a:pt x="63740" y="4316"/>
                          <a:pt x="63557" y="4134"/>
                          <a:pt x="63375" y="3982"/>
                        </a:cubicBezTo>
                        <a:cubicBezTo>
                          <a:pt x="63071" y="3800"/>
                          <a:pt x="62767" y="3708"/>
                          <a:pt x="62402" y="3678"/>
                        </a:cubicBezTo>
                        <a:cubicBezTo>
                          <a:pt x="62372" y="3678"/>
                          <a:pt x="62342" y="3678"/>
                          <a:pt x="62281" y="3708"/>
                        </a:cubicBezTo>
                        <a:cubicBezTo>
                          <a:pt x="62190" y="3769"/>
                          <a:pt x="62098" y="3800"/>
                          <a:pt x="61977" y="3769"/>
                        </a:cubicBezTo>
                        <a:cubicBezTo>
                          <a:pt x="61703" y="3678"/>
                          <a:pt x="61399" y="3648"/>
                          <a:pt x="61126" y="3708"/>
                        </a:cubicBezTo>
                        <a:cubicBezTo>
                          <a:pt x="61035" y="3739"/>
                          <a:pt x="60943" y="3769"/>
                          <a:pt x="60883" y="3830"/>
                        </a:cubicBezTo>
                        <a:cubicBezTo>
                          <a:pt x="60761" y="3891"/>
                          <a:pt x="60700" y="4073"/>
                          <a:pt x="60791" y="4195"/>
                        </a:cubicBezTo>
                        <a:cubicBezTo>
                          <a:pt x="60852" y="4347"/>
                          <a:pt x="60974" y="4499"/>
                          <a:pt x="61065" y="4651"/>
                        </a:cubicBezTo>
                        <a:cubicBezTo>
                          <a:pt x="61095" y="4712"/>
                          <a:pt x="61065" y="4803"/>
                          <a:pt x="61004" y="4833"/>
                        </a:cubicBezTo>
                        <a:cubicBezTo>
                          <a:pt x="60731" y="4955"/>
                          <a:pt x="60487" y="5046"/>
                          <a:pt x="60214" y="5167"/>
                        </a:cubicBezTo>
                        <a:cubicBezTo>
                          <a:pt x="60032" y="5228"/>
                          <a:pt x="59819" y="5167"/>
                          <a:pt x="59697" y="5046"/>
                        </a:cubicBezTo>
                        <a:cubicBezTo>
                          <a:pt x="59606" y="4955"/>
                          <a:pt x="59576" y="4955"/>
                          <a:pt x="59454" y="5046"/>
                        </a:cubicBezTo>
                        <a:cubicBezTo>
                          <a:pt x="59150" y="5259"/>
                          <a:pt x="58876" y="5167"/>
                          <a:pt x="58816" y="4833"/>
                        </a:cubicBezTo>
                        <a:lnTo>
                          <a:pt x="58816" y="4681"/>
                        </a:lnTo>
                        <a:cubicBezTo>
                          <a:pt x="58785" y="4590"/>
                          <a:pt x="58664" y="4499"/>
                          <a:pt x="58573" y="4529"/>
                        </a:cubicBezTo>
                        <a:cubicBezTo>
                          <a:pt x="58208" y="4590"/>
                          <a:pt x="57843" y="4681"/>
                          <a:pt x="57509" y="4742"/>
                        </a:cubicBezTo>
                        <a:cubicBezTo>
                          <a:pt x="57357" y="4772"/>
                          <a:pt x="57235" y="4803"/>
                          <a:pt x="57114" y="4864"/>
                        </a:cubicBezTo>
                        <a:cubicBezTo>
                          <a:pt x="56992" y="4924"/>
                          <a:pt x="56840" y="5016"/>
                          <a:pt x="56718" y="5107"/>
                        </a:cubicBezTo>
                        <a:lnTo>
                          <a:pt x="56293" y="4894"/>
                        </a:lnTo>
                        <a:cubicBezTo>
                          <a:pt x="56262" y="4894"/>
                          <a:pt x="56262" y="4894"/>
                          <a:pt x="56232" y="4894"/>
                        </a:cubicBezTo>
                        <a:cubicBezTo>
                          <a:pt x="56232" y="4955"/>
                          <a:pt x="56232" y="4985"/>
                          <a:pt x="56202" y="5016"/>
                        </a:cubicBezTo>
                        <a:cubicBezTo>
                          <a:pt x="56141" y="5259"/>
                          <a:pt x="55837" y="5350"/>
                          <a:pt x="55685" y="5167"/>
                        </a:cubicBezTo>
                        <a:cubicBezTo>
                          <a:pt x="55624" y="5107"/>
                          <a:pt x="55563" y="5046"/>
                          <a:pt x="55533" y="4955"/>
                        </a:cubicBezTo>
                        <a:cubicBezTo>
                          <a:pt x="55503" y="4894"/>
                          <a:pt x="55442" y="4833"/>
                          <a:pt x="55381" y="4894"/>
                        </a:cubicBezTo>
                        <a:cubicBezTo>
                          <a:pt x="55259" y="4924"/>
                          <a:pt x="55168" y="4955"/>
                          <a:pt x="55047" y="4924"/>
                        </a:cubicBezTo>
                        <a:cubicBezTo>
                          <a:pt x="54925" y="4924"/>
                          <a:pt x="54834" y="4985"/>
                          <a:pt x="54803" y="5107"/>
                        </a:cubicBezTo>
                        <a:cubicBezTo>
                          <a:pt x="54773" y="5167"/>
                          <a:pt x="54773" y="5259"/>
                          <a:pt x="54773" y="5319"/>
                        </a:cubicBezTo>
                        <a:cubicBezTo>
                          <a:pt x="54743" y="5411"/>
                          <a:pt x="54803" y="5502"/>
                          <a:pt x="54895" y="5532"/>
                        </a:cubicBezTo>
                        <a:cubicBezTo>
                          <a:pt x="54955" y="5563"/>
                          <a:pt x="55047" y="5563"/>
                          <a:pt x="55138" y="5593"/>
                        </a:cubicBezTo>
                        <a:lnTo>
                          <a:pt x="55138" y="5593"/>
                        </a:lnTo>
                        <a:lnTo>
                          <a:pt x="55138" y="5593"/>
                        </a:lnTo>
                        <a:cubicBezTo>
                          <a:pt x="55138" y="5563"/>
                          <a:pt x="55138" y="5532"/>
                          <a:pt x="55138" y="5502"/>
                        </a:cubicBezTo>
                        <a:cubicBezTo>
                          <a:pt x="55138" y="5471"/>
                          <a:pt x="55199" y="5441"/>
                          <a:pt x="55229" y="5441"/>
                        </a:cubicBezTo>
                        <a:cubicBezTo>
                          <a:pt x="55229" y="5441"/>
                          <a:pt x="55229" y="5471"/>
                          <a:pt x="55229" y="5471"/>
                        </a:cubicBezTo>
                        <a:cubicBezTo>
                          <a:pt x="55229" y="5502"/>
                          <a:pt x="55229" y="5532"/>
                          <a:pt x="55199" y="5532"/>
                        </a:cubicBezTo>
                        <a:cubicBezTo>
                          <a:pt x="55168" y="5563"/>
                          <a:pt x="55138" y="5563"/>
                          <a:pt x="55107" y="5593"/>
                        </a:cubicBezTo>
                        <a:lnTo>
                          <a:pt x="55107" y="5623"/>
                        </a:lnTo>
                        <a:lnTo>
                          <a:pt x="55107" y="5623"/>
                        </a:lnTo>
                        <a:cubicBezTo>
                          <a:pt x="55107" y="5684"/>
                          <a:pt x="55077" y="5745"/>
                          <a:pt x="55047" y="5806"/>
                        </a:cubicBezTo>
                        <a:cubicBezTo>
                          <a:pt x="54925" y="5897"/>
                          <a:pt x="54834" y="6019"/>
                          <a:pt x="54743" y="6171"/>
                        </a:cubicBezTo>
                        <a:cubicBezTo>
                          <a:pt x="54621" y="6414"/>
                          <a:pt x="54348" y="6566"/>
                          <a:pt x="54074" y="6566"/>
                        </a:cubicBezTo>
                        <a:cubicBezTo>
                          <a:pt x="53983" y="6566"/>
                          <a:pt x="53922" y="6535"/>
                          <a:pt x="53983" y="6444"/>
                        </a:cubicBezTo>
                        <a:cubicBezTo>
                          <a:pt x="54044" y="6323"/>
                          <a:pt x="54074" y="6201"/>
                          <a:pt x="54074" y="6049"/>
                        </a:cubicBezTo>
                        <a:cubicBezTo>
                          <a:pt x="54074" y="5897"/>
                          <a:pt x="54287" y="5897"/>
                          <a:pt x="54348" y="5775"/>
                        </a:cubicBezTo>
                        <a:cubicBezTo>
                          <a:pt x="54348" y="5715"/>
                          <a:pt x="54408" y="5623"/>
                          <a:pt x="54408" y="5563"/>
                        </a:cubicBezTo>
                        <a:cubicBezTo>
                          <a:pt x="54348" y="5380"/>
                          <a:pt x="54378" y="5167"/>
                          <a:pt x="54500" y="4985"/>
                        </a:cubicBezTo>
                        <a:cubicBezTo>
                          <a:pt x="54560" y="4894"/>
                          <a:pt x="54560" y="4803"/>
                          <a:pt x="54560" y="4712"/>
                        </a:cubicBezTo>
                        <a:cubicBezTo>
                          <a:pt x="54530" y="4620"/>
                          <a:pt x="54530" y="4529"/>
                          <a:pt x="54591" y="4468"/>
                        </a:cubicBezTo>
                        <a:cubicBezTo>
                          <a:pt x="54682" y="4256"/>
                          <a:pt x="54773" y="4043"/>
                          <a:pt x="54834" y="3830"/>
                        </a:cubicBezTo>
                        <a:cubicBezTo>
                          <a:pt x="54895" y="3617"/>
                          <a:pt x="54925" y="3374"/>
                          <a:pt x="54986" y="3161"/>
                        </a:cubicBezTo>
                        <a:cubicBezTo>
                          <a:pt x="55077" y="2979"/>
                          <a:pt x="55047" y="2766"/>
                          <a:pt x="54955" y="2584"/>
                        </a:cubicBezTo>
                        <a:cubicBezTo>
                          <a:pt x="54864" y="2371"/>
                          <a:pt x="54773" y="2189"/>
                          <a:pt x="54682" y="1946"/>
                        </a:cubicBezTo>
                        <a:cubicBezTo>
                          <a:pt x="54682" y="1915"/>
                          <a:pt x="54651" y="1885"/>
                          <a:pt x="54621" y="1854"/>
                        </a:cubicBezTo>
                        <a:cubicBezTo>
                          <a:pt x="54378" y="1733"/>
                          <a:pt x="54256" y="1520"/>
                          <a:pt x="54104" y="1338"/>
                        </a:cubicBezTo>
                        <a:cubicBezTo>
                          <a:pt x="54044" y="1277"/>
                          <a:pt x="53952" y="1277"/>
                          <a:pt x="53922" y="1338"/>
                        </a:cubicBezTo>
                        <a:cubicBezTo>
                          <a:pt x="53892" y="1368"/>
                          <a:pt x="53892" y="1550"/>
                          <a:pt x="53770" y="1398"/>
                        </a:cubicBezTo>
                        <a:cubicBezTo>
                          <a:pt x="53648" y="1246"/>
                          <a:pt x="53466" y="1094"/>
                          <a:pt x="53284" y="1003"/>
                        </a:cubicBezTo>
                        <a:cubicBezTo>
                          <a:pt x="53132" y="942"/>
                          <a:pt x="52949" y="851"/>
                          <a:pt x="52797" y="760"/>
                        </a:cubicBezTo>
                        <a:cubicBezTo>
                          <a:pt x="52676" y="669"/>
                          <a:pt x="52493" y="639"/>
                          <a:pt x="52372" y="730"/>
                        </a:cubicBezTo>
                        <a:cubicBezTo>
                          <a:pt x="52098" y="912"/>
                          <a:pt x="51794" y="1034"/>
                          <a:pt x="51490" y="1125"/>
                        </a:cubicBezTo>
                        <a:cubicBezTo>
                          <a:pt x="51430" y="1155"/>
                          <a:pt x="51399" y="1216"/>
                          <a:pt x="51430" y="1277"/>
                        </a:cubicBezTo>
                        <a:cubicBezTo>
                          <a:pt x="51460" y="1338"/>
                          <a:pt x="51490" y="1398"/>
                          <a:pt x="51521" y="1459"/>
                        </a:cubicBezTo>
                        <a:cubicBezTo>
                          <a:pt x="51551" y="1581"/>
                          <a:pt x="51521" y="1702"/>
                          <a:pt x="51399" y="1763"/>
                        </a:cubicBezTo>
                        <a:cubicBezTo>
                          <a:pt x="51278" y="1854"/>
                          <a:pt x="51095" y="1763"/>
                          <a:pt x="51095" y="1611"/>
                        </a:cubicBezTo>
                        <a:lnTo>
                          <a:pt x="51095" y="1277"/>
                        </a:lnTo>
                        <a:cubicBezTo>
                          <a:pt x="51095" y="1155"/>
                          <a:pt x="51065" y="1064"/>
                          <a:pt x="51065" y="942"/>
                        </a:cubicBezTo>
                        <a:cubicBezTo>
                          <a:pt x="51004" y="821"/>
                          <a:pt x="50913" y="760"/>
                          <a:pt x="50791" y="760"/>
                        </a:cubicBezTo>
                        <a:lnTo>
                          <a:pt x="50518" y="851"/>
                        </a:lnTo>
                        <a:cubicBezTo>
                          <a:pt x="50396" y="882"/>
                          <a:pt x="50275" y="851"/>
                          <a:pt x="50153" y="791"/>
                        </a:cubicBezTo>
                        <a:cubicBezTo>
                          <a:pt x="50062" y="730"/>
                          <a:pt x="50001" y="669"/>
                          <a:pt x="50031" y="578"/>
                        </a:cubicBezTo>
                        <a:cubicBezTo>
                          <a:pt x="50062" y="365"/>
                          <a:pt x="49940" y="243"/>
                          <a:pt x="49788" y="122"/>
                        </a:cubicBezTo>
                        <a:cubicBezTo>
                          <a:pt x="49515" y="152"/>
                          <a:pt x="49302" y="0"/>
                          <a:pt x="49059" y="0"/>
                        </a:cubicBezTo>
                        <a:cubicBezTo>
                          <a:pt x="48998" y="0"/>
                          <a:pt x="48937" y="31"/>
                          <a:pt x="48876" y="91"/>
                        </a:cubicBezTo>
                        <a:cubicBezTo>
                          <a:pt x="48846" y="91"/>
                          <a:pt x="48816" y="152"/>
                          <a:pt x="48785" y="183"/>
                        </a:cubicBezTo>
                        <a:cubicBezTo>
                          <a:pt x="48603" y="547"/>
                          <a:pt x="48512" y="973"/>
                          <a:pt x="48542" y="1368"/>
                        </a:cubicBezTo>
                        <a:cubicBezTo>
                          <a:pt x="48572" y="1611"/>
                          <a:pt x="48542" y="1915"/>
                          <a:pt x="48846" y="2098"/>
                        </a:cubicBezTo>
                        <a:cubicBezTo>
                          <a:pt x="48998" y="2158"/>
                          <a:pt x="48937" y="2341"/>
                          <a:pt x="48998" y="2462"/>
                        </a:cubicBezTo>
                        <a:cubicBezTo>
                          <a:pt x="49028" y="2584"/>
                          <a:pt x="49028" y="2645"/>
                          <a:pt x="48907" y="2645"/>
                        </a:cubicBezTo>
                        <a:cubicBezTo>
                          <a:pt x="48755" y="2645"/>
                          <a:pt x="48603" y="2675"/>
                          <a:pt x="48451" y="2736"/>
                        </a:cubicBezTo>
                        <a:cubicBezTo>
                          <a:pt x="48390" y="2766"/>
                          <a:pt x="48360" y="2827"/>
                          <a:pt x="48360" y="2918"/>
                        </a:cubicBezTo>
                        <a:cubicBezTo>
                          <a:pt x="48360" y="2979"/>
                          <a:pt x="48420" y="3040"/>
                          <a:pt x="48390" y="3101"/>
                        </a:cubicBezTo>
                        <a:cubicBezTo>
                          <a:pt x="48329" y="3253"/>
                          <a:pt x="48238" y="3374"/>
                          <a:pt x="48147" y="3496"/>
                        </a:cubicBezTo>
                        <a:cubicBezTo>
                          <a:pt x="48116" y="3557"/>
                          <a:pt x="48086" y="3587"/>
                          <a:pt x="48025" y="3587"/>
                        </a:cubicBezTo>
                        <a:cubicBezTo>
                          <a:pt x="47904" y="3648"/>
                          <a:pt x="47752" y="3708"/>
                          <a:pt x="47600" y="3739"/>
                        </a:cubicBezTo>
                        <a:cubicBezTo>
                          <a:pt x="47569" y="3739"/>
                          <a:pt x="47539" y="3708"/>
                          <a:pt x="47569" y="3648"/>
                        </a:cubicBezTo>
                        <a:cubicBezTo>
                          <a:pt x="47569" y="3587"/>
                          <a:pt x="47600" y="3496"/>
                          <a:pt x="47630" y="3405"/>
                        </a:cubicBezTo>
                        <a:cubicBezTo>
                          <a:pt x="47721" y="3253"/>
                          <a:pt x="47508" y="3101"/>
                          <a:pt x="47387" y="3222"/>
                        </a:cubicBezTo>
                        <a:cubicBezTo>
                          <a:pt x="47265" y="3222"/>
                          <a:pt x="47113" y="3283"/>
                          <a:pt x="47083" y="3435"/>
                        </a:cubicBezTo>
                        <a:cubicBezTo>
                          <a:pt x="47053" y="3587"/>
                          <a:pt x="47022" y="3587"/>
                          <a:pt x="46931" y="3587"/>
                        </a:cubicBezTo>
                        <a:cubicBezTo>
                          <a:pt x="46809" y="3617"/>
                          <a:pt x="46749" y="3648"/>
                          <a:pt x="46657" y="3648"/>
                        </a:cubicBezTo>
                        <a:cubicBezTo>
                          <a:pt x="46505" y="3648"/>
                          <a:pt x="46384" y="3739"/>
                          <a:pt x="46323" y="3830"/>
                        </a:cubicBezTo>
                        <a:cubicBezTo>
                          <a:pt x="46201" y="3952"/>
                          <a:pt x="46171" y="4043"/>
                          <a:pt x="46323" y="4195"/>
                        </a:cubicBezTo>
                        <a:cubicBezTo>
                          <a:pt x="46353" y="4256"/>
                          <a:pt x="46353" y="4347"/>
                          <a:pt x="46323" y="4377"/>
                        </a:cubicBezTo>
                        <a:cubicBezTo>
                          <a:pt x="46141" y="4468"/>
                          <a:pt x="45958" y="4590"/>
                          <a:pt x="45776" y="4681"/>
                        </a:cubicBezTo>
                        <a:cubicBezTo>
                          <a:pt x="45624" y="4742"/>
                          <a:pt x="45472" y="4833"/>
                          <a:pt x="45350" y="4985"/>
                        </a:cubicBezTo>
                        <a:cubicBezTo>
                          <a:pt x="45259" y="5107"/>
                          <a:pt x="45077" y="5198"/>
                          <a:pt x="45016" y="5411"/>
                        </a:cubicBezTo>
                        <a:cubicBezTo>
                          <a:pt x="44986" y="5532"/>
                          <a:pt x="44894" y="5654"/>
                          <a:pt x="44742" y="5684"/>
                        </a:cubicBezTo>
                        <a:cubicBezTo>
                          <a:pt x="44560" y="5745"/>
                          <a:pt x="44621" y="5958"/>
                          <a:pt x="44469" y="6049"/>
                        </a:cubicBezTo>
                        <a:cubicBezTo>
                          <a:pt x="44408" y="6110"/>
                          <a:pt x="44347" y="6171"/>
                          <a:pt x="44317" y="6262"/>
                        </a:cubicBezTo>
                        <a:cubicBezTo>
                          <a:pt x="44256" y="6414"/>
                          <a:pt x="44256" y="6566"/>
                          <a:pt x="44317" y="6718"/>
                        </a:cubicBezTo>
                        <a:cubicBezTo>
                          <a:pt x="44347" y="6809"/>
                          <a:pt x="44378" y="6870"/>
                          <a:pt x="44469" y="6930"/>
                        </a:cubicBezTo>
                        <a:cubicBezTo>
                          <a:pt x="44621" y="7052"/>
                          <a:pt x="44773" y="7174"/>
                          <a:pt x="44986" y="7265"/>
                        </a:cubicBezTo>
                        <a:cubicBezTo>
                          <a:pt x="45198" y="7295"/>
                          <a:pt x="45381" y="7417"/>
                          <a:pt x="45563" y="7599"/>
                        </a:cubicBezTo>
                        <a:cubicBezTo>
                          <a:pt x="45563" y="7630"/>
                          <a:pt x="45594" y="7690"/>
                          <a:pt x="45594" y="7721"/>
                        </a:cubicBezTo>
                        <a:cubicBezTo>
                          <a:pt x="45563" y="7751"/>
                          <a:pt x="45533" y="7812"/>
                          <a:pt x="45502" y="7842"/>
                        </a:cubicBezTo>
                        <a:cubicBezTo>
                          <a:pt x="45411" y="7873"/>
                          <a:pt x="45411" y="7812"/>
                          <a:pt x="45381" y="7751"/>
                        </a:cubicBezTo>
                        <a:cubicBezTo>
                          <a:pt x="45350" y="7690"/>
                          <a:pt x="45320" y="7599"/>
                          <a:pt x="45229" y="7630"/>
                        </a:cubicBezTo>
                        <a:cubicBezTo>
                          <a:pt x="45138" y="7630"/>
                          <a:pt x="45046" y="7630"/>
                          <a:pt x="44986" y="7690"/>
                        </a:cubicBezTo>
                        <a:cubicBezTo>
                          <a:pt x="44742" y="7842"/>
                          <a:pt x="44499" y="7964"/>
                          <a:pt x="44256" y="8055"/>
                        </a:cubicBezTo>
                        <a:cubicBezTo>
                          <a:pt x="44013" y="8177"/>
                          <a:pt x="43739" y="8268"/>
                          <a:pt x="43496" y="8329"/>
                        </a:cubicBezTo>
                        <a:cubicBezTo>
                          <a:pt x="43405" y="8359"/>
                          <a:pt x="43314" y="8389"/>
                          <a:pt x="43223" y="8420"/>
                        </a:cubicBezTo>
                        <a:cubicBezTo>
                          <a:pt x="42980" y="8481"/>
                          <a:pt x="42888" y="8754"/>
                          <a:pt x="43040" y="8967"/>
                        </a:cubicBezTo>
                        <a:cubicBezTo>
                          <a:pt x="43101" y="9058"/>
                          <a:pt x="43162" y="9149"/>
                          <a:pt x="43223" y="9240"/>
                        </a:cubicBezTo>
                        <a:cubicBezTo>
                          <a:pt x="43344" y="9362"/>
                          <a:pt x="43405" y="9514"/>
                          <a:pt x="43435" y="9666"/>
                        </a:cubicBezTo>
                        <a:cubicBezTo>
                          <a:pt x="43466" y="9757"/>
                          <a:pt x="43496" y="9848"/>
                          <a:pt x="43557" y="9909"/>
                        </a:cubicBezTo>
                        <a:cubicBezTo>
                          <a:pt x="43587" y="9970"/>
                          <a:pt x="43648" y="10031"/>
                          <a:pt x="43739" y="10092"/>
                        </a:cubicBezTo>
                        <a:cubicBezTo>
                          <a:pt x="43922" y="10152"/>
                          <a:pt x="44104" y="10152"/>
                          <a:pt x="44287" y="10152"/>
                        </a:cubicBezTo>
                        <a:cubicBezTo>
                          <a:pt x="44408" y="10304"/>
                          <a:pt x="44560" y="10426"/>
                          <a:pt x="44712" y="10578"/>
                        </a:cubicBezTo>
                        <a:cubicBezTo>
                          <a:pt x="44742" y="10578"/>
                          <a:pt x="44803" y="10608"/>
                          <a:pt x="44834" y="10608"/>
                        </a:cubicBezTo>
                        <a:cubicBezTo>
                          <a:pt x="44955" y="10669"/>
                          <a:pt x="45046" y="10699"/>
                          <a:pt x="45138" y="10760"/>
                        </a:cubicBezTo>
                        <a:cubicBezTo>
                          <a:pt x="45229" y="10791"/>
                          <a:pt x="45290" y="10851"/>
                          <a:pt x="45320" y="10943"/>
                        </a:cubicBezTo>
                        <a:cubicBezTo>
                          <a:pt x="45350" y="11247"/>
                          <a:pt x="45472" y="11520"/>
                          <a:pt x="45624" y="11763"/>
                        </a:cubicBezTo>
                        <a:cubicBezTo>
                          <a:pt x="45685" y="11824"/>
                          <a:pt x="45624" y="11885"/>
                          <a:pt x="45563" y="11946"/>
                        </a:cubicBezTo>
                        <a:lnTo>
                          <a:pt x="45320" y="12067"/>
                        </a:lnTo>
                        <a:lnTo>
                          <a:pt x="45320" y="12098"/>
                        </a:lnTo>
                        <a:cubicBezTo>
                          <a:pt x="45320" y="12098"/>
                          <a:pt x="45320" y="12128"/>
                          <a:pt x="45290" y="12128"/>
                        </a:cubicBezTo>
                        <a:cubicBezTo>
                          <a:pt x="45290" y="12158"/>
                          <a:pt x="45290" y="12158"/>
                          <a:pt x="45290" y="12189"/>
                        </a:cubicBezTo>
                        <a:cubicBezTo>
                          <a:pt x="45290" y="12158"/>
                          <a:pt x="45320" y="12098"/>
                          <a:pt x="45320" y="12067"/>
                        </a:cubicBezTo>
                        <a:lnTo>
                          <a:pt x="45320" y="12067"/>
                        </a:lnTo>
                        <a:cubicBezTo>
                          <a:pt x="45320" y="12037"/>
                          <a:pt x="45290" y="12006"/>
                          <a:pt x="45259" y="11976"/>
                        </a:cubicBezTo>
                        <a:cubicBezTo>
                          <a:pt x="45077" y="11763"/>
                          <a:pt x="45046" y="11459"/>
                          <a:pt x="45168" y="11216"/>
                        </a:cubicBezTo>
                        <a:cubicBezTo>
                          <a:pt x="45198" y="11155"/>
                          <a:pt x="45198" y="11125"/>
                          <a:pt x="45198" y="11064"/>
                        </a:cubicBezTo>
                        <a:cubicBezTo>
                          <a:pt x="45198" y="10943"/>
                          <a:pt x="45107" y="10821"/>
                          <a:pt x="44955" y="10821"/>
                        </a:cubicBezTo>
                        <a:cubicBezTo>
                          <a:pt x="44834" y="10821"/>
                          <a:pt x="44742" y="10821"/>
                          <a:pt x="44621" y="10851"/>
                        </a:cubicBezTo>
                        <a:cubicBezTo>
                          <a:pt x="44408" y="10912"/>
                          <a:pt x="44195" y="10851"/>
                          <a:pt x="44043" y="10730"/>
                        </a:cubicBezTo>
                        <a:cubicBezTo>
                          <a:pt x="43952" y="10608"/>
                          <a:pt x="43831" y="10547"/>
                          <a:pt x="43709" y="10487"/>
                        </a:cubicBezTo>
                        <a:cubicBezTo>
                          <a:pt x="43527" y="10365"/>
                          <a:pt x="43314" y="10274"/>
                          <a:pt x="43101" y="10213"/>
                        </a:cubicBezTo>
                        <a:cubicBezTo>
                          <a:pt x="42888" y="10183"/>
                          <a:pt x="42676" y="10092"/>
                          <a:pt x="42463" y="10031"/>
                        </a:cubicBezTo>
                        <a:cubicBezTo>
                          <a:pt x="42372" y="10031"/>
                          <a:pt x="42311" y="10031"/>
                          <a:pt x="42280" y="10092"/>
                        </a:cubicBezTo>
                        <a:cubicBezTo>
                          <a:pt x="42159" y="10152"/>
                          <a:pt x="42098" y="10304"/>
                          <a:pt x="42098" y="10426"/>
                        </a:cubicBezTo>
                        <a:cubicBezTo>
                          <a:pt x="42098" y="10487"/>
                          <a:pt x="42128" y="10517"/>
                          <a:pt x="42159" y="10547"/>
                        </a:cubicBezTo>
                        <a:cubicBezTo>
                          <a:pt x="42220" y="10578"/>
                          <a:pt x="42280" y="10578"/>
                          <a:pt x="42341" y="10578"/>
                        </a:cubicBezTo>
                        <a:lnTo>
                          <a:pt x="42341" y="10578"/>
                        </a:lnTo>
                        <a:lnTo>
                          <a:pt x="42372" y="10547"/>
                        </a:lnTo>
                        <a:lnTo>
                          <a:pt x="42372" y="10608"/>
                        </a:lnTo>
                        <a:cubicBezTo>
                          <a:pt x="42402" y="10639"/>
                          <a:pt x="42463" y="10699"/>
                          <a:pt x="42493" y="10730"/>
                        </a:cubicBezTo>
                        <a:cubicBezTo>
                          <a:pt x="42554" y="10760"/>
                          <a:pt x="42615" y="10760"/>
                          <a:pt x="42706" y="10791"/>
                        </a:cubicBezTo>
                        <a:cubicBezTo>
                          <a:pt x="42767" y="10821"/>
                          <a:pt x="42797" y="10943"/>
                          <a:pt x="42767" y="11003"/>
                        </a:cubicBezTo>
                        <a:cubicBezTo>
                          <a:pt x="42736" y="11064"/>
                          <a:pt x="42645" y="11125"/>
                          <a:pt x="42584" y="11095"/>
                        </a:cubicBezTo>
                        <a:cubicBezTo>
                          <a:pt x="42493" y="11064"/>
                          <a:pt x="42432" y="11034"/>
                          <a:pt x="42341" y="11003"/>
                        </a:cubicBezTo>
                        <a:cubicBezTo>
                          <a:pt x="42280" y="10973"/>
                          <a:pt x="42220" y="10943"/>
                          <a:pt x="42159" y="10912"/>
                        </a:cubicBezTo>
                        <a:cubicBezTo>
                          <a:pt x="42068" y="10882"/>
                          <a:pt x="41976" y="10943"/>
                          <a:pt x="41916" y="11003"/>
                        </a:cubicBezTo>
                        <a:cubicBezTo>
                          <a:pt x="41885" y="11064"/>
                          <a:pt x="41855" y="11125"/>
                          <a:pt x="41885" y="11186"/>
                        </a:cubicBezTo>
                        <a:cubicBezTo>
                          <a:pt x="41976" y="11459"/>
                          <a:pt x="42189" y="11672"/>
                          <a:pt x="42463" y="11733"/>
                        </a:cubicBezTo>
                        <a:cubicBezTo>
                          <a:pt x="42615" y="11794"/>
                          <a:pt x="42767" y="11824"/>
                          <a:pt x="42919" y="11855"/>
                        </a:cubicBezTo>
                        <a:cubicBezTo>
                          <a:pt x="42980" y="11855"/>
                          <a:pt x="43040" y="11885"/>
                          <a:pt x="43101" y="11885"/>
                        </a:cubicBezTo>
                        <a:cubicBezTo>
                          <a:pt x="43132" y="11915"/>
                          <a:pt x="43132" y="11915"/>
                          <a:pt x="43162" y="11946"/>
                        </a:cubicBezTo>
                        <a:cubicBezTo>
                          <a:pt x="43162" y="12006"/>
                          <a:pt x="43162" y="12037"/>
                          <a:pt x="43101" y="12006"/>
                        </a:cubicBezTo>
                        <a:cubicBezTo>
                          <a:pt x="42980" y="11946"/>
                          <a:pt x="42858" y="11915"/>
                          <a:pt x="42767" y="11946"/>
                        </a:cubicBezTo>
                        <a:cubicBezTo>
                          <a:pt x="42554" y="11976"/>
                          <a:pt x="42341" y="11976"/>
                          <a:pt x="42159" y="11946"/>
                        </a:cubicBezTo>
                        <a:cubicBezTo>
                          <a:pt x="42037" y="11946"/>
                          <a:pt x="41916" y="11885"/>
                          <a:pt x="41885" y="11763"/>
                        </a:cubicBezTo>
                        <a:cubicBezTo>
                          <a:pt x="41855" y="11733"/>
                          <a:pt x="41824" y="11703"/>
                          <a:pt x="41824" y="11642"/>
                        </a:cubicBezTo>
                        <a:cubicBezTo>
                          <a:pt x="41642" y="11429"/>
                          <a:pt x="41551" y="11155"/>
                          <a:pt x="41521" y="10882"/>
                        </a:cubicBezTo>
                        <a:cubicBezTo>
                          <a:pt x="41490" y="10669"/>
                          <a:pt x="41429" y="10456"/>
                          <a:pt x="41277" y="10274"/>
                        </a:cubicBezTo>
                        <a:cubicBezTo>
                          <a:pt x="41217" y="10213"/>
                          <a:pt x="41186" y="10183"/>
                          <a:pt x="41125" y="10152"/>
                        </a:cubicBezTo>
                        <a:lnTo>
                          <a:pt x="41065" y="10152"/>
                        </a:lnTo>
                        <a:cubicBezTo>
                          <a:pt x="41034" y="10152"/>
                          <a:pt x="41034" y="10183"/>
                          <a:pt x="41034" y="10183"/>
                        </a:cubicBezTo>
                        <a:cubicBezTo>
                          <a:pt x="41065" y="10365"/>
                          <a:pt x="41125" y="10517"/>
                          <a:pt x="41186" y="10699"/>
                        </a:cubicBezTo>
                        <a:cubicBezTo>
                          <a:pt x="41217" y="10821"/>
                          <a:pt x="41186" y="10973"/>
                          <a:pt x="41125" y="11095"/>
                        </a:cubicBezTo>
                        <a:cubicBezTo>
                          <a:pt x="41095" y="11125"/>
                          <a:pt x="41095" y="11155"/>
                          <a:pt x="41065" y="11186"/>
                        </a:cubicBezTo>
                        <a:cubicBezTo>
                          <a:pt x="40943" y="11307"/>
                          <a:pt x="40882" y="11490"/>
                          <a:pt x="40943" y="11642"/>
                        </a:cubicBezTo>
                        <a:cubicBezTo>
                          <a:pt x="40973" y="11794"/>
                          <a:pt x="40882" y="11976"/>
                          <a:pt x="40973" y="12098"/>
                        </a:cubicBezTo>
                        <a:cubicBezTo>
                          <a:pt x="41095" y="12219"/>
                          <a:pt x="41186" y="12341"/>
                          <a:pt x="41308" y="12432"/>
                        </a:cubicBezTo>
                        <a:cubicBezTo>
                          <a:pt x="41399" y="12523"/>
                          <a:pt x="41490" y="12584"/>
                          <a:pt x="41581" y="12645"/>
                        </a:cubicBezTo>
                        <a:cubicBezTo>
                          <a:pt x="41703" y="12766"/>
                          <a:pt x="41764" y="12918"/>
                          <a:pt x="41764" y="13070"/>
                        </a:cubicBezTo>
                        <a:cubicBezTo>
                          <a:pt x="41764" y="13253"/>
                          <a:pt x="41764" y="13435"/>
                          <a:pt x="41794" y="13617"/>
                        </a:cubicBezTo>
                        <a:cubicBezTo>
                          <a:pt x="41885" y="13952"/>
                          <a:pt x="42007" y="14256"/>
                          <a:pt x="42189" y="14560"/>
                        </a:cubicBezTo>
                        <a:cubicBezTo>
                          <a:pt x="42220" y="14621"/>
                          <a:pt x="42311" y="14681"/>
                          <a:pt x="42402" y="14651"/>
                        </a:cubicBezTo>
                        <a:cubicBezTo>
                          <a:pt x="42584" y="14681"/>
                          <a:pt x="42767" y="14590"/>
                          <a:pt x="42888" y="14469"/>
                        </a:cubicBezTo>
                        <a:cubicBezTo>
                          <a:pt x="43040" y="14286"/>
                          <a:pt x="43223" y="14347"/>
                          <a:pt x="43375" y="14438"/>
                        </a:cubicBezTo>
                        <a:cubicBezTo>
                          <a:pt x="43405" y="14438"/>
                          <a:pt x="43435" y="14469"/>
                          <a:pt x="43435" y="14469"/>
                        </a:cubicBezTo>
                        <a:cubicBezTo>
                          <a:pt x="43435" y="14469"/>
                          <a:pt x="43405" y="14499"/>
                          <a:pt x="43375" y="14529"/>
                        </a:cubicBezTo>
                        <a:cubicBezTo>
                          <a:pt x="43192" y="14651"/>
                          <a:pt x="43010" y="14772"/>
                          <a:pt x="42828" y="14924"/>
                        </a:cubicBezTo>
                        <a:cubicBezTo>
                          <a:pt x="42676" y="15076"/>
                          <a:pt x="42645" y="15320"/>
                          <a:pt x="42767" y="15472"/>
                        </a:cubicBezTo>
                        <a:cubicBezTo>
                          <a:pt x="42858" y="15563"/>
                          <a:pt x="42949" y="15654"/>
                          <a:pt x="43010" y="15745"/>
                        </a:cubicBezTo>
                        <a:cubicBezTo>
                          <a:pt x="43101" y="15867"/>
                          <a:pt x="43132" y="16049"/>
                          <a:pt x="43071" y="16201"/>
                        </a:cubicBezTo>
                        <a:cubicBezTo>
                          <a:pt x="43010" y="16414"/>
                          <a:pt x="42949" y="16627"/>
                          <a:pt x="42980" y="16870"/>
                        </a:cubicBezTo>
                        <a:cubicBezTo>
                          <a:pt x="42949" y="16961"/>
                          <a:pt x="42919" y="17083"/>
                          <a:pt x="42858" y="17174"/>
                        </a:cubicBezTo>
                        <a:cubicBezTo>
                          <a:pt x="42706" y="17356"/>
                          <a:pt x="42584" y="17599"/>
                          <a:pt x="42524" y="17842"/>
                        </a:cubicBezTo>
                        <a:cubicBezTo>
                          <a:pt x="42524" y="17873"/>
                          <a:pt x="42463" y="17903"/>
                          <a:pt x="42432" y="17903"/>
                        </a:cubicBezTo>
                        <a:cubicBezTo>
                          <a:pt x="42159" y="17873"/>
                          <a:pt x="41885" y="17842"/>
                          <a:pt x="41612" y="17782"/>
                        </a:cubicBezTo>
                        <a:cubicBezTo>
                          <a:pt x="41581" y="17782"/>
                          <a:pt x="41490" y="17751"/>
                          <a:pt x="41490" y="17751"/>
                        </a:cubicBezTo>
                        <a:cubicBezTo>
                          <a:pt x="41490" y="17690"/>
                          <a:pt x="41490" y="17599"/>
                          <a:pt x="41490" y="17538"/>
                        </a:cubicBezTo>
                        <a:lnTo>
                          <a:pt x="41490" y="17538"/>
                        </a:lnTo>
                        <a:cubicBezTo>
                          <a:pt x="41460" y="17538"/>
                          <a:pt x="41429" y="17538"/>
                          <a:pt x="41490" y="17508"/>
                        </a:cubicBezTo>
                        <a:lnTo>
                          <a:pt x="41521" y="17538"/>
                        </a:lnTo>
                        <a:lnTo>
                          <a:pt x="41521" y="17538"/>
                        </a:lnTo>
                        <a:cubicBezTo>
                          <a:pt x="41581" y="17569"/>
                          <a:pt x="41642" y="17599"/>
                          <a:pt x="41703" y="17630"/>
                        </a:cubicBezTo>
                        <a:cubicBezTo>
                          <a:pt x="41885" y="17751"/>
                          <a:pt x="42128" y="17630"/>
                          <a:pt x="42189" y="17417"/>
                        </a:cubicBezTo>
                        <a:cubicBezTo>
                          <a:pt x="42341" y="17022"/>
                          <a:pt x="42463" y="16596"/>
                          <a:pt x="42524" y="16171"/>
                        </a:cubicBezTo>
                        <a:cubicBezTo>
                          <a:pt x="42524" y="16110"/>
                          <a:pt x="42524" y="16049"/>
                          <a:pt x="42493" y="15988"/>
                        </a:cubicBezTo>
                        <a:cubicBezTo>
                          <a:pt x="42402" y="15836"/>
                          <a:pt x="42341" y="15654"/>
                          <a:pt x="42372" y="15472"/>
                        </a:cubicBezTo>
                        <a:cubicBezTo>
                          <a:pt x="42402" y="15350"/>
                          <a:pt x="42341" y="15228"/>
                          <a:pt x="42250" y="15168"/>
                        </a:cubicBezTo>
                        <a:lnTo>
                          <a:pt x="41976" y="14985"/>
                        </a:lnTo>
                        <a:cubicBezTo>
                          <a:pt x="41824" y="14894"/>
                          <a:pt x="41733" y="14742"/>
                          <a:pt x="41703" y="14590"/>
                        </a:cubicBezTo>
                        <a:cubicBezTo>
                          <a:pt x="41521" y="14073"/>
                          <a:pt x="41308" y="13557"/>
                          <a:pt x="41186" y="13040"/>
                        </a:cubicBezTo>
                        <a:cubicBezTo>
                          <a:pt x="41095" y="12736"/>
                          <a:pt x="40913" y="12462"/>
                          <a:pt x="40639" y="12280"/>
                        </a:cubicBezTo>
                        <a:cubicBezTo>
                          <a:pt x="40517" y="12189"/>
                          <a:pt x="40426" y="12037"/>
                          <a:pt x="40457" y="11885"/>
                        </a:cubicBezTo>
                        <a:cubicBezTo>
                          <a:pt x="40457" y="11429"/>
                          <a:pt x="40396" y="10973"/>
                          <a:pt x="40274" y="10517"/>
                        </a:cubicBezTo>
                        <a:cubicBezTo>
                          <a:pt x="40244" y="10426"/>
                          <a:pt x="40183" y="10365"/>
                          <a:pt x="40092" y="10335"/>
                        </a:cubicBezTo>
                        <a:cubicBezTo>
                          <a:pt x="39758" y="10152"/>
                          <a:pt x="39393" y="10122"/>
                          <a:pt x="39028" y="10213"/>
                        </a:cubicBezTo>
                        <a:cubicBezTo>
                          <a:pt x="38967" y="10244"/>
                          <a:pt x="38846" y="10213"/>
                          <a:pt x="38755" y="10213"/>
                        </a:cubicBezTo>
                        <a:cubicBezTo>
                          <a:pt x="38694" y="10244"/>
                          <a:pt x="38663" y="10304"/>
                          <a:pt x="38633" y="10365"/>
                        </a:cubicBezTo>
                        <a:cubicBezTo>
                          <a:pt x="38603" y="10487"/>
                          <a:pt x="38603" y="10578"/>
                          <a:pt x="38633" y="10699"/>
                        </a:cubicBezTo>
                        <a:cubicBezTo>
                          <a:pt x="38633" y="11064"/>
                          <a:pt x="38633" y="11429"/>
                          <a:pt x="38663" y="11794"/>
                        </a:cubicBezTo>
                        <a:cubicBezTo>
                          <a:pt x="38694" y="11976"/>
                          <a:pt x="38633" y="12158"/>
                          <a:pt x="38511" y="12280"/>
                        </a:cubicBezTo>
                        <a:cubicBezTo>
                          <a:pt x="38359" y="12462"/>
                          <a:pt x="38299" y="12645"/>
                          <a:pt x="38329" y="12858"/>
                        </a:cubicBezTo>
                        <a:cubicBezTo>
                          <a:pt x="38299" y="13010"/>
                          <a:pt x="38359" y="13131"/>
                          <a:pt x="38481" y="13222"/>
                        </a:cubicBezTo>
                        <a:cubicBezTo>
                          <a:pt x="38603" y="13283"/>
                          <a:pt x="38694" y="13405"/>
                          <a:pt x="38724" y="13526"/>
                        </a:cubicBezTo>
                        <a:cubicBezTo>
                          <a:pt x="38755" y="13739"/>
                          <a:pt x="38907" y="13921"/>
                          <a:pt x="38785" y="14134"/>
                        </a:cubicBezTo>
                        <a:cubicBezTo>
                          <a:pt x="38785" y="14165"/>
                          <a:pt x="38785" y="14225"/>
                          <a:pt x="38785" y="14256"/>
                        </a:cubicBezTo>
                        <a:cubicBezTo>
                          <a:pt x="38907" y="14438"/>
                          <a:pt x="38998" y="14621"/>
                          <a:pt x="39119" y="14772"/>
                        </a:cubicBezTo>
                        <a:lnTo>
                          <a:pt x="39210" y="14772"/>
                        </a:lnTo>
                        <a:cubicBezTo>
                          <a:pt x="39302" y="14712"/>
                          <a:pt x="39454" y="14712"/>
                          <a:pt x="39514" y="14803"/>
                        </a:cubicBezTo>
                        <a:cubicBezTo>
                          <a:pt x="39666" y="15046"/>
                          <a:pt x="39910" y="15198"/>
                          <a:pt x="40153" y="15289"/>
                        </a:cubicBezTo>
                        <a:cubicBezTo>
                          <a:pt x="40183" y="15289"/>
                          <a:pt x="40214" y="15380"/>
                          <a:pt x="40214" y="15411"/>
                        </a:cubicBezTo>
                        <a:cubicBezTo>
                          <a:pt x="40214" y="15532"/>
                          <a:pt x="40214" y="15654"/>
                          <a:pt x="40214" y="15745"/>
                        </a:cubicBezTo>
                        <a:cubicBezTo>
                          <a:pt x="40214" y="15836"/>
                          <a:pt x="40122" y="15867"/>
                          <a:pt x="40062" y="15806"/>
                        </a:cubicBezTo>
                        <a:lnTo>
                          <a:pt x="39697" y="15563"/>
                        </a:lnTo>
                        <a:cubicBezTo>
                          <a:pt x="39606" y="15502"/>
                          <a:pt x="39484" y="15441"/>
                          <a:pt x="39393" y="15380"/>
                        </a:cubicBezTo>
                        <a:cubicBezTo>
                          <a:pt x="39241" y="15289"/>
                          <a:pt x="39058" y="15259"/>
                          <a:pt x="38876" y="15168"/>
                        </a:cubicBezTo>
                        <a:cubicBezTo>
                          <a:pt x="38724" y="15107"/>
                          <a:pt x="38603" y="15046"/>
                          <a:pt x="38451" y="14985"/>
                        </a:cubicBezTo>
                        <a:cubicBezTo>
                          <a:pt x="38238" y="15016"/>
                          <a:pt x="38147" y="14833"/>
                          <a:pt x="37995" y="14742"/>
                        </a:cubicBezTo>
                        <a:cubicBezTo>
                          <a:pt x="37691" y="14590"/>
                          <a:pt x="37326" y="14529"/>
                          <a:pt x="36992" y="14590"/>
                        </a:cubicBezTo>
                        <a:cubicBezTo>
                          <a:pt x="36961" y="14590"/>
                          <a:pt x="36900" y="14590"/>
                          <a:pt x="36870" y="14590"/>
                        </a:cubicBezTo>
                        <a:cubicBezTo>
                          <a:pt x="36475" y="14621"/>
                          <a:pt x="36080" y="14499"/>
                          <a:pt x="35776" y="14256"/>
                        </a:cubicBezTo>
                        <a:cubicBezTo>
                          <a:pt x="35624" y="14134"/>
                          <a:pt x="35441" y="14013"/>
                          <a:pt x="35289" y="13891"/>
                        </a:cubicBezTo>
                        <a:cubicBezTo>
                          <a:pt x="35198" y="13891"/>
                          <a:pt x="35137" y="13921"/>
                          <a:pt x="35107" y="13952"/>
                        </a:cubicBezTo>
                        <a:cubicBezTo>
                          <a:pt x="35077" y="13982"/>
                          <a:pt x="35077" y="14013"/>
                          <a:pt x="35077" y="14013"/>
                        </a:cubicBezTo>
                        <a:cubicBezTo>
                          <a:pt x="35016" y="14195"/>
                          <a:pt x="35077" y="14408"/>
                          <a:pt x="35229" y="14499"/>
                        </a:cubicBezTo>
                        <a:cubicBezTo>
                          <a:pt x="35381" y="14651"/>
                          <a:pt x="35654" y="14651"/>
                          <a:pt x="35776" y="14864"/>
                        </a:cubicBezTo>
                        <a:cubicBezTo>
                          <a:pt x="35806" y="14894"/>
                          <a:pt x="35867" y="14894"/>
                          <a:pt x="35928" y="14894"/>
                        </a:cubicBezTo>
                        <a:cubicBezTo>
                          <a:pt x="36019" y="14924"/>
                          <a:pt x="36080" y="14955"/>
                          <a:pt x="36141" y="15046"/>
                        </a:cubicBezTo>
                        <a:cubicBezTo>
                          <a:pt x="36262" y="15198"/>
                          <a:pt x="36384" y="15350"/>
                          <a:pt x="36536" y="15532"/>
                        </a:cubicBezTo>
                        <a:cubicBezTo>
                          <a:pt x="36596" y="15593"/>
                          <a:pt x="36566" y="15715"/>
                          <a:pt x="36505" y="15776"/>
                        </a:cubicBezTo>
                        <a:cubicBezTo>
                          <a:pt x="36353" y="15897"/>
                          <a:pt x="36201" y="15958"/>
                          <a:pt x="36141" y="16140"/>
                        </a:cubicBezTo>
                        <a:cubicBezTo>
                          <a:pt x="36141" y="16171"/>
                          <a:pt x="36110" y="16171"/>
                          <a:pt x="36110" y="16171"/>
                        </a:cubicBezTo>
                        <a:cubicBezTo>
                          <a:pt x="36049" y="16171"/>
                          <a:pt x="36019" y="16140"/>
                          <a:pt x="36019" y="16110"/>
                        </a:cubicBezTo>
                        <a:cubicBezTo>
                          <a:pt x="35989" y="16079"/>
                          <a:pt x="35958" y="15928"/>
                          <a:pt x="35928" y="15836"/>
                        </a:cubicBezTo>
                        <a:cubicBezTo>
                          <a:pt x="35897" y="15745"/>
                          <a:pt x="35776" y="15684"/>
                          <a:pt x="35654" y="15715"/>
                        </a:cubicBezTo>
                        <a:cubicBezTo>
                          <a:pt x="35502" y="15776"/>
                          <a:pt x="35350" y="15897"/>
                          <a:pt x="35168" y="15867"/>
                        </a:cubicBezTo>
                        <a:cubicBezTo>
                          <a:pt x="35137" y="15897"/>
                          <a:pt x="35107" y="15897"/>
                          <a:pt x="35107" y="15928"/>
                        </a:cubicBezTo>
                        <a:cubicBezTo>
                          <a:pt x="35046" y="16079"/>
                          <a:pt x="34894" y="16140"/>
                          <a:pt x="34712" y="16110"/>
                        </a:cubicBezTo>
                        <a:cubicBezTo>
                          <a:pt x="34560" y="16110"/>
                          <a:pt x="34408" y="16171"/>
                          <a:pt x="34286" y="16292"/>
                        </a:cubicBezTo>
                        <a:cubicBezTo>
                          <a:pt x="34165" y="16444"/>
                          <a:pt x="33982" y="16475"/>
                          <a:pt x="33830" y="16566"/>
                        </a:cubicBezTo>
                        <a:cubicBezTo>
                          <a:pt x="33800" y="16596"/>
                          <a:pt x="33709" y="16566"/>
                          <a:pt x="33648" y="16566"/>
                        </a:cubicBezTo>
                        <a:cubicBezTo>
                          <a:pt x="33648" y="16535"/>
                          <a:pt x="33648" y="16475"/>
                          <a:pt x="33648" y="16444"/>
                        </a:cubicBezTo>
                        <a:cubicBezTo>
                          <a:pt x="33678" y="16262"/>
                          <a:pt x="33618" y="16079"/>
                          <a:pt x="33496" y="15958"/>
                        </a:cubicBezTo>
                        <a:cubicBezTo>
                          <a:pt x="33344" y="15928"/>
                          <a:pt x="33223" y="15988"/>
                          <a:pt x="33162" y="16140"/>
                        </a:cubicBezTo>
                        <a:cubicBezTo>
                          <a:pt x="33162" y="16171"/>
                          <a:pt x="33101" y="16231"/>
                          <a:pt x="33071" y="16231"/>
                        </a:cubicBezTo>
                        <a:cubicBezTo>
                          <a:pt x="32949" y="16231"/>
                          <a:pt x="32919" y="16353"/>
                          <a:pt x="32827" y="16383"/>
                        </a:cubicBezTo>
                        <a:cubicBezTo>
                          <a:pt x="32706" y="16444"/>
                          <a:pt x="32615" y="16475"/>
                          <a:pt x="32493" y="16475"/>
                        </a:cubicBezTo>
                        <a:cubicBezTo>
                          <a:pt x="32341" y="16535"/>
                          <a:pt x="32219" y="16627"/>
                          <a:pt x="32098" y="16748"/>
                        </a:cubicBezTo>
                        <a:cubicBezTo>
                          <a:pt x="31885" y="17052"/>
                          <a:pt x="31581" y="17326"/>
                          <a:pt x="31277" y="17538"/>
                        </a:cubicBezTo>
                        <a:cubicBezTo>
                          <a:pt x="31186" y="17599"/>
                          <a:pt x="31156" y="17660"/>
                          <a:pt x="31125" y="17751"/>
                        </a:cubicBezTo>
                        <a:cubicBezTo>
                          <a:pt x="31125" y="17873"/>
                          <a:pt x="31095" y="17994"/>
                          <a:pt x="31064" y="18086"/>
                        </a:cubicBezTo>
                        <a:cubicBezTo>
                          <a:pt x="31064" y="18146"/>
                          <a:pt x="31034" y="18177"/>
                          <a:pt x="31004" y="18207"/>
                        </a:cubicBezTo>
                        <a:cubicBezTo>
                          <a:pt x="30821" y="18390"/>
                          <a:pt x="30548" y="18390"/>
                          <a:pt x="30335" y="18238"/>
                        </a:cubicBezTo>
                        <a:cubicBezTo>
                          <a:pt x="30244" y="18146"/>
                          <a:pt x="30122" y="18055"/>
                          <a:pt x="30031" y="17964"/>
                        </a:cubicBezTo>
                        <a:cubicBezTo>
                          <a:pt x="29940" y="17873"/>
                          <a:pt x="29940" y="17721"/>
                          <a:pt x="30031" y="17660"/>
                        </a:cubicBezTo>
                        <a:cubicBezTo>
                          <a:pt x="30153" y="17569"/>
                          <a:pt x="30274" y="17508"/>
                          <a:pt x="30365" y="17417"/>
                        </a:cubicBezTo>
                        <a:cubicBezTo>
                          <a:pt x="30457" y="17356"/>
                          <a:pt x="30457" y="17265"/>
                          <a:pt x="30396" y="17174"/>
                        </a:cubicBezTo>
                        <a:cubicBezTo>
                          <a:pt x="30305" y="17083"/>
                          <a:pt x="30213" y="16991"/>
                          <a:pt x="30122" y="16870"/>
                        </a:cubicBezTo>
                        <a:cubicBezTo>
                          <a:pt x="30001" y="16687"/>
                          <a:pt x="29788" y="16596"/>
                          <a:pt x="29545" y="16627"/>
                        </a:cubicBezTo>
                        <a:cubicBezTo>
                          <a:pt x="29362" y="16657"/>
                          <a:pt x="29180" y="16657"/>
                          <a:pt x="28998" y="16627"/>
                        </a:cubicBezTo>
                        <a:cubicBezTo>
                          <a:pt x="28998" y="16627"/>
                          <a:pt x="28967" y="16657"/>
                          <a:pt x="28967" y="16657"/>
                        </a:cubicBezTo>
                        <a:cubicBezTo>
                          <a:pt x="28906" y="16687"/>
                          <a:pt x="28906" y="16748"/>
                          <a:pt x="28967" y="16779"/>
                        </a:cubicBezTo>
                        <a:cubicBezTo>
                          <a:pt x="29271" y="16991"/>
                          <a:pt x="29393" y="17386"/>
                          <a:pt x="29301" y="17751"/>
                        </a:cubicBezTo>
                        <a:cubicBezTo>
                          <a:pt x="29301" y="17842"/>
                          <a:pt x="29301" y="17934"/>
                          <a:pt x="29301" y="18025"/>
                        </a:cubicBezTo>
                        <a:cubicBezTo>
                          <a:pt x="29271" y="18116"/>
                          <a:pt x="29332" y="18207"/>
                          <a:pt x="29423" y="18238"/>
                        </a:cubicBezTo>
                        <a:cubicBezTo>
                          <a:pt x="29575" y="18298"/>
                          <a:pt x="29636" y="18450"/>
                          <a:pt x="29636" y="18633"/>
                        </a:cubicBezTo>
                        <a:cubicBezTo>
                          <a:pt x="29636" y="18724"/>
                          <a:pt x="29636" y="18815"/>
                          <a:pt x="29605" y="18876"/>
                        </a:cubicBezTo>
                        <a:cubicBezTo>
                          <a:pt x="29605" y="18997"/>
                          <a:pt x="29514" y="19058"/>
                          <a:pt x="29423" y="19058"/>
                        </a:cubicBezTo>
                        <a:cubicBezTo>
                          <a:pt x="29301" y="19028"/>
                          <a:pt x="29149" y="18997"/>
                          <a:pt x="29028" y="18967"/>
                        </a:cubicBezTo>
                        <a:cubicBezTo>
                          <a:pt x="28876" y="18876"/>
                          <a:pt x="28663" y="18937"/>
                          <a:pt x="28572" y="19119"/>
                        </a:cubicBezTo>
                        <a:cubicBezTo>
                          <a:pt x="28511" y="19210"/>
                          <a:pt x="28420" y="19271"/>
                          <a:pt x="28329" y="19332"/>
                        </a:cubicBezTo>
                        <a:cubicBezTo>
                          <a:pt x="28207" y="19453"/>
                          <a:pt x="28086" y="19545"/>
                          <a:pt x="27994" y="19697"/>
                        </a:cubicBezTo>
                        <a:cubicBezTo>
                          <a:pt x="27812" y="19970"/>
                          <a:pt x="27660" y="20061"/>
                          <a:pt x="27994" y="20456"/>
                        </a:cubicBezTo>
                        <a:cubicBezTo>
                          <a:pt x="28025" y="20487"/>
                          <a:pt x="28055" y="20517"/>
                          <a:pt x="28086" y="20578"/>
                        </a:cubicBezTo>
                        <a:cubicBezTo>
                          <a:pt x="28116" y="20639"/>
                          <a:pt x="28086" y="20760"/>
                          <a:pt x="28025" y="20821"/>
                        </a:cubicBezTo>
                        <a:cubicBezTo>
                          <a:pt x="27994" y="20912"/>
                          <a:pt x="27873" y="20943"/>
                          <a:pt x="27782" y="20912"/>
                        </a:cubicBezTo>
                        <a:cubicBezTo>
                          <a:pt x="27447" y="20791"/>
                          <a:pt x="27143" y="20639"/>
                          <a:pt x="26809" y="20426"/>
                        </a:cubicBezTo>
                        <a:cubicBezTo>
                          <a:pt x="26779" y="20396"/>
                          <a:pt x="26687" y="20396"/>
                          <a:pt x="26627" y="20365"/>
                        </a:cubicBezTo>
                        <a:cubicBezTo>
                          <a:pt x="26566" y="20365"/>
                          <a:pt x="26505" y="20396"/>
                          <a:pt x="26475" y="20456"/>
                        </a:cubicBezTo>
                        <a:cubicBezTo>
                          <a:pt x="26414" y="20517"/>
                          <a:pt x="26383" y="20608"/>
                          <a:pt x="26353" y="20700"/>
                        </a:cubicBezTo>
                        <a:cubicBezTo>
                          <a:pt x="26323" y="20791"/>
                          <a:pt x="26353" y="20882"/>
                          <a:pt x="26414" y="20943"/>
                        </a:cubicBezTo>
                        <a:cubicBezTo>
                          <a:pt x="26535" y="21125"/>
                          <a:pt x="26718" y="21247"/>
                          <a:pt x="26931" y="21247"/>
                        </a:cubicBezTo>
                        <a:cubicBezTo>
                          <a:pt x="26961" y="21277"/>
                          <a:pt x="27022" y="21277"/>
                          <a:pt x="27052" y="21308"/>
                        </a:cubicBezTo>
                        <a:cubicBezTo>
                          <a:pt x="27113" y="21338"/>
                          <a:pt x="27143" y="21399"/>
                          <a:pt x="27113" y="21460"/>
                        </a:cubicBezTo>
                        <a:cubicBezTo>
                          <a:pt x="27113" y="21581"/>
                          <a:pt x="27022" y="21672"/>
                          <a:pt x="26900" y="21672"/>
                        </a:cubicBezTo>
                        <a:cubicBezTo>
                          <a:pt x="26687" y="21672"/>
                          <a:pt x="26444" y="21581"/>
                          <a:pt x="26292" y="21399"/>
                        </a:cubicBezTo>
                        <a:cubicBezTo>
                          <a:pt x="26201" y="21308"/>
                          <a:pt x="26080" y="21247"/>
                          <a:pt x="25928" y="21216"/>
                        </a:cubicBezTo>
                        <a:cubicBezTo>
                          <a:pt x="25836" y="21216"/>
                          <a:pt x="25776" y="21156"/>
                          <a:pt x="25745" y="21095"/>
                        </a:cubicBezTo>
                        <a:cubicBezTo>
                          <a:pt x="25715" y="20882"/>
                          <a:pt x="25624" y="20700"/>
                          <a:pt x="25502" y="20517"/>
                        </a:cubicBezTo>
                        <a:cubicBezTo>
                          <a:pt x="25441" y="20396"/>
                          <a:pt x="25441" y="20274"/>
                          <a:pt x="25472" y="20152"/>
                        </a:cubicBezTo>
                        <a:cubicBezTo>
                          <a:pt x="25532" y="19849"/>
                          <a:pt x="25350" y="19575"/>
                          <a:pt x="25076" y="19514"/>
                        </a:cubicBezTo>
                        <a:cubicBezTo>
                          <a:pt x="24955" y="19453"/>
                          <a:pt x="24833" y="19393"/>
                          <a:pt x="24742" y="19301"/>
                        </a:cubicBezTo>
                        <a:cubicBezTo>
                          <a:pt x="24651" y="19180"/>
                          <a:pt x="24499" y="19119"/>
                          <a:pt x="24438" y="18967"/>
                        </a:cubicBezTo>
                        <a:lnTo>
                          <a:pt x="24408" y="18967"/>
                        </a:lnTo>
                        <a:lnTo>
                          <a:pt x="24408" y="18937"/>
                        </a:lnTo>
                        <a:lnTo>
                          <a:pt x="24438" y="18937"/>
                        </a:lnTo>
                        <a:lnTo>
                          <a:pt x="24438" y="18937"/>
                        </a:lnTo>
                        <a:cubicBezTo>
                          <a:pt x="24621" y="18937"/>
                          <a:pt x="24833" y="18997"/>
                          <a:pt x="24985" y="19089"/>
                        </a:cubicBezTo>
                        <a:cubicBezTo>
                          <a:pt x="25472" y="19271"/>
                          <a:pt x="25988" y="19393"/>
                          <a:pt x="26505" y="19484"/>
                        </a:cubicBezTo>
                        <a:cubicBezTo>
                          <a:pt x="26870" y="19575"/>
                          <a:pt x="27265" y="19514"/>
                          <a:pt x="27630" y="19362"/>
                        </a:cubicBezTo>
                        <a:cubicBezTo>
                          <a:pt x="27690" y="19332"/>
                          <a:pt x="27751" y="19301"/>
                          <a:pt x="27812" y="19241"/>
                        </a:cubicBezTo>
                        <a:cubicBezTo>
                          <a:pt x="28025" y="19028"/>
                          <a:pt x="28177" y="18724"/>
                          <a:pt x="28238" y="18420"/>
                        </a:cubicBezTo>
                        <a:cubicBezTo>
                          <a:pt x="28238" y="18329"/>
                          <a:pt x="28238" y="18238"/>
                          <a:pt x="28177" y="18146"/>
                        </a:cubicBezTo>
                        <a:cubicBezTo>
                          <a:pt x="28055" y="17964"/>
                          <a:pt x="27934" y="17721"/>
                          <a:pt x="27690" y="17599"/>
                        </a:cubicBezTo>
                        <a:cubicBezTo>
                          <a:pt x="27599" y="17538"/>
                          <a:pt x="27508" y="17478"/>
                          <a:pt x="27447" y="17386"/>
                        </a:cubicBezTo>
                        <a:cubicBezTo>
                          <a:pt x="27326" y="17295"/>
                          <a:pt x="27204" y="17235"/>
                          <a:pt x="27083" y="17204"/>
                        </a:cubicBezTo>
                        <a:cubicBezTo>
                          <a:pt x="26870" y="17174"/>
                          <a:pt x="26657" y="17083"/>
                          <a:pt x="26475" y="16931"/>
                        </a:cubicBezTo>
                        <a:cubicBezTo>
                          <a:pt x="26292" y="16779"/>
                          <a:pt x="26110" y="16657"/>
                          <a:pt x="25928" y="16535"/>
                        </a:cubicBezTo>
                        <a:cubicBezTo>
                          <a:pt x="25532" y="16262"/>
                          <a:pt x="25046" y="16110"/>
                          <a:pt x="24560" y="16171"/>
                        </a:cubicBezTo>
                        <a:cubicBezTo>
                          <a:pt x="24469" y="16171"/>
                          <a:pt x="24408" y="16201"/>
                          <a:pt x="24317" y="16201"/>
                        </a:cubicBezTo>
                        <a:cubicBezTo>
                          <a:pt x="24195" y="16201"/>
                          <a:pt x="24073" y="16171"/>
                          <a:pt x="23982" y="16171"/>
                        </a:cubicBezTo>
                        <a:cubicBezTo>
                          <a:pt x="23861" y="16140"/>
                          <a:pt x="23921" y="16079"/>
                          <a:pt x="23921" y="16019"/>
                        </a:cubicBezTo>
                        <a:cubicBezTo>
                          <a:pt x="23952" y="15928"/>
                          <a:pt x="23952" y="15867"/>
                          <a:pt x="23891" y="15836"/>
                        </a:cubicBezTo>
                        <a:cubicBezTo>
                          <a:pt x="23800" y="15776"/>
                          <a:pt x="23739" y="15715"/>
                          <a:pt x="23648" y="15684"/>
                        </a:cubicBezTo>
                        <a:cubicBezTo>
                          <a:pt x="23557" y="15624"/>
                          <a:pt x="23465" y="15654"/>
                          <a:pt x="23405" y="15715"/>
                        </a:cubicBezTo>
                        <a:cubicBezTo>
                          <a:pt x="23314" y="15836"/>
                          <a:pt x="23162" y="15897"/>
                          <a:pt x="23040" y="15836"/>
                        </a:cubicBezTo>
                        <a:cubicBezTo>
                          <a:pt x="22918" y="15776"/>
                          <a:pt x="22766" y="15776"/>
                          <a:pt x="22645" y="15806"/>
                        </a:cubicBezTo>
                        <a:cubicBezTo>
                          <a:pt x="22584" y="15806"/>
                          <a:pt x="22523" y="15776"/>
                          <a:pt x="22462" y="15745"/>
                        </a:cubicBezTo>
                        <a:cubicBezTo>
                          <a:pt x="22432" y="15715"/>
                          <a:pt x="22402" y="15654"/>
                          <a:pt x="22402" y="15624"/>
                        </a:cubicBezTo>
                        <a:cubicBezTo>
                          <a:pt x="22402" y="15593"/>
                          <a:pt x="22432" y="15563"/>
                          <a:pt x="22493" y="15563"/>
                        </a:cubicBezTo>
                        <a:cubicBezTo>
                          <a:pt x="22614" y="15563"/>
                          <a:pt x="22706" y="15502"/>
                          <a:pt x="22797" y="15441"/>
                        </a:cubicBezTo>
                        <a:lnTo>
                          <a:pt x="23070" y="15228"/>
                        </a:lnTo>
                        <a:cubicBezTo>
                          <a:pt x="23101" y="15168"/>
                          <a:pt x="23101" y="15076"/>
                          <a:pt x="23040" y="15046"/>
                        </a:cubicBezTo>
                        <a:cubicBezTo>
                          <a:pt x="22736" y="14894"/>
                          <a:pt x="22432" y="14772"/>
                          <a:pt x="22098" y="14681"/>
                        </a:cubicBezTo>
                        <a:cubicBezTo>
                          <a:pt x="22037" y="14681"/>
                          <a:pt x="21976" y="14712"/>
                          <a:pt x="21915" y="14742"/>
                        </a:cubicBezTo>
                        <a:cubicBezTo>
                          <a:pt x="21885" y="14772"/>
                          <a:pt x="21855" y="14833"/>
                          <a:pt x="21855" y="14864"/>
                        </a:cubicBezTo>
                        <a:cubicBezTo>
                          <a:pt x="21824" y="14924"/>
                          <a:pt x="21763" y="14924"/>
                          <a:pt x="21733" y="14894"/>
                        </a:cubicBezTo>
                        <a:cubicBezTo>
                          <a:pt x="21733" y="14894"/>
                          <a:pt x="21733" y="14864"/>
                          <a:pt x="21733" y="14833"/>
                        </a:cubicBezTo>
                        <a:lnTo>
                          <a:pt x="21733" y="14651"/>
                        </a:lnTo>
                        <a:cubicBezTo>
                          <a:pt x="21733" y="14529"/>
                          <a:pt x="21642" y="14408"/>
                          <a:pt x="21551" y="14377"/>
                        </a:cubicBezTo>
                        <a:cubicBezTo>
                          <a:pt x="21459" y="14347"/>
                          <a:pt x="21338" y="14377"/>
                          <a:pt x="21277" y="14469"/>
                        </a:cubicBezTo>
                        <a:cubicBezTo>
                          <a:pt x="21216" y="14499"/>
                          <a:pt x="21155" y="14590"/>
                          <a:pt x="21155" y="14681"/>
                        </a:cubicBezTo>
                        <a:cubicBezTo>
                          <a:pt x="21155" y="14742"/>
                          <a:pt x="21125" y="14803"/>
                          <a:pt x="21095" y="14864"/>
                        </a:cubicBezTo>
                        <a:cubicBezTo>
                          <a:pt x="21095" y="14924"/>
                          <a:pt x="21034" y="14924"/>
                          <a:pt x="21003" y="14955"/>
                        </a:cubicBezTo>
                        <a:cubicBezTo>
                          <a:pt x="20943" y="14955"/>
                          <a:pt x="20943" y="14924"/>
                          <a:pt x="20943" y="14894"/>
                        </a:cubicBezTo>
                        <a:cubicBezTo>
                          <a:pt x="20912" y="14772"/>
                          <a:pt x="20882" y="14681"/>
                          <a:pt x="20730" y="14681"/>
                        </a:cubicBezTo>
                        <a:cubicBezTo>
                          <a:pt x="20639" y="14681"/>
                          <a:pt x="20639" y="14621"/>
                          <a:pt x="20639" y="14560"/>
                        </a:cubicBezTo>
                        <a:cubicBezTo>
                          <a:pt x="20608" y="14377"/>
                          <a:pt x="20456" y="14347"/>
                          <a:pt x="20396" y="14438"/>
                        </a:cubicBezTo>
                        <a:cubicBezTo>
                          <a:pt x="20274" y="14621"/>
                          <a:pt x="20000" y="14621"/>
                          <a:pt x="19909" y="14803"/>
                        </a:cubicBezTo>
                        <a:cubicBezTo>
                          <a:pt x="19727" y="14833"/>
                          <a:pt x="19636" y="14985"/>
                          <a:pt x="19453" y="15046"/>
                        </a:cubicBezTo>
                        <a:cubicBezTo>
                          <a:pt x="19423" y="15046"/>
                          <a:pt x="19423" y="15046"/>
                          <a:pt x="19392" y="15046"/>
                        </a:cubicBezTo>
                        <a:lnTo>
                          <a:pt x="19392" y="15046"/>
                        </a:lnTo>
                        <a:lnTo>
                          <a:pt x="19362" y="15046"/>
                        </a:lnTo>
                        <a:lnTo>
                          <a:pt x="19392" y="15016"/>
                        </a:lnTo>
                        <a:lnTo>
                          <a:pt x="19392" y="15016"/>
                        </a:lnTo>
                        <a:cubicBezTo>
                          <a:pt x="19392" y="14985"/>
                          <a:pt x="19392" y="14955"/>
                          <a:pt x="19392" y="14924"/>
                        </a:cubicBezTo>
                        <a:lnTo>
                          <a:pt x="19332" y="14924"/>
                        </a:lnTo>
                        <a:cubicBezTo>
                          <a:pt x="19058" y="14924"/>
                          <a:pt x="18997" y="14924"/>
                          <a:pt x="19089" y="15198"/>
                        </a:cubicBezTo>
                        <a:cubicBezTo>
                          <a:pt x="19089" y="15228"/>
                          <a:pt x="19089" y="15289"/>
                          <a:pt x="19089" y="15320"/>
                        </a:cubicBezTo>
                        <a:lnTo>
                          <a:pt x="19119" y="15320"/>
                        </a:lnTo>
                        <a:lnTo>
                          <a:pt x="19149" y="15350"/>
                        </a:lnTo>
                        <a:lnTo>
                          <a:pt x="19089" y="15350"/>
                        </a:lnTo>
                        <a:cubicBezTo>
                          <a:pt x="18845" y="15350"/>
                          <a:pt x="18572" y="15441"/>
                          <a:pt x="18359" y="15563"/>
                        </a:cubicBezTo>
                        <a:cubicBezTo>
                          <a:pt x="18329" y="15563"/>
                          <a:pt x="18329" y="15654"/>
                          <a:pt x="18329" y="15684"/>
                        </a:cubicBezTo>
                        <a:cubicBezTo>
                          <a:pt x="18359" y="15745"/>
                          <a:pt x="18389" y="15836"/>
                          <a:pt x="18389" y="15897"/>
                        </a:cubicBezTo>
                        <a:cubicBezTo>
                          <a:pt x="18359" y="15928"/>
                          <a:pt x="18268" y="15928"/>
                          <a:pt x="18207" y="15928"/>
                        </a:cubicBezTo>
                        <a:lnTo>
                          <a:pt x="17873" y="16049"/>
                        </a:lnTo>
                        <a:lnTo>
                          <a:pt x="17873" y="16049"/>
                        </a:lnTo>
                        <a:lnTo>
                          <a:pt x="17873" y="16049"/>
                        </a:lnTo>
                        <a:cubicBezTo>
                          <a:pt x="17903" y="15958"/>
                          <a:pt x="17903" y="15897"/>
                          <a:pt x="17873" y="15836"/>
                        </a:cubicBezTo>
                        <a:cubicBezTo>
                          <a:pt x="17873" y="15776"/>
                          <a:pt x="17812" y="15715"/>
                          <a:pt x="17721" y="15745"/>
                        </a:cubicBezTo>
                        <a:cubicBezTo>
                          <a:pt x="17721" y="15745"/>
                          <a:pt x="17660" y="15776"/>
                          <a:pt x="17660" y="15806"/>
                        </a:cubicBezTo>
                        <a:cubicBezTo>
                          <a:pt x="17660" y="15867"/>
                          <a:pt x="17721" y="15958"/>
                          <a:pt x="17751" y="16049"/>
                        </a:cubicBezTo>
                        <a:lnTo>
                          <a:pt x="17751" y="16049"/>
                        </a:lnTo>
                        <a:lnTo>
                          <a:pt x="17751" y="16049"/>
                        </a:lnTo>
                        <a:cubicBezTo>
                          <a:pt x="17599" y="16019"/>
                          <a:pt x="17417" y="16110"/>
                          <a:pt x="17356" y="16262"/>
                        </a:cubicBezTo>
                        <a:lnTo>
                          <a:pt x="17356" y="16262"/>
                        </a:lnTo>
                        <a:cubicBezTo>
                          <a:pt x="17326" y="16262"/>
                          <a:pt x="17417" y="16353"/>
                          <a:pt x="17326" y="16262"/>
                        </a:cubicBezTo>
                        <a:lnTo>
                          <a:pt x="17326" y="16262"/>
                        </a:lnTo>
                        <a:lnTo>
                          <a:pt x="17143" y="16262"/>
                        </a:lnTo>
                        <a:cubicBezTo>
                          <a:pt x="17022" y="16262"/>
                          <a:pt x="16900" y="16353"/>
                          <a:pt x="16870" y="16475"/>
                        </a:cubicBezTo>
                        <a:cubicBezTo>
                          <a:pt x="16809" y="16596"/>
                          <a:pt x="16839" y="16748"/>
                          <a:pt x="16961" y="16839"/>
                        </a:cubicBezTo>
                        <a:cubicBezTo>
                          <a:pt x="16991" y="16870"/>
                          <a:pt x="17022" y="16900"/>
                          <a:pt x="17052" y="16931"/>
                        </a:cubicBezTo>
                        <a:cubicBezTo>
                          <a:pt x="17113" y="16961"/>
                          <a:pt x="17082" y="17052"/>
                          <a:pt x="17022" y="17083"/>
                        </a:cubicBezTo>
                        <a:cubicBezTo>
                          <a:pt x="16961" y="17143"/>
                          <a:pt x="16900" y="17204"/>
                          <a:pt x="16778" y="17174"/>
                        </a:cubicBezTo>
                        <a:cubicBezTo>
                          <a:pt x="16687" y="17143"/>
                          <a:pt x="16566" y="17143"/>
                          <a:pt x="16444" y="17174"/>
                        </a:cubicBezTo>
                        <a:cubicBezTo>
                          <a:pt x="16383" y="17174"/>
                          <a:pt x="16323" y="17113"/>
                          <a:pt x="16353" y="17052"/>
                        </a:cubicBezTo>
                        <a:lnTo>
                          <a:pt x="16474" y="16718"/>
                        </a:lnTo>
                        <a:cubicBezTo>
                          <a:pt x="16474" y="16718"/>
                          <a:pt x="16444" y="16687"/>
                          <a:pt x="16414" y="16657"/>
                        </a:cubicBezTo>
                        <a:cubicBezTo>
                          <a:pt x="16414" y="16657"/>
                          <a:pt x="16383" y="16657"/>
                          <a:pt x="16383" y="16657"/>
                        </a:cubicBezTo>
                        <a:cubicBezTo>
                          <a:pt x="16201" y="16839"/>
                          <a:pt x="16049" y="16991"/>
                          <a:pt x="15897" y="17143"/>
                        </a:cubicBezTo>
                        <a:cubicBezTo>
                          <a:pt x="15836" y="17204"/>
                          <a:pt x="15897" y="17295"/>
                          <a:pt x="15927" y="17326"/>
                        </a:cubicBezTo>
                        <a:cubicBezTo>
                          <a:pt x="15988" y="17417"/>
                          <a:pt x="15988" y="17508"/>
                          <a:pt x="15897" y="17569"/>
                        </a:cubicBezTo>
                        <a:cubicBezTo>
                          <a:pt x="15867" y="17599"/>
                          <a:pt x="15867" y="17630"/>
                          <a:pt x="15836" y="17660"/>
                        </a:cubicBezTo>
                        <a:cubicBezTo>
                          <a:pt x="15927" y="17690"/>
                          <a:pt x="15988" y="17690"/>
                          <a:pt x="16079" y="17660"/>
                        </a:cubicBezTo>
                        <a:cubicBezTo>
                          <a:pt x="16231" y="17630"/>
                          <a:pt x="16383" y="17599"/>
                          <a:pt x="16535" y="17569"/>
                        </a:cubicBezTo>
                        <a:cubicBezTo>
                          <a:pt x="16626" y="17569"/>
                          <a:pt x="16718" y="17569"/>
                          <a:pt x="16809" y="17599"/>
                        </a:cubicBezTo>
                        <a:cubicBezTo>
                          <a:pt x="16809" y="17599"/>
                          <a:pt x="16839" y="17599"/>
                          <a:pt x="16870" y="17630"/>
                        </a:cubicBezTo>
                        <a:cubicBezTo>
                          <a:pt x="16839" y="17630"/>
                          <a:pt x="16839" y="17660"/>
                          <a:pt x="16809" y="17660"/>
                        </a:cubicBezTo>
                        <a:cubicBezTo>
                          <a:pt x="16718" y="17690"/>
                          <a:pt x="16657" y="17751"/>
                          <a:pt x="16566" y="17782"/>
                        </a:cubicBezTo>
                        <a:cubicBezTo>
                          <a:pt x="16535" y="17812"/>
                          <a:pt x="16474" y="17812"/>
                          <a:pt x="16444" y="17812"/>
                        </a:cubicBezTo>
                        <a:cubicBezTo>
                          <a:pt x="16323" y="17842"/>
                          <a:pt x="16323" y="17903"/>
                          <a:pt x="16353" y="18025"/>
                        </a:cubicBezTo>
                        <a:cubicBezTo>
                          <a:pt x="16262" y="18055"/>
                          <a:pt x="16171" y="18086"/>
                          <a:pt x="16140" y="18177"/>
                        </a:cubicBezTo>
                        <a:cubicBezTo>
                          <a:pt x="16110" y="18238"/>
                          <a:pt x="16140" y="18329"/>
                          <a:pt x="16140" y="18420"/>
                        </a:cubicBezTo>
                        <a:cubicBezTo>
                          <a:pt x="16140" y="18481"/>
                          <a:pt x="16110" y="18511"/>
                          <a:pt x="16079" y="18542"/>
                        </a:cubicBezTo>
                        <a:cubicBezTo>
                          <a:pt x="16049" y="18602"/>
                          <a:pt x="15988" y="18663"/>
                          <a:pt x="15988" y="18724"/>
                        </a:cubicBezTo>
                        <a:cubicBezTo>
                          <a:pt x="15988" y="18815"/>
                          <a:pt x="15927" y="18937"/>
                          <a:pt x="15836" y="18967"/>
                        </a:cubicBezTo>
                        <a:cubicBezTo>
                          <a:pt x="15684" y="19028"/>
                          <a:pt x="15593" y="19149"/>
                          <a:pt x="15563" y="19271"/>
                        </a:cubicBezTo>
                        <a:cubicBezTo>
                          <a:pt x="15563" y="19393"/>
                          <a:pt x="15441" y="19514"/>
                          <a:pt x="15411" y="19666"/>
                        </a:cubicBezTo>
                        <a:cubicBezTo>
                          <a:pt x="15411" y="19788"/>
                          <a:pt x="15411" y="19879"/>
                          <a:pt x="15259" y="19909"/>
                        </a:cubicBezTo>
                        <a:cubicBezTo>
                          <a:pt x="15198" y="19940"/>
                          <a:pt x="15167" y="20001"/>
                          <a:pt x="15198" y="20092"/>
                        </a:cubicBezTo>
                        <a:cubicBezTo>
                          <a:pt x="15228" y="20213"/>
                          <a:pt x="15228" y="20335"/>
                          <a:pt x="15198" y="20487"/>
                        </a:cubicBezTo>
                        <a:cubicBezTo>
                          <a:pt x="15167" y="20608"/>
                          <a:pt x="15137" y="20730"/>
                          <a:pt x="15107" y="20852"/>
                        </a:cubicBezTo>
                        <a:cubicBezTo>
                          <a:pt x="15076" y="20943"/>
                          <a:pt x="15015" y="21004"/>
                          <a:pt x="14924" y="21034"/>
                        </a:cubicBezTo>
                        <a:cubicBezTo>
                          <a:pt x="14864" y="21064"/>
                          <a:pt x="14803" y="21095"/>
                          <a:pt x="14742" y="21125"/>
                        </a:cubicBezTo>
                        <a:cubicBezTo>
                          <a:pt x="14712" y="21125"/>
                          <a:pt x="14681" y="21156"/>
                          <a:pt x="14651" y="21216"/>
                        </a:cubicBezTo>
                        <a:cubicBezTo>
                          <a:pt x="14651" y="21338"/>
                          <a:pt x="14651" y="21429"/>
                          <a:pt x="14529" y="21490"/>
                        </a:cubicBezTo>
                        <a:cubicBezTo>
                          <a:pt x="14316" y="21642"/>
                          <a:pt x="14134" y="21885"/>
                          <a:pt x="14043" y="22128"/>
                        </a:cubicBezTo>
                        <a:cubicBezTo>
                          <a:pt x="14012" y="22189"/>
                          <a:pt x="14012" y="22250"/>
                          <a:pt x="13952" y="22311"/>
                        </a:cubicBezTo>
                        <a:cubicBezTo>
                          <a:pt x="13921" y="22402"/>
                          <a:pt x="13830" y="22463"/>
                          <a:pt x="13739" y="22432"/>
                        </a:cubicBezTo>
                        <a:cubicBezTo>
                          <a:pt x="13648" y="22432"/>
                          <a:pt x="13556" y="22432"/>
                          <a:pt x="13465" y="22402"/>
                        </a:cubicBezTo>
                        <a:cubicBezTo>
                          <a:pt x="13435" y="22402"/>
                          <a:pt x="13435" y="22432"/>
                          <a:pt x="13405" y="22432"/>
                        </a:cubicBezTo>
                        <a:cubicBezTo>
                          <a:pt x="13374" y="22463"/>
                          <a:pt x="13374" y="22523"/>
                          <a:pt x="13405" y="22554"/>
                        </a:cubicBezTo>
                        <a:cubicBezTo>
                          <a:pt x="13435" y="22584"/>
                          <a:pt x="13435" y="22584"/>
                          <a:pt x="13465" y="22615"/>
                        </a:cubicBezTo>
                        <a:cubicBezTo>
                          <a:pt x="13496" y="22675"/>
                          <a:pt x="13496" y="22767"/>
                          <a:pt x="13435" y="22767"/>
                        </a:cubicBezTo>
                        <a:cubicBezTo>
                          <a:pt x="13222" y="22797"/>
                          <a:pt x="13101" y="23040"/>
                          <a:pt x="12888" y="23010"/>
                        </a:cubicBezTo>
                        <a:cubicBezTo>
                          <a:pt x="12736" y="23101"/>
                          <a:pt x="12584" y="23222"/>
                          <a:pt x="12462" y="23314"/>
                        </a:cubicBezTo>
                        <a:lnTo>
                          <a:pt x="12462" y="23374"/>
                        </a:lnTo>
                        <a:cubicBezTo>
                          <a:pt x="12493" y="23526"/>
                          <a:pt x="12401" y="23587"/>
                          <a:pt x="12280" y="23587"/>
                        </a:cubicBezTo>
                        <a:cubicBezTo>
                          <a:pt x="12189" y="23618"/>
                          <a:pt x="12098" y="23648"/>
                          <a:pt x="12006" y="23678"/>
                        </a:cubicBezTo>
                        <a:cubicBezTo>
                          <a:pt x="11946" y="23709"/>
                          <a:pt x="11915" y="23770"/>
                          <a:pt x="11885" y="23830"/>
                        </a:cubicBezTo>
                        <a:cubicBezTo>
                          <a:pt x="11854" y="23922"/>
                          <a:pt x="11885" y="24013"/>
                          <a:pt x="11854" y="24104"/>
                        </a:cubicBezTo>
                        <a:cubicBezTo>
                          <a:pt x="11824" y="24317"/>
                          <a:pt x="11915" y="24590"/>
                          <a:pt x="11794" y="24833"/>
                        </a:cubicBezTo>
                        <a:lnTo>
                          <a:pt x="11794" y="24894"/>
                        </a:lnTo>
                        <a:cubicBezTo>
                          <a:pt x="11854" y="25046"/>
                          <a:pt x="11946" y="25198"/>
                          <a:pt x="12067" y="25350"/>
                        </a:cubicBezTo>
                        <a:cubicBezTo>
                          <a:pt x="12098" y="25441"/>
                          <a:pt x="12158" y="25563"/>
                          <a:pt x="12189" y="25654"/>
                        </a:cubicBezTo>
                        <a:cubicBezTo>
                          <a:pt x="12189" y="25715"/>
                          <a:pt x="12189" y="25806"/>
                          <a:pt x="12128" y="25836"/>
                        </a:cubicBezTo>
                        <a:cubicBezTo>
                          <a:pt x="12098" y="25928"/>
                          <a:pt x="12037" y="25988"/>
                          <a:pt x="11976" y="26049"/>
                        </a:cubicBezTo>
                        <a:cubicBezTo>
                          <a:pt x="11946" y="26110"/>
                          <a:pt x="11946" y="26201"/>
                          <a:pt x="12006" y="26232"/>
                        </a:cubicBezTo>
                        <a:cubicBezTo>
                          <a:pt x="12067" y="26262"/>
                          <a:pt x="12128" y="26292"/>
                          <a:pt x="12189" y="26323"/>
                        </a:cubicBezTo>
                        <a:cubicBezTo>
                          <a:pt x="12249" y="26353"/>
                          <a:pt x="12310" y="26414"/>
                          <a:pt x="12249" y="26475"/>
                        </a:cubicBezTo>
                        <a:cubicBezTo>
                          <a:pt x="12219" y="26536"/>
                          <a:pt x="12128" y="26596"/>
                          <a:pt x="12098" y="26688"/>
                        </a:cubicBezTo>
                        <a:cubicBezTo>
                          <a:pt x="12037" y="26748"/>
                          <a:pt x="12067" y="26870"/>
                          <a:pt x="12128" y="26931"/>
                        </a:cubicBezTo>
                        <a:cubicBezTo>
                          <a:pt x="12341" y="27143"/>
                          <a:pt x="12614" y="27326"/>
                          <a:pt x="12918" y="27447"/>
                        </a:cubicBezTo>
                        <a:cubicBezTo>
                          <a:pt x="12949" y="27447"/>
                          <a:pt x="13009" y="27447"/>
                          <a:pt x="13040" y="27447"/>
                        </a:cubicBezTo>
                        <a:cubicBezTo>
                          <a:pt x="13313" y="27356"/>
                          <a:pt x="13617" y="27295"/>
                          <a:pt x="13800" y="27022"/>
                        </a:cubicBezTo>
                        <a:cubicBezTo>
                          <a:pt x="13860" y="26900"/>
                          <a:pt x="13952" y="26809"/>
                          <a:pt x="14073" y="26718"/>
                        </a:cubicBezTo>
                        <a:cubicBezTo>
                          <a:pt x="14256" y="26566"/>
                          <a:pt x="14499" y="26536"/>
                          <a:pt x="14590" y="26323"/>
                        </a:cubicBezTo>
                        <a:cubicBezTo>
                          <a:pt x="14620" y="26292"/>
                          <a:pt x="14620" y="26292"/>
                          <a:pt x="14651" y="26323"/>
                        </a:cubicBezTo>
                        <a:cubicBezTo>
                          <a:pt x="14712" y="26384"/>
                          <a:pt x="14803" y="26414"/>
                          <a:pt x="14833" y="26505"/>
                        </a:cubicBezTo>
                        <a:cubicBezTo>
                          <a:pt x="14864" y="26566"/>
                          <a:pt x="14864" y="26779"/>
                          <a:pt x="14894" y="26900"/>
                        </a:cubicBezTo>
                        <a:cubicBezTo>
                          <a:pt x="14955" y="27052"/>
                          <a:pt x="15015" y="27174"/>
                          <a:pt x="15046" y="27356"/>
                        </a:cubicBezTo>
                        <a:cubicBezTo>
                          <a:pt x="15076" y="27599"/>
                          <a:pt x="15167" y="27812"/>
                          <a:pt x="15319" y="28025"/>
                        </a:cubicBezTo>
                        <a:cubicBezTo>
                          <a:pt x="15411" y="28238"/>
                          <a:pt x="15532" y="28420"/>
                          <a:pt x="15684" y="28602"/>
                        </a:cubicBezTo>
                        <a:cubicBezTo>
                          <a:pt x="15745" y="28663"/>
                          <a:pt x="15684" y="28724"/>
                          <a:pt x="15684" y="28785"/>
                        </a:cubicBezTo>
                        <a:cubicBezTo>
                          <a:pt x="15684" y="28846"/>
                          <a:pt x="15654" y="28906"/>
                          <a:pt x="15623" y="28967"/>
                        </a:cubicBezTo>
                        <a:lnTo>
                          <a:pt x="15623" y="28967"/>
                        </a:lnTo>
                        <a:cubicBezTo>
                          <a:pt x="15623" y="28998"/>
                          <a:pt x="15623" y="28998"/>
                          <a:pt x="15623" y="29028"/>
                        </a:cubicBezTo>
                        <a:cubicBezTo>
                          <a:pt x="15654" y="29058"/>
                          <a:pt x="15715" y="29119"/>
                          <a:pt x="15715" y="29150"/>
                        </a:cubicBezTo>
                        <a:cubicBezTo>
                          <a:pt x="15897" y="29606"/>
                          <a:pt x="15958" y="29484"/>
                          <a:pt x="16353" y="29454"/>
                        </a:cubicBezTo>
                        <a:cubicBezTo>
                          <a:pt x="16444" y="29423"/>
                          <a:pt x="16505" y="29362"/>
                          <a:pt x="16505" y="29271"/>
                        </a:cubicBezTo>
                        <a:cubicBezTo>
                          <a:pt x="16535" y="29119"/>
                          <a:pt x="16657" y="29028"/>
                          <a:pt x="16809" y="28998"/>
                        </a:cubicBezTo>
                        <a:cubicBezTo>
                          <a:pt x="16870" y="28998"/>
                          <a:pt x="16930" y="28998"/>
                          <a:pt x="16991" y="28998"/>
                        </a:cubicBezTo>
                        <a:cubicBezTo>
                          <a:pt x="17174" y="29028"/>
                          <a:pt x="17356" y="28937"/>
                          <a:pt x="17447" y="28754"/>
                        </a:cubicBezTo>
                        <a:cubicBezTo>
                          <a:pt x="17751" y="28815"/>
                          <a:pt x="17751" y="28572"/>
                          <a:pt x="17781" y="28390"/>
                        </a:cubicBezTo>
                        <a:cubicBezTo>
                          <a:pt x="17812" y="28329"/>
                          <a:pt x="17812" y="28299"/>
                          <a:pt x="17781" y="28238"/>
                        </a:cubicBezTo>
                        <a:cubicBezTo>
                          <a:pt x="17812" y="28177"/>
                          <a:pt x="17721" y="28116"/>
                          <a:pt x="17660" y="28147"/>
                        </a:cubicBezTo>
                        <a:cubicBezTo>
                          <a:pt x="17630" y="28177"/>
                          <a:pt x="17630" y="28177"/>
                          <a:pt x="17599" y="28147"/>
                        </a:cubicBezTo>
                        <a:cubicBezTo>
                          <a:pt x="17569" y="28147"/>
                          <a:pt x="17569" y="28116"/>
                          <a:pt x="17569" y="28116"/>
                        </a:cubicBezTo>
                        <a:cubicBezTo>
                          <a:pt x="17538" y="27873"/>
                          <a:pt x="17569" y="27660"/>
                          <a:pt x="17630" y="27417"/>
                        </a:cubicBezTo>
                        <a:cubicBezTo>
                          <a:pt x="17660" y="27326"/>
                          <a:pt x="17690" y="27204"/>
                          <a:pt x="17690" y="27083"/>
                        </a:cubicBezTo>
                        <a:cubicBezTo>
                          <a:pt x="17690" y="26900"/>
                          <a:pt x="17781" y="26748"/>
                          <a:pt x="17933" y="26657"/>
                        </a:cubicBezTo>
                        <a:cubicBezTo>
                          <a:pt x="18055" y="26596"/>
                          <a:pt x="18177" y="26505"/>
                          <a:pt x="18298" y="26444"/>
                        </a:cubicBezTo>
                        <a:cubicBezTo>
                          <a:pt x="18420" y="26323"/>
                          <a:pt x="18481" y="26171"/>
                          <a:pt x="18481" y="26019"/>
                        </a:cubicBezTo>
                        <a:cubicBezTo>
                          <a:pt x="18481" y="25928"/>
                          <a:pt x="18511" y="25836"/>
                          <a:pt x="18511" y="25745"/>
                        </a:cubicBezTo>
                        <a:cubicBezTo>
                          <a:pt x="18511" y="25684"/>
                          <a:pt x="18481" y="25624"/>
                          <a:pt x="18450" y="25563"/>
                        </a:cubicBezTo>
                        <a:cubicBezTo>
                          <a:pt x="18329" y="25320"/>
                          <a:pt x="18116" y="25137"/>
                          <a:pt x="17873" y="24985"/>
                        </a:cubicBezTo>
                        <a:cubicBezTo>
                          <a:pt x="17751" y="24925"/>
                          <a:pt x="17660" y="24803"/>
                          <a:pt x="17690" y="24651"/>
                        </a:cubicBezTo>
                        <a:cubicBezTo>
                          <a:pt x="17690" y="24317"/>
                          <a:pt x="17690" y="23952"/>
                          <a:pt x="17721" y="23587"/>
                        </a:cubicBezTo>
                        <a:cubicBezTo>
                          <a:pt x="17721" y="23496"/>
                          <a:pt x="17751" y="23435"/>
                          <a:pt x="17781" y="23405"/>
                        </a:cubicBezTo>
                        <a:cubicBezTo>
                          <a:pt x="17964" y="23070"/>
                          <a:pt x="18207" y="22797"/>
                          <a:pt x="18511" y="22584"/>
                        </a:cubicBezTo>
                        <a:cubicBezTo>
                          <a:pt x="18633" y="22493"/>
                          <a:pt x="18785" y="22341"/>
                          <a:pt x="18906" y="22219"/>
                        </a:cubicBezTo>
                        <a:cubicBezTo>
                          <a:pt x="19089" y="22067"/>
                          <a:pt x="19240" y="21855"/>
                          <a:pt x="19301" y="21611"/>
                        </a:cubicBezTo>
                        <a:cubicBezTo>
                          <a:pt x="19362" y="21520"/>
                          <a:pt x="19362" y="21399"/>
                          <a:pt x="19332" y="21277"/>
                        </a:cubicBezTo>
                        <a:cubicBezTo>
                          <a:pt x="19271" y="21004"/>
                          <a:pt x="19332" y="20730"/>
                          <a:pt x="19453" y="20517"/>
                        </a:cubicBezTo>
                        <a:cubicBezTo>
                          <a:pt x="19575" y="20304"/>
                          <a:pt x="19696" y="20122"/>
                          <a:pt x="19970" y="20183"/>
                        </a:cubicBezTo>
                        <a:cubicBezTo>
                          <a:pt x="20304" y="20122"/>
                          <a:pt x="20608" y="20183"/>
                          <a:pt x="20912" y="20335"/>
                        </a:cubicBezTo>
                        <a:cubicBezTo>
                          <a:pt x="20973" y="20396"/>
                          <a:pt x="21034" y="20608"/>
                          <a:pt x="20973" y="20639"/>
                        </a:cubicBezTo>
                        <a:cubicBezTo>
                          <a:pt x="20882" y="20700"/>
                          <a:pt x="20760" y="20760"/>
                          <a:pt x="20760" y="20882"/>
                        </a:cubicBezTo>
                        <a:cubicBezTo>
                          <a:pt x="20760" y="20973"/>
                          <a:pt x="20730" y="21064"/>
                          <a:pt x="20669" y="21125"/>
                        </a:cubicBezTo>
                        <a:cubicBezTo>
                          <a:pt x="20487" y="21460"/>
                          <a:pt x="20244" y="21794"/>
                          <a:pt x="20000" y="22098"/>
                        </a:cubicBezTo>
                        <a:cubicBezTo>
                          <a:pt x="19940" y="22159"/>
                          <a:pt x="19879" y="22250"/>
                          <a:pt x="19818" y="22371"/>
                        </a:cubicBezTo>
                        <a:cubicBezTo>
                          <a:pt x="19788" y="22493"/>
                          <a:pt x="19636" y="22584"/>
                          <a:pt x="19514" y="22554"/>
                        </a:cubicBezTo>
                        <a:cubicBezTo>
                          <a:pt x="19423" y="22554"/>
                          <a:pt x="19362" y="22584"/>
                          <a:pt x="19392" y="22675"/>
                        </a:cubicBezTo>
                        <a:cubicBezTo>
                          <a:pt x="19392" y="22767"/>
                          <a:pt x="19392" y="22888"/>
                          <a:pt x="19362" y="23010"/>
                        </a:cubicBezTo>
                        <a:cubicBezTo>
                          <a:pt x="19332" y="23101"/>
                          <a:pt x="19332" y="23192"/>
                          <a:pt x="19362" y="23253"/>
                        </a:cubicBezTo>
                        <a:cubicBezTo>
                          <a:pt x="19362" y="23344"/>
                          <a:pt x="19423" y="23435"/>
                          <a:pt x="19423" y="23526"/>
                        </a:cubicBezTo>
                        <a:cubicBezTo>
                          <a:pt x="19544" y="23861"/>
                          <a:pt x="19575" y="24226"/>
                          <a:pt x="19575" y="24590"/>
                        </a:cubicBezTo>
                        <a:cubicBezTo>
                          <a:pt x="19544" y="24651"/>
                          <a:pt x="19544" y="24742"/>
                          <a:pt x="19575" y="24803"/>
                        </a:cubicBezTo>
                        <a:cubicBezTo>
                          <a:pt x="19575" y="24925"/>
                          <a:pt x="19636" y="25016"/>
                          <a:pt x="19757" y="25046"/>
                        </a:cubicBezTo>
                        <a:cubicBezTo>
                          <a:pt x="19818" y="25107"/>
                          <a:pt x="19909" y="25137"/>
                          <a:pt x="19970" y="25198"/>
                        </a:cubicBezTo>
                        <a:lnTo>
                          <a:pt x="19970" y="25198"/>
                        </a:lnTo>
                        <a:lnTo>
                          <a:pt x="19970" y="25198"/>
                        </a:lnTo>
                        <a:lnTo>
                          <a:pt x="20000" y="25168"/>
                        </a:lnTo>
                        <a:lnTo>
                          <a:pt x="19970" y="25198"/>
                        </a:lnTo>
                        <a:cubicBezTo>
                          <a:pt x="20031" y="25229"/>
                          <a:pt x="20092" y="25289"/>
                          <a:pt x="20152" y="25289"/>
                        </a:cubicBezTo>
                        <a:cubicBezTo>
                          <a:pt x="20274" y="25259"/>
                          <a:pt x="20396" y="25320"/>
                          <a:pt x="20456" y="25472"/>
                        </a:cubicBezTo>
                        <a:cubicBezTo>
                          <a:pt x="20548" y="25593"/>
                          <a:pt x="20699" y="25624"/>
                          <a:pt x="20821" y="25563"/>
                        </a:cubicBezTo>
                        <a:cubicBezTo>
                          <a:pt x="20943" y="25533"/>
                          <a:pt x="21064" y="25472"/>
                          <a:pt x="21186" y="25411"/>
                        </a:cubicBezTo>
                        <a:cubicBezTo>
                          <a:pt x="21611" y="25229"/>
                          <a:pt x="22037" y="25107"/>
                          <a:pt x="22493" y="25107"/>
                        </a:cubicBezTo>
                        <a:cubicBezTo>
                          <a:pt x="22645" y="25107"/>
                          <a:pt x="22827" y="25077"/>
                          <a:pt x="22979" y="25046"/>
                        </a:cubicBezTo>
                        <a:cubicBezTo>
                          <a:pt x="23010" y="25046"/>
                          <a:pt x="23070" y="25046"/>
                          <a:pt x="23101" y="25077"/>
                        </a:cubicBezTo>
                        <a:cubicBezTo>
                          <a:pt x="23162" y="25289"/>
                          <a:pt x="23405" y="25259"/>
                          <a:pt x="23526" y="25350"/>
                        </a:cubicBezTo>
                        <a:cubicBezTo>
                          <a:pt x="23526" y="25350"/>
                          <a:pt x="23587" y="25381"/>
                          <a:pt x="23587" y="25381"/>
                        </a:cubicBezTo>
                        <a:cubicBezTo>
                          <a:pt x="23587" y="25411"/>
                          <a:pt x="23587" y="25411"/>
                          <a:pt x="23587" y="25441"/>
                        </a:cubicBezTo>
                        <a:cubicBezTo>
                          <a:pt x="23526" y="25472"/>
                          <a:pt x="23435" y="25533"/>
                          <a:pt x="23374" y="25563"/>
                        </a:cubicBezTo>
                        <a:cubicBezTo>
                          <a:pt x="23253" y="25624"/>
                          <a:pt x="23101" y="25654"/>
                          <a:pt x="23040" y="25776"/>
                        </a:cubicBezTo>
                        <a:cubicBezTo>
                          <a:pt x="22888" y="26049"/>
                          <a:pt x="22675" y="26019"/>
                          <a:pt x="22462" y="25928"/>
                        </a:cubicBezTo>
                        <a:cubicBezTo>
                          <a:pt x="22310" y="25897"/>
                          <a:pt x="22158" y="25836"/>
                          <a:pt x="21976" y="25836"/>
                        </a:cubicBezTo>
                        <a:cubicBezTo>
                          <a:pt x="21915" y="25806"/>
                          <a:pt x="21855" y="25806"/>
                          <a:pt x="21794" y="25836"/>
                        </a:cubicBezTo>
                        <a:cubicBezTo>
                          <a:pt x="21581" y="25897"/>
                          <a:pt x="21368" y="25958"/>
                          <a:pt x="21155" y="26049"/>
                        </a:cubicBezTo>
                        <a:cubicBezTo>
                          <a:pt x="20912" y="26110"/>
                          <a:pt x="20760" y="26292"/>
                          <a:pt x="20760" y="26536"/>
                        </a:cubicBezTo>
                        <a:cubicBezTo>
                          <a:pt x="20730" y="26657"/>
                          <a:pt x="20639" y="26748"/>
                          <a:pt x="20548" y="26779"/>
                        </a:cubicBezTo>
                        <a:cubicBezTo>
                          <a:pt x="20456" y="26809"/>
                          <a:pt x="20365" y="26809"/>
                          <a:pt x="20274" y="26840"/>
                        </a:cubicBezTo>
                        <a:cubicBezTo>
                          <a:pt x="20092" y="26900"/>
                          <a:pt x="20092" y="27022"/>
                          <a:pt x="20183" y="27204"/>
                        </a:cubicBezTo>
                        <a:lnTo>
                          <a:pt x="20213" y="27265"/>
                        </a:lnTo>
                        <a:cubicBezTo>
                          <a:pt x="20396" y="27204"/>
                          <a:pt x="20578" y="27143"/>
                          <a:pt x="20699" y="26992"/>
                        </a:cubicBezTo>
                        <a:cubicBezTo>
                          <a:pt x="20791" y="26931"/>
                          <a:pt x="20821" y="26931"/>
                          <a:pt x="20943" y="26992"/>
                        </a:cubicBezTo>
                        <a:cubicBezTo>
                          <a:pt x="21003" y="27052"/>
                          <a:pt x="21064" y="27113"/>
                          <a:pt x="21155" y="27174"/>
                        </a:cubicBezTo>
                        <a:cubicBezTo>
                          <a:pt x="21216" y="27204"/>
                          <a:pt x="21247" y="27265"/>
                          <a:pt x="21277" y="27326"/>
                        </a:cubicBezTo>
                        <a:cubicBezTo>
                          <a:pt x="21277" y="27508"/>
                          <a:pt x="21277" y="27691"/>
                          <a:pt x="21277" y="27873"/>
                        </a:cubicBezTo>
                        <a:cubicBezTo>
                          <a:pt x="21247" y="27964"/>
                          <a:pt x="21186" y="28025"/>
                          <a:pt x="21095" y="28055"/>
                        </a:cubicBezTo>
                        <a:cubicBezTo>
                          <a:pt x="21034" y="28055"/>
                          <a:pt x="20973" y="28055"/>
                          <a:pt x="20912" y="27995"/>
                        </a:cubicBezTo>
                        <a:cubicBezTo>
                          <a:pt x="20821" y="27903"/>
                          <a:pt x="20730" y="27812"/>
                          <a:pt x="20639" y="27691"/>
                        </a:cubicBezTo>
                        <a:cubicBezTo>
                          <a:pt x="20578" y="27599"/>
                          <a:pt x="20456" y="27569"/>
                          <a:pt x="20365" y="27599"/>
                        </a:cubicBezTo>
                        <a:cubicBezTo>
                          <a:pt x="20183" y="27660"/>
                          <a:pt x="20031" y="27782"/>
                          <a:pt x="19970" y="27964"/>
                        </a:cubicBezTo>
                        <a:cubicBezTo>
                          <a:pt x="19940" y="28086"/>
                          <a:pt x="19879" y="28207"/>
                          <a:pt x="19818" y="28329"/>
                        </a:cubicBezTo>
                        <a:cubicBezTo>
                          <a:pt x="19757" y="28511"/>
                          <a:pt x="19757" y="28694"/>
                          <a:pt x="19788" y="28876"/>
                        </a:cubicBezTo>
                        <a:cubicBezTo>
                          <a:pt x="19818" y="29089"/>
                          <a:pt x="19848" y="29302"/>
                          <a:pt x="19879" y="29545"/>
                        </a:cubicBezTo>
                        <a:cubicBezTo>
                          <a:pt x="19879" y="29575"/>
                          <a:pt x="19879" y="29636"/>
                          <a:pt x="19818" y="29636"/>
                        </a:cubicBezTo>
                        <a:cubicBezTo>
                          <a:pt x="19727" y="29697"/>
                          <a:pt x="19605" y="29727"/>
                          <a:pt x="19514" y="29757"/>
                        </a:cubicBezTo>
                        <a:cubicBezTo>
                          <a:pt x="19392" y="29818"/>
                          <a:pt x="19332" y="29909"/>
                          <a:pt x="19332" y="30031"/>
                        </a:cubicBezTo>
                        <a:cubicBezTo>
                          <a:pt x="19301" y="30244"/>
                          <a:pt x="18876" y="30274"/>
                          <a:pt x="18754" y="30092"/>
                        </a:cubicBezTo>
                        <a:cubicBezTo>
                          <a:pt x="18724" y="30061"/>
                          <a:pt x="18724" y="30031"/>
                          <a:pt x="18693" y="30001"/>
                        </a:cubicBezTo>
                        <a:cubicBezTo>
                          <a:pt x="18633" y="29879"/>
                          <a:pt x="18511" y="29818"/>
                          <a:pt x="18420" y="29849"/>
                        </a:cubicBezTo>
                        <a:cubicBezTo>
                          <a:pt x="18177" y="29849"/>
                          <a:pt x="17964" y="29909"/>
                          <a:pt x="17781" y="30031"/>
                        </a:cubicBezTo>
                        <a:cubicBezTo>
                          <a:pt x="17508" y="30213"/>
                          <a:pt x="17204" y="30365"/>
                          <a:pt x="16930" y="30487"/>
                        </a:cubicBezTo>
                        <a:cubicBezTo>
                          <a:pt x="16839" y="30548"/>
                          <a:pt x="16778" y="30669"/>
                          <a:pt x="16687" y="30730"/>
                        </a:cubicBezTo>
                        <a:cubicBezTo>
                          <a:pt x="16626" y="30761"/>
                          <a:pt x="16566" y="30761"/>
                          <a:pt x="16505" y="30730"/>
                        </a:cubicBezTo>
                        <a:cubicBezTo>
                          <a:pt x="16383" y="30639"/>
                          <a:pt x="16262" y="30517"/>
                          <a:pt x="16171" y="30396"/>
                        </a:cubicBezTo>
                        <a:cubicBezTo>
                          <a:pt x="16140" y="30365"/>
                          <a:pt x="16171" y="30274"/>
                          <a:pt x="16171" y="30213"/>
                        </a:cubicBezTo>
                        <a:cubicBezTo>
                          <a:pt x="16171" y="30122"/>
                          <a:pt x="16079" y="30092"/>
                          <a:pt x="16019" y="30122"/>
                        </a:cubicBezTo>
                        <a:cubicBezTo>
                          <a:pt x="15927" y="30213"/>
                          <a:pt x="15806" y="30274"/>
                          <a:pt x="15684" y="30305"/>
                        </a:cubicBezTo>
                        <a:cubicBezTo>
                          <a:pt x="15471" y="30335"/>
                          <a:pt x="15289" y="30426"/>
                          <a:pt x="15107" y="30548"/>
                        </a:cubicBezTo>
                        <a:cubicBezTo>
                          <a:pt x="15076" y="30578"/>
                          <a:pt x="15046" y="30548"/>
                          <a:pt x="15015" y="30548"/>
                        </a:cubicBezTo>
                        <a:cubicBezTo>
                          <a:pt x="14924" y="30426"/>
                          <a:pt x="14833" y="30365"/>
                          <a:pt x="14742" y="30335"/>
                        </a:cubicBezTo>
                        <a:cubicBezTo>
                          <a:pt x="14620" y="30305"/>
                          <a:pt x="14529" y="30274"/>
                          <a:pt x="14438" y="30213"/>
                        </a:cubicBezTo>
                        <a:cubicBezTo>
                          <a:pt x="14347" y="30122"/>
                          <a:pt x="14316" y="30031"/>
                          <a:pt x="14286" y="29909"/>
                        </a:cubicBezTo>
                        <a:cubicBezTo>
                          <a:pt x="14286" y="29879"/>
                          <a:pt x="14286" y="29849"/>
                          <a:pt x="14316" y="29818"/>
                        </a:cubicBezTo>
                        <a:cubicBezTo>
                          <a:pt x="14316" y="29818"/>
                          <a:pt x="14347" y="29788"/>
                          <a:pt x="14377" y="29818"/>
                        </a:cubicBezTo>
                        <a:cubicBezTo>
                          <a:pt x="14560" y="29849"/>
                          <a:pt x="14742" y="29940"/>
                          <a:pt x="14924" y="30061"/>
                        </a:cubicBezTo>
                        <a:cubicBezTo>
                          <a:pt x="15107" y="30213"/>
                          <a:pt x="15289" y="30153"/>
                          <a:pt x="15411" y="29909"/>
                        </a:cubicBezTo>
                        <a:cubicBezTo>
                          <a:pt x="15563" y="29666"/>
                          <a:pt x="15654" y="29332"/>
                          <a:pt x="15623" y="29028"/>
                        </a:cubicBezTo>
                        <a:lnTo>
                          <a:pt x="15593" y="29028"/>
                        </a:lnTo>
                        <a:lnTo>
                          <a:pt x="15593" y="29028"/>
                        </a:lnTo>
                        <a:cubicBezTo>
                          <a:pt x="15380" y="28998"/>
                          <a:pt x="15137" y="29089"/>
                          <a:pt x="15015" y="29271"/>
                        </a:cubicBezTo>
                        <a:cubicBezTo>
                          <a:pt x="14924" y="29332"/>
                          <a:pt x="14924" y="29454"/>
                          <a:pt x="14985" y="29514"/>
                        </a:cubicBezTo>
                        <a:cubicBezTo>
                          <a:pt x="15015" y="29606"/>
                          <a:pt x="15076" y="29666"/>
                          <a:pt x="15137" y="29757"/>
                        </a:cubicBezTo>
                        <a:cubicBezTo>
                          <a:pt x="15167" y="29849"/>
                          <a:pt x="15137" y="29849"/>
                          <a:pt x="15107" y="29879"/>
                        </a:cubicBezTo>
                        <a:cubicBezTo>
                          <a:pt x="15076" y="29879"/>
                          <a:pt x="15015" y="29879"/>
                          <a:pt x="14985" y="29879"/>
                        </a:cubicBezTo>
                        <a:lnTo>
                          <a:pt x="14924" y="29818"/>
                        </a:lnTo>
                        <a:cubicBezTo>
                          <a:pt x="14772" y="29697"/>
                          <a:pt x="14712" y="29484"/>
                          <a:pt x="14529" y="29393"/>
                        </a:cubicBezTo>
                        <a:cubicBezTo>
                          <a:pt x="14499" y="29393"/>
                          <a:pt x="14499" y="29302"/>
                          <a:pt x="14529" y="29271"/>
                        </a:cubicBezTo>
                        <a:cubicBezTo>
                          <a:pt x="14529" y="29089"/>
                          <a:pt x="14651" y="28967"/>
                          <a:pt x="14803" y="28906"/>
                        </a:cubicBezTo>
                        <a:cubicBezTo>
                          <a:pt x="14833" y="28876"/>
                          <a:pt x="14833" y="28846"/>
                          <a:pt x="14803" y="28785"/>
                        </a:cubicBezTo>
                        <a:cubicBezTo>
                          <a:pt x="14772" y="28754"/>
                          <a:pt x="14772" y="28754"/>
                          <a:pt x="14742" y="28754"/>
                        </a:cubicBezTo>
                        <a:cubicBezTo>
                          <a:pt x="14529" y="28663"/>
                          <a:pt x="14438" y="28420"/>
                          <a:pt x="14560" y="28238"/>
                        </a:cubicBezTo>
                        <a:cubicBezTo>
                          <a:pt x="14620" y="28116"/>
                          <a:pt x="14620" y="28025"/>
                          <a:pt x="14620" y="27903"/>
                        </a:cubicBezTo>
                        <a:cubicBezTo>
                          <a:pt x="14620" y="27843"/>
                          <a:pt x="14529" y="27751"/>
                          <a:pt x="14499" y="27782"/>
                        </a:cubicBezTo>
                        <a:cubicBezTo>
                          <a:pt x="14438" y="27782"/>
                          <a:pt x="14408" y="27782"/>
                          <a:pt x="14347" y="27812"/>
                        </a:cubicBezTo>
                        <a:cubicBezTo>
                          <a:pt x="14104" y="27964"/>
                          <a:pt x="13921" y="28177"/>
                          <a:pt x="13617" y="28299"/>
                        </a:cubicBezTo>
                        <a:cubicBezTo>
                          <a:pt x="13587" y="28299"/>
                          <a:pt x="13556" y="28359"/>
                          <a:pt x="13556" y="28390"/>
                        </a:cubicBezTo>
                        <a:cubicBezTo>
                          <a:pt x="13556" y="28663"/>
                          <a:pt x="13374" y="28906"/>
                          <a:pt x="13496" y="29180"/>
                        </a:cubicBezTo>
                        <a:cubicBezTo>
                          <a:pt x="13496" y="29210"/>
                          <a:pt x="13465" y="29271"/>
                          <a:pt x="13435" y="29302"/>
                        </a:cubicBezTo>
                        <a:cubicBezTo>
                          <a:pt x="13405" y="29393"/>
                          <a:pt x="13435" y="29484"/>
                          <a:pt x="13496" y="29575"/>
                        </a:cubicBezTo>
                        <a:cubicBezTo>
                          <a:pt x="13556" y="29606"/>
                          <a:pt x="13587" y="29666"/>
                          <a:pt x="13617" y="29727"/>
                        </a:cubicBezTo>
                        <a:cubicBezTo>
                          <a:pt x="13678" y="30001"/>
                          <a:pt x="13739" y="30305"/>
                          <a:pt x="13800" y="30578"/>
                        </a:cubicBezTo>
                        <a:cubicBezTo>
                          <a:pt x="13800" y="30730"/>
                          <a:pt x="13587" y="30973"/>
                          <a:pt x="13435" y="30943"/>
                        </a:cubicBezTo>
                        <a:cubicBezTo>
                          <a:pt x="13283" y="30882"/>
                          <a:pt x="13070" y="30882"/>
                          <a:pt x="12918" y="30973"/>
                        </a:cubicBezTo>
                        <a:cubicBezTo>
                          <a:pt x="12766" y="31065"/>
                          <a:pt x="12645" y="31125"/>
                          <a:pt x="12462" y="31156"/>
                        </a:cubicBezTo>
                        <a:cubicBezTo>
                          <a:pt x="12280" y="31186"/>
                          <a:pt x="12098" y="31277"/>
                          <a:pt x="11915" y="31399"/>
                        </a:cubicBezTo>
                        <a:cubicBezTo>
                          <a:pt x="11763" y="31460"/>
                          <a:pt x="11642" y="31612"/>
                          <a:pt x="11581" y="31794"/>
                        </a:cubicBezTo>
                        <a:cubicBezTo>
                          <a:pt x="11520" y="32189"/>
                          <a:pt x="11277" y="32554"/>
                          <a:pt x="10912" y="32767"/>
                        </a:cubicBezTo>
                        <a:cubicBezTo>
                          <a:pt x="10821" y="32858"/>
                          <a:pt x="10669" y="32888"/>
                          <a:pt x="10578" y="32979"/>
                        </a:cubicBezTo>
                        <a:cubicBezTo>
                          <a:pt x="10517" y="33010"/>
                          <a:pt x="10456" y="33071"/>
                          <a:pt x="10426" y="33131"/>
                        </a:cubicBezTo>
                        <a:cubicBezTo>
                          <a:pt x="10395" y="33223"/>
                          <a:pt x="10395" y="33314"/>
                          <a:pt x="10365" y="33375"/>
                        </a:cubicBezTo>
                        <a:cubicBezTo>
                          <a:pt x="10335" y="33527"/>
                          <a:pt x="10213" y="33618"/>
                          <a:pt x="10091" y="33648"/>
                        </a:cubicBezTo>
                        <a:cubicBezTo>
                          <a:pt x="10031" y="33679"/>
                          <a:pt x="9939" y="33709"/>
                          <a:pt x="9879" y="33709"/>
                        </a:cubicBezTo>
                        <a:cubicBezTo>
                          <a:pt x="9787" y="33739"/>
                          <a:pt x="9696" y="33831"/>
                          <a:pt x="9635" y="33922"/>
                        </a:cubicBezTo>
                        <a:cubicBezTo>
                          <a:pt x="9575" y="34074"/>
                          <a:pt x="9423" y="34074"/>
                          <a:pt x="9271" y="34074"/>
                        </a:cubicBezTo>
                        <a:cubicBezTo>
                          <a:pt x="9180" y="34043"/>
                          <a:pt x="9058" y="33982"/>
                          <a:pt x="8967" y="33922"/>
                        </a:cubicBezTo>
                        <a:cubicBezTo>
                          <a:pt x="8936" y="33891"/>
                          <a:pt x="8845" y="33861"/>
                          <a:pt x="8784" y="33861"/>
                        </a:cubicBezTo>
                        <a:cubicBezTo>
                          <a:pt x="8724" y="33861"/>
                          <a:pt x="8632" y="33952"/>
                          <a:pt x="8663" y="34013"/>
                        </a:cubicBezTo>
                        <a:cubicBezTo>
                          <a:pt x="8693" y="34134"/>
                          <a:pt x="8724" y="34256"/>
                          <a:pt x="8754" y="34378"/>
                        </a:cubicBezTo>
                        <a:cubicBezTo>
                          <a:pt x="8784" y="34499"/>
                          <a:pt x="8693" y="34560"/>
                          <a:pt x="8602" y="34560"/>
                        </a:cubicBezTo>
                        <a:cubicBezTo>
                          <a:pt x="8420" y="34560"/>
                          <a:pt x="8268" y="34560"/>
                          <a:pt x="8116" y="34499"/>
                        </a:cubicBezTo>
                        <a:cubicBezTo>
                          <a:pt x="8055" y="34438"/>
                          <a:pt x="7964" y="34378"/>
                          <a:pt x="7872" y="34378"/>
                        </a:cubicBezTo>
                        <a:cubicBezTo>
                          <a:pt x="7690" y="34408"/>
                          <a:pt x="7538" y="34469"/>
                          <a:pt x="7356" y="34530"/>
                        </a:cubicBezTo>
                        <a:cubicBezTo>
                          <a:pt x="7295" y="34560"/>
                          <a:pt x="7265" y="34621"/>
                          <a:pt x="7265" y="34682"/>
                        </a:cubicBezTo>
                        <a:cubicBezTo>
                          <a:pt x="7295" y="34925"/>
                          <a:pt x="7325" y="35138"/>
                          <a:pt x="7629" y="35168"/>
                        </a:cubicBezTo>
                        <a:cubicBezTo>
                          <a:pt x="7781" y="35168"/>
                          <a:pt x="7903" y="35259"/>
                          <a:pt x="8024" y="35289"/>
                        </a:cubicBezTo>
                        <a:cubicBezTo>
                          <a:pt x="8207" y="35350"/>
                          <a:pt x="8389" y="35472"/>
                          <a:pt x="8450" y="35685"/>
                        </a:cubicBezTo>
                        <a:cubicBezTo>
                          <a:pt x="8511" y="35867"/>
                          <a:pt x="8663" y="36049"/>
                          <a:pt x="8845" y="36141"/>
                        </a:cubicBezTo>
                        <a:cubicBezTo>
                          <a:pt x="8967" y="36232"/>
                          <a:pt x="9028" y="36353"/>
                          <a:pt x="8997" y="36505"/>
                        </a:cubicBezTo>
                        <a:cubicBezTo>
                          <a:pt x="8997" y="36870"/>
                          <a:pt x="8967" y="37235"/>
                          <a:pt x="8936" y="37569"/>
                        </a:cubicBezTo>
                        <a:cubicBezTo>
                          <a:pt x="8906" y="37721"/>
                          <a:pt x="8876" y="37843"/>
                          <a:pt x="8815" y="37964"/>
                        </a:cubicBezTo>
                        <a:cubicBezTo>
                          <a:pt x="8784" y="38086"/>
                          <a:pt x="8632" y="38207"/>
                          <a:pt x="8511" y="38147"/>
                        </a:cubicBezTo>
                        <a:cubicBezTo>
                          <a:pt x="8268" y="38055"/>
                          <a:pt x="7994" y="38177"/>
                          <a:pt x="7781" y="38055"/>
                        </a:cubicBezTo>
                        <a:cubicBezTo>
                          <a:pt x="7721" y="38025"/>
                          <a:pt x="7629" y="38025"/>
                          <a:pt x="7569" y="38055"/>
                        </a:cubicBezTo>
                        <a:cubicBezTo>
                          <a:pt x="7356" y="38116"/>
                          <a:pt x="7113" y="38116"/>
                          <a:pt x="6900" y="38025"/>
                        </a:cubicBezTo>
                        <a:cubicBezTo>
                          <a:pt x="6657" y="37934"/>
                          <a:pt x="6414" y="37934"/>
                          <a:pt x="6170" y="37964"/>
                        </a:cubicBezTo>
                        <a:cubicBezTo>
                          <a:pt x="6110" y="37995"/>
                          <a:pt x="6049" y="37995"/>
                          <a:pt x="5958" y="37964"/>
                        </a:cubicBezTo>
                        <a:cubicBezTo>
                          <a:pt x="5714" y="37843"/>
                          <a:pt x="5410" y="37904"/>
                          <a:pt x="5228" y="38116"/>
                        </a:cubicBezTo>
                        <a:cubicBezTo>
                          <a:pt x="5198" y="38147"/>
                          <a:pt x="5106" y="38147"/>
                          <a:pt x="5046" y="38177"/>
                        </a:cubicBezTo>
                        <a:cubicBezTo>
                          <a:pt x="5015" y="38207"/>
                          <a:pt x="4955" y="38207"/>
                          <a:pt x="4924" y="38238"/>
                        </a:cubicBezTo>
                        <a:cubicBezTo>
                          <a:pt x="4833" y="38268"/>
                          <a:pt x="4772" y="38390"/>
                          <a:pt x="4833" y="38481"/>
                        </a:cubicBezTo>
                        <a:cubicBezTo>
                          <a:pt x="4955" y="38694"/>
                          <a:pt x="4985" y="38937"/>
                          <a:pt x="4955" y="39180"/>
                        </a:cubicBezTo>
                        <a:lnTo>
                          <a:pt x="4955" y="39241"/>
                        </a:lnTo>
                        <a:cubicBezTo>
                          <a:pt x="5046" y="39727"/>
                          <a:pt x="4955" y="40244"/>
                          <a:pt x="4742" y="40700"/>
                        </a:cubicBezTo>
                        <a:cubicBezTo>
                          <a:pt x="4681" y="40821"/>
                          <a:pt x="4620" y="40943"/>
                          <a:pt x="4590" y="41095"/>
                        </a:cubicBezTo>
                        <a:cubicBezTo>
                          <a:pt x="4559" y="41156"/>
                          <a:pt x="4559" y="41277"/>
                          <a:pt x="4620" y="41338"/>
                        </a:cubicBezTo>
                        <a:cubicBezTo>
                          <a:pt x="4803" y="41551"/>
                          <a:pt x="4894" y="41855"/>
                          <a:pt x="4863" y="42159"/>
                        </a:cubicBezTo>
                        <a:cubicBezTo>
                          <a:pt x="4863" y="42189"/>
                          <a:pt x="4863" y="42250"/>
                          <a:pt x="4863" y="42280"/>
                        </a:cubicBezTo>
                        <a:cubicBezTo>
                          <a:pt x="4863" y="42341"/>
                          <a:pt x="4894" y="42372"/>
                          <a:pt x="4955" y="42402"/>
                        </a:cubicBezTo>
                        <a:cubicBezTo>
                          <a:pt x="5106" y="42463"/>
                          <a:pt x="5289" y="42493"/>
                          <a:pt x="5471" y="42493"/>
                        </a:cubicBezTo>
                        <a:cubicBezTo>
                          <a:pt x="5562" y="42463"/>
                          <a:pt x="5654" y="42463"/>
                          <a:pt x="5745" y="42463"/>
                        </a:cubicBezTo>
                        <a:cubicBezTo>
                          <a:pt x="5836" y="42463"/>
                          <a:pt x="5958" y="42493"/>
                          <a:pt x="6018" y="42584"/>
                        </a:cubicBezTo>
                        <a:cubicBezTo>
                          <a:pt x="6110" y="42736"/>
                          <a:pt x="6201" y="42858"/>
                          <a:pt x="6292" y="43010"/>
                        </a:cubicBezTo>
                        <a:cubicBezTo>
                          <a:pt x="6383" y="43162"/>
                          <a:pt x="6565" y="43192"/>
                          <a:pt x="6748" y="43132"/>
                        </a:cubicBezTo>
                        <a:cubicBezTo>
                          <a:pt x="6839" y="43071"/>
                          <a:pt x="6930" y="43010"/>
                          <a:pt x="7021" y="42949"/>
                        </a:cubicBezTo>
                        <a:cubicBezTo>
                          <a:pt x="7234" y="42797"/>
                          <a:pt x="7508" y="42706"/>
                          <a:pt x="7781" y="42736"/>
                        </a:cubicBezTo>
                        <a:cubicBezTo>
                          <a:pt x="7994" y="42736"/>
                          <a:pt x="8207" y="42736"/>
                          <a:pt x="8389" y="42706"/>
                        </a:cubicBezTo>
                        <a:cubicBezTo>
                          <a:pt x="8511" y="42706"/>
                          <a:pt x="8632" y="42645"/>
                          <a:pt x="8693" y="42554"/>
                        </a:cubicBezTo>
                        <a:cubicBezTo>
                          <a:pt x="8754" y="42432"/>
                          <a:pt x="8876" y="42372"/>
                          <a:pt x="8997" y="42311"/>
                        </a:cubicBezTo>
                        <a:cubicBezTo>
                          <a:pt x="9149" y="42280"/>
                          <a:pt x="9240" y="42189"/>
                          <a:pt x="9271" y="42037"/>
                        </a:cubicBezTo>
                        <a:cubicBezTo>
                          <a:pt x="9331" y="41855"/>
                          <a:pt x="9453" y="41673"/>
                          <a:pt x="9605" y="41521"/>
                        </a:cubicBezTo>
                        <a:cubicBezTo>
                          <a:pt x="9666" y="41460"/>
                          <a:pt x="9696" y="41369"/>
                          <a:pt x="9635" y="41277"/>
                        </a:cubicBezTo>
                        <a:cubicBezTo>
                          <a:pt x="9392" y="40943"/>
                          <a:pt x="9514" y="40700"/>
                          <a:pt x="9757" y="40457"/>
                        </a:cubicBezTo>
                        <a:lnTo>
                          <a:pt x="9939" y="40244"/>
                        </a:lnTo>
                        <a:cubicBezTo>
                          <a:pt x="10122" y="40031"/>
                          <a:pt x="10274" y="39818"/>
                          <a:pt x="10578" y="39788"/>
                        </a:cubicBezTo>
                        <a:cubicBezTo>
                          <a:pt x="10912" y="39697"/>
                          <a:pt x="11125" y="39423"/>
                          <a:pt x="11125" y="39089"/>
                        </a:cubicBezTo>
                        <a:cubicBezTo>
                          <a:pt x="11155" y="38967"/>
                          <a:pt x="11155" y="38815"/>
                          <a:pt x="11186" y="38694"/>
                        </a:cubicBezTo>
                        <a:cubicBezTo>
                          <a:pt x="11186" y="38633"/>
                          <a:pt x="11216" y="38542"/>
                          <a:pt x="11216" y="38481"/>
                        </a:cubicBezTo>
                        <a:cubicBezTo>
                          <a:pt x="11277" y="38299"/>
                          <a:pt x="11459" y="38207"/>
                          <a:pt x="11642" y="38207"/>
                        </a:cubicBezTo>
                        <a:cubicBezTo>
                          <a:pt x="11946" y="38238"/>
                          <a:pt x="12280" y="38329"/>
                          <a:pt x="12553" y="38451"/>
                        </a:cubicBezTo>
                        <a:cubicBezTo>
                          <a:pt x="12675" y="38572"/>
                          <a:pt x="12827" y="38542"/>
                          <a:pt x="12918" y="38390"/>
                        </a:cubicBezTo>
                        <a:cubicBezTo>
                          <a:pt x="13101" y="38177"/>
                          <a:pt x="13313" y="38025"/>
                          <a:pt x="13587" y="37934"/>
                        </a:cubicBezTo>
                        <a:cubicBezTo>
                          <a:pt x="13678" y="37904"/>
                          <a:pt x="13739" y="37843"/>
                          <a:pt x="13800" y="37782"/>
                        </a:cubicBezTo>
                        <a:cubicBezTo>
                          <a:pt x="13921" y="37600"/>
                          <a:pt x="14164" y="37569"/>
                          <a:pt x="14347" y="37660"/>
                        </a:cubicBezTo>
                        <a:cubicBezTo>
                          <a:pt x="14560" y="37721"/>
                          <a:pt x="14712" y="37873"/>
                          <a:pt x="14803" y="38025"/>
                        </a:cubicBezTo>
                        <a:cubicBezTo>
                          <a:pt x="14864" y="38207"/>
                          <a:pt x="14955" y="38359"/>
                          <a:pt x="15046" y="38511"/>
                        </a:cubicBezTo>
                        <a:cubicBezTo>
                          <a:pt x="15319" y="38785"/>
                          <a:pt x="15593" y="39028"/>
                          <a:pt x="15836" y="39332"/>
                        </a:cubicBezTo>
                        <a:cubicBezTo>
                          <a:pt x="16019" y="39545"/>
                          <a:pt x="16262" y="39697"/>
                          <a:pt x="16535" y="39758"/>
                        </a:cubicBezTo>
                        <a:cubicBezTo>
                          <a:pt x="16809" y="39879"/>
                          <a:pt x="17082" y="40062"/>
                          <a:pt x="17326" y="40244"/>
                        </a:cubicBezTo>
                        <a:cubicBezTo>
                          <a:pt x="17417" y="40426"/>
                          <a:pt x="17538" y="40548"/>
                          <a:pt x="17721" y="40609"/>
                        </a:cubicBezTo>
                        <a:cubicBezTo>
                          <a:pt x="17781" y="40639"/>
                          <a:pt x="17842" y="40700"/>
                          <a:pt x="17873" y="40730"/>
                        </a:cubicBezTo>
                        <a:cubicBezTo>
                          <a:pt x="17933" y="40913"/>
                          <a:pt x="17994" y="41095"/>
                          <a:pt x="18055" y="41247"/>
                        </a:cubicBezTo>
                        <a:cubicBezTo>
                          <a:pt x="18055" y="41308"/>
                          <a:pt x="18055" y="41338"/>
                          <a:pt x="18055" y="41399"/>
                        </a:cubicBezTo>
                        <a:cubicBezTo>
                          <a:pt x="17964" y="41581"/>
                          <a:pt x="17903" y="41764"/>
                          <a:pt x="17660" y="41794"/>
                        </a:cubicBezTo>
                        <a:cubicBezTo>
                          <a:pt x="17265" y="41885"/>
                          <a:pt x="16839" y="41946"/>
                          <a:pt x="16444" y="41916"/>
                        </a:cubicBezTo>
                        <a:cubicBezTo>
                          <a:pt x="16383" y="41916"/>
                          <a:pt x="16323" y="41916"/>
                          <a:pt x="16262" y="41946"/>
                        </a:cubicBezTo>
                        <a:cubicBezTo>
                          <a:pt x="16231" y="41977"/>
                          <a:pt x="16201" y="42037"/>
                          <a:pt x="16171" y="42068"/>
                        </a:cubicBezTo>
                        <a:cubicBezTo>
                          <a:pt x="16171" y="42098"/>
                          <a:pt x="16171" y="42159"/>
                          <a:pt x="16201" y="42189"/>
                        </a:cubicBezTo>
                        <a:cubicBezTo>
                          <a:pt x="16353" y="42280"/>
                          <a:pt x="16474" y="42341"/>
                          <a:pt x="16626" y="42432"/>
                        </a:cubicBezTo>
                        <a:cubicBezTo>
                          <a:pt x="16900" y="42584"/>
                          <a:pt x="17174" y="42706"/>
                          <a:pt x="17447" y="42858"/>
                        </a:cubicBezTo>
                        <a:cubicBezTo>
                          <a:pt x="17538" y="42888"/>
                          <a:pt x="17599" y="42858"/>
                          <a:pt x="17630" y="42797"/>
                        </a:cubicBezTo>
                        <a:cubicBezTo>
                          <a:pt x="17660" y="42736"/>
                          <a:pt x="17690" y="42645"/>
                          <a:pt x="17690" y="42584"/>
                        </a:cubicBezTo>
                        <a:cubicBezTo>
                          <a:pt x="17690" y="42493"/>
                          <a:pt x="17660" y="42402"/>
                          <a:pt x="17660" y="42311"/>
                        </a:cubicBezTo>
                        <a:cubicBezTo>
                          <a:pt x="17660" y="42189"/>
                          <a:pt x="17781" y="42068"/>
                          <a:pt x="17933" y="42068"/>
                        </a:cubicBezTo>
                        <a:cubicBezTo>
                          <a:pt x="18055" y="42098"/>
                          <a:pt x="18207" y="42037"/>
                          <a:pt x="18268" y="41916"/>
                        </a:cubicBezTo>
                        <a:cubicBezTo>
                          <a:pt x="18389" y="41703"/>
                          <a:pt x="18481" y="41521"/>
                          <a:pt x="18602" y="41308"/>
                        </a:cubicBezTo>
                        <a:cubicBezTo>
                          <a:pt x="18663" y="41186"/>
                          <a:pt x="18633" y="41065"/>
                          <a:pt x="18572" y="40943"/>
                        </a:cubicBezTo>
                        <a:cubicBezTo>
                          <a:pt x="18541" y="40882"/>
                          <a:pt x="18481" y="40821"/>
                          <a:pt x="18481" y="40761"/>
                        </a:cubicBezTo>
                        <a:cubicBezTo>
                          <a:pt x="18450" y="40670"/>
                          <a:pt x="18450" y="40578"/>
                          <a:pt x="18481" y="40487"/>
                        </a:cubicBezTo>
                        <a:cubicBezTo>
                          <a:pt x="18511" y="40366"/>
                          <a:pt x="18663" y="40305"/>
                          <a:pt x="18815" y="40366"/>
                        </a:cubicBezTo>
                        <a:cubicBezTo>
                          <a:pt x="18906" y="40457"/>
                          <a:pt x="18997" y="40548"/>
                          <a:pt x="19119" y="40639"/>
                        </a:cubicBezTo>
                        <a:cubicBezTo>
                          <a:pt x="19149" y="40639"/>
                          <a:pt x="19180" y="40639"/>
                          <a:pt x="19210" y="40609"/>
                        </a:cubicBezTo>
                        <a:cubicBezTo>
                          <a:pt x="19332" y="40487"/>
                          <a:pt x="19301" y="40305"/>
                          <a:pt x="19210" y="40214"/>
                        </a:cubicBezTo>
                        <a:cubicBezTo>
                          <a:pt x="18876" y="39970"/>
                          <a:pt x="18511" y="39788"/>
                          <a:pt x="18146" y="39636"/>
                        </a:cubicBezTo>
                        <a:cubicBezTo>
                          <a:pt x="17994" y="39575"/>
                          <a:pt x="17964" y="39484"/>
                          <a:pt x="17964" y="39363"/>
                        </a:cubicBezTo>
                        <a:cubicBezTo>
                          <a:pt x="17964" y="39332"/>
                          <a:pt x="17933" y="39302"/>
                          <a:pt x="17903" y="39271"/>
                        </a:cubicBezTo>
                        <a:cubicBezTo>
                          <a:pt x="17812" y="39241"/>
                          <a:pt x="17721" y="39211"/>
                          <a:pt x="17630" y="39211"/>
                        </a:cubicBezTo>
                        <a:cubicBezTo>
                          <a:pt x="17417" y="39211"/>
                          <a:pt x="17234" y="39089"/>
                          <a:pt x="17113" y="38937"/>
                        </a:cubicBezTo>
                        <a:cubicBezTo>
                          <a:pt x="16991" y="38815"/>
                          <a:pt x="16900" y="38694"/>
                          <a:pt x="16839" y="38572"/>
                        </a:cubicBezTo>
                        <a:cubicBezTo>
                          <a:pt x="16718" y="38299"/>
                          <a:pt x="16535" y="38086"/>
                          <a:pt x="16323" y="37934"/>
                        </a:cubicBezTo>
                        <a:cubicBezTo>
                          <a:pt x="16231" y="37843"/>
                          <a:pt x="16140" y="37812"/>
                          <a:pt x="16049" y="37721"/>
                        </a:cubicBezTo>
                        <a:cubicBezTo>
                          <a:pt x="15927" y="37630"/>
                          <a:pt x="15867" y="37508"/>
                          <a:pt x="15897" y="37356"/>
                        </a:cubicBezTo>
                        <a:cubicBezTo>
                          <a:pt x="15897" y="37235"/>
                          <a:pt x="15897" y="37113"/>
                          <a:pt x="15927" y="37022"/>
                        </a:cubicBezTo>
                        <a:cubicBezTo>
                          <a:pt x="15927" y="36931"/>
                          <a:pt x="15958" y="36870"/>
                          <a:pt x="16019" y="36870"/>
                        </a:cubicBezTo>
                        <a:cubicBezTo>
                          <a:pt x="16110" y="36809"/>
                          <a:pt x="16231" y="36748"/>
                          <a:pt x="16353" y="36718"/>
                        </a:cubicBezTo>
                        <a:cubicBezTo>
                          <a:pt x="16383" y="36718"/>
                          <a:pt x="16414" y="36748"/>
                          <a:pt x="16444" y="36779"/>
                        </a:cubicBezTo>
                        <a:cubicBezTo>
                          <a:pt x="16474" y="36900"/>
                          <a:pt x="16474" y="36992"/>
                          <a:pt x="16535" y="37113"/>
                        </a:cubicBezTo>
                        <a:cubicBezTo>
                          <a:pt x="16566" y="37204"/>
                          <a:pt x="16626" y="37296"/>
                          <a:pt x="16718" y="37265"/>
                        </a:cubicBezTo>
                        <a:cubicBezTo>
                          <a:pt x="16870" y="37235"/>
                          <a:pt x="16961" y="37387"/>
                          <a:pt x="17113" y="37356"/>
                        </a:cubicBezTo>
                        <a:cubicBezTo>
                          <a:pt x="17204" y="37356"/>
                          <a:pt x="17295" y="37417"/>
                          <a:pt x="17295" y="37508"/>
                        </a:cubicBezTo>
                        <a:cubicBezTo>
                          <a:pt x="17417" y="37782"/>
                          <a:pt x="17599" y="38025"/>
                          <a:pt x="17873" y="38177"/>
                        </a:cubicBezTo>
                        <a:cubicBezTo>
                          <a:pt x="18055" y="38359"/>
                          <a:pt x="18298" y="38451"/>
                          <a:pt x="18541" y="38481"/>
                        </a:cubicBezTo>
                        <a:cubicBezTo>
                          <a:pt x="18633" y="38603"/>
                          <a:pt x="18754" y="38663"/>
                          <a:pt x="18876" y="38694"/>
                        </a:cubicBezTo>
                        <a:cubicBezTo>
                          <a:pt x="19028" y="38724"/>
                          <a:pt x="19180" y="38815"/>
                          <a:pt x="19271" y="38937"/>
                        </a:cubicBezTo>
                        <a:cubicBezTo>
                          <a:pt x="19392" y="39059"/>
                          <a:pt x="19514" y="39211"/>
                          <a:pt x="19666" y="39332"/>
                        </a:cubicBezTo>
                        <a:cubicBezTo>
                          <a:pt x="19727" y="39393"/>
                          <a:pt x="19757" y="39484"/>
                          <a:pt x="19757" y="39575"/>
                        </a:cubicBezTo>
                        <a:lnTo>
                          <a:pt x="19757" y="40001"/>
                        </a:lnTo>
                        <a:cubicBezTo>
                          <a:pt x="19696" y="40214"/>
                          <a:pt x="19788" y="40457"/>
                          <a:pt x="19970" y="40578"/>
                        </a:cubicBezTo>
                        <a:cubicBezTo>
                          <a:pt x="19970" y="40578"/>
                          <a:pt x="20000" y="40639"/>
                          <a:pt x="20000" y="40639"/>
                        </a:cubicBezTo>
                        <a:cubicBezTo>
                          <a:pt x="19940" y="40852"/>
                          <a:pt x="20092" y="40913"/>
                          <a:pt x="20213" y="41034"/>
                        </a:cubicBezTo>
                        <a:cubicBezTo>
                          <a:pt x="20304" y="41125"/>
                          <a:pt x="20426" y="41217"/>
                          <a:pt x="20517" y="41308"/>
                        </a:cubicBezTo>
                        <a:cubicBezTo>
                          <a:pt x="20548" y="41521"/>
                          <a:pt x="20760" y="41612"/>
                          <a:pt x="20760" y="41825"/>
                        </a:cubicBezTo>
                        <a:cubicBezTo>
                          <a:pt x="20821" y="41885"/>
                          <a:pt x="20821" y="41916"/>
                          <a:pt x="20760" y="41946"/>
                        </a:cubicBezTo>
                        <a:lnTo>
                          <a:pt x="20760" y="42098"/>
                        </a:lnTo>
                        <a:cubicBezTo>
                          <a:pt x="20973" y="42220"/>
                          <a:pt x="21095" y="42402"/>
                          <a:pt x="21155" y="42615"/>
                        </a:cubicBezTo>
                        <a:cubicBezTo>
                          <a:pt x="21155" y="42676"/>
                          <a:pt x="21216" y="42736"/>
                          <a:pt x="21277" y="42736"/>
                        </a:cubicBezTo>
                        <a:cubicBezTo>
                          <a:pt x="21459" y="42828"/>
                          <a:pt x="21642" y="42858"/>
                          <a:pt x="21824" y="42858"/>
                        </a:cubicBezTo>
                        <a:cubicBezTo>
                          <a:pt x="21885" y="42858"/>
                          <a:pt x="21946" y="42797"/>
                          <a:pt x="21915" y="42736"/>
                        </a:cubicBezTo>
                        <a:cubicBezTo>
                          <a:pt x="21824" y="42493"/>
                          <a:pt x="22067" y="42341"/>
                          <a:pt x="22037" y="42159"/>
                        </a:cubicBezTo>
                        <a:cubicBezTo>
                          <a:pt x="22037" y="42159"/>
                          <a:pt x="22098" y="42129"/>
                          <a:pt x="22098" y="42159"/>
                        </a:cubicBezTo>
                        <a:cubicBezTo>
                          <a:pt x="22280" y="42220"/>
                          <a:pt x="22402" y="42068"/>
                          <a:pt x="22554" y="42037"/>
                        </a:cubicBezTo>
                        <a:cubicBezTo>
                          <a:pt x="22584" y="42037"/>
                          <a:pt x="22614" y="41977"/>
                          <a:pt x="22584" y="41916"/>
                        </a:cubicBezTo>
                        <a:cubicBezTo>
                          <a:pt x="22554" y="41733"/>
                          <a:pt x="22462" y="41581"/>
                          <a:pt x="22310" y="41460"/>
                        </a:cubicBezTo>
                        <a:cubicBezTo>
                          <a:pt x="22219" y="41429"/>
                          <a:pt x="22158" y="41369"/>
                          <a:pt x="22098" y="41308"/>
                        </a:cubicBezTo>
                        <a:cubicBezTo>
                          <a:pt x="21915" y="41065"/>
                          <a:pt x="21763" y="40821"/>
                          <a:pt x="21611" y="40578"/>
                        </a:cubicBezTo>
                        <a:cubicBezTo>
                          <a:pt x="21581" y="40548"/>
                          <a:pt x="21581" y="40487"/>
                          <a:pt x="21611" y="40457"/>
                        </a:cubicBezTo>
                        <a:cubicBezTo>
                          <a:pt x="21611" y="40426"/>
                          <a:pt x="21611" y="40396"/>
                          <a:pt x="21611" y="40396"/>
                        </a:cubicBezTo>
                        <a:cubicBezTo>
                          <a:pt x="21642" y="40335"/>
                          <a:pt x="21672" y="40335"/>
                          <a:pt x="21733" y="40396"/>
                        </a:cubicBezTo>
                        <a:cubicBezTo>
                          <a:pt x="21763" y="40426"/>
                          <a:pt x="21794" y="40457"/>
                          <a:pt x="21824" y="40487"/>
                        </a:cubicBezTo>
                        <a:cubicBezTo>
                          <a:pt x="22007" y="40639"/>
                          <a:pt x="22189" y="40609"/>
                          <a:pt x="22280" y="40366"/>
                        </a:cubicBezTo>
                        <a:cubicBezTo>
                          <a:pt x="22310" y="40274"/>
                          <a:pt x="22341" y="40183"/>
                          <a:pt x="22402" y="40122"/>
                        </a:cubicBezTo>
                        <a:cubicBezTo>
                          <a:pt x="22432" y="40092"/>
                          <a:pt x="22462" y="40062"/>
                          <a:pt x="22493" y="40062"/>
                        </a:cubicBezTo>
                        <a:cubicBezTo>
                          <a:pt x="22584" y="40092"/>
                          <a:pt x="22675" y="40122"/>
                          <a:pt x="22766" y="40062"/>
                        </a:cubicBezTo>
                        <a:cubicBezTo>
                          <a:pt x="22858" y="40001"/>
                          <a:pt x="23010" y="39970"/>
                          <a:pt x="23131" y="40001"/>
                        </a:cubicBezTo>
                        <a:cubicBezTo>
                          <a:pt x="23314" y="40031"/>
                          <a:pt x="23465" y="40183"/>
                          <a:pt x="23465" y="40366"/>
                        </a:cubicBezTo>
                        <a:cubicBezTo>
                          <a:pt x="23496" y="40639"/>
                          <a:pt x="23465" y="40913"/>
                          <a:pt x="23405" y="41186"/>
                        </a:cubicBezTo>
                        <a:cubicBezTo>
                          <a:pt x="23405" y="41247"/>
                          <a:pt x="23465" y="41308"/>
                          <a:pt x="23526" y="41308"/>
                        </a:cubicBezTo>
                        <a:lnTo>
                          <a:pt x="23709" y="41308"/>
                        </a:lnTo>
                        <a:cubicBezTo>
                          <a:pt x="23739" y="41308"/>
                          <a:pt x="23769" y="41308"/>
                          <a:pt x="23800" y="41308"/>
                        </a:cubicBezTo>
                        <a:cubicBezTo>
                          <a:pt x="23800" y="41308"/>
                          <a:pt x="23830" y="41338"/>
                          <a:pt x="23830" y="41369"/>
                        </a:cubicBezTo>
                        <a:cubicBezTo>
                          <a:pt x="23861" y="41399"/>
                          <a:pt x="23861" y="41460"/>
                          <a:pt x="23830" y="41490"/>
                        </a:cubicBezTo>
                        <a:cubicBezTo>
                          <a:pt x="23769" y="41612"/>
                          <a:pt x="23587" y="41612"/>
                          <a:pt x="23496" y="41673"/>
                        </a:cubicBezTo>
                        <a:cubicBezTo>
                          <a:pt x="23465" y="41673"/>
                          <a:pt x="23435" y="41703"/>
                          <a:pt x="23435" y="41703"/>
                        </a:cubicBezTo>
                        <a:cubicBezTo>
                          <a:pt x="23405" y="41764"/>
                          <a:pt x="23435" y="41825"/>
                          <a:pt x="23465" y="41825"/>
                        </a:cubicBezTo>
                        <a:lnTo>
                          <a:pt x="23709" y="41946"/>
                        </a:lnTo>
                        <a:cubicBezTo>
                          <a:pt x="23769" y="41977"/>
                          <a:pt x="23830" y="42007"/>
                          <a:pt x="23891" y="42068"/>
                        </a:cubicBezTo>
                        <a:cubicBezTo>
                          <a:pt x="23982" y="42129"/>
                          <a:pt x="23800" y="42220"/>
                          <a:pt x="23891" y="42280"/>
                        </a:cubicBezTo>
                        <a:cubicBezTo>
                          <a:pt x="24013" y="42341"/>
                          <a:pt x="24104" y="42432"/>
                          <a:pt x="24195" y="42554"/>
                        </a:cubicBezTo>
                        <a:cubicBezTo>
                          <a:pt x="24256" y="42676"/>
                          <a:pt x="24377" y="42736"/>
                          <a:pt x="24469" y="42828"/>
                        </a:cubicBezTo>
                        <a:cubicBezTo>
                          <a:pt x="24529" y="42919"/>
                          <a:pt x="24621" y="42919"/>
                          <a:pt x="24712" y="42888"/>
                        </a:cubicBezTo>
                        <a:cubicBezTo>
                          <a:pt x="24894" y="42858"/>
                          <a:pt x="25076" y="42919"/>
                          <a:pt x="25198" y="43071"/>
                        </a:cubicBezTo>
                        <a:cubicBezTo>
                          <a:pt x="25228" y="43132"/>
                          <a:pt x="25289" y="43162"/>
                          <a:pt x="25350" y="43192"/>
                        </a:cubicBezTo>
                        <a:cubicBezTo>
                          <a:pt x="25380" y="43223"/>
                          <a:pt x="25441" y="43223"/>
                          <a:pt x="25472" y="43223"/>
                        </a:cubicBezTo>
                        <a:cubicBezTo>
                          <a:pt x="25715" y="43192"/>
                          <a:pt x="25928" y="43192"/>
                          <a:pt x="26080" y="42980"/>
                        </a:cubicBezTo>
                        <a:cubicBezTo>
                          <a:pt x="26171" y="42858"/>
                          <a:pt x="26353" y="42828"/>
                          <a:pt x="26505" y="42888"/>
                        </a:cubicBezTo>
                        <a:cubicBezTo>
                          <a:pt x="26657" y="42919"/>
                          <a:pt x="26809" y="43010"/>
                          <a:pt x="26931" y="43101"/>
                        </a:cubicBezTo>
                        <a:cubicBezTo>
                          <a:pt x="27083" y="43284"/>
                          <a:pt x="27326" y="43344"/>
                          <a:pt x="27569" y="43253"/>
                        </a:cubicBezTo>
                        <a:cubicBezTo>
                          <a:pt x="27812" y="43223"/>
                          <a:pt x="28025" y="43071"/>
                          <a:pt x="28207" y="42888"/>
                        </a:cubicBezTo>
                        <a:cubicBezTo>
                          <a:pt x="28238" y="42797"/>
                          <a:pt x="28359" y="42797"/>
                          <a:pt x="28450" y="42828"/>
                        </a:cubicBezTo>
                        <a:cubicBezTo>
                          <a:pt x="28602" y="42858"/>
                          <a:pt x="28785" y="42888"/>
                          <a:pt x="28967" y="42888"/>
                        </a:cubicBezTo>
                        <a:lnTo>
                          <a:pt x="28967" y="42858"/>
                        </a:lnTo>
                        <a:lnTo>
                          <a:pt x="28967" y="42888"/>
                        </a:lnTo>
                        <a:lnTo>
                          <a:pt x="28967" y="42888"/>
                        </a:lnTo>
                        <a:cubicBezTo>
                          <a:pt x="28906" y="43132"/>
                          <a:pt x="28876" y="43375"/>
                          <a:pt x="28937" y="43618"/>
                        </a:cubicBezTo>
                        <a:cubicBezTo>
                          <a:pt x="28998" y="43861"/>
                          <a:pt x="28967" y="44074"/>
                          <a:pt x="28906" y="44287"/>
                        </a:cubicBezTo>
                        <a:cubicBezTo>
                          <a:pt x="28846" y="44469"/>
                          <a:pt x="28815" y="44651"/>
                          <a:pt x="28724" y="44803"/>
                        </a:cubicBezTo>
                        <a:cubicBezTo>
                          <a:pt x="28633" y="45046"/>
                          <a:pt x="28542" y="45290"/>
                          <a:pt x="28481" y="45533"/>
                        </a:cubicBezTo>
                        <a:cubicBezTo>
                          <a:pt x="28450" y="45746"/>
                          <a:pt x="28329" y="45958"/>
                          <a:pt x="28177" y="46110"/>
                        </a:cubicBezTo>
                        <a:cubicBezTo>
                          <a:pt x="28116" y="46202"/>
                          <a:pt x="28055" y="46232"/>
                          <a:pt x="27964" y="46262"/>
                        </a:cubicBezTo>
                        <a:cubicBezTo>
                          <a:pt x="27599" y="46293"/>
                          <a:pt x="27265" y="46262"/>
                          <a:pt x="26931" y="46171"/>
                        </a:cubicBezTo>
                        <a:cubicBezTo>
                          <a:pt x="26809" y="46141"/>
                          <a:pt x="26687" y="46110"/>
                          <a:pt x="26566" y="46110"/>
                        </a:cubicBezTo>
                        <a:cubicBezTo>
                          <a:pt x="26262" y="46080"/>
                          <a:pt x="25958" y="46171"/>
                          <a:pt x="25715" y="46323"/>
                        </a:cubicBezTo>
                        <a:cubicBezTo>
                          <a:pt x="25593" y="46384"/>
                          <a:pt x="25472" y="46414"/>
                          <a:pt x="25350" y="46353"/>
                        </a:cubicBezTo>
                        <a:cubicBezTo>
                          <a:pt x="24864" y="46262"/>
                          <a:pt x="24377" y="46110"/>
                          <a:pt x="23891" y="46050"/>
                        </a:cubicBezTo>
                        <a:cubicBezTo>
                          <a:pt x="23678" y="46050"/>
                          <a:pt x="23526" y="46019"/>
                          <a:pt x="23344" y="45928"/>
                        </a:cubicBezTo>
                        <a:cubicBezTo>
                          <a:pt x="23131" y="45806"/>
                          <a:pt x="22888" y="45715"/>
                          <a:pt x="22645" y="45715"/>
                        </a:cubicBezTo>
                        <a:cubicBezTo>
                          <a:pt x="22432" y="45685"/>
                          <a:pt x="22250" y="45594"/>
                          <a:pt x="22098" y="45442"/>
                        </a:cubicBezTo>
                        <a:cubicBezTo>
                          <a:pt x="22037" y="45381"/>
                          <a:pt x="21946" y="45320"/>
                          <a:pt x="21855" y="45320"/>
                        </a:cubicBezTo>
                        <a:cubicBezTo>
                          <a:pt x="21490" y="45198"/>
                          <a:pt x="21095" y="45229"/>
                          <a:pt x="20730" y="45411"/>
                        </a:cubicBezTo>
                        <a:cubicBezTo>
                          <a:pt x="20456" y="45533"/>
                          <a:pt x="20304" y="45837"/>
                          <a:pt x="20365" y="46141"/>
                        </a:cubicBezTo>
                        <a:cubicBezTo>
                          <a:pt x="20396" y="46232"/>
                          <a:pt x="20426" y="46323"/>
                          <a:pt x="20456" y="46414"/>
                        </a:cubicBezTo>
                        <a:cubicBezTo>
                          <a:pt x="20456" y="46505"/>
                          <a:pt x="20426" y="46597"/>
                          <a:pt x="20365" y="46657"/>
                        </a:cubicBezTo>
                        <a:cubicBezTo>
                          <a:pt x="20335" y="46718"/>
                          <a:pt x="20304" y="46749"/>
                          <a:pt x="20244" y="46809"/>
                        </a:cubicBezTo>
                        <a:cubicBezTo>
                          <a:pt x="20122" y="46931"/>
                          <a:pt x="19940" y="46961"/>
                          <a:pt x="19788" y="46870"/>
                        </a:cubicBezTo>
                        <a:cubicBezTo>
                          <a:pt x="19727" y="46840"/>
                          <a:pt x="19666" y="46779"/>
                          <a:pt x="19575" y="46718"/>
                        </a:cubicBezTo>
                        <a:cubicBezTo>
                          <a:pt x="19453" y="46627"/>
                          <a:pt x="19362" y="46566"/>
                          <a:pt x="19240" y="46505"/>
                        </a:cubicBezTo>
                        <a:cubicBezTo>
                          <a:pt x="18967" y="46323"/>
                          <a:pt x="18663" y="46232"/>
                          <a:pt x="18329" y="46232"/>
                        </a:cubicBezTo>
                        <a:cubicBezTo>
                          <a:pt x="18177" y="46232"/>
                          <a:pt x="18055" y="46141"/>
                          <a:pt x="18025" y="45989"/>
                        </a:cubicBezTo>
                        <a:cubicBezTo>
                          <a:pt x="17994" y="45928"/>
                          <a:pt x="17964" y="45837"/>
                          <a:pt x="17933" y="45746"/>
                        </a:cubicBezTo>
                        <a:cubicBezTo>
                          <a:pt x="17873" y="45624"/>
                          <a:pt x="17781" y="45502"/>
                          <a:pt x="17660" y="45472"/>
                        </a:cubicBezTo>
                        <a:cubicBezTo>
                          <a:pt x="17265" y="45290"/>
                          <a:pt x="16870" y="45229"/>
                          <a:pt x="16444" y="45259"/>
                        </a:cubicBezTo>
                        <a:cubicBezTo>
                          <a:pt x="16231" y="45259"/>
                          <a:pt x="15988" y="45198"/>
                          <a:pt x="15806" y="45077"/>
                        </a:cubicBezTo>
                        <a:cubicBezTo>
                          <a:pt x="15775" y="45077"/>
                          <a:pt x="15745" y="45077"/>
                          <a:pt x="15745" y="45046"/>
                        </a:cubicBezTo>
                        <a:cubicBezTo>
                          <a:pt x="15593" y="44894"/>
                          <a:pt x="15380" y="44773"/>
                          <a:pt x="15167" y="44712"/>
                        </a:cubicBezTo>
                        <a:cubicBezTo>
                          <a:pt x="15076" y="44651"/>
                          <a:pt x="15046" y="44530"/>
                          <a:pt x="15107" y="44408"/>
                        </a:cubicBezTo>
                        <a:cubicBezTo>
                          <a:pt x="15198" y="44317"/>
                          <a:pt x="15289" y="44226"/>
                          <a:pt x="15380" y="44135"/>
                        </a:cubicBezTo>
                        <a:cubicBezTo>
                          <a:pt x="15502" y="43983"/>
                          <a:pt x="15532" y="43770"/>
                          <a:pt x="15471" y="43618"/>
                        </a:cubicBezTo>
                        <a:cubicBezTo>
                          <a:pt x="15411" y="43527"/>
                          <a:pt x="15350" y="43436"/>
                          <a:pt x="15289" y="43344"/>
                        </a:cubicBezTo>
                        <a:cubicBezTo>
                          <a:pt x="15259" y="43284"/>
                          <a:pt x="15259" y="43253"/>
                          <a:pt x="15289" y="43192"/>
                        </a:cubicBezTo>
                        <a:cubicBezTo>
                          <a:pt x="15319" y="43071"/>
                          <a:pt x="15380" y="42949"/>
                          <a:pt x="15441" y="42828"/>
                        </a:cubicBezTo>
                        <a:cubicBezTo>
                          <a:pt x="15471" y="42767"/>
                          <a:pt x="15380" y="42676"/>
                          <a:pt x="15319" y="42706"/>
                        </a:cubicBezTo>
                        <a:cubicBezTo>
                          <a:pt x="15228" y="42767"/>
                          <a:pt x="15076" y="42736"/>
                          <a:pt x="15015" y="42645"/>
                        </a:cubicBezTo>
                        <a:cubicBezTo>
                          <a:pt x="14894" y="42493"/>
                          <a:pt x="14681" y="42432"/>
                          <a:pt x="14529" y="42524"/>
                        </a:cubicBezTo>
                        <a:cubicBezTo>
                          <a:pt x="14347" y="42554"/>
                          <a:pt x="14195" y="42645"/>
                          <a:pt x="14012" y="42676"/>
                        </a:cubicBezTo>
                        <a:cubicBezTo>
                          <a:pt x="13891" y="42706"/>
                          <a:pt x="13769" y="42706"/>
                          <a:pt x="13678" y="42706"/>
                        </a:cubicBezTo>
                        <a:cubicBezTo>
                          <a:pt x="13496" y="42584"/>
                          <a:pt x="13313" y="42767"/>
                          <a:pt x="13131" y="42676"/>
                        </a:cubicBezTo>
                        <a:cubicBezTo>
                          <a:pt x="12979" y="42584"/>
                          <a:pt x="12797" y="42736"/>
                          <a:pt x="12614" y="42736"/>
                        </a:cubicBezTo>
                        <a:cubicBezTo>
                          <a:pt x="12493" y="42767"/>
                          <a:pt x="12341" y="42767"/>
                          <a:pt x="12219" y="42736"/>
                        </a:cubicBezTo>
                        <a:cubicBezTo>
                          <a:pt x="11885" y="42676"/>
                          <a:pt x="11520" y="42706"/>
                          <a:pt x="11216" y="42828"/>
                        </a:cubicBezTo>
                        <a:cubicBezTo>
                          <a:pt x="11034" y="42858"/>
                          <a:pt x="10851" y="42888"/>
                          <a:pt x="10669" y="42858"/>
                        </a:cubicBezTo>
                        <a:cubicBezTo>
                          <a:pt x="10517" y="42858"/>
                          <a:pt x="10365" y="42919"/>
                          <a:pt x="10213" y="42980"/>
                        </a:cubicBezTo>
                        <a:cubicBezTo>
                          <a:pt x="9970" y="43101"/>
                          <a:pt x="9727" y="43253"/>
                          <a:pt x="9483" y="43344"/>
                        </a:cubicBezTo>
                        <a:cubicBezTo>
                          <a:pt x="9301" y="43405"/>
                          <a:pt x="9119" y="43527"/>
                          <a:pt x="8967" y="43648"/>
                        </a:cubicBezTo>
                        <a:cubicBezTo>
                          <a:pt x="8784" y="43800"/>
                          <a:pt x="8541" y="43861"/>
                          <a:pt x="8328" y="43739"/>
                        </a:cubicBezTo>
                        <a:cubicBezTo>
                          <a:pt x="8146" y="43679"/>
                          <a:pt x="7964" y="43648"/>
                          <a:pt x="7781" y="43679"/>
                        </a:cubicBezTo>
                        <a:cubicBezTo>
                          <a:pt x="7599" y="43679"/>
                          <a:pt x="7417" y="43679"/>
                          <a:pt x="7234" y="43679"/>
                        </a:cubicBezTo>
                        <a:cubicBezTo>
                          <a:pt x="7173" y="43648"/>
                          <a:pt x="7082" y="43618"/>
                          <a:pt x="7021" y="43557"/>
                        </a:cubicBezTo>
                        <a:cubicBezTo>
                          <a:pt x="6961" y="43527"/>
                          <a:pt x="6930" y="43496"/>
                          <a:pt x="6930" y="43466"/>
                        </a:cubicBezTo>
                        <a:cubicBezTo>
                          <a:pt x="6748" y="43284"/>
                          <a:pt x="6535" y="43314"/>
                          <a:pt x="6474" y="43557"/>
                        </a:cubicBezTo>
                        <a:cubicBezTo>
                          <a:pt x="6414" y="43679"/>
                          <a:pt x="6353" y="43831"/>
                          <a:pt x="6322" y="43952"/>
                        </a:cubicBezTo>
                        <a:cubicBezTo>
                          <a:pt x="6262" y="44256"/>
                          <a:pt x="6079" y="44499"/>
                          <a:pt x="5806" y="44621"/>
                        </a:cubicBezTo>
                        <a:cubicBezTo>
                          <a:pt x="5562" y="44743"/>
                          <a:pt x="5319" y="44894"/>
                          <a:pt x="5106" y="45016"/>
                        </a:cubicBezTo>
                        <a:cubicBezTo>
                          <a:pt x="4863" y="45168"/>
                          <a:pt x="4681" y="45320"/>
                          <a:pt x="4681" y="45594"/>
                        </a:cubicBezTo>
                        <a:cubicBezTo>
                          <a:pt x="4651" y="45715"/>
                          <a:pt x="4590" y="45806"/>
                          <a:pt x="4529" y="45898"/>
                        </a:cubicBezTo>
                        <a:cubicBezTo>
                          <a:pt x="4407" y="46050"/>
                          <a:pt x="4347" y="46232"/>
                          <a:pt x="4377" y="46414"/>
                        </a:cubicBezTo>
                        <a:cubicBezTo>
                          <a:pt x="4377" y="46566"/>
                          <a:pt x="4377" y="46688"/>
                          <a:pt x="4407" y="46809"/>
                        </a:cubicBezTo>
                        <a:cubicBezTo>
                          <a:pt x="4407" y="46931"/>
                          <a:pt x="4347" y="47053"/>
                          <a:pt x="4286" y="47144"/>
                        </a:cubicBezTo>
                        <a:cubicBezTo>
                          <a:pt x="4195" y="47265"/>
                          <a:pt x="4134" y="47417"/>
                          <a:pt x="4012" y="47539"/>
                        </a:cubicBezTo>
                        <a:cubicBezTo>
                          <a:pt x="3951" y="47600"/>
                          <a:pt x="3891" y="47660"/>
                          <a:pt x="3830" y="47721"/>
                        </a:cubicBezTo>
                        <a:cubicBezTo>
                          <a:pt x="3708" y="47782"/>
                          <a:pt x="3587" y="47843"/>
                          <a:pt x="3496" y="47934"/>
                        </a:cubicBezTo>
                        <a:cubicBezTo>
                          <a:pt x="3344" y="48056"/>
                          <a:pt x="3161" y="48116"/>
                          <a:pt x="2979" y="48147"/>
                        </a:cubicBezTo>
                        <a:cubicBezTo>
                          <a:pt x="2827" y="48177"/>
                          <a:pt x="2675" y="48268"/>
                          <a:pt x="2614" y="48390"/>
                        </a:cubicBezTo>
                        <a:cubicBezTo>
                          <a:pt x="2553" y="48481"/>
                          <a:pt x="2492" y="48542"/>
                          <a:pt x="2462" y="48633"/>
                        </a:cubicBezTo>
                        <a:cubicBezTo>
                          <a:pt x="2371" y="48785"/>
                          <a:pt x="2249" y="48937"/>
                          <a:pt x="2067" y="48998"/>
                        </a:cubicBezTo>
                        <a:cubicBezTo>
                          <a:pt x="1915" y="49119"/>
                          <a:pt x="1763" y="49271"/>
                          <a:pt x="1702" y="49454"/>
                        </a:cubicBezTo>
                        <a:cubicBezTo>
                          <a:pt x="1550" y="49788"/>
                          <a:pt x="1337" y="50092"/>
                          <a:pt x="1094" y="50366"/>
                        </a:cubicBezTo>
                        <a:cubicBezTo>
                          <a:pt x="1033" y="50426"/>
                          <a:pt x="973" y="50518"/>
                          <a:pt x="942" y="50609"/>
                        </a:cubicBezTo>
                        <a:cubicBezTo>
                          <a:pt x="790" y="50943"/>
                          <a:pt x="608" y="51278"/>
                          <a:pt x="395" y="51612"/>
                        </a:cubicBezTo>
                        <a:cubicBezTo>
                          <a:pt x="304" y="51734"/>
                          <a:pt x="243" y="51885"/>
                          <a:pt x="243" y="52037"/>
                        </a:cubicBezTo>
                        <a:cubicBezTo>
                          <a:pt x="213" y="52220"/>
                          <a:pt x="274" y="52433"/>
                          <a:pt x="456" y="52524"/>
                        </a:cubicBezTo>
                        <a:cubicBezTo>
                          <a:pt x="578" y="52615"/>
                          <a:pt x="638" y="52767"/>
                          <a:pt x="608" y="52949"/>
                        </a:cubicBezTo>
                        <a:cubicBezTo>
                          <a:pt x="547" y="53071"/>
                          <a:pt x="547" y="53253"/>
                          <a:pt x="608" y="53405"/>
                        </a:cubicBezTo>
                        <a:cubicBezTo>
                          <a:pt x="730" y="53770"/>
                          <a:pt x="699" y="54226"/>
                          <a:pt x="547" y="54591"/>
                        </a:cubicBezTo>
                        <a:cubicBezTo>
                          <a:pt x="517" y="54621"/>
                          <a:pt x="517" y="54682"/>
                          <a:pt x="486" y="54712"/>
                        </a:cubicBezTo>
                        <a:cubicBezTo>
                          <a:pt x="456" y="55138"/>
                          <a:pt x="274" y="55503"/>
                          <a:pt x="0" y="55837"/>
                        </a:cubicBezTo>
                        <a:cubicBezTo>
                          <a:pt x="0" y="55867"/>
                          <a:pt x="0" y="55898"/>
                          <a:pt x="0" y="55958"/>
                        </a:cubicBezTo>
                        <a:cubicBezTo>
                          <a:pt x="91" y="56080"/>
                          <a:pt x="152" y="56171"/>
                          <a:pt x="243" y="56293"/>
                        </a:cubicBezTo>
                        <a:cubicBezTo>
                          <a:pt x="334" y="56384"/>
                          <a:pt x="334" y="56536"/>
                          <a:pt x="304" y="56658"/>
                        </a:cubicBezTo>
                        <a:cubicBezTo>
                          <a:pt x="213" y="56870"/>
                          <a:pt x="243" y="57083"/>
                          <a:pt x="365" y="57265"/>
                        </a:cubicBezTo>
                        <a:cubicBezTo>
                          <a:pt x="426" y="57417"/>
                          <a:pt x="547" y="57509"/>
                          <a:pt x="699" y="57600"/>
                        </a:cubicBezTo>
                        <a:cubicBezTo>
                          <a:pt x="821" y="57630"/>
                          <a:pt x="942" y="57691"/>
                          <a:pt x="1064" y="57721"/>
                        </a:cubicBezTo>
                        <a:lnTo>
                          <a:pt x="1064" y="57721"/>
                        </a:lnTo>
                        <a:lnTo>
                          <a:pt x="1094" y="57691"/>
                        </a:lnTo>
                        <a:lnTo>
                          <a:pt x="1094" y="57752"/>
                        </a:lnTo>
                        <a:lnTo>
                          <a:pt x="1094" y="57752"/>
                        </a:lnTo>
                        <a:cubicBezTo>
                          <a:pt x="1094" y="57873"/>
                          <a:pt x="1155" y="57995"/>
                          <a:pt x="1277" y="58086"/>
                        </a:cubicBezTo>
                        <a:cubicBezTo>
                          <a:pt x="1398" y="58147"/>
                          <a:pt x="1459" y="58238"/>
                          <a:pt x="1489" y="58390"/>
                        </a:cubicBezTo>
                        <a:cubicBezTo>
                          <a:pt x="1520" y="58481"/>
                          <a:pt x="1581" y="58542"/>
                          <a:pt x="1672" y="58573"/>
                        </a:cubicBezTo>
                        <a:cubicBezTo>
                          <a:pt x="1854" y="58664"/>
                          <a:pt x="2037" y="58785"/>
                          <a:pt x="2158" y="58968"/>
                        </a:cubicBezTo>
                        <a:cubicBezTo>
                          <a:pt x="2219" y="59028"/>
                          <a:pt x="2280" y="59120"/>
                          <a:pt x="2280" y="59211"/>
                        </a:cubicBezTo>
                        <a:cubicBezTo>
                          <a:pt x="2310" y="59454"/>
                          <a:pt x="2401" y="59728"/>
                          <a:pt x="2553" y="59971"/>
                        </a:cubicBezTo>
                        <a:cubicBezTo>
                          <a:pt x="2675" y="60214"/>
                          <a:pt x="2888" y="60396"/>
                          <a:pt x="3161" y="60487"/>
                        </a:cubicBezTo>
                        <a:cubicBezTo>
                          <a:pt x="3344" y="60579"/>
                          <a:pt x="3526" y="60670"/>
                          <a:pt x="3678" y="60822"/>
                        </a:cubicBezTo>
                        <a:cubicBezTo>
                          <a:pt x="4043" y="61126"/>
                          <a:pt x="4407" y="61430"/>
                          <a:pt x="4803" y="61673"/>
                        </a:cubicBezTo>
                        <a:cubicBezTo>
                          <a:pt x="5015" y="61794"/>
                          <a:pt x="5228" y="61886"/>
                          <a:pt x="5441" y="61946"/>
                        </a:cubicBezTo>
                        <a:cubicBezTo>
                          <a:pt x="5502" y="61977"/>
                          <a:pt x="5562" y="61977"/>
                          <a:pt x="5623" y="61946"/>
                        </a:cubicBezTo>
                        <a:cubicBezTo>
                          <a:pt x="5775" y="61886"/>
                          <a:pt x="5927" y="61825"/>
                          <a:pt x="6079" y="61764"/>
                        </a:cubicBezTo>
                        <a:cubicBezTo>
                          <a:pt x="6322" y="61642"/>
                          <a:pt x="6596" y="61582"/>
                          <a:pt x="6869" y="61582"/>
                        </a:cubicBezTo>
                        <a:cubicBezTo>
                          <a:pt x="7052" y="61582"/>
                          <a:pt x="7234" y="61582"/>
                          <a:pt x="7386" y="61551"/>
                        </a:cubicBezTo>
                        <a:cubicBezTo>
                          <a:pt x="7660" y="61490"/>
                          <a:pt x="7933" y="61521"/>
                          <a:pt x="8176" y="61642"/>
                        </a:cubicBezTo>
                        <a:cubicBezTo>
                          <a:pt x="8237" y="61673"/>
                          <a:pt x="8328" y="61703"/>
                          <a:pt x="8389" y="61703"/>
                        </a:cubicBezTo>
                        <a:cubicBezTo>
                          <a:pt x="8511" y="61764"/>
                          <a:pt x="8663" y="61764"/>
                          <a:pt x="8784" y="61703"/>
                        </a:cubicBezTo>
                        <a:cubicBezTo>
                          <a:pt x="8936" y="61673"/>
                          <a:pt x="9088" y="61612"/>
                          <a:pt x="9240" y="61551"/>
                        </a:cubicBezTo>
                        <a:cubicBezTo>
                          <a:pt x="9362" y="61521"/>
                          <a:pt x="9483" y="61460"/>
                          <a:pt x="9605" y="61399"/>
                        </a:cubicBezTo>
                        <a:cubicBezTo>
                          <a:pt x="9787" y="61278"/>
                          <a:pt x="9970" y="61187"/>
                          <a:pt x="10183" y="61156"/>
                        </a:cubicBezTo>
                        <a:cubicBezTo>
                          <a:pt x="10365" y="61065"/>
                          <a:pt x="10547" y="61004"/>
                          <a:pt x="10760" y="60974"/>
                        </a:cubicBezTo>
                        <a:cubicBezTo>
                          <a:pt x="11034" y="60883"/>
                          <a:pt x="11338" y="60852"/>
                          <a:pt x="11642" y="60852"/>
                        </a:cubicBezTo>
                        <a:cubicBezTo>
                          <a:pt x="11702" y="60852"/>
                          <a:pt x="11763" y="60883"/>
                          <a:pt x="11824" y="60883"/>
                        </a:cubicBezTo>
                        <a:cubicBezTo>
                          <a:pt x="12098" y="60974"/>
                          <a:pt x="12310" y="61187"/>
                          <a:pt x="12401" y="61430"/>
                        </a:cubicBezTo>
                        <a:cubicBezTo>
                          <a:pt x="12462" y="61551"/>
                          <a:pt x="12493" y="61703"/>
                          <a:pt x="12553" y="61825"/>
                        </a:cubicBezTo>
                        <a:cubicBezTo>
                          <a:pt x="12675" y="62038"/>
                          <a:pt x="12888" y="62159"/>
                          <a:pt x="13101" y="62159"/>
                        </a:cubicBezTo>
                        <a:cubicBezTo>
                          <a:pt x="13192" y="62159"/>
                          <a:pt x="13253" y="62159"/>
                          <a:pt x="13313" y="62159"/>
                        </a:cubicBezTo>
                        <a:cubicBezTo>
                          <a:pt x="13617" y="62098"/>
                          <a:pt x="13891" y="62068"/>
                          <a:pt x="14195" y="62007"/>
                        </a:cubicBezTo>
                        <a:cubicBezTo>
                          <a:pt x="14347" y="61946"/>
                          <a:pt x="14499" y="61946"/>
                          <a:pt x="14590" y="62129"/>
                        </a:cubicBezTo>
                        <a:cubicBezTo>
                          <a:pt x="14651" y="62190"/>
                          <a:pt x="14712" y="62250"/>
                          <a:pt x="14803" y="62311"/>
                        </a:cubicBezTo>
                        <a:cubicBezTo>
                          <a:pt x="14985" y="62463"/>
                          <a:pt x="15076" y="62706"/>
                          <a:pt x="15076" y="62949"/>
                        </a:cubicBezTo>
                        <a:cubicBezTo>
                          <a:pt x="15046" y="63132"/>
                          <a:pt x="15015" y="63284"/>
                          <a:pt x="14955" y="63436"/>
                        </a:cubicBezTo>
                        <a:cubicBezTo>
                          <a:pt x="14894" y="63557"/>
                          <a:pt x="14833" y="63679"/>
                          <a:pt x="14803" y="63801"/>
                        </a:cubicBezTo>
                        <a:cubicBezTo>
                          <a:pt x="14772" y="63953"/>
                          <a:pt x="14833" y="64135"/>
                          <a:pt x="14772" y="64287"/>
                        </a:cubicBezTo>
                        <a:cubicBezTo>
                          <a:pt x="14742" y="64530"/>
                          <a:pt x="14651" y="64773"/>
                          <a:pt x="14499" y="64956"/>
                        </a:cubicBezTo>
                        <a:cubicBezTo>
                          <a:pt x="14468" y="64986"/>
                          <a:pt x="14468" y="65047"/>
                          <a:pt x="14468" y="65077"/>
                        </a:cubicBezTo>
                        <a:cubicBezTo>
                          <a:pt x="14468" y="65108"/>
                          <a:pt x="14468" y="65138"/>
                          <a:pt x="14468" y="65138"/>
                        </a:cubicBezTo>
                        <a:cubicBezTo>
                          <a:pt x="14651" y="65715"/>
                          <a:pt x="14985" y="66232"/>
                          <a:pt x="15441" y="66597"/>
                        </a:cubicBezTo>
                        <a:lnTo>
                          <a:pt x="15745" y="66870"/>
                        </a:lnTo>
                        <a:cubicBezTo>
                          <a:pt x="15927" y="67022"/>
                          <a:pt x="16049" y="67205"/>
                          <a:pt x="16140" y="67418"/>
                        </a:cubicBezTo>
                        <a:cubicBezTo>
                          <a:pt x="16171" y="67539"/>
                          <a:pt x="16201" y="67630"/>
                          <a:pt x="16231" y="67752"/>
                        </a:cubicBezTo>
                        <a:cubicBezTo>
                          <a:pt x="16323" y="67995"/>
                          <a:pt x="16414" y="68238"/>
                          <a:pt x="16566" y="68481"/>
                        </a:cubicBezTo>
                        <a:cubicBezTo>
                          <a:pt x="16687" y="68755"/>
                          <a:pt x="16778" y="69089"/>
                          <a:pt x="16809" y="69393"/>
                        </a:cubicBezTo>
                        <a:cubicBezTo>
                          <a:pt x="16809" y="69454"/>
                          <a:pt x="16778" y="69515"/>
                          <a:pt x="16748" y="69576"/>
                        </a:cubicBezTo>
                        <a:cubicBezTo>
                          <a:pt x="16748" y="69667"/>
                          <a:pt x="16748" y="69758"/>
                          <a:pt x="16748" y="69849"/>
                        </a:cubicBezTo>
                        <a:cubicBezTo>
                          <a:pt x="16778" y="70062"/>
                          <a:pt x="16870" y="70244"/>
                          <a:pt x="16961" y="70427"/>
                        </a:cubicBezTo>
                        <a:cubicBezTo>
                          <a:pt x="17204" y="70822"/>
                          <a:pt x="17143" y="71339"/>
                          <a:pt x="16809" y="71673"/>
                        </a:cubicBezTo>
                        <a:cubicBezTo>
                          <a:pt x="16687" y="71795"/>
                          <a:pt x="16566" y="71947"/>
                          <a:pt x="16444" y="72068"/>
                        </a:cubicBezTo>
                        <a:cubicBezTo>
                          <a:pt x="16323" y="72220"/>
                          <a:pt x="16231" y="72372"/>
                          <a:pt x="16201" y="72554"/>
                        </a:cubicBezTo>
                        <a:cubicBezTo>
                          <a:pt x="16171" y="72858"/>
                          <a:pt x="16079" y="73132"/>
                          <a:pt x="15958" y="73406"/>
                        </a:cubicBezTo>
                        <a:cubicBezTo>
                          <a:pt x="15867" y="73558"/>
                          <a:pt x="15836" y="73710"/>
                          <a:pt x="15836" y="73861"/>
                        </a:cubicBezTo>
                        <a:lnTo>
                          <a:pt x="15836" y="74682"/>
                        </a:lnTo>
                        <a:cubicBezTo>
                          <a:pt x="15836" y="74834"/>
                          <a:pt x="15867" y="74956"/>
                          <a:pt x="15958" y="75077"/>
                        </a:cubicBezTo>
                        <a:cubicBezTo>
                          <a:pt x="16231" y="75320"/>
                          <a:pt x="16414" y="75655"/>
                          <a:pt x="16535" y="75989"/>
                        </a:cubicBezTo>
                        <a:cubicBezTo>
                          <a:pt x="16657" y="76354"/>
                          <a:pt x="16809" y="76719"/>
                          <a:pt x="16991" y="77053"/>
                        </a:cubicBezTo>
                        <a:cubicBezTo>
                          <a:pt x="17113" y="77296"/>
                          <a:pt x="17204" y="77539"/>
                          <a:pt x="17204" y="77813"/>
                        </a:cubicBezTo>
                        <a:cubicBezTo>
                          <a:pt x="17204" y="78117"/>
                          <a:pt x="17265" y="78390"/>
                          <a:pt x="17356" y="78694"/>
                        </a:cubicBezTo>
                        <a:cubicBezTo>
                          <a:pt x="17386" y="78786"/>
                          <a:pt x="17417" y="78907"/>
                          <a:pt x="17417" y="79029"/>
                        </a:cubicBezTo>
                        <a:cubicBezTo>
                          <a:pt x="17417" y="79333"/>
                          <a:pt x="17478" y="79637"/>
                          <a:pt x="17569" y="79941"/>
                        </a:cubicBezTo>
                        <a:cubicBezTo>
                          <a:pt x="17630" y="80305"/>
                          <a:pt x="17781" y="80609"/>
                          <a:pt x="17994" y="80852"/>
                        </a:cubicBezTo>
                        <a:cubicBezTo>
                          <a:pt x="18116" y="81004"/>
                          <a:pt x="18207" y="81156"/>
                          <a:pt x="18329" y="81308"/>
                        </a:cubicBezTo>
                        <a:cubicBezTo>
                          <a:pt x="18450" y="81430"/>
                          <a:pt x="18511" y="81612"/>
                          <a:pt x="18541" y="81795"/>
                        </a:cubicBezTo>
                        <a:cubicBezTo>
                          <a:pt x="18633" y="82159"/>
                          <a:pt x="18754" y="82494"/>
                          <a:pt x="18906" y="82828"/>
                        </a:cubicBezTo>
                        <a:cubicBezTo>
                          <a:pt x="18967" y="82889"/>
                          <a:pt x="18997" y="82980"/>
                          <a:pt x="18997" y="83071"/>
                        </a:cubicBezTo>
                        <a:cubicBezTo>
                          <a:pt x="19119" y="83254"/>
                          <a:pt x="19089" y="83497"/>
                          <a:pt x="18937" y="83649"/>
                        </a:cubicBezTo>
                        <a:cubicBezTo>
                          <a:pt x="18876" y="83710"/>
                          <a:pt x="18876" y="83831"/>
                          <a:pt x="18937" y="83892"/>
                        </a:cubicBezTo>
                        <a:cubicBezTo>
                          <a:pt x="19058" y="84074"/>
                          <a:pt x="19119" y="84287"/>
                          <a:pt x="19089" y="84470"/>
                        </a:cubicBezTo>
                        <a:cubicBezTo>
                          <a:pt x="19119" y="84530"/>
                          <a:pt x="19119" y="84561"/>
                          <a:pt x="19149" y="84591"/>
                        </a:cubicBezTo>
                        <a:cubicBezTo>
                          <a:pt x="19392" y="84743"/>
                          <a:pt x="19636" y="84865"/>
                          <a:pt x="19879" y="84986"/>
                        </a:cubicBezTo>
                        <a:cubicBezTo>
                          <a:pt x="19940" y="85017"/>
                          <a:pt x="20000" y="85017"/>
                          <a:pt x="20061" y="84986"/>
                        </a:cubicBezTo>
                        <a:cubicBezTo>
                          <a:pt x="20274" y="84834"/>
                          <a:pt x="20548" y="84773"/>
                          <a:pt x="20791" y="84804"/>
                        </a:cubicBezTo>
                        <a:cubicBezTo>
                          <a:pt x="20912" y="84804"/>
                          <a:pt x="21003" y="84773"/>
                          <a:pt x="21125" y="84713"/>
                        </a:cubicBezTo>
                        <a:cubicBezTo>
                          <a:pt x="21307" y="84652"/>
                          <a:pt x="21520" y="84622"/>
                          <a:pt x="21703" y="84622"/>
                        </a:cubicBezTo>
                        <a:cubicBezTo>
                          <a:pt x="21946" y="84591"/>
                          <a:pt x="22158" y="84591"/>
                          <a:pt x="22371" y="84652"/>
                        </a:cubicBezTo>
                        <a:cubicBezTo>
                          <a:pt x="22432" y="84682"/>
                          <a:pt x="22523" y="84682"/>
                          <a:pt x="22584" y="84652"/>
                        </a:cubicBezTo>
                        <a:cubicBezTo>
                          <a:pt x="22766" y="84530"/>
                          <a:pt x="23040" y="84652"/>
                          <a:pt x="23192" y="84439"/>
                        </a:cubicBezTo>
                        <a:cubicBezTo>
                          <a:pt x="23253" y="84409"/>
                          <a:pt x="23314" y="84378"/>
                          <a:pt x="23405" y="84378"/>
                        </a:cubicBezTo>
                        <a:cubicBezTo>
                          <a:pt x="23709" y="84348"/>
                          <a:pt x="24013" y="84257"/>
                          <a:pt x="24286" y="84044"/>
                        </a:cubicBezTo>
                        <a:cubicBezTo>
                          <a:pt x="24651" y="83801"/>
                          <a:pt x="24985" y="83497"/>
                          <a:pt x="25320" y="83163"/>
                        </a:cubicBezTo>
                        <a:cubicBezTo>
                          <a:pt x="25532" y="82980"/>
                          <a:pt x="25715" y="82767"/>
                          <a:pt x="25897" y="82494"/>
                        </a:cubicBezTo>
                        <a:cubicBezTo>
                          <a:pt x="26049" y="82251"/>
                          <a:pt x="26262" y="82038"/>
                          <a:pt x="26414" y="81795"/>
                        </a:cubicBezTo>
                        <a:cubicBezTo>
                          <a:pt x="26505" y="81643"/>
                          <a:pt x="26596" y="81521"/>
                          <a:pt x="26748" y="81430"/>
                        </a:cubicBezTo>
                        <a:cubicBezTo>
                          <a:pt x="26991" y="81278"/>
                          <a:pt x="27204" y="81004"/>
                          <a:pt x="27265" y="80670"/>
                        </a:cubicBezTo>
                        <a:cubicBezTo>
                          <a:pt x="27356" y="80457"/>
                          <a:pt x="27387" y="80245"/>
                          <a:pt x="27447" y="80032"/>
                        </a:cubicBezTo>
                        <a:cubicBezTo>
                          <a:pt x="27478" y="79910"/>
                          <a:pt x="27478" y="79789"/>
                          <a:pt x="27417" y="79697"/>
                        </a:cubicBezTo>
                        <a:cubicBezTo>
                          <a:pt x="27326" y="79545"/>
                          <a:pt x="27417" y="79424"/>
                          <a:pt x="27508" y="79333"/>
                        </a:cubicBezTo>
                        <a:cubicBezTo>
                          <a:pt x="27660" y="79211"/>
                          <a:pt x="27842" y="79090"/>
                          <a:pt x="28055" y="79059"/>
                        </a:cubicBezTo>
                        <a:cubicBezTo>
                          <a:pt x="28268" y="78998"/>
                          <a:pt x="28481" y="78938"/>
                          <a:pt x="28694" y="78816"/>
                        </a:cubicBezTo>
                        <a:cubicBezTo>
                          <a:pt x="28846" y="78725"/>
                          <a:pt x="28967" y="78542"/>
                          <a:pt x="28967" y="78360"/>
                        </a:cubicBezTo>
                        <a:cubicBezTo>
                          <a:pt x="28998" y="78147"/>
                          <a:pt x="29028" y="77904"/>
                          <a:pt x="29089" y="77691"/>
                        </a:cubicBezTo>
                        <a:cubicBezTo>
                          <a:pt x="29089" y="77570"/>
                          <a:pt x="29089" y="77479"/>
                          <a:pt x="29058" y="77357"/>
                        </a:cubicBezTo>
                        <a:cubicBezTo>
                          <a:pt x="28967" y="77023"/>
                          <a:pt x="28876" y="76658"/>
                          <a:pt x="28785" y="76324"/>
                        </a:cubicBezTo>
                        <a:cubicBezTo>
                          <a:pt x="28724" y="76202"/>
                          <a:pt x="28754" y="76080"/>
                          <a:pt x="28846" y="75989"/>
                        </a:cubicBezTo>
                        <a:cubicBezTo>
                          <a:pt x="29362" y="75624"/>
                          <a:pt x="29818" y="75199"/>
                          <a:pt x="30335" y="74773"/>
                        </a:cubicBezTo>
                        <a:cubicBezTo>
                          <a:pt x="30457" y="74682"/>
                          <a:pt x="30639" y="74591"/>
                          <a:pt x="30791" y="74530"/>
                        </a:cubicBezTo>
                        <a:cubicBezTo>
                          <a:pt x="30973" y="74439"/>
                          <a:pt x="31156" y="74348"/>
                          <a:pt x="31338" y="74257"/>
                        </a:cubicBezTo>
                        <a:cubicBezTo>
                          <a:pt x="31733" y="74044"/>
                          <a:pt x="32007" y="73710"/>
                          <a:pt x="32159" y="73284"/>
                        </a:cubicBezTo>
                        <a:cubicBezTo>
                          <a:pt x="32250" y="73102"/>
                          <a:pt x="32280" y="72889"/>
                          <a:pt x="32250" y="72706"/>
                        </a:cubicBezTo>
                        <a:cubicBezTo>
                          <a:pt x="32250" y="72494"/>
                          <a:pt x="32250" y="72281"/>
                          <a:pt x="32250" y="72068"/>
                        </a:cubicBezTo>
                        <a:cubicBezTo>
                          <a:pt x="32280" y="71916"/>
                          <a:pt x="32280" y="71764"/>
                          <a:pt x="32250" y="71612"/>
                        </a:cubicBezTo>
                        <a:cubicBezTo>
                          <a:pt x="32219" y="71339"/>
                          <a:pt x="32219" y="71065"/>
                          <a:pt x="32311" y="70792"/>
                        </a:cubicBezTo>
                        <a:cubicBezTo>
                          <a:pt x="32341" y="70670"/>
                          <a:pt x="32280" y="70518"/>
                          <a:pt x="32159" y="70457"/>
                        </a:cubicBezTo>
                        <a:cubicBezTo>
                          <a:pt x="31946" y="70305"/>
                          <a:pt x="31824" y="70092"/>
                          <a:pt x="31764" y="69849"/>
                        </a:cubicBezTo>
                        <a:cubicBezTo>
                          <a:pt x="31703" y="69515"/>
                          <a:pt x="31672" y="69211"/>
                          <a:pt x="31672" y="68907"/>
                        </a:cubicBezTo>
                        <a:cubicBezTo>
                          <a:pt x="31672" y="68846"/>
                          <a:pt x="31672" y="68755"/>
                          <a:pt x="31703" y="68694"/>
                        </a:cubicBezTo>
                        <a:cubicBezTo>
                          <a:pt x="31794" y="68573"/>
                          <a:pt x="31764" y="68421"/>
                          <a:pt x="31672" y="68329"/>
                        </a:cubicBezTo>
                        <a:cubicBezTo>
                          <a:pt x="31429" y="68178"/>
                          <a:pt x="31368" y="67904"/>
                          <a:pt x="31520" y="67661"/>
                        </a:cubicBezTo>
                        <a:cubicBezTo>
                          <a:pt x="31581" y="67448"/>
                          <a:pt x="31703" y="67266"/>
                          <a:pt x="31855" y="67083"/>
                        </a:cubicBezTo>
                        <a:cubicBezTo>
                          <a:pt x="32007" y="66870"/>
                          <a:pt x="32128" y="66627"/>
                          <a:pt x="32219" y="66354"/>
                        </a:cubicBezTo>
                        <a:cubicBezTo>
                          <a:pt x="32280" y="66232"/>
                          <a:pt x="32371" y="66141"/>
                          <a:pt x="32493" y="66080"/>
                        </a:cubicBezTo>
                        <a:cubicBezTo>
                          <a:pt x="32706" y="65959"/>
                          <a:pt x="32888" y="65776"/>
                          <a:pt x="33040" y="65563"/>
                        </a:cubicBezTo>
                        <a:cubicBezTo>
                          <a:pt x="33466" y="65047"/>
                          <a:pt x="33922" y="64560"/>
                          <a:pt x="34408" y="64135"/>
                        </a:cubicBezTo>
                        <a:cubicBezTo>
                          <a:pt x="34682" y="63861"/>
                          <a:pt x="34985" y="63618"/>
                          <a:pt x="35320" y="63436"/>
                        </a:cubicBezTo>
                        <a:cubicBezTo>
                          <a:pt x="35381" y="63436"/>
                          <a:pt x="35411" y="63405"/>
                          <a:pt x="35441" y="63375"/>
                        </a:cubicBezTo>
                        <a:cubicBezTo>
                          <a:pt x="36292" y="62737"/>
                          <a:pt x="36992" y="61886"/>
                          <a:pt x="37417" y="60913"/>
                        </a:cubicBezTo>
                        <a:cubicBezTo>
                          <a:pt x="37569" y="60518"/>
                          <a:pt x="37751" y="60153"/>
                          <a:pt x="37995" y="59819"/>
                        </a:cubicBezTo>
                        <a:cubicBezTo>
                          <a:pt x="38147" y="59606"/>
                          <a:pt x="38268" y="59363"/>
                          <a:pt x="38329" y="59089"/>
                        </a:cubicBezTo>
                        <a:cubicBezTo>
                          <a:pt x="38420" y="58724"/>
                          <a:pt x="38451" y="58390"/>
                          <a:pt x="38451" y="58025"/>
                        </a:cubicBezTo>
                        <a:cubicBezTo>
                          <a:pt x="38451" y="57934"/>
                          <a:pt x="38268" y="57813"/>
                          <a:pt x="38177" y="57843"/>
                        </a:cubicBezTo>
                        <a:cubicBezTo>
                          <a:pt x="38177" y="57843"/>
                          <a:pt x="38147" y="57873"/>
                          <a:pt x="38116" y="57873"/>
                        </a:cubicBezTo>
                        <a:cubicBezTo>
                          <a:pt x="37873" y="58056"/>
                          <a:pt x="37539" y="58147"/>
                          <a:pt x="37235" y="58177"/>
                        </a:cubicBezTo>
                        <a:cubicBezTo>
                          <a:pt x="36779" y="58208"/>
                          <a:pt x="36323" y="58299"/>
                          <a:pt x="35897" y="58421"/>
                        </a:cubicBezTo>
                        <a:cubicBezTo>
                          <a:pt x="35837" y="58451"/>
                          <a:pt x="35776" y="58451"/>
                          <a:pt x="35715" y="58451"/>
                        </a:cubicBezTo>
                        <a:cubicBezTo>
                          <a:pt x="35441" y="58451"/>
                          <a:pt x="35198" y="58512"/>
                          <a:pt x="34985" y="58633"/>
                        </a:cubicBezTo>
                        <a:cubicBezTo>
                          <a:pt x="34925" y="58664"/>
                          <a:pt x="34864" y="58694"/>
                          <a:pt x="34803" y="58694"/>
                        </a:cubicBezTo>
                        <a:cubicBezTo>
                          <a:pt x="34712" y="58724"/>
                          <a:pt x="34621" y="58724"/>
                          <a:pt x="34530" y="58664"/>
                        </a:cubicBezTo>
                        <a:cubicBezTo>
                          <a:pt x="34469" y="58633"/>
                          <a:pt x="34438" y="58573"/>
                          <a:pt x="34378" y="58542"/>
                        </a:cubicBezTo>
                        <a:cubicBezTo>
                          <a:pt x="34226" y="58360"/>
                          <a:pt x="34074" y="58208"/>
                          <a:pt x="33891" y="58056"/>
                        </a:cubicBezTo>
                        <a:cubicBezTo>
                          <a:pt x="33861" y="57995"/>
                          <a:pt x="33861" y="57934"/>
                          <a:pt x="33891" y="57873"/>
                        </a:cubicBezTo>
                        <a:cubicBezTo>
                          <a:pt x="34043" y="57600"/>
                          <a:pt x="34043" y="57539"/>
                          <a:pt x="33830" y="57387"/>
                        </a:cubicBezTo>
                        <a:cubicBezTo>
                          <a:pt x="33709" y="57296"/>
                          <a:pt x="33618" y="57174"/>
                          <a:pt x="33526" y="57053"/>
                        </a:cubicBezTo>
                        <a:cubicBezTo>
                          <a:pt x="33314" y="56779"/>
                          <a:pt x="33071" y="56536"/>
                          <a:pt x="32827" y="56293"/>
                        </a:cubicBezTo>
                        <a:cubicBezTo>
                          <a:pt x="32675" y="56171"/>
                          <a:pt x="32493" y="56050"/>
                          <a:pt x="32311" y="55958"/>
                        </a:cubicBezTo>
                        <a:cubicBezTo>
                          <a:pt x="31976" y="55837"/>
                          <a:pt x="31703" y="55533"/>
                          <a:pt x="31642" y="55168"/>
                        </a:cubicBezTo>
                        <a:cubicBezTo>
                          <a:pt x="31581" y="54986"/>
                          <a:pt x="31520" y="54803"/>
                          <a:pt x="31460" y="54591"/>
                        </a:cubicBezTo>
                        <a:cubicBezTo>
                          <a:pt x="31399" y="54408"/>
                          <a:pt x="31277" y="54226"/>
                          <a:pt x="31095" y="54104"/>
                        </a:cubicBezTo>
                        <a:cubicBezTo>
                          <a:pt x="30973" y="53983"/>
                          <a:pt x="30821" y="53861"/>
                          <a:pt x="30669" y="53770"/>
                        </a:cubicBezTo>
                        <a:cubicBezTo>
                          <a:pt x="30578" y="53679"/>
                          <a:pt x="30487" y="53557"/>
                          <a:pt x="30487" y="53405"/>
                        </a:cubicBezTo>
                        <a:cubicBezTo>
                          <a:pt x="30457" y="53010"/>
                          <a:pt x="30396" y="52645"/>
                          <a:pt x="30305" y="52281"/>
                        </a:cubicBezTo>
                        <a:cubicBezTo>
                          <a:pt x="30244" y="51916"/>
                          <a:pt x="30031" y="51642"/>
                          <a:pt x="29727" y="51460"/>
                        </a:cubicBezTo>
                        <a:cubicBezTo>
                          <a:pt x="29666" y="51460"/>
                          <a:pt x="29605" y="51430"/>
                          <a:pt x="29545" y="51369"/>
                        </a:cubicBezTo>
                        <a:cubicBezTo>
                          <a:pt x="29484" y="51338"/>
                          <a:pt x="29453" y="51278"/>
                          <a:pt x="29423" y="51217"/>
                        </a:cubicBezTo>
                        <a:cubicBezTo>
                          <a:pt x="29393" y="51156"/>
                          <a:pt x="29393" y="51095"/>
                          <a:pt x="29393" y="51004"/>
                        </a:cubicBezTo>
                        <a:cubicBezTo>
                          <a:pt x="29423" y="50791"/>
                          <a:pt x="29332" y="50548"/>
                          <a:pt x="29210" y="50396"/>
                        </a:cubicBezTo>
                        <a:cubicBezTo>
                          <a:pt x="29119" y="50305"/>
                          <a:pt x="29058" y="50214"/>
                          <a:pt x="29028" y="50092"/>
                        </a:cubicBezTo>
                        <a:cubicBezTo>
                          <a:pt x="28724" y="49697"/>
                          <a:pt x="28511" y="49241"/>
                          <a:pt x="28359" y="48755"/>
                        </a:cubicBezTo>
                        <a:cubicBezTo>
                          <a:pt x="28329" y="48664"/>
                          <a:pt x="28298" y="48603"/>
                          <a:pt x="28238" y="48512"/>
                        </a:cubicBezTo>
                        <a:cubicBezTo>
                          <a:pt x="28207" y="48451"/>
                          <a:pt x="28268" y="48360"/>
                          <a:pt x="28329" y="48390"/>
                        </a:cubicBezTo>
                        <a:cubicBezTo>
                          <a:pt x="28420" y="48390"/>
                          <a:pt x="28511" y="48420"/>
                          <a:pt x="28602" y="48329"/>
                        </a:cubicBezTo>
                        <a:cubicBezTo>
                          <a:pt x="28633" y="48268"/>
                          <a:pt x="28724" y="48238"/>
                          <a:pt x="28815" y="48208"/>
                        </a:cubicBezTo>
                        <a:cubicBezTo>
                          <a:pt x="28937" y="48238"/>
                          <a:pt x="29028" y="48299"/>
                          <a:pt x="29089" y="48390"/>
                        </a:cubicBezTo>
                        <a:cubicBezTo>
                          <a:pt x="29149" y="48451"/>
                          <a:pt x="29210" y="48542"/>
                          <a:pt x="29271" y="48603"/>
                        </a:cubicBezTo>
                        <a:cubicBezTo>
                          <a:pt x="29514" y="48937"/>
                          <a:pt x="29697" y="49302"/>
                          <a:pt x="29940" y="49636"/>
                        </a:cubicBezTo>
                        <a:cubicBezTo>
                          <a:pt x="30092" y="49819"/>
                          <a:pt x="30183" y="50031"/>
                          <a:pt x="30244" y="50244"/>
                        </a:cubicBezTo>
                        <a:cubicBezTo>
                          <a:pt x="30244" y="50366"/>
                          <a:pt x="30365" y="50487"/>
                          <a:pt x="30487" y="50518"/>
                        </a:cubicBezTo>
                        <a:cubicBezTo>
                          <a:pt x="30760" y="50609"/>
                          <a:pt x="30973" y="50822"/>
                          <a:pt x="31064" y="51095"/>
                        </a:cubicBezTo>
                        <a:cubicBezTo>
                          <a:pt x="31095" y="51186"/>
                          <a:pt x="31125" y="51247"/>
                          <a:pt x="31156" y="51338"/>
                        </a:cubicBezTo>
                        <a:cubicBezTo>
                          <a:pt x="31247" y="51460"/>
                          <a:pt x="31277" y="51642"/>
                          <a:pt x="31277" y="51794"/>
                        </a:cubicBezTo>
                        <a:cubicBezTo>
                          <a:pt x="31277" y="51855"/>
                          <a:pt x="31277" y="51916"/>
                          <a:pt x="31277" y="52007"/>
                        </a:cubicBezTo>
                        <a:cubicBezTo>
                          <a:pt x="31277" y="52341"/>
                          <a:pt x="31460" y="52645"/>
                          <a:pt x="31764" y="52858"/>
                        </a:cubicBezTo>
                        <a:cubicBezTo>
                          <a:pt x="31855" y="52949"/>
                          <a:pt x="31976" y="53010"/>
                          <a:pt x="32098" y="53071"/>
                        </a:cubicBezTo>
                        <a:cubicBezTo>
                          <a:pt x="32280" y="53223"/>
                          <a:pt x="32402" y="53405"/>
                          <a:pt x="32493" y="53618"/>
                        </a:cubicBezTo>
                        <a:cubicBezTo>
                          <a:pt x="32554" y="53892"/>
                          <a:pt x="32706" y="54135"/>
                          <a:pt x="32888" y="54317"/>
                        </a:cubicBezTo>
                        <a:cubicBezTo>
                          <a:pt x="33040" y="54469"/>
                          <a:pt x="33192" y="54651"/>
                          <a:pt x="33314" y="54834"/>
                        </a:cubicBezTo>
                        <a:cubicBezTo>
                          <a:pt x="33496" y="55047"/>
                          <a:pt x="33557" y="55320"/>
                          <a:pt x="33526" y="55594"/>
                        </a:cubicBezTo>
                        <a:cubicBezTo>
                          <a:pt x="33496" y="55685"/>
                          <a:pt x="33496" y="55776"/>
                          <a:pt x="33526" y="55867"/>
                        </a:cubicBezTo>
                        <a:cubicBezTo>
                          <a:pt x="33648" y="56202"/>
                          <a:pt x="33739" y="56506"/>
                          <a:pt x="33800" y="56840"/>
                        </a:cubicBezTo>
                        <a:cubicBezTo>
                          <a:pt x="33861" y="56962"/>
                          <a:pt x="33922" y="57114"/>
                          <a:pt x="33982" y="57235"/>
                        </a:cubicBezTo>
                        <a:cubicBezTo>
                          <a:pt x="34013" y="57326"/>
                          <a:pt x="34134" y="57387"/>
                          <a:pt x="34256" y="57387"/>
                        </a:cubicBezTo>
                        <a:cubicBezTo>
                          <a:pt x="34378" y="57387"/>
                          <a:pt x="34469" y="57387"/>
                          <a:pt x="34590" y="57357"/>
                        </a:cubicBezTo>
                        <a:cubicBezTo>
                          <a:pt x="34742" y="57357"/>
                          <a:pt x="34894" y="57296"/>
                          <a:pt x="35016" y="57174"/>
                        </a:cubicBezTo>
                        <a:cubicBezTo>
                          <a:pt x="35137" y="56992"/>
                          <a:pt x="35350" y="56931"/>
                          <a:pt x="35563" y="56962"/>
                        </a:cubicBezTo>
                        <a:cubicBezTo>
                          <a:pt x="35806" y="57022"/>
                          <a:pt x="36080" y="56962"/>
                          <a:pt x="36262" y="56810"/>
                        </a:cubicBezTo>
                        <a:cubicBezTo>
                          <a:pt x="36414" y="56718"/>
                          <a:pt x="36566" y="56658"/>
                          <a:pt x="36718" y="56658"/>
                        </a:cubicBezTo>
                        <a:cubicBezTo>
                          <a:pt x="36840" y="56627"/>
                          <a:pt x="36992" y="56566"/>
                          <a:pt x="37083" y="56475"/>
                        </a:cubicBezTo>
                        <a:cubicBezTo>
                          <a:pt x="37174" y="56354"/>
                          <a:pt x="37326" y="56262"/>
                          <a:pt x="37478" y="56232"/>
                        </a:cubicBezTo>
                        <a:cubicBezTo>
                          <a:pt x="37721" y="56141"/>
                          <a:pt x="37964" y="56080"/>
                          <a:pt x="38207" y="56019"/>
                        </a:cubicBezTo>
                        <a:cubicBezTo>
                          <a:pt x="38420" y="55928"/>
                          <a:pt x="38572" y="55837"/>
                          <a:pt x="38755" y="55746"/>
                        </a:cubicBezTo>
                        <a:cubicBezTo>
                          <a:pt x="38846" y="55715"/>
                          <a:pt x="38907" y="55655"/>
                          <a:pt x="38937" y="55563"/>
                        </a:cubicBezTo>
                        <a:cubicBezTo>
                          <a:pt x="38967" y="55351"/>
                          <a:pt x="39119" y="55199"/>
                          <a:pt x="39332" y="55138"/>
                        </a:cubicBezTo>
                        <a:cubicBezTo>
                          <a:pt x="39606" y="55077"/>
                          <a:pt x="39910" y="54986"/>
                          <a:pt x="40183" y="54925"/>
                        </a:cubicBezTo>
                        <a:cubicBezTo>
                          <a:pt x="40396" y="54895"/>
                          <a:pt x="40517" y="54803"/>
                          <a:pt x="40578" y="54621"/>
                        </a:cubicBezTo>
                        <a:cubicBezTo>
                          <a:pt x="40578" y="54500"/>
                          <a:pt x="40669" y="54408"/>
                          <a:pt x="40791" y="54378"/>
                        </a:cubicBezTo>
                        <a:cubicBezTo>
                          <a:pt x="41034" y="54378"/>
                          <a:pt x="41217" y="54226"/>
                          <a:pt x="41308" y="54013"/>
                        </a:cubicBezTo>
                        <a:cubicBezTo>
                          <a:pt x="41338" y="53892"/>
                          <a:pt x="41429" y="53831"/>
                          <a:pt x="41551" y="53800"/>
                        </a:cubicBezTo>
                        <a:cubicBezTo>
                          <a:pt x="41642" y="53770"/>
                          <a:pt x="41733" y="53740"/>
                          <a:pt x="41824" y="53709"/>
                        </a:cubicBezTo>
                        <a:cubicBezTo>
                          <a:pt x="41855" y="53679"/>
                          <a:pt x="41916" y="53618"/>
                          <a:pt x="41916" y="53557"/>
                        </a:cubicBezTo>
                        <a:cubicBezTo>
                          <a:pt x="41946" y="53436"/>
                          <a:pt x="41916" y="53284"/>
                          <a:pt x="41916" y="53162"/>
                        </a:cubicBezTo>
                        <a:cubicBezTo>
                          <a:pt x="41916" y="53041"/>
                          <a:pt x="41976" y="52919"/>
                          <a:pt x="42068" y="52858"/>
                        </a:cubicBezTo>
                        <a:cubicBezTo>
                          <a:pt x="42402" y="52645"/>
                          <a:pt x="42645" y="52341"/>
                          <a:pt x="42797" y="51977"/>
                        </a:cubicBezTo>
                        <a:cubicBezTo>
                          <a:pt x="42919" y="51764"/>
                          <a:pt x="42888" y="51642"/>
                          <a:pt x="42706" y="51460"/>
                        </a:cubicBezTo>
                        <a:cubicBezTo>
                          <a:pt x="42554" y="51308"/>
                          <a:pt x="42463" y="51186"/>
                          <a:pt x="42372" y="51034"/>
                        </a:cubicBezTo>
                        <a:cubicBezTo>
                          <a:pt x="42280" y="50913"/>
                          <a:pt x="42159" y="50822"/>
                          <a:pt x="42037" y="50822"/>
                        </a:cubicBezTo>
                        <a:cubicBezTo>
                          <a:pt x="41855" y="50791"/>
                          <a:pt x="41673" y="50761"/>
                          <a:pt x="41490" y="50730"/>
                        </a:cubicBezTo>
                        <a:cubicBezTo>
                          <a:pt x="41369" y="50700"/>
                          <a:pt x="41277" y="50639"/>
                          <a:pt x="41186" y="50548"/>
                        </a:cubicBezTo>
                        <a:cubicBezTo>
                          <a:pt x="41034" y="50396"/>
                          <a:pt x="40913" y="50183"/>
                          <a:pt x="40882" y="49971"/>
                        </a:cubicBezTo>
                        <a:cubicBezTo>
                          <a:pt x="40852" y="49758"/>
                          <a:pt x="40852" y="49575"/>
                          <a:pt x="40821" y="49363"/>
                        </a:cubicBezTo>
                        <a:cubicBezTo>
                          <a:pt x="40821" y="49363"/>
                          <a:pt x="40791" y="49302"/>
                          <a:pt x="40791" y="49302"/>
                        </a:cubicBezTo>
                        <a:cubicBezTo>
                          <a:pt x="40761" y="49302"/>
                          <a:pt x="40669" y="49302"/>
                          <a:pt x="40639" y="49332"/>
                        </a:cubicBezTo>
                        <a:cubicBezTo>
                          <a:pt x="40366" y="49606"/>
                          <a:pt x="40122" y="49879"/>
                          <a:pt x="39879" y="50214"/>
                        </a:cubicBezTo>
                        <a:cubicBezTo>
                          <a:pt x="39758" y="50457"/>
                          <a:pt x="39484" y="50578"/>
                          <a:pt x="39210" y="50548"/>
                        </a:cubicBezTo>
                        <a:cubicBezTo>
                          <a:pt x="38998" y="50518"/>
                          <a:pt x="38755" y="50548"/>
                          <a:pt x="38542" y="50639"/>
                        </a:cubicBezTo>
                        <a:cubicBezTo>
                          <a:pt x="38451" y="50670"/>
                          <a:pt x="38359" y="50639"/>
                          <a:pt x="38299" y="50548"/>
                        </a:cubicBezTo>
                        <a:cubicBezTo>
                          <a:pt x="38207" y="50487"/>
                          <a:pt x="38177" y="50366"/>
                          <a:pt x="38147" y="50244"/>
                        </a:cubicBezTo>
                        <a:cubicBezTo>
                          <a:pt x="38116" y="50031"/>
                          <a:pt x="38116" y="49819"/>
                          <a:pt x="38086" y="49575"/>
                        </a:cubicBezTo>
                        <a:cubicBezTo>
                          <a:pt x="38086" y="49545"/>
                          <a:pt x="38055" y="49484"/>
                          <a:pt x="38025" y="49454"/>
                        </a:cubicBezTo>
                        <a:cubicBezTo>
                          <a:pt x="37995" y="49423"/>
                          <a:pt x="37964" y="49393"/>
                          <a:pt x="37934" y="49393"/>
                        </a:cubicBezTo>
                        <a:cubicBezTo>
                          <a:pt x="37873" y="49393"/>
                          <a:pt x="37843" y="49393"/>
                          <a:pt x="37812" y="49423"/>
                        </a:cubicBezTo>
                        <a:cubicBezTo>
                          <a:pt x="37782" y="49515"/>
                          <a:pt x="37721" y="49606"/>
                          <a:pt x="37691" y="49667"/>
                        </a:cubicBezTo>
                        <a:cubicBezTo>
                          <a:pt x="37630" y="49788"/>
                          <a:pt x="37569" y="49758"/>
                          <a:pt x="37478" y="49667"/>
                        </a:cubicBezTo>
                        <a:cubicBezTo>
                          <a:pt x="37387" y="49575"/>
                          <a:pt x="37326" y="49423"/>
                          <a:pt x="37326" y="49302"/>
                        </a:cubicBezTo>
                        <a:cubicBezTo>
                          <a:pt x="37265" y="49059"/>
                          <a:pt x="37174" y="48876"/>
                          <a:pt x="36992" y="48694"/>
                        </a:cubicBezTo>
                        <a:cubicBezTo>
                          <a:pt x="36900" y="48572"/>
                          <a:pt x="36779" y="48481"/>
                          <a:pt x="36657" y="48360"/>
                        </a:cubicBezTo>
                        <a:cubicBezTo>
                          <a:pt x="36627" y="48329"/>
                          <a:pt x="36536" y="48299"/>
                          <a:pt x="36505" y="48238"/>
                        </a:cubicBezTo>
                        <a:cubicBezTo>
                          <a:pt x="36384" y="47995"/>
                          <a:pt x="36262" y="47752"/>
                          <a:pt x="36141" y="47509"/>
                        </a:cubicBezTo>
                        <a:cubicBezTo>
                          <a:pt x="36110" y="47448"/>
                          <a:pt x="36110" y="47387"/>
                          <a:pt x="36141" y="47326"/>
                        </a:cubicBezTo>
                        <a:cubicBezTo>
                          <a:pt x="36141" y="47235"/>
                          <a:pt x="36171" y="47144"/>
                          <a:pt x="36201" y="47053"/>
                        </a:cubicBezTo>
                        <a:cubicBezTo>
                          <a:pt x="36201" y="47022"/>
                          <a:pt x="36232" y="46992"/>
                          <a:pt x="36292" y="46961"/>
                        </a:cubicBezTo>
                        <a:cubicBezTo>
                          <a:pt x="36414" y="46931"/>
                          <a:pt x="36566" y="46931"/>
                          <a:pt x="36688" y="46931"/>
                        </a:cubicBezTo>
                        <a:cubicBezTo>
                          <a:pt x="36809" y="46931"/>
                          <a:pt x="36961" y="46961"/>
                          <a:pt x="37083" y="46992"/>
                        </a:cubicBezTo>
                        <a:cubicBezTo>
                          <a:pt x="37144" y="47053"/>
                          <a:pt x="37204" y="47174"/>
                          <a:pt x="37265" y="47265"/>
                        </a:cubicBezTo>
                        <a:cubicBezTo>
                          <a:pt x="37448" y="47539"/>
                          <a:pt x="37599" y="47812"/>
                          <a:pt x="37751" y="48086"/>
                        </a:cubicBezTo>
                        <a:cubicBezTo>
                          <a:pt x="37843" y="48208"/>
                          <a:pt x="37934" y="48299"/>
                          <a:pt x="38086" y="48329"/>
                        </a:cubicBezTo>
                        <a:lnTo>
                          <a:pt x="38268" y="48360"/>
                        </a:lnTo>
                        <a:cubicBezTo>
                          <a:pt x="38451" y="48390"/>
                          <a:pt x="38572" y="48481"/>
                          <a:pt x="38694" y="48603"/>
                        </a:cubicBezTo>
                        <a:cubicBezTo>
                          <a:pt x="38755" y="48694"/>
                          <a:pt x="38846" y="48755"/>
                          <a:pt x="38937" y="48816"/>
                        </a:cubicBezTo>
                        <a:cubicBezTo>
                          <a:pt x="39210" y="48968"/>
                          <a:pt x="39484" y="49059"/>
                          <a:pt x="39788" y="49089"/>
                        </a:cubicBezTo>
                        <a:cubicBezTo>
                          <a:pt x="39879" y="49119"/>
                          <a:pt x="40001" y="49119"/>
                          <a:pt x="40092" y="49059"/>
                        </a:cubicBezTo>
                        <a:cubicBezTo>
                          <a:pt x="40274" y="48968"/>
                          <a:pt x="40426" y="48876"/>
                          <a:pt x="40609" y="48816"/>
                        </a:cubicBezTo>
                        <a:cubicBezTo>
                          <a:pt x="40761" y="48724"/>
                          <a:pt x="40973" y="48816"/>
                          <a:pt x="41065" y="48998"/>
                        </a:cubicBezTo>
                        <a:cubicBezTo>
                          <a:pt x="41125" y="49150"/>
                          <a:pt x="41186" y="49271"/>
                          <a:pt x="41247" y="49423"/>
                        </a:cubicBezTo>
                        <a:cubicBezTo>
                          <a:pt x="41277" y="49575"/>
                          <a:pt x="41429" y="49667"/>
                          <a:pt x="41551" y="49636"/>
                        </a:cubicBezTo>
                        <a:cubicBezTo>
                          <a:pt x="42189" y="49697"/>
                          <a:pt x="42797" y="49849"/>
                          <a:pt x="43435" y="49940"/>
                        </a:cubicBezTo>
                        <a:cubicBezTo>
                          <a:pt x="43648" y="50001"/>
                          <a:pt x="43891" y="50001"/>
                          <a:pt x="44104" y="49971"/>
                        </a:cubicBezTo>
                        <a:cubicBezTo>
                          <a:pt x="44469" y="49879"/>
                          <a:pt x="44864" y="49879"/>
                          <a:pt x="45259" y="49910"/>
                        </a:cubicBezTo>
                        <a:cubicBezTo>
                          <a:pt x="45350" y="49910"/>
                          <a:pt x="45442" y="49910"/>
                          <a:pt x="45502" y="49879"/>
                        </a:cubicBezTo>
                        <a:cubicBezTo>
                          <a:pt x="45776" y="49819"/>
                          <a:pt x="46050" y="49788"/>
                          <a:pt x="46323" y="49819"/>
                        </a:cubicBezTo>
                        <a:cubicBezTo>
                          <a:pt x="46414" y="49819"/>
                          <a:pt x="46505" y="49879"/>
                          <a:pt x="46536" y="49940"/>
                        </a:cubicBezTo>
                        <a:cubicBezTo>
                          <a:pt x="46566" y="50031"/>
                          <a:pt x="46657" y="50123"/>
                          <a:pt x="46718" y="50153"/>
                        </a:cubicBezTo>
                        <a:cubicBezTo>
                          <a:pt x="46809" y="50214"/>
                          <a:pt x="46901" y="50305"/>
                          <a:pt x="46931" y="50426"/>
                        </a:cubicBezTo>
                        <a:cubicBezTo>
                          <a:pt x="46961" y="50609"/>
                          <a:pt x="47113" y="50761"/>
                          <a:pt x="47326" y="50791"/>
                        </a:cubicBezTo>
                        <a:cubicBezTo>
                          <a:pt x="47478" y="50822"/>
                          <a:pt x="47630" y="50943"/>
                          <a:pt x="47721" y="51065"/>
                        </a:cubicBezTo>
                        <a:cubicBezTo>
                          <a:pt x="47873" y="51308"/>
                          <a:pt x="48147" y="51430"/>
                          <a:pt x="48420" y="51430"/>
                        </a:cubicBezTo>
                        <a:lnTo>
                          <a:pt x="48603" y="51430"/>
                        </a:lnTo>
                        <a:lnTo>
                          <a:pt x="48603" y="51430"/>
                        </a:lnTo>
                        <a:lnTo>
                          <a:pt x="48633" y="51430"/>
                        </a:lnTo>
                        <a:lnTo>
                          <a:pt x="48633" y="51460"/>
                        </a:lnTo>
                        <a:lnTo>
                          <a:pt x="48603" y="51460"/>
                        </a:lnTo>
                        <a:cubicBezTo>
                          <a:pt x="48512" y="51612"/>
                          <a:pt x="48329" y="51703"/>
                          <a:pt x="48177" y="51612"/>
                        </a:cubicBezTo>
                        <a:cubicBezTo>
                          <a:pt x="48116" y="51612"/>
                          <a:pt x="48086" y="51642"/>
                          <a:pt x="48056" y="51673"/>
                        </a:cubicBezTo>
                        <a:cubicBezTo>
                          <a:pt x="48025" y="51703"/>
                          <a:pt x="48025" y="51764"/>
                          <a:pt x="48056" y="51794"/>
                        </a:cubicBezTo>
                        <a:cubicBezTo>
                          <a:pt x="48268" y="52007"/>
                          <a:pt x="48451" y="52220"/>
                          <a:pt x="48664" y="52402"/>
                        </a:cubicBezTo>
                        <a:cubicBezTo>
                          <a:pt x="49028" y="52767"/>
                          <a:pt x="49211" y="52797"/>
                          <a:pt x="49667" y="52493"/>
                        </a:cubicBezTo>
                        <a:cubicBezTo>
                          <a:pt x="49849" y="52402"/>
                          <a:pt x="49971" y="52220"/>
                          <a:pt x="49971" y="52037"/>
                        </a:cubicBezTo>
                        <a:lnTo>
                          <a:pt x="49971" y="52037"/>
                        </a:lnTo>
                        <a:lnTo>
                          <a:pt x="49971" y="51977"/>
                        </a:lnTo>
                        <a:lnTo>
                          <a:pt x="49971" y="52007"/>
                        </a:lnTo>
                        <a:cubicBezTo>
                          <a:pt x="49971" y="52007"/>
                          <a:pt x="49971" y="52037"/>
                          <a:pt x="49971" y="52037"/>
                        </a:cubicBezTo>
                        <a:cubicBezTo>
                          <a:pt x="50001" y="52037"/>
                          <a:pt x="50031" y="52037"/>
                          <a:pt x="50031" y="52068"/>
                        </a:cubicBezTo>
                        <a:cubicBezTo>
                          <a:pt x="50153" y="52341"/>
                          <a:pt x="50214" y="52676"/>
                          <a:pt x="50214" y="52980"/>
                        </a:cubicBezTo>
                        <a:cubicBezTo>
                          <a:pt x="50214" y="53101"/>
                          <a:pt x="50214" y="53253"/>
                          <a:pt x="50244" y="53375"/>
                        </a:cubicBezTo>
                        <a:cubicBezTo>
                          <a:pt x="50366" y="53709"/>
                          <a:pt x="50426" y="54044"/>
                          <a:pt x="50487" y="54378"/>
                        </a:cubicBezTo>
                        <a:cubicBezTo>
                          <a:pt x="50639" y="54682"/>
                          <a:pt x="50730" y="55016"/>
                          <a:pt x="50791" y="55351"/>
                        </a:cubicBezTo>
                        <a:cubicBezTo>
                          <a:pt x="50791" y="55411"/>
                          <a:pt x="50822" y="55472"/>
                          <a:pt x="50852" y="55533"/>
                        </a:cubicBezTo>
                        <a:cubicBezTo>
                          <a:pt x="50974" y="55746"/>
                          <a:pt x="51065" y="55928"/>
                          <a:pt x="51186" y="56141"/>
                        </a:cubicBezTo>
                        <a:cubicBezTo>
                          <a:pt x="51338" y="56354"/>
                          <a:pt x="51460" y="56597"/>
                          <a:pt x="51521" y="56870"/>
                        </a:cubicBezTo>
                        <a:cubicBezTo>
                          <a:pt x="51582" y="56992"/>
                          <a:pt x="51612" y="57114"/>
                          <a:pt x="51673" y="57235"/>
                        </a:cubicBezTo>
                        <a:cubicBezTo>
                          <a:pt x="51733" y="57509"/>
                          <a:pt x="51855" y="57752"/>
                          <a:pt x="52037" y="57965"/>
                        </a:cubicBezTo>
                        <a:cubicBezTo>
                          <a:pt x="52159" y="58056"/>
                          <a:pt x="52250" y="58208"/>
                          <a:pt x="52311" y="58329"/>
                        </a:cubicBezTo>
                        <a:cubicBezTo>
                          <a:pt x="52463" y="58633"/>
                          <a:pt x="52585" y="58968"/>
                          <a:pt x="52645" y="59302"/>
                        </a:cubicBezTo>
                        <a:cubicBezTo>
                          <a:pt x="52676" y="59515"/>
                          <a:pt x="52767" y="59697"/>
                          <a:pt x="52889" y="59849"/>
                        </a:cubicBezTo>
                        <a:cubicBezTo>
                          <a:pt x="52949" y="59940"/>
                          <a:pt x="53010" y="60001"/>
                          <a:pt x="53101" y="60031"/>
                        </a:cubicBezTo>
                        <a:cubicBezTo>
                          <a:pt x="53253" y="60183"/>
                          <a:pt x="53496" y="60153"/>
                          <a:pt x="53618" y="59971"/>
                        </a:cubicBezTo>
                        <a:cubicBezTo>
                          <a:pt x="53679" y="59910"/>
                          <a:pt x="53709" y="59849"/>
                          <a:pt x="53740" y="59788"/>
                        </a:cubicBezTo>
                        <a:cubicBezTo>
                          <a:pt x="53770" y="59697"/>
                          <a:pt x="53861" y="59606"/>
                          <a:pt x="53983" y="59576"/>
                        </a:cubicBezTo>
                        <a:cubicBezTo>
                          <a:pt x="54104" y="59515"/>
                          <a:pt x="54165" y="59424"/>
                          <a:pt x="54226" y="59272"/>
                        </a:cubicBezTo>
                        <a:cubicBezTo>
                          <a:pt x="54256" y="59089"/>
                          <a:pt x="54378" y="58968"/>
                          <a:pt x="54560" y="58876"/>
                        </a:cubicBezTo>
                        <a:cubicBezTo>
                          <a:pt x="54651" y="58816"/>
                          <a:pt x="54712" y="58694"/>
                          <a:pt x="54682" y="58573"/>
                        </a:cubicBezTo>
                        <a:cubicBezTo>
                          <a:pt x="54682" y="58451"/>
                          <a:pt x="54651" y="58360"/>
                          <a:pt x="54621" y="58238"/>
                        </a:cubicBezTo>
                        <a:cubicBezTo>
                          <a:pt x="54591" y="58117"/>
                          <a:pt x="54621" y="57965"/>
                          <a:pt x="54682" y="57843"/>
                        </a:cubicBezTo>
                        <a:cubicBezTo>
                          <a:pt x="54712" y="57752"/>
                          <a:pt x="54743" y="57661"/>
                          <a:pt x="54773" y="57600"/>
                        </a:cubicBezTo>
                        <a:cubicBezTo>
                          <a:pt x="54864" y="57417"/>
                          <a:pt x="54864" y="57174"/>
                          <a:pt x="54773" y="56992"/>
                        </a:cubicBezTo>
                        <a:cubicBezTo>
                          <a:pt x="54743" y="56901"/>
                          <a:pt x="54712" y="56779"/>
                          <a:pt x="54712" y="56658"/>
                        </a:cubicBezTo>
                        <a:lnTo>
                          <a:pt x="54712" y="55898"/>
                        </a:lnTo>
                        <a:cubicBezTo>
                          <a:pt x="54712" y="55776"/>
                          <a:pt x="54834" y="55655"/>
                          <a:pt x="54955" y="55624"/>
                        </a:cubicBezTo>
                        <a:cubicBezTo>
                          <a:pt x="55047" y="55624"/>
                          <a:pt x="55138" y="55594"/>
                          <a:pt x="55138" y="55563"/>
                        </a:cubicBezTo>
                        <a:cubicBezTo>
                          <a:pt x="55259" y="55381"/>
                          <a:pt x="55442" y="55290"/>
                          <a:pt x="55655" y="55229"/>
                        </a:cubicBezTo>
                        <a:cubicBezTo>
                          <a:pt x="55746" y="55199"/>
                          <a:pt x="55807" y="55107"/>
                          <a:pt x="55807" y="55016"/>
                        </a:cubicBezTo>
                        <a:cubicBezTo>
                          <a:pt x="55867" y="54925"/>
                          <a:pt x="55867" y="54803"/>
                          <a:pt x="55989" y="54743"/>
                        </a:cubicBezTo>
                        <a:cubicBezTo>
                          <a:pt x="56232" y="54560"/>
                          <a:pt x="56475" y="54348"/>
                          <a:pt x="56688" y="54135"/>
                        </a:cubicBezTo>
                        <a:cubicBezTo>
                          <a:pt x="56810" y="54044"/>
                          <a:pt x="56901" y="53922"/>
                          <a:pt x="56962" y="53800"/>
                        </a:cubicBezTo>
                        <a:cubicBezTo>
                          <a:pt x="57053" y="53679"/>
                          <a:pt x="57174" y="53557"/>
                          <a:pt x="57266" y="53436"/>
                        </a:cubicBezTo>
                        <a:cubicBezTo>
                          <a:pt x="57326" y="53344"/>
                          <a:pt x="57417" y="53284"/>
                          <a:pt x="57539" y="53253"/>
                        </a:cubicBezTo>
                        <a:cubicBezTo>
                          <a:pt x="57904" y="53132"/>
                          <a:pt x="58177" y="52767"/>
                          <a:pt x="58177" y="52372"/>
                        </a:cubicBezTo>
                        <a:cubicBezTo>
                          <a:pt x="58208" y="52250"/>
                          <a:pt x="58269" y="52159"/>
                          <a:pt x="58390" y="52129"/>
                        </a:cubicBezTo>
                        <a:cubicBezTo>
                          <a:pt x="58542" y="52037"/>
                          <a:pt x="58725" y="52007"/>
                          <a:pt x="58907" y="52007"/>
                        </a:cubicBezTo>
                        <a:cubicBezTo>
                          <a:pt x="59332" y="52037"/>
                          <a:pt x="59728" y="51946"/>
                          <a:pt x="60062" y="51703"/>
                        </a:cubicBezTo>
                        <a:cubicBezTo>
                          <a:pt x="60214" y="51612"/>
                          <a:pt x="60427" y="51612"/>
                          <a:pt x="60548" y="51490"/>
                        </a:cubicBezTo>
                        <a:cubicBezTo>
                          <a:pt x="60609" y="51490"/>
                          <a:pt x="60639" y="51521"/>
                          <a:pt x="60670" y="51551"/>
                        </a:cubicBezTo>
                        <a:cubicBezTo>
                          <a:pt x="60700" y="51673"/>
                          <a:pt x="60761" y="51794"/>
                          <a:pt x="60791" y="51916"/>
                        </a:cubicBezTo>
                        <a:cubicBezTo>
                          <a:pt x="60883" y="52372"/>
                          <a:pt x="61187" y="52767"/>
                          <a:pt x="61612" y="52980"/>
                        </a:cubicBezTo>
                        <a:lnTo>
                          <a:pt x="61794" y="53071"/>
                        </a:lnTo>
                        <a:cubicBezTo>
                          <a:pt x="61886" y="53101"/>
                          <a:pt x="61916" y="53192"/>
                          <a:pt x="61886" y="53344"/>
                        </a:cubicBezTo>
                        <a:cubicBezTo>
                          <a:pt x="61825" y="53496"/>
                          <a:pt x="61855" y="53618"/>
                          <a:pt x="62068" y="53709"/>
                        </a:cubicBezTo>
                        <a:cubicBezTo>
                          <a:pt x="62190" y="53770"/>
                          <a:pt x="62281" y="53861"/>
                          <a:pt x="62342" y="53983"/>
                        </a:cubicBezTo>
                        <a:cubicBezTo>
                          <a:pt x="62372" y="54013"/>
                          <a:pt x="62372" y="54013"/>
                          <a:pt x="62372" y="54044"/>
                        </a:cubicBezTo>
                        <a:cubicBezTo>
                          <a:pt x="62554" y="54317"/>
                          <a:pt x="62585" y="54651"/>
                          <a:pt x="62494" y="54955"/>
                        </a:cubicBezTo>
                        <a:cubicBezTo>
                          <a:pt x="62463" y="55077"/>
                          <a:pt x="62463" y="55168"/>
                          <a:pt x="62494" y="55290"/>
                        </a:cubicBezTo>
                        <a:cubicBezTo>
                          <a:pt x="62524" y="55411"/>
                          <a:pt x="62615" y="55503"/>
                          <a:pt x="62706" y="55533"/>
                        </a:cubicBezTo>
                        <a:cubicBezTo>
                          <a:pt x="62980" y="55533"/>
                          <a:pt x="63223" y="55472"/>
                          <a:pt x="63436" y="55351"/>
                        </a:cubicBezTo>
                        <a:cubicBezTo>
                          <a:pt x="63588" y="55229"/>
                          <a:pt x="63770" y="55107"/>
                          <a:pt x="63953" y="55016"/>
                        </a:cubicBezTo>
                        <a:cubicBezTo>
                          <a:pt x="63983" y="54986"/>
                          <a:pt x="64044" y="54986"/>
                          <a:pt x="64074" y="55016"/>
                        </a:cubicBezTo>
                        <a:cubicBezTo>
                          <a:pt x="64196" y="55138"/>
                          <a:pt x="64378" y="55229"/>
                          <a:pt x="64409" y="55411"/>
                        </a:cubicBezTo>
                        <a:cubicBezTo>
                          <a:pt x="64439" y="55594"/>
                          <a:pt x="64469" y="55746"/>
                          <a:pt x="64530" y="55898"/>
                        </a:cubicBezTo>
                        <a:cubicBezTo>
                          <a:pt x="64591" y="56293"/>
                          <a:pt x="64743" y="56688"/>
                          <a:pt x="64956" y="57022"/>
                        </a:cubicBezTo>
                        <a:cubicBezTo>
                          <a:pt x="64986" y="57114"/>
                          <a:pt x="65016" y="57174"/>
                          <a:pt x="65047" y="57265"/>
                        </a:cubicBezTo>
                        <a:cubicBezTo>
                          <a:pt x="65047" y="57357"/>
                          <a:pt x="65047" y="57448"/>
                          <a:pt x="65077" y="57539"/>
                        </a:cubicBezTo>
                        <a:cubicBezTo>
                          <a:pt x="65199" y="57873"/>
                          <a:pt x="65199" y="58238"/>
                          <a:pt x="65077" y="58542"/>
                        </a:cubicBezTo>
                        <a:cubicBezTo>
                          <a:pt x="65047" y="58633"/>
                          <a:pt x="65047" y="58724"/>
                          <a:pt x="65047" y="58816"/>
                        </a:cubicBezTo>
                        <a:cubicBezTo>
                          <a:pt x="65138" y="59059"/>
                          <a:pt x="65108" y="59302"/>
                          <a:pt x="65016" y="59545"/>
                        </a:cubicBezTo>
                        <a:cubicBezTo>
                          <a:pt x="64925" y="59819"/>
                          <a:pt x="64956" y="60031"/>
                          <a:pt x="65260" y="60153"/>
                        </a:cubicBezTo>
                        <a:cubicBezTo>
                          <a:pt x="65260" y="60153"/>
                          <a:pt x="65290" y="60183"/>
                          <a:pt x="65290" y="60183"/>
                        </a:cubicBezTo>
                        <a:cubicBezTo>
                          <a:pt x="65564" y="60548"/>
                          <a:pt x="65837" y="60883"/>
                          <a:pt x="66111" y="61217"/>
                        </a:cubicBezTo>
                        <a:cubicBezTo>
                          <a:pt x="66202" y="61399"/>
                          <a:pt x="66232" y="61612"/>
                          <a:pt x="66232" y="61794"/>
                        </a:cubicBezTo>
                        <a:cubicBezTo>
                          <a:pt x="66232" y="61855"/>
                          <a:pt x="66263" y="61886"/>
                          <a:pt x="66293" y="61916"/>
                        </a:cubicBezTo>
                        <a:cubicBezTo>
                          <a:pt x="66354" y="62038"/>
                          <a:pt x="66384" y="62190"/>
                          <a:pt x="66354" y="62311"/>
                        </a:cubicBezTo>
                        <a:cubicBezTo>
                          <a:pt x="66354" y="62463"/>
                          <a:pt x="66415" y="62585"/>
                          <a:pt x="66506" y="62676"/>
                        </a:cubicBezTo>
                        <a:cubicBezTo>
                          <a:pt x="66658" y="62828"/>
                          <a:pt x="66779" y="62980"/>
                          <a:pt x="66840" y="63193"/>
                        </a:cubicBezTo>
                        <a:cubicBezTo>
                          <a:pt x="66840" y="63253"/>
                          <a:pt x="66931" y="63284"/>
                          <a:pt x="66962" y="63345"/>
                        </a:cubicBezTo>
                        <a:cubicBezTo>
                          <a:pt x="67023" y="63375"/>
                          <a:pt x="67114" y="63436"/>
                          <a:pt x="67175" y="63527"/>
                        </a:cubicBezTo>
                        <a:cubicBezTo>
                          <a:pt x="67296" y="63679"/>
                          <a:pt x="67448" y="63831"/>
                          <a:pt x="67661" y="63892"/>
                        </a:cubicBezTo>
                        <a:cubicBezTo>
                          <a:pt x="67874" y="64013"/>
                          <a:pt x="68086" y="64135"/>
                          <a:pt x="68299" y="64256"/>
                        </a:cubicBezTo>
                        <a:lnTo>
                          <a:pt x="68299" y="64256"/>
                        </a:lnTo>
                        <a:lnTo>
                          <a:pt x="68299" y="64256"/>
                        </a:lnTo>
                        <a:lnTo>
                          <a:pt x="68269" y="64256"/>
                        </a:lnTo>
                        <a:lnTo>
                          <a:pt x="68390" y="64135"/>
                        </a:lnTo>
                        <a:cubicBezTo>
                          <a:pt x="68482" y="64105"/>
                          <a:pt x="68512" y="64013"/>
                          <a:pt x="68482" y="63922"/>
                        </a:cubicBezTo>
                        <a:cubicBezTo>
                          <a:pt x="68390" y="63740"/>
                          <a:pt x="68330" y="63557"/>
                          <a:pt x="68208" y="63375"/>
                        </a:cubicBezTo>
                        <a:cubicBezTo>
                          <a:pt x="68056" y="63193"/>
                          <a:pt x="67995" y="62980"/>
                          <a:pt x="67995" y="62737"/>
                        </a:cubicBezTo>
                        <a:lnTo>
                          <a:pt x="67995" y="62342"/>
                        </a:lnTo>
                        <a:cubicBezTo>
                          <a:pt x="68026" y="62190"/>
                          <a:pt x="67965" y="62038"/>
                          <a:pt x="67874" y="61886"/>
                        </a:cubicBezTo>
                        <a:cubicBezTo>
                          <a:pt x="67691" y="61703"/>
                          <a:pt x="67478" y="61521"/>
                          <a:pt x="67326" y="61308"/>
                        </a:cubicBezTo>
                        <a:cubicBezTo>
                          <a:pt x="67053" y="61217"/>
                          <a:pt x="66871" y="60943"/>
                          <a:pt x="66597" y="60822"/>
                        </a:cubicBezTo>
                        <a:cubicBezTo>
                          <a:pt x="66384" y="60761"/>
                          <a:pt x="66263" y="60579"/>
                          <a:pt x="66293" y="60366"/>
                        </a:cubicBezTo>
                        <a:cubicBezTo>
                          <a:pt x="66293" y="60214"/>
                          <a:pt x="66232" y="60062"/>
                          <a:pt x="66141" y="59971"/>
                        </a:cubicBezTo>
                        <a:cubicBezTo>
                          <a:pt x="65989" y="59819"/>
                          <a:pt x="65898" y="59636"/>
                          <a:pt x="65837" y="59454"/>
                        </a:cubicBezTo>
                        <a:cubicBezTo>
                          <a:pt x="65655" y="59424"/>
                          <a:pt x="65503" y="59272"/>
                          <a:pt x="65503" y="59089"/>
                        </a:cubicBezTo>
                        <a:cubicBezTo>
                          <a:pt x="65472" y="58937"/>
                          <a:pt x="65503" y="58816"/>
                          <a:pt x="65533" y="58664"/>
                        </a:cubicBezTo>
                        <a:cubicBezTo>
                          <a:pt x="65716" y="58177"/>
                          <a:pt x="65837" y="57691"/>
                          <a:pt x="65928" y="57144"/>
                        </a:cubicBezTo>
                        <a:cubicBezTo>
                          <a:pt x="65928" y="57144"/>
                          <a:pt x="65928" y="57114"/>
                          <a:pt x="65959" y="57114"/>
                        </a:cubicBezTo>
                        <a:cubicBezTo>
                          <a:pt x="65989" y="57083"/>
                          <a:pt x="66019" y="57053"/>
                          <a:pt x="66050" y="57053"/>
                        </a:cubicBezTo>
                        <a:cubicBezTo>
                          <a:pt x="66111" y="57053"/>
                          <a:pt x="66141" y="57053"/>
                          <a:pt x="66171" y="57083"/>
                        </a:cubicBezTo>
                        <a:cubicBezTo>
                          <a:pt x="66202" y="57114"/>
                          <a:pt x="66232" y="57144"/>
                          <a:pt x="66232" y="57174"/>
                        </a:cubicBezTo>
                        <a:cubicBezTo>
                          <a:pt x="66263" y="57417"/>
                          <a:pt x="66445" y="57569"/>
                          <a:pt x="66658" y="57539"/>
                        </a:cubicBezTo>
                        <a:cubicBezTo>
                          <a:pt x="66719" y="57539"/>
                          <a:pt x="66810" y="57539"/>
                          <a:pt x="66871" y="57569"/>
                        </a:cubicBezTo>
                        <a:cubicBezTo>
                          <a:pt x="67083" y="57752"/>
                          <a:pt x="67357" y="57873"/>
                          <a:pt x="67509" y="58147"/>
                        </a:cubicBezTo>
                        <a:cubicBezTo>
                          <a:pt x="67691" y="58481"/>
                          <a:pt x="67934" y="58724"/>
                          <a:pt x="68238" y="58937"/>
                        </a:cubicBezTo>
                        <a:cubicBezTo>
                          <a:pt x="68299" y="58907"/>
                          <a:pt x="68360" y="58846"/>
                          <a:pt x="68421" y="58876"/>
                        </a:cubicBezTo>
                        <a:cubicBezTo>
                          <a:pt x="68542" y="58937"/>
                          <a:pt x="68694" y="59028"/>
                          <a:pt x="68664" y="59211"/>
                        </a:cubicBezTo>
                        <a:cubicBezTo>
                          <a:pt x="68664" y="59393"/>
                          <a:pt x="68664" y="59576"/>
                          <a:pt x="68664" y="59758"/>
                        </a:cubicBezTo>
                        <a:cubicBezTo>
                          <a:pt x="68664" y="59819"/>
                          <a:pt x="68785" y="59849"/>
                          <a:pt x="68846" y="59819"/>
                        </a:cubicBezTo>
                        <a:cubicBezTo>
                          <a:pt x="68907" y="59819"/>
                          <a:pt x="68907" y="59819"/>
                          <a:pt x="68907" y="59819"/>
                        </a:cubicBezTo>
                        <a:cubicBezTo>
                          <a:pt x="69181" y="59545"/>
                          <a:pt x="69454" y="59302"/>
                          <a:pt x="69697" y="59059"/>
                        </a:cubicBezTo>
                        <a:cubicBezTo>
                          <a:pt x="69758" y="58968"/>
                          <a:pt x="69819" y="58937"/>
                          <a:pt x="69910" y="58907"/>
                        </a:cubicBezTo>
                        <a:cubicBezTo>
                          <a:pt x="70244" y="58785"/>
                          <a:pt x="70548" y="58603"/>
                          <a:pt x="70761" y="58360"/>
                        </a:cubicBezTo>
                        <a:cubicBezTo>
                          <a:pt x="70913" y="58238"/>
                          <a:pt x="71035" y="58056"/>
                          <a:pt x="71065" y="57843"/>
                        </a:cubicBezTo>
                        <a:cubicBezTo>
                          <a:pt x="71187" y="57539"/>
                          <a:pt x="71187" y="57205"/>
                          <a:pt x="71065" y="56901"/>
                        </a:cubicBezTo>
                        <a:cubicBezTo>
                          <a:pt x="71065" y="56901"/>
                          <a:pt x="71065" y="56870"/>
                          <a:pt x="71065" y="56840"/>
                        </a:cubicBezTo>
                        <a:cubicBezTo>
                          <a:pt x="71004" y="56445"/>
                          <a:pt x="70883" y="56050"/>
                          <a:pt x="70700" y="55685"/>
                        </a:cubicBezTo>
                        <a:cubicBezTo>
                          <a:pt x="70609" y="55563"/>
                          <a:pt x="70518" y="55411"/>
                          <a:pt x="70396" y="55320"/>
                        </a:cubicBezTo>
                        <a:cubicBezTo>
                          <a:pt x="70184" y="55077"/>
                          <a:pt x="69910" y="54895"/>
                          <a:pt x="69637" y="54712"/>
                        </a:cubicBezTo>
                        <a:cubicBezTo>
                          <a:pt x="69454" y="54621"/>
                          <a:pt x="69333" y="54469"/>
                          <a:pt x="69272" y="54256"/>
                        </a:cubicBezTo>
                        <a:cubicBezTo>
                          <a:pt x="69241" y="54135"/>
                          <a:pt x="69150" y="54044"/>
                          <a:pt x="69059" y="53983"/>
                        </a:cubicBezTo>
                        <a:cubicBezTo>
                          <a:pt x="68998" y="53922"/>
                          <a:pt x="68937" y="53861"/>
                          <a:pt x="68877" y="53800"/>
                        </a:cubicBezTo>
                        <a:cubicBezTo>
                          <a:pt x="68846" y="53770"/>
                          <a:pt x="68816" y="53740"/>
                          <a:pt x="68816" y="53679"/>
                        </a:cubicBezTo>
                        <a:cubicBezTo>
                          <a:pt x="68816" y="53436"/>
                          <a:pt x="68725" y="53192"/>
                          <a:pt x="68968" y="53010"/>
                        </a:cubicBezTo>
                        <a:cubicBezTo>
                          <a:pt x="69089" y="52919"/>
                          <a:pt x="69150" y="52797"/>
                          <a:pt x="69150" y="52645"/>
                        </a:cubicBezTo>
                        <a:cubicBezTo>
                          <a:pt x="69181" y="52554"/>
                          <a:pt x="69241" y="52463"/>
                          <a:pt x="69302" y="52433"/>
                        </a:cubicBezTo>
                        <a:cubicBezTo>
                          <a:pt x="69576" y="52281"/>
                          <a:pt x="69819" y="52129"/>
                          <a:pt x="70093" y="52007"/>
                        </a:cubicBezTo>
                        <a:cubicBezTo>
                          <a:pt x="70153" y="51977"/>
                          <a:pt x="70214" y="51977"/>
                          <a:pt x="70305" y="52007"/>
                        </a:cubicBezTo>
                        <a:cubicBezTo>
                          <a:pt x="70366" y="52037"/>
                          <a:pt x="70427" y="52037"/>
                          <a:pt x="70488" y="52068"/>
                        </a:cubicBezTo>
                        <a:cubicBezTo>
                          <a:pt x="70640" y="52129"/>
                          <a:pt x="70761" y="52189"/>
                          <a:pt x="70792" y="52372"/>
                        </a:cubicBezTo>
                        <a:cubicBezTo>
                          <a:pt x="70822" y="52524"/>
                          <a:pt x="70913" y="52615"/>
                          <a:pt x="71035" y="52706"/>
                        </a:cubicBezTo>
                        <a:cubicBezTo>
                          <a:pt x="71126" y="52797"/>
                          <a:pt x="71308" y="52737"/>
                          <a:pt x="71339" y="52585"/>
                        </a:cubicBezTo>
                        <a:cubicBezTo>
                          <a:pt x="71339" y="52524"/>
                          <a:pt x="71339" y="52463"/>
                          <a:pt x="71339" y="52372"/>
                        </a:cubicBezTo>
                        <a:lnTo>
                          <a:pt x="71339" y="52372"/>
                        </a:lnTo>
                        <a:lnTo>
                          <a:pt x="71339" y="52341"/>
                        </a:lnTo>
                        <a:lnTo>
                          <a:pt x="71308" y="52372"/>
                        </a:lnTo>
                        <a:cubicBezTo>
                          <a:pt x="71278" y="52341"/>
                          <a:pt x="71278" y="52311"/>
                          <a:pt x="71278" y="52250"/>
                        </a:cubicBezTo>
                        <a:cubicBezTo>
                          <a:pt x="71278" y="52220"/>
                          <a:pt x="71308" y="52189"/>
                          <a:pt x="71339" y="52159"/>
                        </a:cubicBezTo>
                        <a:cubicBezTo>
                          <a:pt x="71643" y="52098"/>
                          <a:pt x="71947" y="51977"/>
                          <a:pt x="72251" y="51855"/>
                        </a:cubicBezTo>
                        <a:cubicBezTo>
                          <a:pt x="72524" y="51794"/>
                          <a:pt x="72737" y="51612"/>
                          <a:pt x="72859" y="51369"/>
                        </a:cubicBezTo>
                        <a:cubicBezTo>
                          <a:pt x="72889" y="51278"/>
                          <a:pt x="72950" y="51278"/>
                          <a:pt x="73010" y="51338"/>
                        </a:cubicBezTo>
                        <a:cubicBezTo>
                          <a:pt x="73071" y="51369"/>
                          <a:pt x="73162" y="51430"/>
                          <a:pt x="73254" y="51399"/>
                        </a:cubicBezTo>
                        <a:cubicBezTo>
                          <a:pt x="73436" y="51308"/>
                          <a:pt x="73649" y="51247"/>
                          <a:pt x="73831" y="51217"/>
                        </a:cubicBezTo>
                        <a:cubicBezTo>
                          <a:pt x="73983" y="51186"/>
                          <a:pt x="74135" y="51156"/>
                          <a:pt x="74287" y="51095"/>
                        </a:cubicBezTo>
                        <a:cubicBezTo>
                          <a:pt x="74439" y="51034"/>
                          <a:pt x="74591" y="50943"/>
                          <a:pt x="74621" y="50761"/>
                        </a:cubicBezTo>
                        <a:cubicBezTo>
                          <a:pt x="74652" y="50700"/>
                          <a:pt x="74713" y="50700"/>
                          <a:pt x="74773" y="50639"/>
                        </a:cubicBezTo>
                        <a:cubicBezTo>
                          <a:pt x="75017" y="50518"/>
                          <a:pt x="75199" y="50335"/>
                          <a:pt x="75321" y="50092"/>
                        </a:cubicBezTo>
                        <a:cubicBezTo>
                          <a:pt x="75321" y="50062"/>
                          <a:pt x="75351" y="50062"/>
                          <a:pt x="75351" y="50031"/>
                        </a:cubicBezTo>
                        <a:cubicBezTo>
                          <a:pt x="75533" y="49940"/>
                          <a:pt x="75685" y="49758"/>
                          <a:pt x="75716" y="49545"/>
                        </a:cubicBezTo>
                        <a:cubicBezTo>
                          <a:pt x="75746" y="49484"/>
                          <a:pt x="75837" y="49484"/>
                          <a:pt x="75898" y="49454"/>
                        </a:cubicBezTo>
                        <a:cubicBezTo>
                          <a:pt x="75959" y="49454"/>
                          <a:pt x="76020" y="49363"/>
                          <a:pt x="75989" y="49241"/>
                        </a:cubicBezTo>
                        <a:cubicBezTo>
                          <a:pt x="75959" y="49089"/>
                          <a:pt x="75959" y="48907"/>
                          <a:pt x="75959" y="48724"/>
                        </a:cubicBezTo>
                        <a:cubicBezTo>
                          <a:pt x="75959" y="48603"/>
                          <a:pt x="75928" y="48512"/>
                          <a:pt x="76050" y="48451"/>
                        </a:cubicBezTo>
                        <a:cubicBezTo>
                          <a:pt x="76263" y="48329"/>
                          <a:pt x="76384" y="48116"/>
                          <a:pt x="76415" y="47904"/>
                        </a:cubicBezTo>
                        <a:cubicBezTo>
                          <a:pt x="76415" y="47752"/>
                          <a:pt x="76476" y="47630"/>
                          <a:pt x="76597" y="47539"/>
                        </a:cubicBezTo>
                        <a:cubicBezTo>
                          <a:pt x="76749" y="47417"/>
                          <a:pt x="76810" y="47235"/>
                          <a:pt x="76810" y="47053"/>
                        </a:cubicBezTo>
                        <a:cubicBezTo>
                          <a:pt x="76780" y="46961"/>
                          <a:pt x="76810" y="46840"/>
                          <a:pt x="76871" y="46749"/>
                        </a:cubicBezTo>
                        <a:cubicBezTo>
                          <a:pt x="76962" y="46566"/>
                          <a:pt x="76932" y="46384"/>
                          <a:pt x="76810" y="46232"/>
                        </a:cubicBezTo>
                        <a:cubicBezTo>
                          <a:pt x="76719" y="46171"/>
                          <a:pt x="76628" y="46080"/>
                          <a:pt x="76536" y="46019"/>
                        </a:cubicBezTo>
                        <a:cubicBezTo>
                          <a:pt x="76476" y="45958"/>
                          <a:pt x="76384" y="45958"/>
                          <a:pt x="76324" y="45958"/>
                        </a:cubicBezTo>
                        <a:lnTo>
                          <a:pt x="76324" y="45958"/>
                        </a:lnTo>
                        <a:lnTo>
                          <a:pt x="76263" y="45958"/>
                        </a:lnTo>
                        <a:lnTo>
                          <a:pt x="76293" y="45958"/>
                        </a:lnTo>
                        <a:lnTo>
                          <a:pt x="76293" y="45958"/>
                        </a:lnTo>
                        <a:cubicBezTo>
                          <a:pt x="76293" y="45898"/>
                          <a:pt x="76324" y="45837"/>
                          <a:pt x="76324" y="45776"/>
                        </a:cubicBezTo>
                        <a:cubicBezTo>
                          <a:pt x="76415" y="45715"/>
                          <a:pt x="76506" y="45624"/>
                          <a:pt x="76567" y="45563"/>
                        </a:cubicBezTo>
                        <a:cubicBezTo>
                          <a:pt x="76658" y="45502"/>
                          <a:pt x="76658" y="45381"/>
                          <a:pt x="76597" y="45320"/>
                        </a:cubicBezTo>
                        <a:cubicBezTo>
                          <a:pt x="76536" y="45198"/>
                          <a:pt x="76415" y="45077"/>
                          <a:pt x="76293" y="44986"/>
                        </a:cubicBezTo>
                        <a:lnTo>
                          <a:pt x="76293" y="44986"/>
                        </a:lnTo>
                        <a:lnTo>
                          <a:pt x="76263" y="45016"/>
                        </a:lnTo>
                        <a:lnTo>
                          <a:pt x="76324" y="45046"/>
                        </a:lnTo>
                        <a:lnTo>
                          <a:pt x="76324" y="45046"/>
                        </a:lnTo>
                        <a:cubicBezTo>
                          <a:pt x="76354" y="45046"/>
                          <a:pt x="76384" y="45016"/>
                          <a:pt x="76415" y="45016"/>
                        </a:cubicBezTo>
                        <a:cubicBezTo>
                          <a:pt x="76567" y="44955"/>
                          <a:pt x="76628" y="44773"/>
                          <a:pt x="76506" y="44682"/>
                        </a:cubicBezTo>
                        <a:cubicBezTo>
                          <a:pt x="76445" y="44591"/>
                          <a:pt x="76354" y="44499"/>
                          <a:pt x="76263" y="44439"/>
                        </a:cubicBezTo>
                        <a:cubicBezTo>
                          <a:pt x="76111" y="44347"/>
                          <a:pt x="75989" y="44226"/>
                          <a:pt x="75898" y="44043"/>
                        </a:cubicBezTo>
                        <a:cubicBezTo>
                          <a:pt x="75807" y="43831"/>
                          <a:pt x="75685" y="43618"/>
                          <a:pt x="75564" y="43375"/>
                        </a:cubicBezTo>
                        <a:cubicBezTo>
                          <a:pt x="75503" y="43253"/>
                          <a:pt x="75381" y="43132"/>
                          <a:pt x="75260" y="43040"/>
                        </a:cubicBezTo>
                        <a:cubicBezTo>
                          <a:pt x="75169" y="43010"/>
                          <a:pt x="75077" y="42949"/>
                          <a:pt x="75017" y="42919"/>
                        </a:cubicBezTo>
                        <a:cubicBezTo>
                          <a:pt x="74834" y="42828"/>
                          <a:pt x="74743" y="42645"/>
                          <a:pt x="74773" y="42463"/>
                        </a:cubicBezTo>
                        <a:cubicBezTo>
                          <a:pt x="74773" y="42341"/>
                          <a:pt x="74834" y="42189"/>
                          <a:pt x="74895" y="42098"/>
                        </a:cubicBezTo>
                        <a:cubicBezTo>
                          <a:pt x="74986" y="42007"/>
                          <a:pt x="75047" y="41916"/>
                          <a:pt x="75077" y="41794"/>
                        </a:cubicBezTo>
                        <a:cubicBezTo>
                          <a:pt x="75169" y="41612"/>
                          <a:pt x="75321" y="41460"/>
                          <a:pt x="75503" y="41369"/>
                        </a:cubicBezTo>
                        <a:cubicBezTo>
                          <a:pt x="75655" y="41247"/>
                          <a:pt x="75868" y="41186"/>
                          <a:pt x="76080" y="41186"/>
                        </a:cubicBezTo>
                        <a:cubicBezTo>
                          <a:pt x="76141" y="41186"/>
                          <a:pt x="76172" y="41095"/>
                          <a:pt x="76202" y="41034"/>
                        </a:cubicBezTo>
                        <a:cubicBezTo>
                          <a:pt x="76232" y="40973"/>
                          <a:pt x="76232" y="40913"/>
                          <a:pt x="76232" y="40852"/>
                        </a:cubicBezTo>
                        <a:cubicBezTo>
                          <a:pt x="76232" y="40730"/>
                          <a:pt x="76141" y="40609"/>
                          <a:pt x="76020" y="40609"/>
                        </a:cubicBezTo>
                        <a:lnTo>
                          <a:pt x="75685" y="40609"/>
                        </a:lnTo>
                        <a:cubicBezTo>
                          <a:pt x="75594" y="40609"/>
                          <a:pt x="75503" y="40578"/>
                          <a:pt x="75442" y="40548"/>
                        </a:cubicBezTo>
                        <a:cubicBezTo>
                          <a:pt x="75351" y="40518"/>
                          <a:pt x="75260" y="40487"/>
                          <a:pt x="75199" y="40426"/>
                        </a:cubicBezTo>
                        <a:cubicBezTo>
                          <a:pt x="75108" y="40396"/>
                          <a:pt x="75017" y="40396"/>
                          <a:pt x="74925" y="40457"/>
                        </a:cubicBezTo>
                        <a:cubicBezTo>
                          <a:pt x="74773" y="40548"/>
                          <a:pt x="74652" y="40670"/>
                          <a:pt x="74561" y="40821"/>
                        </a:cubicBezTo>
                        <a:cubicBezTo>
                          <a:pt x="74500" y="40882"/>
                          <a:pt x="74439" y="40913"/>
                          <a:pt x="74378" y="40913"/>
                        </a:cubicBezTo>
                        <a:cubicBezTo>
                          <a:pt x="74257" y="40943"/>
                          <a:pt x="74135" y="40882"/>
                          <a:pt x="74105" y="40761"/>
                        </a:cubicBezTo>
                        <a:cubicBezTo>
                          <a:pt x="74074" y="40578"/>
                          <a:pt x="73922" y="40426"/>
                          <a:pt x="73740" y="40396"/>
                        </a:cubicBezTo>
                        <a:cubicBezTo>
                          <a:pt x="73558" y="40305"/>
                          <a:pt x="73406" y="40183"/>
                          <a:pt x="73284" y="40001"/>
                        </a:cubicBezTo>
                        <a:cubicBezTo>
                          <a:pt x="73162" y="39849"/>
                          <a:pt x="73254" y="39636"/>
                          <a:pt x="73436" y="39575"/>
                        </a:cubicBezTo>
                        <a:lnTo>
                          <a:pt x="73618" y="39575"/>
                        </a:lnTo>
                        <a:cubicBezTo>
                          <a:pt x="73770" y="39575"/>
                          <a:pt x="73892" y="39484"/>
                          <a:pt x="73922" y="39332"/>
                        </a:cubicBezTo>
                        <a:cubicBezTo>
                          <a:pt x="74014" y="39089"/>
                          <a:pt x="74044" y="38815"/>
                          <a:pt x="74348" y="38663"/>
                        </a:cubicBezTo>
                        <a:cubicBezTo>
                          <a:pt x="74409" y="38633"/>
                          <a:pt x="74469" y="38542"/>
                          <a:pt x="74500" y="38451"/>
                        </a:cubicBezTo>
                        <a:cubicBezTo>
                          <a:pt x="74561" y="38390"/>
                          <a:pt x="74621" y="38207"/>
                          <a:pt x="74713" y="38116"/>
                        </a:cubicBezTo>
                        <a:cubicBezTo>
                          <a:pt x="74743" y="38055"/>
                          <a:pt x="74804" y="38025"/>
                          <a:pt x="74865" y="37995"/>
                        </a:cubicBezTo>
                        <a:cubicBezTo>
                          <a:pt x="75017" y="37964"/>
                          <a:pt x="75199" y="38025"/>
                          <a:pt x="75290" y="38177"/>
                        </a:cubicBezTo>
                        <a:cubicBezTo>
                          <a:pt x="75351" y="38268"/>
                          <a:pt x="75351" y="38390"/>
                          <a:pt x="75290" y="38481"/>
                        </a:cubicBezTo>
                        <a:cubicBezTo>
                          <a:pt x="75260" y="38511"/>
                          <a:pt x="75229" y="38572"/>
                          <a:pt x="75229" y="38603"/>
                        </a:cubicBezTo>
                        <a:cubicBezTo>
                          <a:pt x="75138" y="38724"/>
                          <a:pt x="75108" y="38907"/>
                          <a:pt x="75169" y="39059"/>
                        </a:cubicBezTo>
                        <a:cubicBezTo>
                          <a:pt x="75199" y="39119"/>
                          <a:pt x="75229" y="39180"/>
                          <a:pt x="75229" y="39241"/>
                        </a:cubicBezTo>
                        <a:cubicBezTo>
                          <a:pt x="75260" y="39332"/>
                          <a:pt x="75199" y="39423"/>
                          <a:pt x="75169" y="39484"/>
                        </a:cubicBezTo>
                        <a:cubicBezTo>
                          <a:pt x="75108" y="39545"/>
                          <a:pt x="75108" y="39514"/>
                          <a:pt x="75138" y="39545"/>
                        </a:cubicBezTo>
                        <a:cubicBezTo>
                          <a:pt x="75138" y="39575"/>
                          <a:pt x="75138" y="39636"/>
                          <a:pt x="75169" y="39666"/>
                        </a:cubicBezTo>
                        <a:cubicBezTo>
                          <a:pt x="75199" y="39666"/>
                          <a:pt x="75229" y="39697"/>
                          <a:pt x="75290" y="39697"/>
                        </a:cubicBezTo>
                        <a:cubicBezTo>
                          <a:pt x="75442" y="39606"/>
                          <a:pt x="75564" y="39514"/>
                          <a:pt x="75625" y="39363"/>
                        </a:cubicBezTo>
                        <a:cubicBezTo>
                          <a:pt x="75868" y="39059"/>
                          <a:pt x="76232" y="38846"/>
                          <a:pt x="76628" y="38846"/>
                        </a:cubicBezTo>
                        <a:cubicBezTo>
                          <a:pt x="76688" y="38815"/>
                          <a:pt x="76749" y="38846"/>
                          <a:pt x="76810" y="38876"/>
                        </a:cubicBezTo>
                        <a:lnTo>
                          <a:pt x="76992" y="38937"/>
                        </a:lnTo>
                        <a:cubicBezTo>
                          <a:pt x="77266" y="39028"/>
                          <a:pt x="77266" y="39028"/>
                          <a:pt x="77266" y="39302"/>
                        </a:cubicBezTo>
                        <a:lnTo>
                          <a:pt x="77266" y="40001"/>
                        </a:lnTo>
                        <a:cubicBezTo>
                          <a:pt x="77266" y="40092"/>
                          <a:pt x="77327" y="40214"/>
                          <a:pt x="77387" y="40305"/>
                        </a:cubicBezTo>
                        <a:cubicBezTo>
                          <a:pt x="77448" y="40366"/>
                          <a:pt x="77539" y="40396"/>
                          <a:pt x="77631" y="40396"/>
                        </a:cubicBezTo>
                        <a:cubicBezTo>
                          <a:pt x="77691" y="40396"/>
                          <a:pt x="77752" y="40335"/>
                          <a:pt x="77843" y="40335"/>
                        </a:cubicBezTo>
                        <a:cubicBezTo>
                          <a:pt x="77935" y="40305"/>
                          <a:pt x="78056" y="40335"/>
                          <a:pt x="78147" y="40426"/>
                        </a:cubicBezTo>
                        <a:cubicBezTo>
                          <a:pt x="78239" y="40487"/>
                          <a:pt x="78330" y="40578"/>
                          <a:pt x="78391" y="40670"/>
                        </a:cubicBezTo>
                        <a:cubicBezTo>
                          <a:pt x="78451" y="40761"/>
                          <a:pt x="78451" y="40791"/>
                          <a:pt x="78330" y="40943"/>
                        </a:cubicBezTo>
                        <a:cubicBezTo>
                          <a:pt x="78208" y="41095"/>
                          <a:pt x="78239" y="41095"/>
                          <a:pt x="78299" y="41186"/>
                        </a:cubicBezTo>
                        <a:cubicBezTo>
                          <a:pt x="78543" y="41399"/>
                          <a:pt x="78634" y="41733"/>
                          <a:pt x="78573" y="42037"/>
                        </a:cubicBezTo>
                        <a:cubicBezTo>
                          <a:pt x="78573" y="42129"/>
                          <a:pt x="78573" y="42220"/>
                          <a:pt x="78573" y="42311"/>
                        </a:cubicBezTo>
                        <a:cubicBezTo>
                          <a:pt x="78603" y="42493"/>
                          <a:pt x="78664" y="42676"/>
                          <a:pt x="78786" y="42797"/>
                        </a:cubicBezTo>
                        <a:cubicBezTo>
                          <a:pt x="78786" y="42797"/>
                          <a:pt x="78816" y="42828"/>
                          <a:pt x="78846" y="42797"/>
                        </a:cubicBezTo>
                        <a:cubicBezTo>
                          <a:pt x="78938" y="42797"/>
                          <a:pt x="79059" y="42736"/>
                          <a:pt x="79120" y="42645"/>
                        </a:cubicBezTo>
                        <a:cubicBezTo>
                          <a:pt x="79242" y="42524"/>
                          <a:pt x="79394" y="42463"/>
                          <a:pt x="79546" y="42493"/>
                        </a:cubicBezTo>
                        <a:cubicBezTo>
                          <a:pt x="79637" y="42493"/>
                          <a:pt x="79698" y="42493"/>
                          <a:pt x="79758" y="42493"/>
                        </a:cubicBezTo>
                        <a:cubicBezTo>
                          <a:pt x="79910" y="42524"/>
                          <a:pt x="80002" y="42402"/>
                          <a:pt x="80093" y="42311"/>
                        </a:cubicBezTo>
                        <a:cubicBezTo>
                          <a:pt x="80275" y="42098"/>
                          <a:pt x="80336" y="41794"/>
                          <a:pt x="80245" y="41551"/>
                        </a:cubicBezTo>
                        <a:cubicBezTo>
                          <a:pt x="80184" y="41429"/>
                          <a:pt x="80184" y="41277"/>
                          <a:pt x="80123" y="41156"/>
                        </a:cubicBezTo>
                        <a:cubicBezTo>
                          <a:pt x="80062" y="40791"/>
                          <a:pt x="79910" y="40457"/>
                          <a:pt x="79637" y="40214"/>
                        </a:cubicBezTo>
                        <a:cubicBezTo>
                          <a:pt x="79485" y="40062"/>
                          <a:pt x="79363" y="39910"/>
                          <a:pt x="79272" y="39727"/>
                        </a:cubicBezTo>
                        <a:cubicBezTo>
                          <a:pt x="79181" y="39575"/>
                          <a:pt x="79059" y="39423"/>
                          <a:pt x="78877" y="39332"/>
                        </a:cubicBezTo>
                        <a:cubicBezTo>
                          <a:pt x="78786" y="39271"/>
                          <a:pt x="78664" y="39180"/>
                          <a:pt x="78543" y="39119"/>
                        </a:cubicBezTo>
                        <a:cubicBezTo>
                          <a:pt x="78421" y="38998"/>
                          <a:pt x="78421" y="38815"/>
                          <a:pt x="78482" y="38663"/>
                        </a:cubicBezTo>
                        <a:cubicBezTo>
                          <a:pt x="78543" y="38603"/>
                          <a:pt x="78603" y="38542"/>
                          <a:pt x="78664" y="38481"/>
                        </a:cubicBezTo>
                        <a:cubicBezTo>
                          <a:pt x="78786" y="38359"/>
                          <a:pt x="78907" y="38268"/>
                          <a:pt x="78998" y="38147"/>
                        </a:cubicBezTo>
                        <a:cubicBezTo>
                          <a:pt x="79272" y="37873"/>
                          <a:pt x="79363" y="37478"/>
                          <a:pt x="79242" y="37144"/>
                        </a:cubicBezTo>
                        <a:cubicBezTo>
                          <a:pt x="79150" y="36870"/>
                          <a:pt x="79242" y="36566"/>
                          <a:pt x="79454" y="36414"/>
                        </a:cubicBezTo>
                        <a:cubicBezTo>
                          <a:pt x="79515" y="36353"/>
                          <a:pt x="79606" y="36293"/>
                          <a:pt x="79667" y="36232"/>
                        </a:cubicBezTo>
                        <a:cubicBezTo>
                          <a:pt x="79728" y="36171"/>
                          <a:pt x="79789" y="36080"/>
                          <a:pt x="79850" y="36019"/>
                        </a:cubicBezTo>
                        <a:cubicBezTo>
                          <a:pt x="79910" y="35928"/>
                          <a:pt x="79910" y="35745"/>
                          <a:pt x="80062" y="35685"/>
                        </a:cubicBezTo>
                        <a:cubicBezTo>
                          <a:pt x="80214" y="35654"/>
                          <a:pt x="80336" y="35837"/>
                          <a:pt x="80488" y="35897"/>
                        </a:cubicBezTo>
                        <a:cubicBezTo>
                          <a:pt x="80640" y="35958"/>
                          <a:pt x="80792" y="35958"/>
                          <a:pt x="80944" y="35897"/>
                        </a:cubicBezTo>
                        <a:cubicBezTo>
                          <a:pt x="81096" y="35837"/>
                          <a:pt x="81217" y="35715"/>
                          <a:pt x="81309" y="35593"/>
                        </a:cubicBezTo>
                        <a:cubicBezTo>
                          <a:pt x="81491" y="35381"/>
                          <a:pt x="81643" y="35168"/>
                          <a:pt x="81734" y="34894"/>
                        </a:cubicBezTo>
                        <a:cubicBezTo>
                          <a:pt x="81916" y="34499"/>
                          <a:pt x="82068" y="34104"/>
                          <a:pt x="82220" y="33709"/>
                        </a:cubicBezTo>
                        <a:cubicBezTo>
                          <a:pt x="82220" y="33618"/>
                          <a:pt x="82251" y="33527"/>
                          <a:pt x="82312" y="33435"/>
                        </a:cubicBezTo>
                        <a:cubicBezTo>
                          <a:pt x="82555" y="33071"/>
                          <a:pt x="82676" y="32645"/>
                          <a:pt x="82676" y="32220"/>
                        </a:cubicBezTo>
                        <a:cubicBezTo>
                          <a:pt x="82737" y="31885"/>
                          <a:pt x="82798" y="31520"/>
                          <a:pt x="82859" y="31156"/>
                        </a:cubicBezTo>
                        <a:cubicBezTo>
                          <a:pt x="82859" y="31095"/>
                          <a:pt x="82859" y="31034"/>
                          <a:pt x="82919" y="30973"/>
                        </a:cubicBezTo>
                        <a:cubicBezTo>
                          <a:pt x="83011" y="30730"/>
                          <a:pt x="83041" y="30487"/>
                          <a:pt x="82980" y="30244"/>
                        </a:cubicBezTo>
                        <a:cubicBezTo>
                          <a:pt x="82950" y="29788"/>
                          <a:pt x="82828" y="29332"/>
                          <a:pt x="82616" y="28937"/>
                        </a:cubicBezTo>
                        <a:cubicBezTo>
                          <a:pt x="82524" y="28785"/>
                          <a:pt x="82464" y="28602"/>
                          <a:pt x="82464" y="28420"/>
                        </a:cubicBezTo>
                        <a:cubicBezTo>
                          <a:pt x="82464" y="28055"/>
                          <a:pt x="82464" y="27660"/>
                          <a:pt x="82433" y="27265"/>
                        </a:cubicBezTo>
                        <a:cubicBezTo>
                          <a:pt x="82433" y="27235"/>
                          <a:pt x="82464" y="27204"/>
                          <a:pt x="82494" y="27174"/>
                        </a:cubicBezTo>
                        <a:cubicBezTo>
                          <a:pt x="82494" y="27143"/>
                          <a:pt x="82524" y="27174"/>
                          <a:pt x="82524" y="27204"/>
                        </a:cubicBezTo>
                        <a:cubicBezTo>
                          <a:pt x="82676" y="27417"/>
                          <a:pt x="82859" y="27599"/>
                          <a:pt x="83011" y="27782"/>
                        </a:cubicBezTo>
                        <a:cubicBezTo>
                          <a:pt x="83193" y="27964"/>
                          <a:pt x="83163" y="28238"/>
                          <a:pt x="83284" y="28481"/>
                        </a:cubicBezTo>
                        <a:cubicBezTo>
                          <a:pt x="83315" y="28572"/>
                          <a:pt x="83375" y="28663"/>
                          <a:pt x="83436" y="28785"/>
                        </a:cubicBezTo>
                        <a:cubicBezTo>
                          <a:pt x="83558" y="29028"/>
                          <a:pt x="83649" y="29271"/>
                          <a:pt x="83649" y="29545"/>
                        </a:cubicBezTo>
                        <a:cubicBezTo>
                          <a:pt x="83649" y="29606"/>
                          <a:pt x="83649" y="29636"/>
                          <a:pt x="83649" y="29697"/>
                        </a:cubicBezTo>
                        <a:cubicBezTo>
                          <a:pt x="83679" y="30001"/>
                          <a:pt x="83801" y="30305"/>
                          <a:pt x="83983" y="30578"/>
                        </a:cubicBezTo>
                        <a:cubicBezTo>
                          <a:pt x="84075" y="30700"/>
                          <a:pt x="84135" y="30852"/>
                          <a:pt x="84135" y="31034"/>
                        </a:cubicBezTo>
                        <a:cubicBezTo>
                          <a:pt x="84135" y="31247"/>
                          <a:pt x="84196" y="31460"/>
                          <a:pt x="84318" y="31672"/>
                        </a:cubicBezTo>
                        <a:cubicBezTo>
                          <a:pt x="84378" y="31824"/>
                          <a:pt x="84409" y="31976"/>
                          <a:pt x="84409" y="32128"/>
                        </a:cubicBezTo>
                        <a:cubicBezTo>
                          <a:pt x="84409" y="32189"/>
                          <a:pt x="84409" y="32280"/>
                          <a:pt x="84409" y="32341"/>
                        </a:cubicBezTo>
                        <a:cubicBezTo>
                          <a:pt x="84439" y="32493"/>
                          <a:pt x="84530" y="32615"/>
                          <a:pt x="84682" y="32706"/>
                        </a:cubicBezTo>
                        <a:cubicBezTo>
                          <a:pt x="84743" y="32706"/>
                          <a:pt x="84774" y="32675"/>
                          <a:pt x="84804" y="32645"/>
                        </a:cubicBezTo>
                        <a:cubicBezTo>
                          <a:pt x="84804" y="32584"/>
                          <a:pt x="84804" y="32493"/>
                          <a:pt x="84804" y="32402"/>
                        </a:cubicBezTo>
                        <a:cubicBezTo>
                          <a:pt x="84804" y="32250"/>
                          <a:pt x="84865" y="32220"/>
                          <a:pt x="85017" y="32220"/>
                        </a:cubicBezTo>
                        <a:cubicBezTo>
                          <a:pt x="85169" y="32250"/>
                          <a:pt x="85260" y="32341"/>
                          <a:pt x="85382" y="32402"/>
                        </a:cubicBezTo>
                        <a:lnTo>
                          <a:pt x="85442" y="32402"/>
                        </a:lnTo>
                        <a:cubicBezTo>
                          <a:pt x="85473" y="32372"/>
                          <a:pt x="85473" y="32341"/>
                          <a:pt x="85503" y="32280"/>
                        </a:cubicBezTo>
                        <a:cubicBezTo>
                          <a:pt x="85473" y="32128"/>
                          <a:pt x="85412" y="31976"/>
                          <a:pt x="85260" y="31885"/>
                        </a:cubicBezTo>
                        <a:cubicBezTo>
                          <a:pt x="84986" y="31764"/>
                          <a:pt x="84926" y="31429"/>
                          <a:pt x="84652" y="31247"/>
                        </a:cubicBezTo>
                        <a:cubicBezTo>
                          <a:pt x="84591" y="31095"/>
                          <a:pt x="84530" y="30943"/>
                          <a:pt x="84470" y="30761"/>
                        </a:cubicBezTo>
                        <a:cubicBezTo>
                          <a:pt x="84409" y="30548"/>
                          <a:pt x="84409" y="30305"/>
                          <a:pt x="84378" y="30092"/>
                        </a:cubicBezTo>
                        <a:lnTo>
                          <a:pt x="84378" y="29879"/>
                        </a:lnTo>
                        <a:cubicBezTo>
                          <a:pt x="84378" y="29788"/>
                          <a:pt x="84439" y="29697"/>
                          <a:pt x="84530" y="29697"/>
                        </a:cubicBezTo>
                        <a:cubicBezTo>
                          <a:pt x="84622" y="29697"/>
                          <a:pt x="84743" y="29666"/>
                          <a:pt x="84865" y="29666"/>
                        </a:cubicBezTo>
                        <a:cubicBezTo>
                          <a:pt x="84865" y="29545"/>
                          <a:pt x="84865" y="29423"/>
                          <a:pt x="84804" y="29332"/>
                        </a:cubicBezTo>
                        <a:cubicBezTo>
                          <a:pt x="84409" y="28602"/>
                          <a:pt x="83983" y="27934"/>
                          <a:pt x="83527" y="27265"/>
                        </a:cubicBezTo>
                        <a:cubicBezTo>
                          <a:pt x="83345" y="27083"/>
                          <a:pt x="83254" y="26840"/>
                          <a:pt x="83254" y="26566"/>
                        </a:cubicBezTo>
                        <a:cubicBezTo>
                          <a:pt x="83254" y="26475"/>
                          <a:pt x="83223" y="26353"/>
                          <a:pt x="83163" y="26232"/>
                        </a:cubicBezTo>
                        <a:cubicBezTo>
                          <a:pt x="83071" y="25897"/>
                          <a:pt x="82859" y="25593"/>
                          <a:pt x="82616" y="25320"/>
                        </a:cubicBezTo>
                        <a:cubicBezTo>
                          <a:pt x="82494" y="25259"/>
                          <a:pt x="82494" y="25107"/>
                          <a:pt x="82403" y="24985"/>
                        </a:cubicBezTo>
                        <a:cubicBezTo>
                          <a:pt x="82342" y="24864"/>
                          <a:pt x="82220" y="24773"/>
                          <a:pt x="82068" y="24773"/>
                        </a:cubicBezTo>
                        <a:cubicBezTo>
                          <a:pt x="82038" y="24773"/>
                          <a:pt x="82008" y="24803"/>
                          <a:pt x="81977" y="24833"/>
                        </a:cubicBezTo>
                        <a:cubicBezTo>
                          <a:pt x="81977" y="24864"/>
                          <a:pt x="81977" y="24894"/>
                          <a:pt x="81977" y="24894"/>
                        </a:cubicBezTo>
                        <a:cubicBezTo>
                          <a:pt x="82008" y="24955"/>
                          <a:pt x="82008" y="24985"/>
                          <a:pt x="82038" y="25016"/>
                        </a:cubicBezTo>
                        <a:cubicBezTo>
                          <a:pt x="82281" y="25289"/>
                          <a:pt x="82281" y="25289"/>
                          <a:pt x="82038" y="25624"/>
                        </a:cubicBezTo>
                        <a:cubicBezTo>
                          <a:pt x="82038" y="25684"/>
                          <a:pt x="82008" y="25715"/>
                          <a:pt x="82008" y="25776"/>
                        </a:cubicBezTo>
                        <a:cubicBezTo>
                          <a:pt x="82038" y="25867"/>
                          <a:pt x="82068" y="25928"/>
                          <a:pt x="82129" y="26019"/>
                        </a:cubicBezTo>
                        <a:cubicBezTo>
                          <a:pt x="82251" y="26232"/>
                          <a:pt x="82312" y="26475"/>
                          <a:pt x="82342" y="26718"/>
                        </a:cubicBezTo>
                        <a:cubicBezTo>
                          <a:pt x="82342" y="26748"/>
                          <a:pt x="82312" y="26809"/>
                          <a:pt x="82312" y="26840"/>
                        </a:cubicBezTo>
                        <a:cubicBezTo>
                          <a:pt x="82281" y="26870"/>
                          <a:pt x="82190" y="26840"/>
                          <a:pt x="82160" y="26748"/>
                        </a:cubicBezTo>
                        <a:cubicBezTo>
                          <a:pt x="82160" y="26596"/>
                          <a:pt x="82099" y="26475"/>
                          <a:pt x="82008" y="26353"/>
                        </a:cubicBezTo>
                        <a:cubicBezTo>
                          <a:pt x="81947" y="26292"/>
                          <a:pt x="81916" y="26201"/>
                          <a:pt x="81916" y="26110"/>
                        </a:cubicBezTo>
                        <a:cubicBezTo>
                          <a:pt x="81916" y="25928"/>
                          <a:pt x="81825" y="25745"/>
                          <a:pt x="81673" y="25654"/>
                        </a:cubicBezTo>
                        <a:cubicBezTo>
                          <a:pt x="81400" y="25502"/>
                          <a:pt x="81126" y="25350"/>
                          <a:pt x="80853" y="25168"/>
                        </a:cubicBezTo>
                        <a:cubicBezTo>
                          <a:pt x="80792" y="25107"/>
                          <a:pt x="80731" y="25107"/>
                          <a:pt x="80670" y="25107"/>
                        </a:cubicBezTo>
                        <a:cubicBezTo>
                          <a:pt x="80549" y="25107"/>
                          <a:pt x="80427" y="25137"/>
                          <a:pt x="80336" y="25137"/>
                        </a:cubicBezTo>
                        <a:cubicBezTo>
                          <a:pt x="80214" y="25107"/>
                          <a:pt x="80093" y="25198"/>
                          <a:pt x="80093" y="25320"/>
                        </a:cubicBezTo>
                        <a:cubicBezTo>
                          <a:pt x="80062" y="25472"/>
                          <a:pt x="80002" y="25624"/>
                          <a:pt x="79880" y="25715"/>
                        </a:cubicBezTo>
                        <a:cubicBezTo>
                          <a:pt x="79850" y="25745"/>
                          <a:pt x="79819" y="25745"/>
                          <a:pt x="79819" y="25715"/>
                        </a:cubicBezTo>
                        <a:cubicBezTo>
                          <a:pt x="79728" y="25533"/>
                          <a:pt x="79637" y="25350"/>
                          <a:pt x="79546" y="25198"/>
                        </a:cubicBezTo>
                        <a:cubicBezTo>
                          <a:pt x="79546" y="25168"/>
                          <a:pt x="79515" y="25137"/>
                          <a:pt x="79515" y="25137"/>
                        </a:cubicBezTo>
                        <a:cubicBezTo>
                          <a:pt x="79454" y="25168"/>
                          <a:pt x="79424" y="25198"/>
                          <a:pt x="79394" y="25229"/>
                        </a:cubicBezTo>
                        <a:cubicBezTo>
                          <a:pt x="79333" y="25289"/>
                          <a:pt x="79333" y="25381"/>
                          <a:pt x="79363" y="25472"/>
                        </a:cubicBezTo>
                        <a:cubicBezTo>
                          <a:pt x="79363" y="25502"/>
                          <a:pt x="79333" y="25563"/>
                          <a:pt x="79302" y="25563"/>
                        </a:cubicBezTo>
                        <a:cubicBezTo>
                          <a:pt x="79272" y="25593"/>
                          <a:pt x="79211" y="25563"/>
                          <a:pt x="79211" y="25533"/>
                        </a:cubicBezTo>
                        <a:cubicBezTo>
                          <a:pt x="79150" y="25350"/>
                          <a:pt x="79090" y="25198"/>
                          <a:pt x="78998" y="25016"/>
                        </a:cubicBezTo>
                        <a:cubicBezTo>
                          <a:pt x="78938" y="24864"/>
                          <a:pt x="78877" y="24833"/>
                          <a:pt x="78694" y="24894"/>
                        </a:cubicBezTo>
                        <a:cubicBezTo>
                          <a:pt x="78634" y="24894"/>
                          <a:pt x="78573" y="24925"/>
                          <a:pt x="78512" y="24955"/>
                        </a:cubicBezTo>
                        <a:cubicBezTo>
                          <a:pt x="78421" y="24955"/>
                          <a:pt x="78360" y="24955"/>
                          <a:pt x="78299" y="24955"/>
                        </a:cubicBezTo>
                        <a:cubicBezTo>
                          <a:pt x="78178" y="24955"/>
                          <a:pt x="78087" y="24833"/>
                          <a:pt x="78117" y="24712"/>
                        </a:cubicBezTo>
                        <a:cubicBezTo>
                          <a:pt x="78147" y="24651"/>
                          <a:pt x="78178" y="24590"/>
                          <a:pt x="78208" y="24529"/>
                        </a:cubicBezTo>
                        <a:cubicBezTo>
                          <a:pt x="78299" y="24317"/>
                          <a:pt x="78421" y="24134"/>
                          <a:pt x="78512" y="23922"/>
                        </a:cubicBezTo>
                        <a:cubicBezTo>
                          <a:pt x="78664" y="23709"/>
                          <a:pt x="78755" y="23466"/>
                          <a:pt x="78786" y="23222"/>
                        </a:cubicBezTo>
                        <a:cubicBezTo>
                          <a:pt x="78846" y="22797"/>
                          <a:pt x="78968" y="22341"/>
                          <a:pt x="79181" y="21946"/>
                        </a:cubicBezTo>
                        <a:cubicBezTo>
                          <a:pt x="79333" y="21672"/>
                          <a:pt x="79394" y="21338"/>
                          <a:pt x="79363" y="21004"/>
                        </a:cubicBezTo>
                        <a:cubicBezTo>
                          <a:pt x="79333" y="20882"/>
                          <a:pt x="79394" y="20760"/>
                          <a:pt x="79454" y="20639"/>
                        </a:cubicBezTo>
                        <a:cubicBezTo>
                          <a:pt x="79576" y="20487"/>
                          <a:pt x="79637" y="20244"/>
                          <a:pt x="79546" y="20061"/>
                        </a:cubicBezTo>
                        <a:cubicBezTo>
                          <a:pt x="79515" y="19970"/>
                          <a:pt x="79546" y="19879"/>
                          <a:pt x="79606" y="19788"/>
                        </a:cubicBezTo>
                        <a:cubicBezTo>
                          <a:pt x="79698" y="19636"/>
                          <a:pt x="79880" y="19514"/>
                          <a:pt x="80093" y="19453"/>
                        </a:cubicBezTo>
                        <a:cubicBezTo>
                          <a:pt x="80336" y="19393"/>
                          <a:pt x="80579" y="19301"/>
                          <a:pt x="80853" y="19180"/>
                        </a:cubicBezTo>
                        <a:cubicBezTo>
                          <a:pt x="80944" y="19149"/>
                          <a:pt x="81065" y="19180"/>
                          <a:pt x="81157" y="19210"/>
                        </a:cubicBezTo>
                        <a:cubicBezTo>
                          <a:pt x="81278" y="19301"/>
                          <a:pt x="81400" y="19271"/>
                          <a:pt x="81460" y="19149"/>
                        </a:cubicBezTo>
                        <a:cubicBezTo>
                          <a:pt x="81521" y="19028"/>
                          <a:pt x="81673" y="18937"/>
                          <a:pt x="81825" y="18937"/>
                        </a:cubicBezTo>
                        <a:cubicBezTo>
                          <a:pt x="82099" y="18997"/>
                          <a:pt x="82312" y="18845"/>
                          <a:pt x="82585" y="18845"/>
                        </a:cubicBezTo>
                        <a:cubicBezTo>
                          <a:pt x="82616" y="18845"/>
                          <a:pt x="82646" y="18785"/>
                          <a:pt x="82676" y="18754"/>
                        </a:cubicBezTo>
                        <a:cubicBezTo>
                          <a:pt x="82707" y="18663"/>
                          <a:pt x="82707" y="18542"/>
                          <a:pt x="82737" y="18420"/>
                        </a:cubicBezTo>
                        <a:cubicBezTo>
                          <a:pt x="82798" y="18329"/>
                          <a:pt x="82889" y="18238"/>
                          <a:pt x="83011" y="18238"/>
                        </a:cubicBezTo>
                        <a:cubicBezTo>
                          <a:pt x="83315" y="18298"/>
                          <a:pt x="83649" y="18329"/>
                          <a:pt x="83953" y="18359"/>
                        </a:cubicBezTo>
                        <a:cubicBezTo>
                          <a:pt x="84014" y="18359"/>
                          <a:pt x="84075" y="18420"/>
                          <a:pt x="84135" y="18450"/>
                        </a:cubicBezTo>
                        <a:cubicBezTo>
                          <a:pt x="84166" y="18481"/>
                          <a:pt x="84166" y="18511"/>
                          <a:pt x="84166" y="18572"/>
                        </a:cubicBezTo>
                        <a:cubicBezTo>
                          <a:pt x="84166" y="18602"/>
                          <a:pt x="84105" y="18633"/>
                          <a:pt x="84105" y="18663"/>
                        </a:cubicBezTo>
                        <a:cubicBezTo>
                          <a:pt x="84044" y="18754"/>
                          <a:pt x="84075" y="18845"/>
                          <a:pt x="84135" y="18906"/>
                        </a:cubicBezTo>
                        <a:cubicBezTo>
                          <a:pt x="84196" y="18997"/>
                          <a:pt x="84318" y="19028"/>
                          <a:pt x="84378" y="18997"/>
                        </a:cubicBezTo>
                        <a:cubicBezTo>
                          <a:pt x="84622" y="18845"/>
                          <a:pt x="84895" y="18785"/>
                          <a:pt x="85047" y="18542"/>
                        </a:cubicBezTo>
                        <a:cubicBezTo>
                          <a:pt x="85078" y="18450"/>
                          <a:pt x="85199" y="18420"/>
                          <a:pt x="85290" y="18481"/>
                        </a:cubicBezTo>
                        <a:cubicBezTo>
                          <a:pt x="85351" y="18511"/>
                          <a:pt x="85473" y="18481"/>
                          <a:pt x="85534" y="18390"/>
                        </a:cubicBezTo>
                        <a:cubicBezTo>
                          <a:pt x="85594" y="18298"/>
                          <a:pt x="85777" y="18238"/>
                          <a:pt x="85746" y="18086"/>
                        </a:cubicBezTo>
                        <a:cubicBezTo>
                          <a:pt x="85716" y="17903"/>
                          <a:pt x="85564" y="17903"/>
                          <a:pt x="85412" y="17903"/>
                        </a:cubicBezTo>
                        <a:lnTo>
                          <a:pt x="85351" y="17903"/>
                        </a:lnTo>
                        <a:cubicBezTo>
                          <a:pt x="85290" y="17873"/>
                          <a:pt x="85230" y="17842"/>
                          <a:pt x="85199" y="17782"/>
                        </a:cubicBezTo>
                        <a:cubicBezTo>
                          <a:pt x="85108" y="17538"/>
                          <a:pt x="85078" y="17265"/>
                          <a:pt x="85169" y="17052"/>
                        </a:cubicBezTo>
                        <a:cubicBezTo>
                          <a:pt x="85199" y="16991"/>
                          <a:pt x="85199" y="16961"/>
                          <a:pt x="85230" y="16900"/>
                        </a:cubicBezTo>
                        <a:cubicBezTo>
                          <a:pt x="85321" y="16718"/>
                          <a:pt x="85351" y="16505"/>
                          <a:pt x="85321" y="16323"/>
                        </a:cubicBezTo>
                        <a:cubicBezTo>
                          <a:pt x="85321" y="16049"/>
                          <a:pt x="85351" y="15776"/>
                          <a:pt x="85321" y="15502"/>
                        </a:cubicBezTo>
                        <a:cubicBezTo>
                          <a:pt x="85321" y="15320"/>
                          <a:pt x="85412" y="15137"/>
                          <a:pt x="85594" y="15076"/>
                        </a:cubicBezTo>
                        <a:cubicBezTo>
                          <a:pt x="85746" y="15016"/>
                          <a:pt x="85898" y="14955"/>
                          <a:pt x="86050" y="14894"/>
                        </a:cubicBezTo>
                        <a:cubicBezTo>
                          <a:pt x="86172" y="14803"/>
                          <a:pt x="86354" y="14803"/>
                          <a:pt x="86506" y="14864"/>
                        </a:cubicBezTo>
                        <a:cubicBezTo>
                          <a:pt x="86597" y="14894"/>
                          <a:pt x="86658" y="14803"/>
                          <a:pt x="86749" y="14772"/>
                        </a:cubicBezTo>
                        <a:cubicBezTo>
                          <a:pt x="86810" y="14712"/>
                          <a:pt x="86901" y="14742"/>
                          <a:pt x="86901" y="14803"/>
                        </a:cubicBezTo>
                        <a:cubicBezTo>
                          <a:pt x="86932" y="14985"/>
                          <a:pt x="86962" y="15137"/>
                          <a:pt x="86962" y="15289"/>
                        </a:cubicBezTo>
                        <a:cubicBezTo>
                          <a:pt x="86962" y="15441"/>
                          <a:pt x="87053" y="15563"/>
                          <a:pt x="87175" y="15624"/>
                        </a:cubicBezTo>
                        <a:cubicBezTo>
                          <a:pt x="87296" y="15684"/>
                          <a:pt x="87418" y="15776"/>
                          <a:pt x="87540" y="15836"/>
                        </a:cubicBezTo>
                        <a:cubicBezTo>
                          <a:pt x="87570" y="15836"/>
                          <a:pt x="87631" y="15836"/>
                          <a:pt x="87661" y="15806"/>
                        </a:cubicBezTo>
                        <a:cubicBezTo>
                          <a:pt x="87722" y="15776"/>
                          <a:pt x="87752" y="15715"/>
                          <a:pt x="87783" y="15654"/>
                        </a:cubicBezTo>
                        <a:cubicBezTo>
                          <a:pt x="87813" y="15380"/>
                          <a:pt x="87874" y="15107"/>
                          <a:pt x="87904" y="14833"/>
                        </a:cubicBezTo>
                        <a:cubicBezTo>
                          <a:pt x="87935" y="14681"/>
                          <a:pt x="88026" y="14529"/>
                          <a:pt x="88178" y="14499"/>
                        </a:cubicBezTo>
                        <a:cubicBezTo>
                          <a:pt x="88300" y="14469"/>
                          <a:pt x="88300" y="14347"/>
                          <a:pt x="88300" y="14286"/>
                        </a:cubicBezTo>
                        <a:lnTo>
                          <a:pt x="88269" y="14256"/>
                        </a:lnTo>
                        <a:cubicBezTo>
                          <a:pt x="87996" y="14013"/>
                          <a:pt x="87813" y="13678"/>
                          <a:pt x="87813" y="13283"/>
                        </a:cubicBezTo>
                        <a:cubicBezTo>
                          <a:pt x="87813" y="13283"/>
                          <a:pt x="87813" y="13253"/>
                          <a:pt x="87844" y="13253"/>
                        </a:cubicBezTo>
                        <a:cubicBezTo>
                          <a:pt x="87935" y="13070"/>
                          <a:pt x="88148" y="13010"/>
                          <a:pt x="88300" y="13101"/>
                        </a:cubicBezTo>
                        <a:cubicBezTo>
                          <a:pt x="88360" y="13131"/>
                          <a:pt x="88421" y="13222"/>
                          <a:pt x="88391" y="13253"/>
                        </a:cubicBezTo>
                        <a:cubicBezTo>
                          <a:pt x="88269" y="13435"/>
                          <a:pt x="88269" y="13678"/>
                          <a:pt x="88391" y="13861"/>
                        </a:cubicBezTo>
                        <a:cubicBezTo>
                          <a:pt x="88543" y="14073"/>
                          <a:pt x="88634" y="14347"/>
                          <a:pt x="88634" y="14621"/>
                        </a:cubicBezTo>
                        <a:cubicBezTo>
                          <a:pt x="88664" y="14651"/>
                          <a:pt x="88664" y="14681"/>
                          <a:pt x="88695" y="14712"/>
                        </a:cubicBezTo>
                        <a:cubicBezTo>
                          <a:pt x="88877" y="14924"/>
                          <a:pt x="88786" y="15168"/>
                          <a:pt x="88877" y="15380"/>
                        </a:cubicBezTo>
                        <a:cubicBezTo>
                          <a:pt x="88786" y="15532"/>
                          <a:pt x="88725" y="15654"/>
                          <a:pt x="88603" y="15745"/>
                        </a:cubicBezTo>
                        <a:lnTo>
                          <a:pt x="88543" y="15806"/>
                        </a:lnTo>
                        <a:cubicBezTo>
                          <a:pt x="88452" y="15928"/>
                          <a:pt x="88421" y="16049"/>
                          <a:pt x="88421" y="16201"/>
                        </a:cubicBezTo>
                        <a:cubicBezTo>
                          <a:pt x="88482" y="16535"/>
                          <a:pt x="88421" y="16900"/>
                          <a:pt x="88300" y="17265"/>
                        </a:cubicBezTo>
                        <a:cubicBezTo>
                          <a:pt x="88269" y="17356"/>
                          <a:pt x="88269" y="17447"/>
                          <a:pt x="88269" y="17508"/>
                        </a:cubicBezTo>
                        <a:cubicBezTo>
                          <a:pt x="88269" y="17873"/>
                          <a:pt x="88239" y="18207"/>
                          <a:pt x="88269" y="18542"/>
                        </a:cubicBezTo>
                        <a:cubicBezTo>
                          <a:pt x="88330" y="18815"/>
                          <a:pt x="88239" y="19089"/>
                          <a:pt x="88056" y="19301"/>
                        </a:cubicBezTo>
                        <a:cubicBezTo>
                          <a:pt x="87996" y="19362"/>
                          <a:pt x="87996" y="19423"/>
                          <a:pt x="87965" y="19484"/>
                        </a:cubicBezTo>
                        <a:cubicBezTo>
                          <a:pt x="87904" y="19545"/>
                          <a:pt x="87874" y="19575"/>
                          <a:pt x="87813" y="19605"/>
                        </a:cubicBezTo>
                        <a:cubicBezTo>
                          <a:pt x="87631" y="19757"/>
                          <a:pt x="87600" y="19788"/>
                          <a:pt x="87722" y="19909"/>
                        </a:cubicBezTo>
                        <a:cubicBezTo>
                          <a:pt x="87844" y="20092"/>
                          <a:pt x="87904" y="20304"/>
                          <a:pt x="87844" y="20487"/>
                        </a:cubicBezTo>
                        <a:cubicBezTo>
                          <a:pt x="87813" y="20608"/>
                          <a:pt x="87783" y="20700"/>
                          <a:pt x="87722" y="20821"/>
                        </a:cubicBezTo>
                        <a:cubicBezTo>
                          <a:pt x="87692" y="20973"/>
                          <a:pt x="87661" y="21125"/>
                          <a:pt x="87692" y="21277"/>
                        </a:cubicBezTo>
                        <a:cubicBezTo>
                          <a:pt x="87752" y="21551"/>
                          <a:pt x="87813" y="21794"/>
                          <a:pt x="87904" y="22067"/>
                        </a:cubicBezTo>
                        <a:cubicBezTo>
                          <a:pt x="88208" y="22918"/>
                          <a:pt x="88603" y="23709"/>
                          <a:pt x="89120" y="24408"/>
                        </a:cubicBezTo>
                        <a:cubicBezTo>
                          <a:pt x="89272" y="24621"/>
                          <a:pt x="89394" y="24833"/>
                          <a:pt x="89515" y="25046"/>
                        </a:cubicBezTo>
                        <a:cubicBezTo>
                          <a:pt x="89607" y="25198"/>
                          <a:pt x="89698" y="25320"/>
                          <a:pt x="89789" y="25411"/>
                        </a:cubicBezTo>
                        <a:cubicBezTo>
                          <a:pt x="89941" y="25563"/>
                          <a:pt x="90062" y="25745"/>
                          <a:pt x="90123" y="25928"/>
                        </a:cubicBezTo>
                        <a:cubicBezTo>
                          <a:pt x="90214" y="26110"/>
                          <a:pt x="90275" y="26292"/>
                          <a:pt x="90366" y="26475"/>
                        </a:cubicBezTo>
                        <a:cubicBezTo>
                          <a:pt x="90427" y="26688"/>
                          <a:pt x="90640" y="26779"/>
                          <a:pt x="90792" y="26870"/>
                        </a:cubicBezTo>
                        <a:cubicBezTo>
                          <a:pt x="90792" y="26870"/>
                          <a:pt x="90853" y="26870"/>
                          <a:pt x="90853" y="26840"/>
                        </a:cubicBezTo>
                        <a:cubicBezTo>
                          <a:pt x="91005" y="26748"/>
                          <a:pt x="91005" y="26566"/>
                          <a:pt x="91066" y="26444"/>
                        </a:cubicBezTo>
                        <a:cubicBezTo>
                          <a:pt x="91278" y="26080"/>
                          <a:pt x="91278" y="25684"/>
                          <a:pt x="91126" y="25320"/>
                        </a:cubicBezTo>
                        <a:cubicBezTo>
                          <a:pt x="91005" y="24894"/>
                          <a:pt x="90944" y="24773"/>
                          <a:pt x="91400" y="24560"/>
                        </a:cubicBezTo>
                        <a:lnTo>
                          <a:pt x="91461" y="24529"/>
                        </a:lnTo>
                        <a:cubicBezTo>
                          <a:pt x="91552" y="24469"/>
                          <a:pt x="91552" y="24438"/>
                          <a:pt x="91521" y="24347"/>
                        </a:cubicBezTo>
                        <a:cubicBezTo>
                          <a:pt x="91461" y="24256"/>
                          <a:pt x="91400" y="24165"/>
                          <a:pt x="91339" y="24074"/>
                        </a:cubicBezTo>
                        <a:cubicBezTo>
                          <a:pt x="91278" y="23982"/>
                          <a:pt x="91248" y="23891"/>
                          <a:pt x="91248" y="23800"/>
                        </a:cubicBezTo>
                        <a:cubicBezTo>
                          <a:pt x="91248" y="23618"/>
                          <a:pt x="91248" y="23405"/>
                          <a:pt x="91278" y="23192"/>
                        </a:cubicBezTo>
                        <a:cubicBezTo>
                          <a:pt x="91309" y="23070"/>
                          <a:pt x="91400" y="22949"/>
                          <a:pt x="91521" y="22918"/>
                        </a:cubicBezTo>
                        <a:cubicBezTo>
                          <a:pt x="91643" y="22858"/>
                          <a:pt x="91734" y="22827"/>
                          <a:pt x="91825" y="22767"/>
                        </a:cubicBezTo>
                        <a:cubicBezTo>
                          <a:pt x="91947" y="22706"/>
                          <a:pt x="91947" y="22554"/>
                          <a:pt x="91886" y="22463"/>
                        </a:cubicBezTo>
                        <a:cubicBezTo>
                          <a:pt x="91795" y="22341"/>
                          <a:pt x="91704" y="22189"/>
                          <a:pt x="91582" y="22067"/>
                        </a:cubicBezTo>
                        <a:cubicBezTo>
                          <a:pt x="91309" y="21794"/>
                          <a:pt x="91218" y="21399"/>
                          <a:pt x="91278" y="21004"/>
                        </a:cubicBezTo>
                        <a:cubicBezTo>
                          <a:pt x="91309" y="20943"/>
                          <a:pt x="91369" y="20882"/>
                          <a:pt x="91430" y="20882"/>
                        </a:cubicBezTo>
                        <a:cubicBezTo>
                          <a:pt x="91461" y="20882"/>
                          <a:pt x="91521" y="20912"/>
                          <a:pt x="91552" y="20912"/>
                        </a:cubicBezTo>
                        <a:cubicBezTo>
                          <a:pt x="91704" y="20912"/>
                          <a:pt x="91825" y="20760"/>
                          <a:pt x="91765" y="20639"/>
                        </a:cubicBezTo>
                        <a:cubicBezTo>
                          <a:pt x="91704" y="20548"/>
                          <a:pt x="91552" y="20335"/>
                          <a:pt x="91491" y="20183"/>
                        </a:cubicBezTo>
                        <a:cubicBezTo>
                          <a:pt x="91430" y="20061"/>
                          <a:pt x="91309" y="19970"/>
                          <a:pt x="91157" y="20001"/>
                        </a:cubicBezTo>
                        <a:cubicBezTo>
                          <a:pt x="91126" y="20001"/>
                          <a:pt x="91096" y="20001"/>
                          <a:pt x="91066" y="19940"/>
                        </a:cubicBezTo>
                        <a:cubicBezTo>
                          <a:pt x="90974" y="19757"/>
                          <a:pt x="90853" y="19575"/>
                          <a:pt x="90974" y="19362"/>
                        </a:cubicBezTo>
                        <a:cubicBezTo>
                          <a:pt x="91005" y="19241"/>
                          <a:pt x="90974" y="19089"/>
                          <a:pt x="90883" y="18997"/>
                        </a:cubicBezTo>
                        <a:cubicBezTo>
                          <a:pt x="90792" y="18876"/>
                          <a:pt x="90670" y="18815"/>
                          <a:pt x="90549" y="18815"/>
                        </a:cubicBezTo>
                        <a:cubicBezTo>
                          <a:pt x="90488" y="18815"/>
                          <a:pt x="90458" y="18845"/>
                          <a:pt x="90427" y="18876"/>
                        </a:cubicBezTo>
                        <a:cubicBezTo>
                          <a:pt x="90397" y="18906"/>
                          <a:pt x="90366" y="18967"/>
                          <a:pt x="90336" y="19028"/>
                        </a:cubicBezTo>
                        <a:lnTo>
                          <a:pt x="90336" y="19028"/>
                        </a:lnTo>
                        <a:lnTo>
                          <a:pt x="90336" y="19028"/>
                        </a:lnTo>
                        <a:lnTo>
                          <a:pt x="90336" y="19028"/>
                        </a:lnTo>
                        <a:cubicBezTo>
                          <a:pt x="90336" y="19058"/>
                          <a:pt x="90336" y="19058"/>
                          <a:pt x="90336" y="19028"/>
                        </a:cubicBezTo>
                        <a:lnTo>
                          <a:pt x="90306" y="19028"/>
                        </a:lnTo>
                        <a:lnTo>
                          <a:pt x="90306" y="19028"/>
                        </a:lnTo>
                        <a:cubicBezTo>
                          <a:pt x="90184" y="18967"/>
                          <a:pt x="90093" y="18845"/>
                          <a:pt x="90032" y="18724"/>
                        </a:cubicBezTo>
                        <a:cubicBezTo>
                          <a:pt x="89941" y="18481"/>
                          <a:pt x="89911" y="18238"/>
                          <a:pt x="89941" y="17994"/>
                        </a:cubicBezTo>
                        <a:cubicBezTo>
                          <a:pt x="89971" y="17599"/>
                          <a:pt x="89911" y="17204"/>
                          <a:pt x="89698" y="16870"/>
                        </a:cubicBezTo>
                        <a:cubicBezTo>
                          <a:pt x="89698" y="16839"/>
                          <a:pt x="89667" y="16779"/>
                          <a:pt x="89667" y="16748"/>
                        </a:cubicBezTo>
                        <a:cubicBezTo>
                          <a:pt x="89576" y="16505"/>
                          <a:pt x="89728" y="16262"/>
                          <a:pt x="89971" y="16231"/>
                        </a:cubicBezTo>
                        <a:lnTo>
                          <a:pt x="90123" y="16231"/>
                        </a:lnTo>
                        <a:cubicBezTo>
                          <a:pt x="90245" y="16231"/>
                          <a:pt x="90275" y="16201"/>
                          <a:pt x="90306" y="16079"/>
                        </a:cubicBezTo>
                        <a:cubicBezTo>
                          <a:pt x="90306" y="15988"/>
                          <a:pt x="90336" y="15867"/>
                          <a:pt x="90427" y="15776"/>
                        </a:cubicBezTo>
                        <a:cubicBezTo>
                          <a:pt x="90458" y="15715"/>
                          <a:pt x="90549" y="15715"/>
                          <a:pt x="90579" y="15776"/>
                        </a:cubicBezTo>
                        <a:cubicBezTo>
                          <a:pt x="90610" y="15836"/>
                          <a:pt x="90670" y="15988"/>
                          <a:pt x="90762" y="16079"/>
                        </a:cubicBezTo>
                        <a:cubicBezTo>
                          <a:pt x="90792" y="16110"/>
                          <a:pt x="90822" y="16110"/>
                          <a:pt x="90853" y="16110"/>
                        </a:cubicBezTo>
                        <a:cubicBezTo>
                          <a:pt x="90914" y="16079"/>
                          <a:pt x="90944" y="16049"/>
                          <a:pt x="90974" y="16019"/>
                        </a:cubicBezTo>
                        <a:cubicBezTo>
                          <a:pt x="91005" y="15928"/>
                          <a:pt x="91005" y="15806"/>
                          <a:pt x="91035" y="15684"/>
                        </a:cubicBezTo>
                        <a:cubicBezTo>
                          <a:pt x="91126" y="15320"/>
                          <a:pt x="91430" y="15046"/>
                          <a:pt x="91795" y="15016"/>
                        </a:cubicBezTo>
                        <a:cubicBezTo>
                          <a:pt x="91947" y="15016"/>
                          <a:pt x="92069" y="15076"/>
                          <a:pt x="92190" y="15168"/>
                        </a:cubicBezTo>
                        <a:cubicBezTo>
                          <a:pt x="92281" y="15228"/>
                          <a:pt x="92403" y="15320"/>
                          <a:pt x="92494" y="15411"/>
                        </a:cubicBezTo>
                        <a:cubicBezTo>
                          <a:pt x="92555" y="15441"/>
                          <a:pt x="92585" y="15472"/>
                          <a:pt x="92616" y="15472"/>
                        </a:cubicBezTo>
                        <a:cubicBezTo>
                          <a:pt x="92677" y="15502"/>
                          <a:pt x="92768" y="15502"/>
                          <a:pt x="92828" y="15502"/>
                        </a:cubicBezTo>
                        <a:cubicBezTo>
                          <a:pt x="92889" y="15502"/>
                          <a:pt x="92950" y="15472"/>
                          <a:pt x="92950" y="15380"/>
                        </a:cubicBezTo>
                        <a:cubicBezTo>
                          <a:pt x="92950" y="15228"/>
                          <a:pt x="92828" y="15076"/>
                          <a:pt x="92859" y="14924"/>
                        </a:cubicBezTo>
                        <a:cubicBezTo>
                          <a:pt x="92889" y="14742"/>
                          <a:pt x="92920" y="14621"/>
                          <a:pt x="92980" y="14469"/>
                        </a:cubicBezTo>
                        <a:cubicBezTo>
                          <a:pt x="93041" y="14256"/>
                          <a:pt x="93072" y="14013"/>
                          <a:pt x="93102" y="13800"/>
                        </a:cubicBezTo>
                        <a:cubicBezTo>
                          <a:pt x="93102" y="13465"/>
                          <a:pt x="93224" y="13131"/>
                          <a:pt x="93406" y="12827"/>
                        </a:cubicBezTo>
                        <a:cubicBezTo>
                          <a:pt x="93497" y="12675"/>
                          <a:pt x="93588" y="12493"/>
                          <a:pt x="93680" y="12280"/>
                        </a:cubicBezTo>
                        <a:cubicBezTo>
                          <a:pt x="93801" y="12006"/>
                          <a:pt x="93984" y="11733"/>
                          <a:pt x="94227" y="11520"/>
                        </a:cubicBezTo>
                        <a:cubicBezTo>
                          <a:pt x="94318" y="11459"/>
                          <a:pt x="94409" y="11399"/>
                          <a:pt x="94531" y="11399"/>
                        </a:cubicBezTo>
                        <a:cubicBezTo>
                          <a:pt x="94683" y="11399"/>
                          <a:pt x="94835" y="11399"/>
                          <a:pt x="95017" y="11429"/>
                        </a:cubicBezTo>
                        <a:cubicBezTo>
                          <a:pt x="95078" y="11429"/>
                          <a:pt x="95139" y="11429"/>
                          <a:pt x="95199" y="11399"/>
                        </a:cubicBezTo>
                        <a:cubicBezTo>
                          <a:pt x="95260" y="11399"/>
                          <a:pt x="95291" y="11368"/>
                          <a:pt x="95291" y="11307"/>
                        </a:cubicBezTo>
                        <a:cubicBezTo>
                          <a:pt x="95382" y="11034"/>
                          <a:pt x="95260" y="10699"/>
                          <a:pt x="95047" y="10517"/>
                        </a:cubicBezTo>
                        <a:cubicBezTo>
                          <a:pt x="94987" y="10426"/>
                          <a:pt x="94926" y="10365"/>
                          <a:pt x="94895" y="10274"/>
                        </a:cubicBezTo>
                        <a:cubicBezTo>
                          <a:pt x="94865" y="10213"/>
                          <a:pt x="94835" y="10152"/>
                          <a:pt x="94774" y="10122"/>
                        </a:cubicBezTo>
                        <a:cubicBezTo>
                          <a:pt x="94531" y="10031"/>
                          <a:pt x="94348" y="9818"/>
                          <a:pt x="94075" y="9757"/>
                        </a:cubicBezTo>
                        <a:lnTo>
                          <a:pt x="94014" y="9757"/>
                        </a:lnTo>
                        <a:lnTo>
                          <a:pt x="94044" y="9727"/>
                        </a:lnTo>
                        <a:lnTo>
                          <a:pt x="94044" y="9727"/>
                        </a:lnTo>
                        <a:cubicBezTo>
                          <a:pt x="94014" y="9636"/>
                          <a:pt x="94014" y="9544"/>
                          <a:pt x="93984" y="9484"/>
                        </a:cubicBezTo>
                        <a:cubicBezTo>
                          <a:pt x="93923" y="9301"/>
                          <a:pt x="93832" y="9180"/>
                          <a:pt x="93649" y="9210"/>
                        </a:cubicBezTo>
                        <a:cubicBezTo>
                          <a:pt x="93588" y="9210"/>
                          <a:pt x="93528" y="9210"/>
                          <a:pt x="93528" y="9149"/>
                        </a:cubicBezTo>
                        <a:cubicBezTo>
                          <a:pt x="93528" y="9119"/>
                          <a:pt x="93497" y="9058"/>
                          <a:pt x="93467" y="9028"/>
                        </a:cubicBezTo>
                        <a:cubicBezTo>
                          <a:pt x="93376" y="8815"/>
                          <a:pt x="93315" y="8785"/>
                          <a:pt x="93102" y="8815"/>
                        </a:cubicBezTo>
                        <a:cubicBezTo>
                          <a:pt x="92950" y="8845"/>
                          <a:pt x="92768" y="8754"/>
                          <a:pt x="92646" y="8602"/>
                        </a:cubicBezTo>
                        <a:cubicBezTo>
                          <a:pt x="92616" y="8541"/>
                          <a:pt x="92616" y="8450"/>
                          <a:pt x="92677" y="8420"/>
                        </a:cubicBezTo>
                        <a:cubicBezTo>
                          <a:pt x="92768" y="8389"/>
                          <a:pt x="92859" y="8389"/>
                          <a:pt x="92950" y="8359"/>
                        </a:cubicBezTo>
                        <a:cubicBezTo>
                          <a:pt x="93163" y="8298"/>
                          <a:pt x="93345" y="8085"/>
                          <a:pt x="93345" y="7873"/>
                        </a:cubicBezTo>
                        <a:cubicBezTo>
                          <a:pt x="93376" y="7599"/>
                          <a:pt x="93376" y="7326"/>
                          <a:pt x="93376" y="7052"/>
                        </a:cubicBezTo>
                        <a:cubicBezTo>
                          <a:pt x="93345" y="6961"/>
                          <a:pt x="93345" y="6870"/>
                          <a:pt x="93284" y="6778"/>
                        </a:cubicBezTo>
                        <a:cubicBezTo>
                          <a:pt x="93254" y="6687"/>
                          <a:pt x="93193" y="6596"/>
                          <a:pt x="93132" y="6474"/>
                        </a:cubicBezTo>
                        <a:cubicBezTo>
                          <a:pt x="93102" y="6323"/>
                          <a:pt x="92950" y="6201"/>
                          <a:pt x="92798" y="6201"/>
                        </a:cubicBezTo>
                        <a:cubicBezTo>
                          <a:pt x="92646" y="6171"/>
                          <a:pt x="92494" y="6079"/>
                          <a:pt x="92433" y="5927"/>
                        </a:cubicBezTo>
                        <a:cubicBezTo>
                          <a:pt x="92373" y="5867"/>
                          <a:pt x="92373" y="5806"/>
                          <a:pt x="92403" y="5745"/>
                        </a:cubicBezTo>
                        <a:cubicBezTo>
                          <a:pt x="92433" y="5684"/>
                          <a:pt x="92433" y="5593"/>
                          <a:pt x="92464" y="5532"/>
                        </a:cubicBezTo>
                        <a:cubicBezTo>
                          <a:pt x="92494" y="5471"/>
                          <a:pt x="92646" y="5441"/>
                          <a:pt x="92677" y="5532"/>
                        </a:cubicBezTo>
                        <a:cubicBezTo>
                          <a:pt x="92737" y="5684"/>
                          <a:pt x="92828" y="5806"/>
                          <a:pt x="92980" y="5867"/>
                        </a:cubicBezTo>
                        <a:cubicBezTo>
                          <a:pt x="93376" y="6079"/>
                          <a:pt x="93436" y="6079"/>
                          <a:pt x="93619" y="5623"/>
                        </a:cubicBezTo>
                        <a:cubicBezTo>
                          <a:pt x="93649" y="5593"/>
                          <a:pt x="93649" y="5563"/>
                          <a:pt x="93680" y="5502"/>
                        </a:cubicBezTo>
                        <a:cubicBezTo>
                          <a:pt x="93771" y="5411"/>
                          <a:pt x="93892" y="5319"/>
                          <a:pt x="94014" y="5289"/>
                        </a:cubicBezTo>
                        <a:cubicBezTo>
                          <a:pt x="94105" y="5259"/>
                          <a:pt x="94196" y="5350"/>
                          <a:pt x="94257" y="5411"/>
                        </a:cubicBezTo>
                        <a:cubicBezTo>
                          <a:pt x="94318" y="5502"/>
                          <a:pt x="94409" y="5563"/>
                          <a:pt x="94470" y="5654"/>
                        </a:cubicBezTo>
                        <a:cubicBezTo>
                          <a:pt x="94591" y="5806"/>
                          <a:pt x="94774" y="5836"/>
                          <a:pt x="94926" y="5745"/>
                        </a:cubicBezTo>
                        <a:cubicBezTo>
                          <a:pt x="95047" y="5654"/>
                          <a:pt x="95199" y="5623"/>
                          <a:pt x="95351" y="5623"/>
                        </a:cubicBezTo>
                        <a:cubicBezTo>
                          <a:pt x="95473" y="5654"/>
                          <a:pt x="95594" y="5654"/>
                          <a:pt x="95686" y="5654"/>
                        </a:cubicBezTo>
                        <a:cubicBezTo>
                          <a:pt x="95777" y="5654"/>
                          <a:pt x="95868" y="5623"/>
                          <a:pt x="95959" y="5593"/>
                        </a:cubicBezTo>
                        <a:cubicBezTo>
                          <a:pt x="96020" y="5593"/>
                          <a:pt x="96050" y="5563"/>
                          <a:pt x="96081" y="5532"/>
                        </a:cubicBezTo>
                        <a:cubicBezTo>
                          <a:pt x="96111" y="5502"/>
                          <a:pt x="96142" y="5441"/>
                          <a:pt x="96142" y="5411"/>
                        </a:cubicBezTo>
                        <a:cubicBezTo>
                          <a:pt x="96202" y="5259"/>
                          <a:pt x="96233" y="4985"/>
                          <a:pt x="95898" y="4955"/>
                        </a:cubicBezTo>
                        <a:close/>
                        <a:moveTo>
                          <a:pt x="24256" y="18754"/>
                        </a:moveTo>
                        <a:lnTo>
                          <a:pt x="24286" y="18754"/>
                        </a:lnTo>
                        <a:lnTo>
                          <a:pt x="24286" y="18785"/>
                        </a:lnTo>
                        <a:lnTo>
                          <a:pt x="24256" y="18785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92" name="Google Shape;789;p21">
                    <a:extLst>
                      <a:ext uri="{FF2B5EF4-FFF2-40B4-BE49-F238E27FC236}">
                        <a16:creationId xmlns:a16="http://schemas.microsoft.com/office/drawing/2014/main" id="{3877E5D6-385F-F0F7-FD8E-93AA73108E0F}"/>
                      </a:ext>
                    </a:extLst>
                  </p:cNvPr>
                  <p:cNvSpPr/>
                  <p:nvPr/>
                </p:nvSpPr>
                <p:spPr>
                  <a:xfrm>
                    <a:off x="4825250" y="4193025"/>
                    <a:ext cx="109450" cy="197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8" h="7904" extrusionOk="0">
                        <a:moveTo>
                          <a:pt x="3921" y="31"/>
                        </a:moveTo>
                        <a:cubicBezTo>
                          <a:pt x="3891" y="0"/>
                          <a:pt x="3861" y="0"/>
                          <a:pt x="3800" y="31"/>
                        </a:cubicBezTo>
                        <a:cubicBezTo>
                          <a:pt x="3709" y="122"/>
                          <a:pt x="3648" y="244"/>
                          <a:pt x="3617" y="396"/>
                        </a:cubicBezTo>
                        <a:cubicBezTo>
                          <a:pt x="3617" y="517"/>
                          <a:pt x="3526" y="639"/>
                          <a:pt x="3405" y="700"/>
                        </a:cubicBezTo>
                        <a:cubicBezTo>
                          <a:pt x="3405" y="730"/>
                          <a:pt x="3405" y="791"/>
                          <a:pt x="3374" y="821"/>
                        </a:cubicBezTo>
                        <a:cubicBezTo>
                          <a:pt x="3253" y="882"/>
                          <a:pt x="3101" y="943"/>
                          <a:pt x="3070" y="1125"/>
                        </a:cubicBezTo>
                        <a:cubicBezTo>
                          <a:pt x="3040" y="1338"/>
                          <a:pt x="2888" y="1520"/>
                          <a:pt x="2675" y="1581"/>
                        </a:cubicBezTo>
                        <a:cubicBezTo>
                          <a:pt x="2523" y="1672"/>
                          <a:pt x="2371" y="1855"/>
                          <a:pt x="2189" y="1976"/>
                        </a:cubicBezTo>
                        <a:cubicBezTo>
                          <a:pt x="2006" y="2037"/>
                          <a:pt x="1824" y="2098"/>
                          <a:pt x="1611" y="2159"/>
                        </a:cubicBezTo>
                        <a:lnTo>
                          <a:pt x="1551" y="2159"/>
                        </a:lnTo>
                        <a:lnTo>
                          <a:pt x="1003" y="2371"/>
                        </a:lnTo>
                        <a:cubicBezTo>
                          <a:pt x="912" y="2523"/>
                          <a:pt x="851" y="2675"/>
                          <a:pt x="791" y="2797"/>
                        </a:cubicBezTo>
                        <a:cubicBezTo>
                          <a:pt x="608" y="3070"/>
                          <a:pt x="608" y="3374"/>
                          <a:pt x="699" y="3648"/>
                        </a:cubicBezTo>
                        <a:cubicBezTo>
                          <a:pt x="730" y="3739"/>
                          <a:pt x="760" y="3830"/>
                          <a:pt x="791" y="3921"/>
                        </a:cubicBezTo>
                        <a:cubicBezTo>
                          <a:pt x="912" y="4134"/>
                          <a:pt x="882" y="4408"/>
                          <a:pt x="730" y="4621"/>
                        </a:cubicBezTo>
                        <a:cubicBezTo>
                          <a:pt x="547" y="4833"/>
                          <a:pt x="456" y="5076"/>
                          <a:pt x="274" y="5289"/>
                        </a:cubicBezTo>
                        <a:cubicBezTo>
                          <a:pt x="61" y="5563"/>
                          <a:pt x="0" y="5897"/>
                          <a:pt x="122" y="6201"/>
                        </a:cubicBezTo>
                        <a:cubicBezTo>
                          <a:pt x="183" y="6353"/>
                          <a:pt x="213" y="6505"/>
                          <a:pt x="183" y="6657"/>
                        </a:cubicBezTo>
                        <a:cubicBezTo>
                          <a:pt x="183" y="6809"/>
                          <a:pt x="183" y="6931"/>
                          <a:pt x="183" y="7083"/>
                        </a:cubicBezTo>
                        <a:cubicBezTo>
                          <a:pt x="213" y="7174"/>
                          <a:pt x="243" y="7265"/>
                          <a:pt x="274" y="7326"/>
                        </a:cubicBezTo>
                        <a:cubicBezTo>
                          <a:pt x="456" y="7569"/>
                          <a:pt x="699" y="7751"/>
                          <a:pt x="973" y="7842"/>
                        </a:cubicBezTo>
                        <a:cubicBezTo>
                          <a:pt x="1155" y="7903"/>
                          <a:pt x="1277" y="7782"/>
                          <a:pt x="1429" y="7721"/>
                        </a:cubicBezTo>
                        <a:cubicBezTo>
                          <a:pt x="1520" y="7690"/>
                          <a:pt x="1642" y="7660"/>
                          <a:pt x="1763" y="7660"/>
                        </a:cubicBezTo>
                        <a:cubicBezTo>
                          <a:pt x="2006" y="7660"/>
                          <a:pt x="2189" y="7508"/>
                          <a:pt x="2280" y="7295"/>
                        </a:cubicBezTo>
                        <a:cubicBezTo>
                          <a:pt x="2371" y="7113"/>
                          <a:pt x="2432" y="6961"/>
                          <a:pt x="2493" y="6779"/>
                        </a:cubicBezTo>
                        <a:cubicBezTo>
                          <a:pt x="2675" y="6383"/>
                          <a:pt x="2797" y="5958"/>
                          <a:pt x="2949" y="5593"/>
                        </a:cubicBezTo>
                        <a:cubicBezTo>
                          <a:pt x="3222" y="5016"/>
                          <a:pt x="3405" y="4377"/>
                          <a:pt x="3648" y="3800"/>
                        </a:cubicBezTo>
                        <a:cubicBezTo>
                          <a:pt x="3739" y="3648"/>
                          <a:pt x="3769" y="3466"/>
                          <a:pt x="3800" y="3283"/>
                        </a:cubicBezTo>
                        <a:cubicBezTo>
                          <a:pt x="3861" y="3070"/>
                          <a:pt x="3921" y="2827"/>
                          <a:pt x="3982" y="2645"/>
                        </a:cubicBezTo>
                        <a:cubicBezTo>
                          <a:pt x="4073" y="2462"/>
                          <a:pt x="4043" y="2219"/>
                          <a:pt x="4286" y="2128"/>
                        </a:cubicBezTo>
                        <a:cubicBezTo>
                          <a:pt x="4347" y="2037"/>
                          <a:pt x="4377" y="1915"/>
                          <a:pt x="4377" y="1824"/>
                        </a:cubicBezTo>
                        <a:cubicBezTo>
                          <a:pt x="4377" y="1611"/>
                          <a:pt x="4317" y="1399"/>
                          <a:pt x="4317" y="1216"/>
                        </a:cubicBezTo>
                        <a:cubicBezTo>
                          <a:pt x="4347" y="791"/>
                          <a:pt x="4195" y="365"/>
                          <a:pt x="392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" name="Google Shape;790;p21">
                    <a:extLst>
                      <a:ext uri="{FF2B5EF4-FFF2-40B4-BE49-F238E27FC236}">
                        <a16:creationId xmlns:a16="http://schemas.microsoft.com/office/drawing/2014/main" id="{5FB75E80-FF92-7250-EAF1-4986B77E4D89}"/>
                      </a:ext>
                    </a:extLst>
                  </p:cNvPr>
                  <p:cNvSpPr/>
                  <p:nvPr/>
                </p:nvSpPr>
                <p:spPr>
                  <a:xfrm>
                    <a:off x="4835875" y="4181625"/>
                    <a:ext cx="6125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" h="275" extrusionOk="0">
                        <a:moveTo>
                          <a:pt x="214" y="213"/>
                        </a:moveTo>
                        <a:cubicBezTo>
                          <a:pt x="244" y="122"/>
                          <a:pt x="214" y="61"/>
                          <a:pt x="153" y="31"/>
                        </a:cubicBezTo>
                        <a:cubicBezTo>
                          <a:pt x="92" y="0"/>
                          <a:pt x="31" y="61"/>
                          <a:pt x="1" y="122"/>
                        </a:cubicBezTo>
                        <a:cubicBezTo>
                          <a:pt x="31" y="152"/>
                          <a:pt x="62" y="213"/>
                          <a:pt x="92" y="244"/>
                        </a:cubicBezTo>
                        <a:cubicBezTo>
                          <a:pt x="122" y="274"/>
                          <a:pt x="183" y="244"/>
                          <a:pt x="214" y="2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4" name="Google Shape;791;p21">
                    <a:extLst>
                      <a:ext uri="{FF2B5EF4-FFF2-40B4-BE49-F238E27FC236}">
                        <a16:creationId xmlns:a16="http://schemas.microsoft.com/office/drawing/2014/main" id="{C4EE13BE-CD4F-AF10-EA28-20FE4DE9A327}"/>
                      </a:ext>
                    </a:extLst>
                  </p:cNvPr>
                  <p:cNvSpPr/>
                  <p:nvPr/>
                </p:nvSpPr>
                <p:spPr>
                  <a:xfrm>
                    <a:off x="4863250" y="4202150"/>
                    <a:ext cx="1525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" h="61" extrusionOk="0">
                        <a:moveTo>
                          <a:pt x="61" y="0"/>
                        </a:moveTo>
                        <a:lnTo>
                          <a:pt x="31" y="0"/>
                        </a:lnTo>
                        <a:cubicBezTo>
                          <a:pt x="0" y="31"/>
                          <a:pt x="0" y="31"/>
                          <a:pt x="31" y="61"/>
                        </a:cubicBezTo>
                        <a:lnTo>
                          <a:pt x="61" y="6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5" name="Google Shape;792;p21">
                    <a:extLst>
                      <a:ext uri="{FF2B5EF4-FFF2-40B4-BE49-F238E27FC236}">
                        <a16:creationId xmlns:a16="http://schemas.microsoft.com/office/drawing/2014/main" id="{48486A9E-8396-2C5C-9285-9143EF4C3935}"/>
                      </a:ext>
                    </a:extLst>
                  </p:cNvPr>
                  <p:cNvSpPr/>
                  <p:nvPr/>
                </p:nvSpPr>
                <p:spPr>
                  <a:xfrm>
                    <a:off x="4909600" y="4210500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0" y="1"/>
                        </a:moveTo>
                        <a:lnTo>
                          <a:pt x="31" y="1"/>
                        </a:lnTo>
                        <a:lnTo>
                          <a:pt x="31" y="1"/>
                        </a:lnTo>
                        <a:lnTo>
                          <a:pt x="3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6" name="Google Shape;793;p21">
                    <a:extLst>
                      <a:ext uri="{FF2B5EF4-FFF2-40B4-BE49-F238E27FC236}">
                        <a16:creationId xmlns:a16="http://schemas.microsoft.com/office/drawing/2014/main" id="{FCFBB5A7-6FEB-A6F7-3E67-4364C7469B32}"/>
                      </a:ext>
                    </a:extLst>
                  </p:cNvPr>
                  <p:cNvSpPr/>
                  <p:nvPr/>
                </p:nvSpPr>
                <p:spPr>
                  <a:xfrm>
                    <a:off x="4683475" y="4029225"/>
                    <a:ext cx="6125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" h="275" extrusionOk="0">
                        <a:moveTo>
                          <a:pt x="214" y="213"/>
                        </a:moveTo>
                        <a:cubicBezTo>
                          <a:pt x="244" y="122"/>
                          <a:pt x="214" y="61"/>
                          <a:pt x="153" y="31"/>
                        </a:cubicBezTo>
                        <a:cubicBezTo>
                          <a:pt x="92" y="0"/>
                          <a:pt x="31" y="61"/>
                          <a:pt x="1" y="122"/>
                        </a:cubicBezTo>
                        <a:cubicBezTo>
                          <a:pt x="31" y="152"/>
                          <a:pt x="62" y="213"/>
                          <a:pt x="92" y="244"/>
                        </a:cubicBezTo>
                        <a:cubicBezTo>
                          <a:pt x="122" y="274"/>
                          <a:pt x="183" y="244"/>
                          <a:pt x="214" y="2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7" name="Google Shape;794;p21">
                    <a:extLst>
                      <a:ext uri="{FF2B5EF4-FFF2-40B4-BE49-F238E27FC236}">
                        <a16:creationId xmlns:a16="http://schemas.microsoft.com/office/drawing/2014/main" id="{58EE351D-E929-7ACB-6035-0AB434F1EEE2}"/>
                      </a:ext>
                    </a:extLst>
                  </p:cNvPr>
                  <p:cNvSpPr/>
                  <p:nvPr/>
                </p:nvSpPr>
                <p:spPr>
                  <a:xfrm>
                    <a:off x="4710850" y="4049750"/>
                    <a:ext cx="1525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" h="61" extrusionOk="0">
                        <a:moveTo>
                          <a:pt x="61" y="0"/>
                        </a:moveTo>
                        <a:lnTo>
                          <a:pt x="31" y="0"/>
                        </a:lnTo>
                        <a:cubicBezTo>
                          <a:pt x="0" y="31"/>
                          <a:pt x="0" y="31"/>
                          <a:pt x="31" y="61"/>
                        </a:cubicBezTo>
                        <a:lnTo>
                          <a:pt x="61" y="6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8" name="Google Shape;795;p21">
                    <a:extLst>
                      <a:ext uri="{FF2B5EF4-FFF2-40B4-BE49-F238E27FC236}">
                        <a16:creationId xmlns:a16="http://schemas.microsoft.com/office/drawing/2014/main" id="{84C4431D-5C8F-EB40-2F22-7AEE61A463D7}"/>
                      </a:ext>
                    </a:extLst>
                  </p:cNvPr>
                  <p:cNvSpPr/>
                  <p:nvPr/>
                </p:nvSpPr>
                <p:spPr>
                  <a:xfrm>
                    <a:off x="4757200" y="4058100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0" y="1"/>
                        </a:moveTo>
                        <a:lnTo>
                          <a:pt x="31" y="1"/>
                        </a:lnTo>
                        <a:lnTo>
                          <a:pt x="31" y="1"/>
                        </a:lnTo>
                        <a:lnTo>
                          <a:pt x="3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9" name="Google Shape;796;p21">
                    <a:extLst>
                      <a:ext uri="{FF2B5EF4-FFF2-40B4-BE49-F238E27FC236}">
                        <a16:creationId xmlns:a16="http://schemas.microsoft.com/office/drawing/2014/main" id="{23701002-95A8-5D0A-E731-22338098DCDE}"/>
                      </a:ext>
                    </a:extLst>
                  </p:cNvPr>
                  <p:cNvSpPr/>
                  <p:nvPr/>
                </p:nvSpPr>
                <p:spPr>
                  <a:xfrm>
                    <a:off x="3172050" y="4748850"/>
                    <a:ext cx="8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1" extrusionOk="0">
                        <a:moveTo>
                          <a:pt x="1" y="0"/>
                        </a:moveTo>
                        <a:lnTo>
                          <a:pt x="31" y="0"/>
                        </a:lnTo>
                        <a:lnTo>
                          <a:pt x="31" y="0"/>
                        </a:lnTo>
                        <a:lnTo>
                          <a:pt x="3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0" name="Google Shape;797;p21">
                    <a:extLst>
                      <a:ext uri="{FF2B5EF4-FFF2-40B4-BE49-F238E27FC236}">
                        <a16:creationId xmlns:a16="http://schemas.microsoft.com/office/drawing/2014/main" id="{F9EFD181-3F0B-4D1F-B674-E743489C163A}"/>
                      </a:ext>
                    </a:extLst>
                  </p:cNvPr>
                  <p:cNvSpPr/>
                  <p:nvPr/>
                </p:nvSpPr>
                <p:spPr>
                  <a:xfrm>
                    <a:off x="3169775" y="4748850"/>
                    <a:ext cx="2300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61" extrusionOk="0">
                        <a:moveTo>
                          <a:pt x="92" y="0"/>
                        </a:moveTo>
                        <a:lnTo>
                          <a:pt x="1" y="0"/>
                        </a:lnTo>
                        <a:cubicBezTo>
                          <a:pt x="31" y="61"/>
                          <a:pt x="61" y="61"/>
                          <a:pt x="92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1" name="Google Shape;798;p21">
                    <a:extLst>
                      <a:ext uri="{FF2B5EF4-FFF2-40B4-BE49-F238E27FC236}">
                        <a16:creationId xmlns:a16="http://schemas.microsoft.com/office/drawing/2014/main" id="{0B44DD9C-0D10-DB42-4DA9-40C790D2F086}"/>
                      </a:ext>
                    </a:extLst>
                  </p:cNvPr>
                  <p:cNvSpPr/>
                  <p:nvPr/>
                </p:nvSpPr>
                <p:spPr>
                  <a:xfrm>
                    <a:off x="4302025" y="2938775"/>
                    <a:ext cx="12925" cy="19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761" extrusionOk="0">
                        <a:moveTo>
                          <a:pt x="61" y="639"/>
                        </a:moveTo>
                        <a:cubicBezTo>
                          <a:pt x="91" y="670"/>
                          <a:pt x="122" y="700"/>
                          <a:pt x="152" y="730"/>
                        </a:cubicBezTo>
                        <a:cubicBezTo>
                          <a:pt x="183" y="761"/>
                          <a:pt x="274" y="730"/>
                          <a:pt x="304" y="639"/>
                        </a:cubicBezTo>
                        <a:cubicBezTo>
                          <a:pt x="456" y="457"/>
                          <a:pt x="517" y="244"/>
                          <a:pt x="456" y="31"/>
                        </a:cubicBezTo>
                        <a:cubicBezTo>
                          <a:pt x="335" y="1"/>
                          <a:pt x="213" y="31"/>
                          <a:pt x="152" y="122"/>
                        </a:cubicBezTo>
                        <a:cubicBezTo>
                          <a:pt x="61" y="214"/>
                          <a:pt x="0" y="366"/>
                          <a:pt x="31" y="518"/>
                        </a:cubicBezTo>
                        <a:cubicBezTo>
                          <a:pt x="31" y="548"/>
                          <a:pt x="61" y="578"/>
                          <a:pt x="61" y="6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799;p21">
                    <a:extLst>
                      <a:ext uri="{FF2B5EF4-FFF2-40B4-BE49-F238E27FC236}">
                        <a16:creationId xmlns:a16="http://schemas.microsoft.com/office/drawing/2014/main" id="{763A7197-DF78-E2DC-A285-58BDB2751D99}"/>
                      </a:ext>
                    </a:extLst>
                  </p:cNvPr>
                  <p:cNvSpPr/>
                  <p:nvPr/>
                </p:nvSpPr>
                <p:spPr>
                  <a:xfrm>
                    <a:off x="4316450" y="2880275"/>
                    <a:ext cx="7625" cy="8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335" extrusionOk="0">
                        <a:moveTo>
                          <a:pt x="183" y="304"/>
                        </a:moveTo>
                        <a:cubicBezTo>
                          <a:pt x="183" y="335"/>
                          <a:pt x="214" y="335"/>
                          <a:pt x="244" y="304"/>
                        </a:cubicBezTo>
                        <a:cubicBezTo>
                          <a:pt x="305" y="274"/>
                          <a:pt x="305" y="213"/>
                          <a:pt x="274" y="152"/>
                        </a:cubicBezTo>
                        <a:cubicBezTo>
                          <a:pt x="244" y="92"/>
                          <a:pt x="214" y="31"/>
                          <a:pt x="153" y="0"/>
                        </a:cubicBezTo>
                        <a:cubicBezTo>
                          <a:pt x="122" y="0"/>
                          <a:pt x="92" y="31"/>
                          <a:pt x="92" y="31"/>
                        </a:cubicBezTo>
                        <a:cubicBezTo>
                          <a:pt x="31" y="92"/>
                          <a:pt x="1" y="152"/>
                          <a:pt x="31" y="213"/>
                        </a:cubicBezTo>
                        <a:cubicBezTo>
                          <a:pt x="62" y="274"/>
                          <a:pt x="122" y="304"/>
                          <a:pt x="183" y="30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800;p21">
                    <a:extLst>
                      <a:ext uri="{FF2B5EF4-FFF2-40B4-BE49-F238E27FC236}">
                        <a16:creationId xmlns:a16="http://schemas.microsoft.com/office/drawing/2014/main" id="{BB857C0B-27D1-4169-5BF2-07FA0357DC46}"/>
                      </a:ext>
                    </a:extLst>
                  </p:cNvPr>
                  <p:cNvSpPr/>
                  <p:nvPr/>
                </p:nvSpPr>
                <p:spPr>
                  <a:xfrm>
                    <a:off x="4263275" y="2991225"/>
                    <a:ext cx="4575" cy="4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" h="183" extrusionOk="0">
                        <a:moveTo>
                          <a:pt x="122" y="182"/>
                        </a:moveTo>
                        <a:cubicBezTo>
                          <a:pt x="122" y="182"/>
                          <a:pt x="152" y="152"/>
                          <a:pt x="182" y="122"/>
                        </a:cubicBezTo>
                        <a:cubicBezTo>
                          <a:pt x="152" y="91"/>
                          <a:pt x="122" y="61"/>
                          <a:pt x="122" y="31"/>
                        </a:cubicBezTo>
                        <a:cubicBezTo>
                          <a:pt x="91" y="0"/>
                          <a:pt x="30" y="0"/>
                          <a:pt x="30" y="31"/>
                        </a:cubicBezTo>
                        <a:cubicBezTo>
                          <a:pt x="0" y="61"/>
                          <a:pt x="0" y="91"/>
                          <a:pt x="30" y="122"/>
                        </a:cubicBezTo>
                        <a:cubicBezTo>
                          <a:pt x="30" y="152"/>
                          <a:pt x="91" y="152"/>
                          <a:pt x="122" y="1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801;p21">
                    <a:extLst>
                      <a:ext uri="{FF2B5EF4-FFF2-40B4-BE49-F238E27FC236}">
                        <a16:creationId xmlns:a16="http://schemas.microsoft.com/office/drawing/2014/main" id="{EC064C6C-6C56-9A2E-85FB-4F0AE61BF3A0}"/>
                      </a:ext>
                    </a:extLst>
                  </p:cNvPr>
                  <p:cNvSpPr/>
                  <p:nvPr/>
                </p:nvSpPr>
                <p:spPr>
                  <a:xfrm>
                    <a:off x="4352925" y="2911425"/>
                    <a:ext cx="6100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275" extrusionOk="0">
                        <a:moveTo>
                          <a:pt x="92" y="213"/>
                        </a:moveTo>
                        <a:cubicBezTo>
                          <a:pt x="153" y="274"/>
                          <a:pt x="214" y="213"/>
                          <a:pt x="244" y="153"/>
                        </a:cubicBezTo>
                        <a:cubicBezTo>
                          <a:pt x="244" y="122"/>
                          <a:pt x="244" y="122"/>
                          <a:pt x="244" y="92"/>
                        </a:cubicBezTo>
                        <a:cubicBezTo>
                          <a:pt x="244" y="61"/>
                          <a:pt x="122" y="1"/>
                          <a:pt x="62" y="31"/>
                        </a:cubicBezTo>
                        <a:cubicBezTo>
                          <a:pt x="31" y="61"/>
                          <a:pt x="1" y="92"/>
                          <a:pt x="1" y="122"/>
                        </a:cubicBezTo>
                        <a:cubicBezTo>
                          <a:pt x="31" y="183"/>
                          <a:pt x="31" y="213"/>
                          <a:pt x="92" y="2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802;p21">
                    <a:extLst>
                      <a:ext uri="{FF2B5EF4-FFF2-40B4-BE49-F238E27FC236}">
                        <a16:creationId xmlns:a16="http://schemas.microsoft.com/office/drawing/2014/main" id="{883B482D-A78D-BB20-F0C3-42E01CC67EF6}"/>
                      </a:ext>
                    </a:extLst>
                  </p:cNvPr>
                  <p:cNvSpPr/>
                  <p:nvPr/>
                </p:nvSpPr>
                <p:spPr>
                  <a:xfrm>
                    <a:off x="4313425" y="2938775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31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803;p21">
                    <a:extLst>
                      <a:ext uri="{FF2B5EF4-FFF2-40B4-BE49-F238E27FC236}">
                        <a16:creationId xmlns:a16="http://schemas.microsoft.com/office/drawing/2014/main" id="{A49A4FFE-D956-E175-1D02-AF3EDF24562C}"/>
                      </a:ext>
                    </a:extLst>
                  </p:cNvPr>
                  <p:cNvSpPr/>
                  <p:nvPr/>
                </p:nvSpPr>
                <p:spPr>
                  <a:xfrm>
                    <a:off x="4350650" y="2932700"/>
                    <a:ext cx="77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2" extrusionOk="0">
                        <a:moveTo>
                          <a:pt x="1" y="31"/>
                        </a:moveTo>
                        <a:lnTo>
                          <a:pt x="31" y="1"/>
                        </a:lnTo>
                        <a:lnTo>
                          <a:pt x="31" y="1"/>
                        </a:lnTo>
                        <a:lnTo>
                          <a:pt x="3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4" name="Google Shape;804;p21">
                <a:extLst>
                  <a:ext uri="{FF2B5EF4-FFF2-40B4-BE49-F238E27FC236}">
                    <a16:creationId xmlns:a16="http://schemas.microsoft.com/office/drawing/2014/main" id="{DE056CC4-B971-2672-D0DC-B9AB8D91A8E0}"/>
                  </a:ext>
                </a:extLst>
              </p:cNvPr>
              <p:cNvSpPr/>
              <p:nvPr/>
            </p:nvSpPr>
            <p:spPr>
              <a:xfrm>
                <a:off x="5409418" y="2466013"/>
                <a:ext cx="186653" cy="274143"/>
              </a:xfrm>
              <a:custGeom>
                <a:avLst/>
                <a:gdLst/>
                <a:ahLst/>
                <a:cxnLst/>
                <a:rect l="l" t="t" r="r" b="b"/>
                <a:pathLst>
                  <a:path w="5837" h="8573" extrusionOk="0">
                    <a:moveTo>
                      <a:pt x="2858" y="4864"/>
                    </a:moveTo>
                    <a:cubicBezTo>
                      <a:pt x="2858" y="4894"/>
                      <a:pt x="2797" y="4925"/>
                      <a:pt x="2767" y="4925"/>
                    </a:cubicBezTo>
                    <a:cubicBezTo>
                      <a:pt x="2584" y="4894"/>
                      <a:pt x="2402" y="4894"/>
                      <a:pt x="2220" y="4955"/>
                    </a:cubicBezTo>
                    <a:cubicBezTo>
                      <a:pt x="2007" y="5046"/>
                      <a:pt x="1794" y="5077"/>
                      <a:pt x="1551" y="5107"/>
                    </a:cubicBezTo>
                    <a:cubicBezTo>
                      <a:pt x="1429" y="5107"/>
                      <a:pt x="1338" y="5168"/>
                      <a:pt x="1277" y="5259"/>
                    </a:cubicBezTo>
                    <a:cubicBezTo>
                      <a:pt x="1065" y="5563"/>
                      <a:pt x="821" y="5837"/>
                      <a:pt x="548" y="6080"/>
                    </a:cubicBezTo>
                    <a:cubicBezTo>
                      <a:pt x="518" y="6141"/>
                      <a:pt x="487" y="6201"/>
                      <a:pt x="487" y="6262"/>
                    </a:cubicBezTo>
                    <a:cubicBezTo>
                      <a:pt x="487" y="6323"/>
                      <a:pt x="457" y="6384"/>
                      <a:pt x="426" y="6445"/>
                    </a:cubicBezTo>
                    <a:cubicBezTo>
                      <a:pt x="305" y="6566"/>
                      <a:pt x="214" y="6688"/>
                      <a:pt x="92" y="6809"/>
                    </a:cubicBezTo>
                    <a:cubicBezTo>
                      <a:pt x="31" y="6870"/>
                      <a:pt x="1" y="6992"/>
                      <a:pt x="1" y="7113"/>
                    </a:cubicBezTo>
                    <a:cubicBezTo>
                      <a:pt x="1" y="7235"/>
                      <a:pt x="62" y="7326"/>
                      <a:pt x="153" y="7387"/>
                    </a:cubicBezTo>
                    <a:lnTo>
                      <a:pt x="153" y="7417"/>
                    </a:lnTo>
                    <a:lnTo>
                      <a:pt x="183" y="7417"/>
                    </a:lnTo>
                    <a:cubicBezTo>
                      <a:pt x="183" y="7417"/>
                      <a:pt x="183" y="7387"/>
                      <a:pt x="183" y="7387"/>
                    </a:cubicBezTo>
                    <a:lnTo>
                      <a:pt x="214" y="7356"/>
                    </a:lnTo>
                    <a:cubicBezTo>
                      <a:pt x="335" y="7326"/>
                      <a:pt x="396" y="7356"/>
                      <a:pt x="396" y="7448"/>
                    </a:cubicBezTo>
                    <a:cubicBezTo>
                      <a:pt x="396" y="7539"/>
                      <a:pt x="366" y="7600"/>
                      <a:pt x="305" y="7660"/>
                    </a:cubicBezTo>
                    <a:lnTo>
                      <a:pt x="305" y="7660"/>
                    </a:lnTo>
                    <a:lnTo>
                      <a:pt x="305" y="7691"/>
                    </a:lnTo>
                    <a:lnTo>
                      <a:pt x="335" y="7691"/>
                    </a:lnTo>
                    <a:cubicBezTo>
                      <a:pt x="426" y="7934"/>
                      <a:pt x="487" y="8177"/>
                      <a:pt x="578" y="8420"/>
                    </a:cubicBezTo>
                    <a:cubicBezTo>
                      <a:pt x="669" y="8542"/>
                      <a:pt x="852" y="8572"/>
                      <a:pt x="1004" y="8542"/>
                    </a:cubicBezTo>
                    <a:cubicBezTo>
                      <a:pt x="1034" y="8542"/>
                      <a:pt x="1034" y="8511"/>
                      <a:pt x="1065" y="8511"/>
                    </a:cubicBezTo>
                    <a:cubicBezTo>
                      <a:pt x="1125" y="8420"/>
                      <a:pt x="1186" y="8329"/>
                      <a:pt x="1217" y="8207"/>
                    </a:cubicBezTo>
                    <a:cubicBezTo>
                      <a:pt x="1277" y="7873"/>
                      <a:pt x="1308" y="7508"/>
                      <a:pt x="1338" y="7144"/>
                    </a:cubicBezTo>
                    <a:cubicBezTo>
                      <a:pt x="1217" y="6900"/>
                      <a:pt x="1217" y="6597"/>
                      <a:pt x="852" y="6536"/>
                    </a:cubicBezTo>
                    <a:lnTo>
                      <a:pt x="852" y="6475"/>
                    </a:lnTo>
                    <a:cubicBezTo>
                      <a:pt x="882" y="6475"/>
                      <a:pt x="882" y="6445"/>
                      <a:pt x="882" y="6445"/>
                    </a:cubicBezTo>
                    <a:cubicBezTo>
                      <a:pt x="943" y="6414"/>
                      <a:pt x="973" y="6384"/>
                      <a:pt x="1034" y="6384"/>
                    </a:cubicBezTo>
                    <a:cubicBezTo>
                      <a:pt x="1156" y="6384"/>
                      <a:pt x="1277" y="6384"/>
                      <a:pt x="1369" y="6232"/>
                    </a:cubicBezTo>
                    <a:cubicBezTo>
                      <a:pt x="1399" y="6171"/>
                      <a:pt x="1460" y="6141"/>
                      <a:pt x="1521" y="6141"/>
                    </a:cubicBezTo>
                    <a:cubicBezTo>
                      <a:pt x="1703" y="6080"/>
                      <a:pt x="1916" y="6049"/>
                      <a:pt x="2098" y="6110"/>
                    </a:cubicBezTo>
                    <a:lnTo>
                      <a:pt x="2098" y="6110"/>
                    </a:lnTo>
                    <a:lnTo>
                      <a:pt x="2098" y="6080"/>
                    </a:lnTo>
                    <a:lnTo>
                      <a:pt x="2098" y="6110"/>
                    </a:lnTo>
                    <a:lnTo>
                      <a:pt x="2098" y="6110"/>
                    </a:lnTo>
                    <a:cubicBezTo>
                      <a:pt x="2037" y="6232"/>
                      <a:pt x="1946" y="6323"/>
                      <a:pt x="1794" y="6323"/>
                    </a:cubicBezTo>
                    <a:cubicBezTo>
                      <a:pt x="1764" y="6323"/>
                      <a:pt x="1703" y="6323"/>
                      <a:pt x="1673" y="6323"/>
                    </a:cubicBezTo>
                    <a:cubicBezTo>
                      <a:pt x="1521" y="6384"/>
                      <a:pt x="1429" y="6536"/>
                      <a:pt x="1460" y="6688"/>
                    </a:cubicBezTo>
                    <a:cubicBezTo>
                      <a:pt x="1490" y="6809"/>
                      <a:pt x="1551" y="6900"/>
                      <a:pt x="1581" y="7022"/>
                    </a:cubicBezTo>
                    <a:cubicBezTo>
                      <a:pt x="1612" y="7022"/>
                      <a:pt x="1612" y="7052"/>
                      <a:pt x="1642" y="7052"/>
                    </a:cubicBezTo>
                    <a:cubicBezTo>
                      <a:pt x="1703" y="7174"/>
                      <a:pt x="1885" y="7144"/>
                      <a:pt x="1946" y="7022"/>
                    </a:cubicBezTo>
                    <a:cubicBezTo>
                      <a:pt x="1977" y="6900"/>
                      <a:pt x="2007" y="6809"/>
                      <a:pt x="2098" y="6718"/>
                    </a:cubicBezTo>
                    <a:cubicBezTo>
                      <a:pt x="2189" y="6657"/>
                      <a:pt x="2311" y="6688"/>
                      <a:pt x="2432" y="6718"/>
                    </a:cubicBezTo>
                    <a:cubicBezTo>
                      <a:pt x="2432" y="6718"/>
                      <a:pt x="2463" y="6718"/>
                      <a:pt x="2493" y="6718"/>
                    </a:cubicBezTo>
                    <a:cubicBezTo>
                      <a:pt x="2645" y="6627"/>
                      <a:pt x="2706" y="6445"/>
                      <a:pt x="2645" y="6262"/>
                    </a:cubicBezTo>
                    <a:cubicBezTo>
                      <a:pt x="2584" y="6171"/>
                      <a:pt x="2493" y="6080"/>
                      <a:pt x="2432" y="5989"/>
                    </a:cubicBezTo>
                    <a:cubicBezTo>
                      <a:pt x="2402" y="5928"/>
                      <a:pt x="2432" y="5867"/>
                      <a:pt x="2493" y="5806"/>
                    </a:cubicBezTo>
                    <a:cubicBezTo>
                      <a:pt x="2554" y="5776"/>
                      <a:pt x="2615" y="5745"/>
                      <a:pt x="2676" y="5715"/>
                    </a:cubicBezTo>
                    <a:cubicBezTo>
                      <a:pt x="2706" y="5715"/>
                      <a:pt x="2706" y="5715"/>
                      <a:pt x="2736" y="5715"/>
                    </a:cubicBezTo>
                    <a:cubicBezTo>
                      <a:pt x="2797" y="5745"/>
                      <a:pt x="2767" y="5776"/>
                      <a:pt x="2736" y="5837"/>
                    </a:cubicBezTo>
                    <a:cubicBezTo>
                      <a:pt x="2706" y="5897"/>
                      <a:pt x="2676" y="5958"/>
                      <a:pt x="2706" y="6019"/>
                    </a:cubicBezTo>
                    <a:cubicBezTo>
                      <a:pt x="2736" y="6141"/>
                      <a:pt x="2797" y="6262"/>
                      <a:pt x="2888" y="6384"/>
                    </a:cubicBezTo>
                    <a:cubicBezTo>
                      <a:pt x="2949" y="6475"/>
                      <a:pt x="3040" y="6536"/>
                      <a:pt x="3132" y="6597"/>
                    </a:cubicBezTo>
                    <a:cubicBezTo>
                      <a:pt x="3223" y="6627"/>
                      <a:pt x="3314" y="6597"/>
                      <a:pt x="3375" y="6536"/>
                    </a:cubicBezTo>
                    <a:cubicBezTo>
                      <a:pt x="3527" y="6293"/>
                      <a:pt x="3648" y="6080"/>
                      <a:pt x="3800" y="5837"/>
                    </a:cubicBezTo>
                    <a:cubicBezTo>
                      <a:pt x="3831" y="5776"/>
                      <a:pt x="3891" y="5745"/>
                      <a:pt x="3952" y="5715"/>
                    </a:cubicBezTo>
                    <a:cubicBezTo>
                      <a:pt x="4074" y="5715"/>
                      <a:pt x="4165" y="5685"/>
                      <a:pt x="4287" y="5685"/>
                    </a:cubicBezTo>
                    <a:cubicBezTo>
                      <a:pt x="4439" y="5685"/>
                      <a:pt x="4530" y="5593"/>
                      <a:pt x="4621" y="5533"/>
                    </a:cubicBezTo>
                    <a:cubicBezTo>
                      <a:pt x="4651" y="5533"/>
                      <a:pt x="4712" y="5563"/>
                      <a:pt x="4743" y="5563"/>
                    </a:cubicBezTo>
                    <a:cubicBezTo>
                      <a:pt x="4834" y="5593"/>
                      <a:pt x="4894" y="5563"/>
                      <a:pt x="4925" y="5502"/>
                    </a:cubicBezTo>
                    <a:cubicBezTo>
                      <a:pt x="4986" y="5350"/>
                      <a:pt x="4986" y="5198"/>
                      <a:pt x="5107" y="5077"/>
                    </a:cubicBezTo>
                    <a:cubicBezTo>
                      <a:pt x="5138" y="5077"/>
                      <a:pt x="5168" y="5046"/>
                      <a:pt x="5168" y="5046"/>
                    </a:cubicBezTo>
                    <a:cubicBezTo>
                      <a:pt x="5168" y="5046"/>
                      <a:pt x="5198" y="5077"/>
                      <a:pt x="5198" y="5077"/>
                    </a:cubicBezTo>
                    <a:cubicBezTo>
                      <a:pt x="5198" y="5107"/>
                      <a:pt x="5229" y="5229"/>
                      <a:pt x="5259" y="5290"/>
                    </a:cubicBezTo>
                    <a:cubicBezTo>
                      <a:pt x="5259" y="5350"/>
                      <a:pt x="5350" y="5381"/>
                      <a:pt x="5411" y="5350"/>
                    </a:cubicBezTo>
                    <a:cubicBezTo>
                      <a:pt x="5685" y="5229"/>
                      <a:pt x="5837" y="4925"/>
                      <a:pt x="5715" y="4621"/>
                    </a:cubicBezTo>
                    <a:cubicBezTo>
                      <a:pt x="5594" y="4438"/>
                      <a:pt x="5533" y="4195"/>
                      <a:pt x="5563" y="3983"/>
                    </a:cubicBezTo>
                    <a:cubicBezTo>
                      <a:pt x="5594" y="3648"/>
                      <a:pt x="5563" y="3283"/>
                      <a:pt x="5411" y="2979"/>
                    </a:cubicBezTo>
                    <a:cubicBezTo>
                      <a:pt x="5381" y="2858"/>
                      <a:pt x="5411" y="2736"/>
                      <a:pt x="5533" y="2676"/>
                    </a:cubicBezTo>
                    <a:cubicBezTo>
                      <a:pt x="5624" y="2615"/>
                      <a:pt x="5685" y="2493"/>
                      <a:pt x="5654" y="2372"/>
                    </a:cubicBezTo>
                    <a:cubicBezTo>
                      <a:pt x="5654" y="2280"/>
                      <a:pt x="5654" y="2159"/>
                      <a:pt x="5654" y="2037"/>
                    </a:cubicBezTo>
                    <a:cubicBezTo>
                      <a:pt x="5685" y="1703"/>
                      <a:pt x="5594" y="1368"/>
                      <a:pt x="5411" y="1065"/>
                    </a:cubicBezTo>
                    <a:cubicBezTo>
                      <a:pt x="5198" y="761"/>
                      <a:pt x="4986" y="426"/>
                      <a:pt x="4834" y="92"/>
                    </a:cubicBezTo>
                    <a:cubicBezTo>
                      <a:pt x="4803" y="31"/>
                      <a:pt x="4651" y="1"/>
                      <a:pt x="4591" y="61"/>
                    </a:cubicBezTo>
                    <a:cubicBezTo>
                      <a:pt x="4287" y="274"/>
                      <a:pt x="4165" y="669"/>
                      <a:pt x="4287" y="1034"/>
                    </a:cubicBezTo>
                    <a:cubicBezTo>
                      <a:pt x="4287" y="1217"/>
                      <a:pt x="4195" y="1399"/>
                      <a:pt x="4408" y="1520"/>
                    </a:cubicBezTo>
                    <a:cubicBezTo>
                      <a:pt x="4439" y="1520"/>
                      <a:pt x="4439" y="1581"/>
                      <a:pt x="4439" y="1642"/>
                    </a:cubicBezTo>
                    <a:cubicBezTo>
                      <a:pt x="4439" y="2128"/>
                      <a:pt x="4530" y="2645"/>
                      <a:pt x="4226" y="3101"/>
                    </a:cubicBezTo>
                    <a:cubicBezTo>
                      <a:pt x="4195" y="3162"/>
                      <a:pt x="4165" y="3253"/>
                      <a:pt x="4165" y="3344"/>
                    </a:cubicBezTo>
                    <a:cubicBezTo>
                      <a:pt x="4074" y="3618"/>
                      <a:pt x="3861" y="3831"/>
                      <a:pt x="3587" y="3861"/>
                    </a:cubicBezTo>
                    <a:cubicBezTo>
                      <a:pt x="3527" y="3891"/>
                      <a:pt x="3466" y="3831"/>
                      <a:pt x="3436" y="3770"/>
                    </a:cubicBezTo>
                    <a:cubicBezTo>
                      <a:pt x="3436" y="3739"/>
                      <a:pt x="3436" y="3679"/>
                      <a:pt x="3436" y="3648"/>
                    </a:cubicBezTo>
                    <a:cubicBezTo>
                      <a:pt x="3436" y="3557"/>
                      <a:pt x="3375" y="3496"/>
                      <a:pt x="3314" y="3527"/>
                    </a:cubicBezTo>
                    <a:cubicBezTo>
                      <a:pt x="3253" y="3527"/>
                      <a:pt x="3192" y="3587"/>
                      <a:pt x="3162" y="3618"/>
                    </a:cubicBezTo>
                    <a:cubicBezTo>
                      <a:pt x="3101" y="3709"/>
                      <a:pt x="3162" y="3800"/>
                      <a:pt x="3162" y="3891"/>
                    </a:cubicBezTo>
                    <a:cubicBezTo>
                      <a:pt x="3192" y="3983"/>
                      <a:pt x="3192" y="4074"/>
                      <a:pt x="3162" y="4165"/>
                    </a:cubicBezTo>
                    <a:cubicBezTo>
                      <a:pt x="3040" y="4378"/>
                      <a:pt x="2919" y="4621"/>
                      <a:pt x="2858" y="4864"/>
                    </a:cubicBezTo>
                    <a:close/>
                    <a:moveTo>
                      <a:pt x="4560" y="335"/>
                    </a:moveTo>
                    <a:lnTo>
                      <a:pt x="4591" y="335"/>
                    </a:lnTo>
                    <a:lnTo>
                      <a:pt x="4591" y="365"/>
                    </a:lnTo>
                    <a:lnTo>
                      <a:pt x="4560" y="36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805;p21">
                <a:extLst>
                  <a:ext uri="{FF2B5EF4-FFF2-40B4-BE49-F238E27FC236}">
                    <a16:creationId xmlns:a16="http://schemas.microsoft.com/office/drawing/2014/main" id="{50F2D1D3-950C-A7B3-012D-D30DADE65F85}"/>
                  </a:ext>
                </a:extLst>
              </p:cNvPr>
              <p:cNvSpPr/>
              <p:nvPr/>
            </p:nvSpPr>
            <p:spPr>
              <a:xfrm>
                <a:off x="5525080" y="2355212"/>
                <a:ext cx="96284" cy="1118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3497" extrusionOk="0">
                    <a:moveTo>
                      <a:pt x="1" y="2615"/>
                    </a:moveTo>
                    <a:cubicBezTo>
                      <a:pt x="1" y="2827"/>
                      <a:pt x="183" y="2919"/>
                      <a:pt x="244" y="3071"/>
                    </a:cubicBezTo>
                    <a:cubicBezTo>
                      <a:pt x="335" y="3223"/>
                      <a:pt x="366" y="3314"/>
                      <a:pt x="426" y="3466"/>
                    </a:cubicBezTo>
                    <a:cubicBezTo>
                      <a:pt x="457" y="3496"/>
                      <a:pt x="487" y="3496"/>
                      <a:pt x="518" y="3496"/>
                    </a:cubicBezTo>
                    <a:cubicBezTo>
                      <a:pt x="670" y="3405"/>
                      <a:pt x="822" y="3283"/>
                      <a:pt x="974" y="3192"/>
                    </a:cubicBezTo>
                    <a:cubicBezTo>
                      <a:pt x="1004" y="3131"/>
                      <a:pt x="1004" y="3071"/>
                      <a:pt x="974" y="3010"/>
                    </a:cubicBezTo>
                    <a:lnTo>
                      <a:pt x="487" y="2736"/>
                    </a:lnTo>
                    <a:lnTo>
                      <a:pt x="487" y="2675"/>
                    </a:lnTo>
                    <a:cubicBezTo>
                      <a:pt x="578" y="2645"/>
                      <a:pt x="670" y="2615"/>
                      <a:pt x="761" y="2584"/>
                    </a:cubicBezTo>
                    <a:cubicBezTo>
                      <a:pt x="974" y="2402"/>
                      <a:pt x="1308" y="2432"/>
                      <a:pt x="1490" y="2645"/>
                    </a:cubicBezTo>
                    <a:cubicBezTo>
                      <a:pt x="1612" y="2767"/>
                      <a:pt x="1764" y="2827"/>
                      <a:pt x="1916" y="2827"/>
                    </a:cubicBezTo>
                    <a:cubicBezTo>
                      <a:pt x="1977" y="2858"/>
                      <a:pt x="2007" y="2827"/>
                      <a:pt x="2037" y="2767"/>
                    </a:cubicBezTo>
                    <a:cubicBezTo>
                      <a:pt x="2068" y="2645"/>
                      <a:pt x="2068" y="2523"/>
                      <a:pt x="2129" y="2402"/>
                    </a:cubicBezTo>
                    <a:cubicBezTo>
                      <a:pt x="2159" y="2250"/>
                      <a:pt x="2281" y="2098"/>
                      <a:pt x="2433" y="2067"/>
                    </a:cubicBezTo>
                    <a:cubicBezTo>
                      <a:pt x="2585" y="2007"/>
                      <a:pt x="2706" y="1946"/>
                      <a:pt x="2858" y="1855"/>
                    </a:cubicBezTo>
                    <a:cubicBezTo>
                      <a:pt x="2980" y="1794"/>
                      <a:pt x="3010" y="1642"/>
                      <a:pt x="2919" y="1520"/>
                    </a:cubicBezTo>
                    <a:lnTo>
                      <a:pt x="2736" y="1247"/>
                    </a:lnTo>
                    <a:cubicBezTo>
                      <a:pt x="2676" y="1186"/>
                      <a:pt x="2645" y="1125"/>
                      <a:pt x="2615" y="1034"/>
                    </a:cubicBezTo>
                    <a:cubicBezTo>
                      <a:pt x="2554" y="912"/>
                      <a:pt x="2554" y="912"/>
                      <a:pt x="2463" y="973"/>
                    </a:cubicBezTo>
                    <a:cubicBezTo>
                      <a:pt x="2281" y="1095"/>
                      <a:pt x="2037" y="1095"/>
                      <a:pt x="1825" y="973"/>
                    </a:cubicBezTo>
                    <a:cubicBezTo>
                      <a:pt x="1551" y="852"/>
                      <a:pt x="1277" y="669"/>
                      <a:pt x="1065" y="426"/>
                    </a:cubicBezTo>
                    <a:cubicBezTo>
                      <a:pt x="913" y="244"/>
                      <a:pt x="730" y="122"/>
                      <a:pt x="518" y="31"/>
                    </a:cubicBezTo>
                    <a:cubicBezTo>
                      <a:pt x="457" y="1"/>
                      <a:pt x="396" y="1"/>
                      <a:pt x="335" y="61"/>
                    </a:cubicBezTo>
                    <a:cubicBezTo>
                      <a:pt x="305" y="92"/>
                      <a:pt x="274" y="183"/>
                      <a:pt x="305" y="244"/>
                    </a:cubicBezTo>
                    <a:cubicBezTo>
                      <a:pt x="335" y="335"/>
                      <a:pt x="366" y="457"/>
                      <a:pt x="426" y="548"/>
                    </a:cubicBezTo>
                    <a:cubicBezTo>
                      <a:pt x="457" y="669"/>
                      <a:pt x="487" y="760"/>
                      <a:pt x="518" y="882"/>
                    </a:cubicBezTo>
                    <a:cubicBezTo>
                      <a:pt x="548" y="1186"/>
                      <a:pt x="548" y="1490"/>
                      <a:pt x="548" y="1824"/>
                    </a:cubicBezTo>
                    <a:cubicBezTo>
                      <a:pt x="548" y="1824"/>
                      <a:pt x="487" y="1885"/>
                      <a:pt x="457" y="1885"/>
                    </a:cubicBezTo>
                    <a:cubicBezTo>
                      <a:pt x="426" y="1885"/>
                      <a:pt x="366" y="1885"/>
                      <a:pt x="335" y="1885"/>
                    </a:cubicBezTo>
                    <a:cubicBezTo>
                      <a:pt x="214" y="1916"/>
                      <a:pt x="214" y="1916"/>
                      <a:pt x="183" y="2067"/>
                    </a:cubicBezTo>
                    <a:cubicBezTo>
                      <a:pt x="183" y="2098"/>
                      <a:pt x="214" y="2159"/>
                      <a:pt x="183" y="2189"/>
                    </a:cubicBezTo>
                    <a:cubicBezTo>
                      <a:pt x="122" y="2341"/>
                      <a:pt x="1" y="2432"/>
                      <a:pt x="1" y="261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806;p21">
                <a:extLst>
                  <a:ext uri="{FF2B5EF4-FFF2-40B4-BE49-F238E27FC236}">
                    <a16:creationId xmlns:a16="http://schemas.microsoft.com/office/drawing/2014/main" id="{3D43F30A-DF95-E191-0114-6A93C2BAC112}"/>
                  </a:ext>
                </a:extLst>
              </p:cNvPr>
              <p:cNvSpPr/>
              <p:nvPr/>
            </p:nvSpPr>
            <p:spPr>
              <a:xfrm>
                <a:off x="5282083" y="3011290"/>
                <a:ext cx="86563" cy="134178"/>
              </a:xfrm>
              <a:custGeom>
                <a:avLst/>
                <a:gdLst/>
                <a:ahLst/>
                <a:cxnLst/>
                <a:rect l="l" t="t" r="r" b="b"/>
                <a:pathLst>
                  <a:path w="2707" h="4196" extrusionOk="0">
                    <a:moveTo>
                      <a:pt x="1186" y="153"/>
                    </a:moveTo>
                    <a:cubicBezTo>
                      <a:pt x="1034" y="153"/>
                      <a:pt x="882" y="153"/>
                      <a:pt x="730" y="92"/>
                    </a:cubicBezTo>
                    <a:cubicBezTo>
                      <a:pt x="487" y="1"/>
                      <a:pt x="366" y="153"/>
                      <a:pt x="305" y="305"/>
                    </a:cubicBezTo>
                    <a:cubicBezTo>
                      <a:pt x="275" y="396"/>
                      <a:pt x="244" y="487"/>
                      <a:pt x="244" y="578"/>
                    </a:cubicBezTo>
                    <a:cubicBezTo>
                      <a:pt x="214" y="821"/>
                      <a:pt x="183" y="1064"/>
                      <a:pt x="153" y="1338"/>
                    </a:cubicBezTo>
                    <a:cubicBezTo>
                      <a:pt x="153" y="1399"/>
                      <a:pt x="123" y="1490"/>
                      <a:pt x="31" y="1551"/>
                    </a:cubicBezTo>
                    <a:cubicBezTo>
                      <a:pt x="1" y="1581"/>
                      <a:pt x="1" y="1642"/>
                      <a:pt x="1" y="1672"/>
                    </a:cubicBezTo>
                    <a:cubicBezTo>
                      <a:pt x="31" y="1885"/>
                      <a:pt x="92" y="2128"/>
                      <a:pt x="183" y="2341"/>
                    </a:cubicBezTo>
                    <a:cubicBezTo>
                      <a:pt x="214" y="2493"/>
                      <a:pt x="335" y="2584"/>
                      <a:pt x="518" y="2645"/>
                    </a:cubicBezTo>
                    <a:lnTo>
                      <a:pt x="518" y="2645"/>
                    </a:lnTo>
                    <a:cubicBezTo>
                      <a:pt x="518" y="2615"/>
                      <a:pt x="518" y="2584"/>
                      <a:pt x="548" y="2645"/>
                    </a:cubicBezTo>
                    <a:lnTo>
                      <a:pt x="518" y="2675"/>
                    </a:lnTo>
                    <a:lnTo>
                      <a:pt x="518" y="2675"/>
                    </a:lnTo>
                    <a:cubicBezTo>
                      <a:pt x="457" y="2858"/>
                      <a:pt x="578" y="3071"/>
                      <a:pt x="791" y="3101"/>
                    </a:cubicBezTo>
                    <a:cubicBezTo>
                      <a:pt x="822" y="3131"/>
                      <a:pt x="882" y="3162"/>
                      <a:pt x="913" y="3192"/>
                    </a:cubicBezTo>
                    <a:lnTo>
                      <a:pt x="913" y="3192"/>
                    </a:lnTo>
                    <a:lnTo>
                      <a:pt x="913" y="3192"/>
                    </a:lnTo>
                    <a:lnTo>
                      <a:pt x="913" y="3192"/>
                    </a:lnTo>
                    <a:lnTo>
                      <a:pt x="1186" y="3071"/>
                    </a:lnTo>
                    <a:cubicBezTo>
                      <a:pt x="1217" y="3040"/>
                      <a:pt x="1308" y="3040"/>
                      <a:pt x="1338" y="3071"/>
                    </a:cubicBezTo>
                    <a:cubicBezTo>
                      <a:pt x="1369" y="3131"/>
                      <a:pt x="1430" y="3162"/>
                      <a:pt x="1460" y="3192"/>
                    </a:cubicBezTo>
                    <a:cubicBezTo>
                      <a:pt x="1612" y="3283"/>
                      <a:pt x="1734" y="3344"/>
                      <a:pt x="1885" y="3192"/>
                    </a:cubicBezTo>
                    <a:lnTo>
                      <a:pt x="1855" y="3192"/>
                    </a:lnTo>
                    <a:lnTo>
                      <a:pt x="1885" y="3192"/>
                    </a:lnTo>
                    <a:lnTo>
                      <a:pt x="1885" y="3192"/>
                    </a:lnTo>
                    <a:lnTo>
                      <a:pt x="1885" y="3192"/>
                    </a:lnTo>
                    <a:cubicBezTo>
                      <a:pt x="1946" y="3253"/>
                      <a:pt x="2037" y="3283"/>
                      <a:pt x="2037" y="3344"/>
                    </a:cubicBezTo>
                    <a:cubicBezTo>
                      <a:pt x="2068" y="3496"/>
                      <a:pt x="2159" y="3618"/>
                      <a:pt x="2311" y="3648"/>
                    </a:cubicBezTo>
                    <a:cubicBezTo>
                      <a:pt x="2372" y="3678"/>
                      <a:pt x="2372" y="3739"/>
                      <a:pt x="2311" y="3800"/>
                    </a:cubicBezTo>
                    <a:cubicBezTo>
                      <a:pt x="2129" y="3952"/>
                      <a:pt x="2129" y="4043"/>
                      <a:pt x="2341" y="4134"/>
                    </a:cubicBezTo>
                    <a:cubicBezTo>
                      <a:pt x="2402" y="4165"/>
                      <a:pt x="2463" y="4195"/>
                      <a:pt x="2554" y="4195"/>
                    </a:cubicBezTo>
                    <a:cubicBezTo>
                      <a:pt x="2585" y="4195"/>
                      <a:pt x="2645" y="4165"/>
                      <a:pt x="2645" y="4165"/>
                    </a:cubicBezTo>
                    <a:cubicBezTo>
                      <a:pt x="2645" y="3982"/>
                      <a:pt x="2676" y="3830"/>
                      <a:pt x="2706" y="3709"/>
                    </a:cubicBezTo>
                    <a:cubicBezTo>
                      <a:pt x="2706" y="3618"/>
                      <a:pt x="2676" y="3557"/>
                      <a:pt x="2645" y="3526"/>
                    </a:cubicBezTo>
                    <a:cubicBezTo>
                      <a:pt x="2554" y="3435"/>
                      <a:pt x="2463" y="3375"/>
                      <a:pt x="2433" y="3253"/>
                    </a:cubicBezTo>
                    <a:cubicBezTo>
                      <a:pt x="2433" y="3040"/>
                      <a:pt x="2311" y="2949"/>
                      <a:pt x="2129" y="2858"/>
                    </a:cubicBezTo>
                    <a:cubicBezTo>
                      <a:pt x="2037" y="2827"/>
                      <a:pt x="1977" y="2767"/>
                      <a:pt x="1885" y="2706"/>
                    </a:cubicBezTo>
                    <a:cubicBezTo>
                      <a:pt x="1825" y="2645"/>
                      <a:pt x="1734" y="2645"/>
                      <a:pt x="1642" y="2675"/>
                    </a:cubicBezTo>
                    <a:lnTo>
                      <a:pt x="1490" y="2706"/>
                    </a:lnTo>
                    <a:cubicBezTo>
                      <a:pt x="1490" y="2736"/>
                      <a:pt x="1460" y="2736"/>
                      <a:pt x="1430" y="2736"/>
                    </a:cubicBezTo>
                    <a:cubicBezTo>
                      <a:pt x="1399" y="2736"/>
                      <a:pt x="1369" y="2706"/>
                      <a:pt x="1308" y="2706"/>
                    </a:cubicBezTo>
                    <a:cubicBezTo>
                      <a:pt x="1278" y="2675"/>
                      <a:pt x="1278" y="2615"/>
                      <a:pt x="1308" y="2523"/>
                    </a:cubicBezTo>
                    <a:cubicBezTo>
                      <a:pt x="1430" y="2311"/>
                      <a:pt x="1430" y="2311"/>
                      <a:pt x="1217" y="2280"/>
                    </a:cubicBezTo>
                    <a:cubicBezTo>
                      <a:pt x="1156" y="2280"/>
                      <a:pt x="1095" y="2219"/>
                      <a:pt x="1095" y="2159"/>
                    </a:cubicBezTo>
                    <a:cubicBezTo>
                      <a:pt x="1095" y="2037"/>
                      <a:pt x="1126" y="1885"/>
                      <a:pt x="1186" y="1794"/>
                    </a:cubicBezTo>
                    <a:cubicBezTo>
                      <a:pt x="1247" y="1733"/>
                      <a:pt x="1308" y="1703"/>
                      <a:pt x="1338" y="1642"/>
                    </a:cubicBezTo>
                    <a:cubicBezTo>
                      <a:pt x="1551" y="1399"/>
                      <a:pt x="1582" y="1064"/>
                      <a:pt x="1430" y="791"/>
                    </a:cubicBezTo>
                    <a:cubicBezTo>
                      <a:pt x="1338" y="639"/>
                      <a:pt x="1308" y="457"/>
                      <a:pt x="1338" y="274"/>
                    </a:cubicBezTo>
                    <a:cubicBezTo>
                      <a:pt x="1369" y="183"/>
                      <a:pt x="1278" y="153"/>
                      <a:pt x="1186" y="15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807;p21">
                <a:extLst>
                  <a:ext uri="{FF2B5EF4-FFF2-40B4-BE49-F238E27FC236}">
                    <a16:creationId xmlns:a16="http://schemas.microsoft.com/office/drawing/2014/main" id="{319229E3-71FB-751B-9456-3D5D9066D395}"/>
                  </a:ext>
                </a:extLst>
              </p:cNvPr>
              <p:cNvSpPr/>
              <p:nvPr/>
            </p:nvSpPr>
            <p:spPr>
              <a:xfrm>
                <a:off x="5270444" y="2871325"/>
                <a:ext cx="32105" cy="7390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2311" extrusionOk="0">
                    <a:moveTo>
                      <a:pt x="760" y="31"/>
                    </a:moveTo>
                    <a:cubicBezTo>
                      <a:pt x="730" y="1"/>
                      <a:pt x="669" y="1"/>
                      <a:pt x="639" y="31"/>
                    </a:cubicBezTo>
                    <a:cubicBezTo>
                      <a:pt x="517" y="92"/>
                      <a:pt x="426" y="213"/>
                      <a:pt x="335" y="305"/>
                    </a:cubicBezTo>
                    <a:cubicBezTo>
                      <a:pt x="274" y="457"/>
                      <a:pt x="213" y="609"/>
                      <a:pt x="152" y="730"/>
                    </a:cubicBezTo>
                    <a:cubicBezTo>
                      <a:pt x="61" y="913"/>
                      <a:pt x="31" y="1064"/>
                      <a:pt x="31" y="1247"/>
                    </a:cubicBezTo>
                    <a:cubicBezTo>
                      <a:pt x="0" y="1551"/>
                      <a:pt x="122" y="1855"/>
                      <a:pt x="335" y="2068"/>
                    </a:cubicBezTo>
                    <a:cubicBezTo>
                      <a:pt x="426" y="2128"/>
                      <a:pt x="487" y="2189"/>
                      <a:pt x="517" y="2250"/>
                    </a:cubicBezTo>
                    <a:cubicBezTo>
                      <a:pt x="578" y="2311"/>
                      <a:pt x="608" y="2250"/>
                      <a:pt x="639" y="2220"/>
                    </a:cubicBezTo>
                    <a:cubicBezTo>
                      <a:pt x="639" y="2098"/>
                      <a:pt x="669" y="2007"/>
                      <a:pt x="730" y="1885"/>
                    </a:cubicBezTo>
                    <a:cubicBezTo>
                      <a:pt x="851" y="1642"/>
                      <a:pt x="942" y="1338"/>
                      <a:pt x="942" y="1034"/>
                    </a:cubicBezTo>
                    <a:cubicBezTo>
                      <a:pt x="942" y="821"/>
                      <a:pt x="973" y="578"/>
                      <a:pt x="1003" y="365"/>
                    </a:cubicBezTo>
                    <a:cubicBezTo>
                      <a:pt x="1003" y="213"/>
                      <a:pt x="912" y="61"/>
                      <a:pt x="760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808;p21">
                <a:extLst>
                  <a:ext uri="{FF2B5EF4-FFF2-40B4-BE49-F238E27FC236}">
                    <a16:creationId xmlns:a16="http://schemas.microsoft.com/office/drawing/2014/main" id="{2D2E21C5-0015-05F3-21F3-926D7BCE91EC}"/>
                  </a:ext>
                </a:extLst>
              </p:cNvPr>
              <p:cNvSpPr/>
              <p:nvPr/>
            </p:nvSpPr>
            <p:spPr>
              <a:xfrm>
                <a:off x="5075062" y="2983118"/>
                <a:ext cx="42818" cy="38885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1216" extrusionOk="0">
                    <a:moveTo>
                      <a:pt x="1338" y="274"/>
                    </a:moveTo>
                    <a:cubicBezTo>
                      <a:pt x="1338" y="213"/>
                      <a:pt x="1308" y="152"/>
                      <a:pt x="1247" y="122"/>
                    </a:cubicBezTo>
                    <a:cubicBezTo>
                      <a:pt x="1186" y="61"/>
                      <a:pt x="1125" y="31"/>
                      <a:pt x="1034" y="31"/>
                    </a:cubicBezTo>
                    <a:lnTo>
                      <a:pt x="943" y="31"/>
                    </a:lnTo>
                    <a:cubicBezTo>
                      <a:pt x="609" y="0"/>
                      <a:pt x="305" y="152"/>
                      <a:pt x="122" y="395"/>
                    </a:cubicBezTo>
                    <a:cubicBezTo>
                      <a:pt x="92" y="426"/>
                      <a:pt x="61" y="486"/>
                      <a:pt x="61" y="517"/>
                    </a:cubicBezTo>
                    <a:cubicBezTo>
                      <a:pt x="1" y="790"/>
                      <a:pt x="122" y="1034"/>
                      <a:pt x="365" y="1125"/>
                    </a:cubicBezTo>
                    <a:cubicBezTo>
                      <a:pt x="639" y="1216"/>
                      <a:pt x="913" y="1094"/>
                      <a:pt x="1095" y="882"/>
                    </a:cubicBezTo>
                    <a:cubicBezTo>
                      <a:pt x="1216" y="699"/>
                      <a:pt x="1308" y="486"/>
                      <a:pt x="1338" y="27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809;p21">
                <a:extLst>
                  <a:ext uri="{FF2B5EF4-FFF2-40B4-BE49-F238E27FC236}">
                    <a16:creationId xmlns:a16="http://schemas.microsoft.com/office/drawing/2014/main" id="{3AF4011E-9C75-4712-6D30-7DF08E5A9CDA}"/>
                  </a:ext>
                </a:extLst>
              </p:cNvPr>
              <p:cNvSpPr/>
              <p:nvPr/>
            </p:nvSpPr>
            <p:spPr>
              <a:xfrm>
                <a:off x="5299607" y="3112370"/>
                <a:ext cx="21393" cy="27245"/>
              </a:xfrm>
              <a:custGeom>
                <a:avLst/>
                <a:gdLst/>
                <a:ahLst/>
                <a:cxnLst/>
                <a:rect l="l" t="t" r="r" b="b"/>
                <a:pathLst>
                  <a:path w="669" h="852" extrusionOk="0">
                    <a:moveTo>
                      <a:pt x="61" y="62"/>
                    </a:moveTo>
                    <a:cubicBezTo>
                      <a:pt x="30" y="62"/>
                      <a:pt x="0" y="122"/>
                      <a:pt x="0" y="153"/>
                    </a:cubicBezTo>
                    <a:cubicBezTo>
                      <a:pt x="61" y="365"/>
                      <a:pt x="152" y="578"/>
                      <a:pt x="274" y="761"/>
                    </a:cubicBezTo>
                    <a:cubicBezTo>
                      <a:pt x="365" y="852"/>
                      <a:pt x="517" y="821"/>
                      <a:pt x="578" y="730"/>
                    </a:cubicBezTo>
                    <a:cubicBezTo>
                      <a:pt x="669" y="609"/>
                      <a:pt x="669" y="426"/>
                      <a:pt x="578" y="274"/>
                    </a:cubicBezTo>
                    <a:cubicBezTo>
                      <a:pt x="517" y="183"/>
                      <a:pt x="456" y="122"/>
                      <a:pt x="365" y="31"/>
                    </a:cubicBezTo>
                    <a:cubicBezTo>
                      <a:pt x="274" y="1"/>
                      <a:pt x="152" y="1"/>
                      <a:pt x="61" y="6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810;p21">
                <a:extLst>
                  <a:ext uri="{FF2B5EF4-FFF2-40B4-BE49-F238E27FC236}">
                    <a16:creationId xmlns:a16="http://schemas.microsoft.com/office/drawing/2014/main" id="{2F5EF0D7-F0BD-EDEE-66C6-E934622AC2E9}"/>
                  </a:ext>
                </a:extLst>
              </p:cNvPr>
              <p:cNvSpPr/>
              <p:nvPr/>
            </p:nvSpPr>
            <p:spPr>
              <a:xfrm>
                <a:off x="5631053" y="2339671"/>
                <a:ext cx="25294" cy="3015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943" extrusionOk="0">
                    <a:moveTo>
                      <a:pt x="122" y="912"/>
                    </a:moveTo>
                    <a:cubicBezTo>
                      <a:pt x="334" y="639"/>
                      <a:pt x="547" y="365"/>
                      <a:pt x="790" y="152"/>
                    </a:cubicBezTo>
                    <a:lnTo>
                      <a:pt x="790" y="31"/>
                    </a:lnTo>
                    <a:cubicBezTo>
                      <a:pt x="790" y="0"/>
                      <a:pt x="760" y="0"/>
                      <a:pt x="730" y="0"/>
                    </a:cubicBezTo>
                    <a:cubicBezTo>
                      <a:pt x="638" y="0"/>
                      <a:pt x="578" y="61"/>
                      <a:pt x="486" y="91"/>
                    </a:cubicBezTo>
                    <a:cubicBezTo>
                      <a:pt x="426" y="122"/>
                      <a:pt x="243" y="183"/>
                      <a:pt x="213" y="335"/>
                    </a:cubicBezTo>
                    <a:cubicBezTo>
                      <a:pt x="152" y="487"/>
                      <a:pt x="61" y="578"/>
                      <a:pt x="30" y="699"/>
                    </a:cubicBezTo>
                    <a:cubicBezTo>
                      <a:pt x="0" y="730"/>
                      <a:pt x="0" y="791"/>
                      <a:pt x="30" y="821"/>
                    </a:cubicBezTo>
                    <a:cubicBezTo>
                      <a:pt x="30" y="851"/>
                      <a:pt x="61" y="912"/>
                      <a:pt x="91" y="943"/>
                    </a:cubicBezTo>
                    <a:cubicBezTo>
                      <a:pt x="91" y="943"/>
                      <a:pt x="122" y="912"/>
                      <a:pt x="122" y="9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811;p21">
                <a:extLst>
                  <a:ext uri="{FF2B5EF4-FFF2-40B4-BE49-F238E27FC236}">
                    <a16:creationId xmlns:a16="http://schemas.microsoft.com/office/drawing/2014/main" id="{4682DA53-AB57-E330-03B8-26CE7DF5A64C}"/>
                  </a:ext>
                </a:extLst>
              </p:cNvPr>
              <p:cNvSpPr/>
              <p:nvPr/>
            </p:nvSpPr>
            <p:spPr>
              <a:xfrm>
                <a:off x="5712692" y="2162772"/>
                <a:ext cx="15573" cy="26254"/>
              </a:xfrm>
              <a:custGeom>
                <a:avLst/>
                <a:gdLst/>
                <a:ahLst/>
                <a:cxnLst/>
                <a:rect l="l" t="t" r="r" b="b"/>
                <a:pathLst>
                  <a:path w="487" h="821" extrusionOk="0">
                    <a:moveTo>
                      <a:pt x="122" y="821"/>
                    </a:moveTo>
                    <a:cubicBezTo>
                      <a:pt x="183" y="791"/>
                      <a:pt x="213" y="760"/>
                      <a:pt x="243" y="730"/>
                    </a:cubicBezTo>
                    <a:cubicBezTo>
                      <a:pt x="395" y="547"/>
                      <a:pt x="487" y="304"/>
                      <a:pt x="456" y="61"/>
                    </a:cubicBezTo>
                    <a:cubicBezTo>
                      <a:pt x="456" y="61"/>
                      <a:pt x="426" y="31"/>
                      <a:pt x="395" y="31"/>
                    </a:cubicBezTo>
                    <a:cubicBezTo>
                      <a:pt x="365" y="0"/>
                      <a:pt x="335" y="0"/>
                      <a:pt x="304" y="31"/>
                    </a:cubicBezTo>
                    <a:cubicBezTo>
                      <a:pt x="274" y="31"/>
                      <a:pt x="243" y="31"/>
                      <a:pt x="243" y="61"/>
                    </a:cubicBezTo>
                    <a:cubicBezTo>
                      <a:pt x="152" y="243"/>
                      <a:pt x="61" y="426"/>
                      <a:pt x="0" y="608"/>
                    </a:cubicBezTo>
                    <a:cubicBezTo>
                      <a:pt x="0" y="639"/>
                      <a:pt x="31" y="730"/>
                      <a:pt x="61" y="760"/>
                    </a:cubicBezTo>
                    <a:cubicBezTo>
                      <a:pt x="91" y="821"/>
                      <a:pt x="122" y="791"/>
                      <a:pt x="122" y="82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812;p21">
                <a:extLst>
                  <a:ext uri="{FF2B5EF4-FFF2-40B4-BE49-F238E27FC236}">
                    <a16:creationId xmlns:a16="http://schemas.microsoft.com/office/drawing/2014/main" id="{485AEADB-D2CF-B366-5DB2-0AF12AC9A7D3}"/>
                  </a:ext>
                </a:extLst>
              </p:cNvPr>
              <p:cNvSpPr/>
              <p:nvPr/>
            </p:nvSpPr>
            <p:spPr>
              <a:xfrm>
                <a:off x="5352082" y="2070422"/>
                <a:ext cx="17524" cy="1560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488" extrusionOk="0">
                    <a:moveTo>
                      <a:pt x="365" y="61"/>
                    </a:moveTo>
                    <a:cubicBezTo>
                      <a:pt x="244" y="1"/>
                      <a:pt x="92" y="61"/>
                      <a:pt x="31" y="213"/>
                    </a:cubicBezTo>
                    <a:cubicBezTo>
                      <a:pt x="0" y="274"/>
                      <a:pt x="61" y="396"/>
                      <a:pt x="183" y="426"/>
                    </a:cubicBezTo>
                    <a:lnTo>
                      <a:pt x="335" y="487"/>
                    </a:lnTo>
                    <a:cubicBezTo>
                      <a:pt x="396" y="457"/>
                      <a:pt x="426" y="426"/>
                      <a:pt x="487" y="365"/>
                    </a:cubicBezTo>
                    <a:cubicBezTo>
                      <a:pt x="548" y="244"/>
                      <a:pt x="487" y="92"/>
                      <a:pt x="365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813;p21">
                <a:extLst>
                  <a:ext uri="{FF2B5EF4-FFF2-40B4-BE49-F238E27FC236}">
                    <a16:creationId xmlns:a16="http://schemas.microsoft.com/office/drawing/2014/main" id="{F72F066E-8C85-3A0E-7979-F03F439C2527}"/>
                  </a:ext>
                </a:extLst>
              </p:cNvPr>
              <p:cNvSpPr/>
              <p:nvPr/>
            </p:nvSpPr>
            <p:spPr>
              <a:xfrm>
                <a:off x="5612570" y="2394096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814;p21">
                <a:extLst>
                  <a:ext uri="{FF2B5EF4-FFF2-40B4-BE49-F238E27FC236}">
                    <a16:creationId xmlns:a16="http://schemas.microsoft.com/office/drawing/2014/main" id="{99E46938-3C37-9260-E3EA-3B7A2209FB2E}"/>
                  </a:ext>
                </a:extLst>
              </p:cNvPr>
              <p:cNvSpPr/>
              <p:nvPr/>
            </p:nvSpPr>
            <p:spPr>
              <a:xfrm>
                <a:off x="5612570" y="2374654"/>
                <a:ext cx="11704" cy="19474"/>
              </a:xfrm>
              <a:custGeom>
                <a:avLst/>
                <a:gdLst/>
                <a:ahLst/>
                <a:cxnLst/>
                <a:rect l="l" t="t" r="r" b="b"/>
                <a:pathLst>
                  <a:path w="366" h="609" extrusionOk="0">
                    <a:moveTo>
                      <a:pt x="365" y="92"/>
                    </a:moveTo>
                    <a:cubicBezTo>
                      <a:pt x="365" y="92"/>
                      <a:pt x="365" y="31"/>
                      <a:pt x="304" y="31"/>
                    </a:cubicBezTo>
                    <a:cubicBezTo>
                      <a:pt x="274" y="31"/>
                      <a:pt x="244" y="1"/>
                      <a:pt x="213" y="1"/>
                    </a:cubicBezTo>
                    <a:cubicBezTo>
                      <a:pt x="152" y="31"/>
                      <a:pt x="122" y="61"/>
                      <a:pt x="122" y="92"/>
                    </a:cubicBezTo>
                    <a:cubicBezTo>
                      <a:pt x="31" y="244"/>
                      <a:pt x="0" y="426"/>
                      <a:pt x="0" y="608"/>
                    </a:cubicBezTo>
                    <a:cubicBezTo>
                      <a:pt x="183" y="456"/>
                      <a:pt x="304" y="274"/>
                      <a:pt x="365" y="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815;p21">
                <a:extLst>
                  <a:ext uri="{FF2B5EF4-FFF2-40B4-BE49-F238E27FC236}">
                    <a16:creationId xmlns:a16="http://schemas.microsoft.com/office/drawing/2014/main" id="{286B35EB-87F9-61E8-03DC-6451E10F6332}"/>
                  </a:ext>
                </a:extLst>
              </p:cNvPr>
              <p:cNvSpPr/>
              <p:nvPr/>
            </p:nvSpPr>
            <p:spPr>
              <a:xfrm>
                <a:off x="5666996" y="2316327"/>
                <a:ext cx="11704" cy="15605"/>
              </a:xfrm>
              <a:custGeom>
                <a:avLst/>
                <a:gdLst/>
                <a:ahLst/>
                <a:cxnLst/>
                <a:rect l="l" t="t" r="r" b="b"/>
                <a:pathLst>
                  <a:path w="366" h="488" extrusionOk="0">
                    <a:moveTo>
                      <a:pt x="92" y="487"/>
                    </a:moveTo>
                    <a:cubicBezTo>
                      <a:pt x="274" y="396"/>
                      <a:pt x="365" y="244"/>
                      <a:pt x="335" y="62"/>
                    </a:cubicBezTo>
                    <a:cubicBezTo>
                      <a:pt x="335" y="31"/>
                      <a:pt x="305" y="1"/>
                      <a:pt x="305" y="1"/>
                    </a:cubicBezTo>
                    <a:cubicBezTo>
                      <a:pt x="274" y="1"/>
                      <a:pt x="244" y="1"/>
                      <a:pt x="244" y="31"/>
                    </a:cubicBezTo>
                    <a:cubicBezTo>
                      <a:pt x="122" y="122"/>
                      <a:pt x="31" y="244"/>
                      <a:pt x="1" y="396"/>
                    </a:cubicBezTo>
                    <a:cubicBezTo>
                      <a:pt x="1" y="396"/>
                      <a:pt x="1" y="426"/>
                      <a:pt x="31" y="457"/>
                    </a:cubicBezTo>
                    <a:cubicBezTo>
                      <a:pt x="92" y="457"/>
                      <a:pt x="92" y="487"/>
                      <a:pt x="92" y="48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816;p21">
                <a:extLst>
                  <a:ext uri="{FF2B5EF4-FFF2-40B4-BE49-F238E27FC236}">
                    <a16:creationId xmlns:a16="http://schemas.microsoft.com/office/drawing/2014/main" id="{0D1BE9D0-42B3-F04F-6753-559376499C71}"/>
                  </a:ext>
                </a:extLst>
              </p:cNvPr>
              <p:cNvSpPr/>
              <p:nvPr/>
            </p:nvSpPr>
            <p:spPr>
              <a:xfrm>
                <a:off x="4800983" y="3118222"/>
                <a:ext cx="3901" cy="1362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26" extrusionOk="0">
                    <a:moveTo>
                      <a:pt x="61" y="31"/>
                    </a:moveTo>
                    <a:cubicBezTo>
                      <a:pt x="30" y="0"/>
                      <a:pt x="0" y="31"/>
                      <a:pt x="0" y="61"/>
                    </a:cubicBezTo>
                    <a:cubicBezTo>
                      <a:pt x="0" y="122"/>
                      <a:pt x="0" y="182"/>
                      <a:pt x="0" y="213"/>
                    </a:cubicBezTo>
                    <a:cubicBezTo>
                      <a:pt x="0" y="243"/>
                      <a:pt x="0" y="304"/>
                      <a:pt x="0" y="334"/>
                    </a:cubicBezTo>
                    <a:cubicBezTo>
                      <a:pt x="0" y="365"/>
                      <a:pt x="30" y="395"/>
                      <a:pt x="61" y="426"/>
                    </a:cubicBezTo>
                    <a:cubicBezTo>
                      <a:pt x="91" y="395"/>
                      <a:pt x="122" y="365"/>
                      <a:pt x="122" y="334"/>
                    </a:cubicBezTo>
                    <a:cubicBezTo>
                      <a:pt x="122" y="243"/>
                      <a:pt x="122" y="152"/>
                      <a:pt x="122" y="61"/>
                    </a:cubicBezTo>
                    <a:cubicBezTo>
                      <a:pt x="122" y="31"/>
                      <a:pt x="91" y="31"/>
                      <a:pt x="61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817;p21">
                <a:extLst>
                  <a:ext uri="{FF2B5EF4-FFF2-40B4-BE49-F238E27FC236}">
                    <a16:creationId xmlns:a16="http://schemas.microsoft.com/office/drawing/2014/main" id="{5A069210-0F6B-3C97-52C0-3CEFF4AB4A56}"/>
                  </a:ext>
                </a:extLst>
              </p:cNvPr>
              <p:cNvSpPr/>
              <p:nvPr/>
            </p:nvSpPr>
            <p:spPr>
              <a:xfrm>
                <a:off x="5346262" y="2681796"/>
                <a:ext cx="10712" cy="7803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44" extrusionOk="0">
                    <a:moveTo>
                      <a:pt x="304" y="122"/>
                    </a:moveTo>
                    <a:cubicBezTo>
                      <a:pt x="334" y="61"/>
                      <a:pt x="274" y="1"/>
                      <a:pt x="213" y="1"/>
                    </a:cubicBezTo>
                    <a:cubicBezTo>
                      <a:pt x="152" y="1"/>
                      <a:pt x="122" y="31"/>
                      <a:pt x="91" y="31"/>
                    </a:cubicBezTo>
                    <a:cubicBezTo>
                      <a:pt x="30" y="61"/>
                      <a:pt x="0" y="152"/>
                      <a:pt x="30" y="183"/>
                    </a:cubicBezTo>
                    <a:cubicBezTo>
                      <a:pt x="61" y="213"/>
                      <a:pt x="91" y="244"/>
                      <a:pt x="152" y="244"/>
                    </a:cubicBezTo>
                    <a:cubicBezTo>
                      <a:pt x="243" y="244"/>
                      <a:pt x="304" y="213"/>
                      <a:pt x="304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818;p21">
                <a:extLst>
                  <a:ext uri="{FF2B5EF4-FFF2-40B4-BE49-F238E27FC236}">
                    <a16:creationId xmlns:a16="http://schemas.microsoft.com/office/drawing/2014/main" id="{96B6F17A-6844-FD84-B0BC-5017B46055FE}"/>
                  </a:ext>
                </a:extLst>
              </p:cNvPr>
              <p:cNvSpPr/>
              <p:nvPr/>
            </p:nvSpPr>
            <p:spPr>
              <a:xfrm>
                <a:off x="5286944" y="3137664"/>
                <a:ext cx="7834" cy="8762"/>
              </a:xfrm>
              <a:custGeom>
                <a:avLst/>
                <a:gdLst/>
                <a:ahLst/>
                <a:cxnLst/>
                <a:rect l="l" t="t" r="r" b="b"/>
                <a:pathLst>
                  <a:path w="245" h="274" extrusionOk="0">
                    <a:moveTo>
                      <a:pt x="244" y="122"/>
                    </a:moveTo>
                    <a:cubicBezTo>
                      <a:pt x="214" y="61"/>
                      <a:pt x="153" y="30"/>
                      <a:pt x="92" y="0"/>
                    </a:cubicBezTo>
                    <a:cubicBezTo>
                      <a:pt x="31" y="0"/>
                      <a:pt x="1" y="30"/>
                      <a:pt x="1" y="122"/>
                    </a:cubicBezTo>
                    <a:cubicBezTo>
                      <a:pt x="1" y="182"/>
                      <a:pt x="1" y="213"/>
                      <a:pt x="31" y="243"/>
                    </a:cubicBezTo>
                    <a:cubicBezTo>
                      <a:pt x="92" y="274"/>
                      <a:pt x="244" y="182"/>
                      <a:pt x="244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819;p21">
                <a:extLst>
                  <a:ext uri="{FF2B5EF4-FFF2-40B4-BE49-F238E27FC236}">
                    <a16:creationId xmlns:a16="http://schemas.microsoft.com/office/drawing/2014/main" id="{3B00B827-86E3-1252-2AB9-BCFAE9B91C49}"/>
                  </a:ext>
                </a:extLst>
              </p:cNvPr>
              <p:cNvSpPr/>
              <p:nvPr/>
            </p:nvSpPr>
            <p:spPr>
              <a:xfrm>
                <a:off x="5364713" y="3106550"/>
                <a:ext cx="6843" cy="5852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83" extrusionOk="0">
                    <a:moveTo>
                      <a:pt x="31" y="31"/>
                    </a:moveTo>
                    <a:cubicBezTo>
                      <a:pt x="1" y="61"/>
                      <a:pt x="31" y="183"/>
                      <a:pt x="92" y="152"/>
                    </a:cubicBezTo>
                    <a:cubicBezTo>
                      <a:pt x="122" y="152"/>
                      <a:pt x="153" y="122"/>
                      <a:pt x="183" y="122"/>
                    </a:cubicBezTo>
                    <a:cubicBezTo>
                      <a:pt x="213" y="92"/>
                      <a:pt x="183" y="31"/>
                      <a:pt x="153" y="0"/>
                    </a:cubicBezTo>
                    <a:cubicBezTo>
                      <a:pt x="122" y="0"/>
                      <a:pt x="61" y="0"/>
                      <a:pt x="31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820;p21">
                <a:extLst>
                  <a:ext uri="{FF2B5EF4-FFF2-40B4-BE49-F238E27FC236}">
                    <a16:creationId xmlns:a16="http://schemas.microsoft.com/office/drawing/2014/main" id="{EF95B9BD-4811-38F1-0952-64E5A11F09B9}"/>
                  </a:ext>
                </a:extLst>
              </p:cNvPr>
              <p:cNvSpPr/>
              <p:nvPr/>
            </p:nvSpPr>
            <p:spPr>
              <a:xfrm>
                <a:off x="5420130" y="2800367"/>
                <a:ext cx="7803" cy="5884"/>
              </a:xfrm>
              <a:custGeom>
                <a:avLst/>
                <a:gdLst/>
                <a:ahLst/>
                <a:cxnLst/>
                <a:rect l="l" t="t" r="r" b="b"/>
                <a:pathLst>
                  <a:path w="244" h="184" extrusionOk="0">
                    <a:moveTo>
                      <a:pt x="213" y="31"/>
                    </a:moveTo>
                    <a:cubicBezTo>
                      <a:pt x="183" y="1"/>
                      <a:pt x="122" y="1"/>
                      <a:pt x="91" y="31"/>
                    </a:cubicBezTo>
                    <a:cubicBezTo>
                      <a:pt x="31" y="92"/>
                      <a:pt x="0" y="183"/>
                      <a:pt x="91" y="183"/>
                    </a:cubicBezTo>
                    <a:cubicBezTo>
                      <a:pt x="122" y="183"/>
                      <a:pt x="183" y="153"/>
                      <a:pt x="213" y="153"/>
                    </a:cubicBezTo>
                    <a:lnTo>
                      <a:pt x="243" y="92"/>
                    </a:lnTo>
                    <a:cubicBezTo>
                      <a:pt x="243" y="62"/>
                      <a:pt x="213" y="31"/>
                      <a:pt x="213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821;p21">
                <a:extLst>
                  <a:ext uri="{FF2B5EF4-FFF2-40B4-BE49-F238E27FC236}">
                    <a16:creationId xmlns:a16="http://schemas.microsoft.com/office/drawing/2014/main" id="{DDC5FD33-BA5F-5873-96B0-C34C8600E3F1}"/>
                  </a:ext>
                </a:extLst>
              </p:cNvPr>
              <p:cNvSpPr/>
              <p:nvPr/>
            </p:nvSpPr>
            <p:spPr>
              <a:xfrm>
                <a:off x="5401647" y="2840211"/>
                <a:ext cx="4893" cy="5884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84" extrusionOk="0">
                    <a:moveTo>
                      <a:pt x="153" y="62"/>
                    </a:moveTo>
                    <a:cubicBezTo>
                      <a:pt x="153" y="62"/>
                      <a:pt x="122" y="1"/>
                      <a:pt x="92" y="1"/>
                    </a:cubicBezTo>
                    <a:cubicBezTo>
                      <a:pt x="92" y="1"/>
                      <a:pt x="1" y="62"/>
                      <a:pt x="1" y="123"/>
                    </a:cubicBezTo>
                    <a:cubicBezTo>
                      <a:pt x="1" y="183"/>
                      <a:pt x="31" y="153"/>
                      <a:pt x="31" y="183"/>
                    </a:cubicBezTo>
                    <a:cubicBezTo>
                      <a:pt x="61" y="183"/>
                      <a:pt x="92" y="183"/>
                      <a:pt x="92" y="153"/>
                    </a:cubicBezTo>
                    <a:cubicBezTo>
                      <a:pt x="122" y="123"/>
                      <a:pt x="122" y="92"/>
                      <a:pt x="153" y="6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822;p21">
                <a:extLst>
                  <a:ext uri="{FF2B5EF4-FFF2-40B4-BE49-F238E27FC236}">
                    <a16:creationId xmlns:a16="http://schemas.microsoft.com/office/drawing/2014/main" id="{148C1869-A02E-9814-DBE1-3EAA70EDE097}"/>
                  </a:ext>
                </a:extLst>
              </p:cNvPr>
              <p:cNvSpPr/>
              <p:nvPr/>
            </p:nvSpPr>
            <p:spPr>
              <a:xfrm>
                <a:off x="5327779" y="3133763"/>
                <a:ext cx="3933" cy="4893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53" extrusionOk="0">
                    <a:moveTo>
                      <a:pt x="122" y="92"/>
                    </a:moveTo>
                    <a:cubicBezTo>
                      <a:pt x="122" y="61"/>
                      <a:pt x="92" y="31"/>
                      <a:pt x="92" y="0"/>
                    </a:cubicBezTo>
                    <a:lnTo>
                      <a:pt x="1" y="92"/>
                    </a:lnTo>
                    <a:cubicBezTo>
                      <a:pt x="31" y="92"/>
                      <a:pt x="61" y="122"/>
                      <a:pt x="92" y="152"/>
                    </a:cubicBezTo>
                    <a:cubicBezTo>
                      <a:pt x="122" y="152"/>
                      <a:pt x="122" y="122"/>
                      <a:pt x="122" y="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823;p21">
                <a:extLst>
                  <a:ext uri="{FF2B5EF4-FFF2-40B4-BE49-F238E27FC236}">
                    <a16:creationId xmlns:a16="http://schemas.microsoft.com/office/drawing/2014/main" id="{1C91D4E7-6CC4-5646-7ADD-4F864772A6A8}"/>
                  </a:ext>
                </a:extLst>
              </p:cNvPr>
              <p:cNvSpPr/>
              <p:nvPr/>
            </p:nvSpPr>
            <p:spPr>
              <a:xfrm>
                <a:off x="5707831" y="2162772"/>
                <a:ext cx="2942" cy="2942"/>
              </a:xfrm>
              <a:custGeom>
                <a:avLst/>
                <a:gdLst/>
                <a:ahLst/>
                <a:cxnLst/>
                <a:rect l="l" t="t" r="r" b="b"/>
                <a:pathLst>
                  <a:path w="92" h="92" extrusionOk="0">
                    <a:moveTo>
                      <a:pt x="91" y="31"/>
                    </a:moveTo>
                    <a:cubicBezTo>
                      <a:pt x="91" y="31"/>
                      <a:pt x="61" y="0"/>
                      <a:pt x="61" y="0"/>
                    </a:cubicBezTo>
                    <a:cubicBezTo>
                      <a:pt x="61" y="0"/>
                      <a:pt x="31" y="0"/>
                      <a:pt x="0" y="0"/>
                    </a:cubicBezTo>
                    <a:cubicBezTo>
                      <a:pt x="0" y="0"/>
                      <a:pt x="0" y="31"/>
                      <a:pt x="0" y="61"/>
                    </a:cubicBezTo>
                    <a:cubicBezTo>
                      <a:pt x="0" y="61"/>
                      <a:pt x="91" y="91"/>
                      <a:pt x="91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824;p21">
                <a:extLst>
                  <a:ext uri="{FF2B5EF4-FFF2-40B4-BE49-F238E27FC236}">
                    <a16:creationId xmlns:a16="http://schemas.microsoft.com/office/drawing/2014/main" id="{5184B204-FAC8-BF88-798B-17FB226D1EA9}"/>
                  </a:ext>
                </a:extLst>
              </p:cNvPr>
              <p:cNvSpPr/>
              <p:nvPr/>
            </p:nvSpPr>
            <p:spPr>
              <a:xfrm>
                <a:off x="5532883" y="2559323"/>
                <a:ext cx="4893" cy="5884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84" extrusionOk="0">
                    <a:moveTo>
                      <a:pt x="61" y="183"/>
                    </a:moveTo>
                    <a:lnTo>
                      <a:pt x="152" y="92"/>
                    </a:lnTo>
                    <a:cubicBezTo>
                      <a:pt x="122" y="61"/>
                      <a:pt x="91" y="31"/>
                      <a:pt x="91" y="1"/>
                    </a:cubicBezTo>
                    <a:cubicBezTo>
                      <a:pt x="61" y="31"/>
                      <a:pt x="30" y="61"/>
                      <a:pt x="0" y="92"/>
                    </a:cubicBezTo>
                    <a:cubicBezTo>
                      <a:pt x="0" y="122"/>
                      <a:pt x="61" y="153"/>
                      <a:pt x="61" y="18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825;p21">
                <a:extLst>
                  <a:ext uri="{FF2B5EF4-FFF2-40B4-BE49-F238E27FC236}">
                    <a16:creationId xmlns:a16="http://schemas.microsoft.com/office/drawing/2014/main" id="{592CB985-8B76-6F8B-0145-E2115C1B2C2E}"/>
                  </a:ext>
                </a:extLst>
              </p:cNvPr>
              <p:cNvSpPr/>
              <p:nvPr/>
            </p:nvSpPr>
            <p:spPr>
              <a:xfrm>
                <a:off x="5344312" y="2076274"/>
                <a:ext cx="3901" cy="489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53" extrusionOk="0">
                    <a:moveTo>
                      <a:pt x="61" y="122"/>
                    </a:moveTo>
                    <a:cubicBezTo>
                      <a:pt x="91" y="122"/>
                      <a:pt x="122" y="91"/>
                      <a:pt x="91" y="30"/>
                    </a:cubicBezTo>
                    <a:lnTo>
                      <a:pt x="61" y="0"/>
                    </a:lnTo>
                    <a:cubicBezTo>
                      <a:pt x="31" y="30"/>
                      <a:pt x="31" y="61"/>
                      <a:pt x="0" y="91"/>
                    </a:cubicBezTo>
                    <a:cubicBezTo>
                      <a:pt x="0" y="91"/>
                      <a:pt x="31" y="152"/>
                      <a:pt x="61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826;p21">
                <a:extLst>
                  <a:ext uri="{FF2B5EF4-FFF2-40B4-BE49-F238E27FC236}">
                    <a16:creationId xmlns:a16="http://schemas.microsoft.com/office/drawing/2014/main" id="{01323CF7-3313-C3AD-5243-E1E438DEAE50}"/>
                  </a:ext>
                </a:extLst>
              </p:cNvPr>
              <p:cNvSpPr/>
              <p:nvPr/>
            </p:nvSpPr>
            <p:spPr>
              <a:xfrm>
                <a:off x="5393877" y="2701238"/>
                <a:ext cx="991" cy="1983"/>
              </a:xfrm>
              <a:custGeom>
                <a:avLst/>
                <a:gdLst/>
                <a:ahLst/>
                <a:cxnLst/>
                <a:rect l="l" t="t" r="r" b="b"/>
                <a:pathLst>
                  <a:path w="31" h="62" extrusionOk="0">
                    <a:moveTo>
                      <a:pt x="0" y="0"/>
                    </a:moveTo>
                    <a:cubicBezTo>
                      <a:pt x="0" y="31"/>
                      <a:pt x="0" y="31"/>
                      <a:pt x="0" y="61"/>
                    </a:cubicBezTo>
                    <a:lnTo>
                      <a:pt x="31" y="61"/>
                    </a:lnTo>
                    <a:cubicBezTo>
                      <a:pt x="31" y="31"/>
                      <a:pt x="31" y="31"/>
                      <a:pt x="31" y="0"/>
                    </a:cubicBezTo>
                    <a:cubicBezTo>
                      <a:pt x="3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827;p21">
                <a:extLst>
                  <a:ext uri="{FF2B5EF4-FFF2-40B4-BE49-F238E27FC236}">
                    <a16:creationId xmlns:a16="http://schemas.microsoft.com/office/drawing/2014/main" id="{2C2EF3A1-DF5F-B917-ABBB-0D2B3D8106F8}"/>
                  </a:ext>
                </a:extLst>
              </p:cNvPr>
              <p:cNvSpPr/>
              <p:nvPr/>
            </p:nvSpPr>
            <p:spPr>
              <a:xfrm>
                <a:off x="5414278" y="2704148"/>
                <a:ext cx="3933" cy="6843"/>
              </a:xfrm>
              <a:custGeom>
                <a:avLst/>
                <a:gdLst/>
                <a:ahLst/>
                <a:cxnLst/>
                <a:rect l="l" t="t" r="r" b="b"/>
                <a:pathLst>
                  <a:path w="123" h="214" extrusionOk="0">
                    <a:moveTo>
                      <a:pt x="122" y="213"/>
                    </a:moveTo>
                    <a:cubicBezTo>
                      <a:pt x="122" y="122"/>
                      <a:pt x="92" y="31"/>
                      <a:pt x="1" y="1"/>
                    </a:cubicBezTo>
                    <a:cubicBezTo>
                      <a:pt x="31" y="92"/>
                      <a:pt x="62" y="153"/>
                      <a:pt x="122" y="2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828;p21">
                <a:extLst>
                  <a:ext uri="{FF2B5EF4-FFF2-40B4-BE49-F238E27FC236}">
                    <a16:creationId xmlns:a16="http://schemas.microsoft.com/office/drawing/2014/main" id="{9297DFD1-89E2-8530-D97F-36AD09819551}"/>
                  </a:ext>
                </a:extLst>
              </p:cNvPr>
              <p:cNvSpPr/>
              <p:nvPr/>
            </p:nvSpPr>
            <p:spPr>
              <a:xfrm>
                <a:off x="5437622" y="2754704"/>
                <a:ext cx="1983" cy="3901"/>
              </a:xfrm>
              <a:custGeom>
                <a:avLst/>
                <a:gdLst/>
                <a:ahLst/>
                <a:cxnLst/>
                <a:rect l="l" t="t" r="r" b="b"/>
                <a:pathLst>
                  <a:path w="62" h="122" extrusionOk="0">
                    <a:moveTo>
                      <a:pt x="61" y="61"/>
                    </a:moveTo>
                    <a:cubicBezTo>
                      <a:pt x="61" y="0"/>
                      <a:pt x="0" y="0"/>
                      <a:pt x="0" y="61"/>
                    </a:cubicBezTo>
                    <a:cubicBezTo>
                      <a:pt x="0" y="61"/>
                      <a:pt x="0" y="91"/>
                      <a:pt x="0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829;p21">
                <a:extLst>
                  <a:ext uri="{FF2B5EF4-FFF2-40B4-BE49-F238E27FC236}">
                    <a16:creationId xmlns:a16="http://schemas.microsoft.com/office/drawing/2014/main" id="{DB88E6B7-52C4-8048-D26C-990F6372AF63}"/>
                  </a:ext>
                </a:extLst>
              </p:cNvPr>
              <p:cNvSpPr/>
              <p:nvPr/>
            </p:nvSpPr>
            <p:spPr>
              <a:xfrm>
                <a:off x="5733093" y="3116271"/>
                <a:ext cx="3933" cy="3901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22" extrusionOk="0">
                    <a:moveTo>
                      <a:pt x="92" y="0"/>
                    </a:moveTo>
                    <a:cubicBezTo>
                      <a:pt x="31" y="0"/>
                      <a:pt x="1" y="0"/>
                      <a:pt x="31" y="61"/>
                    </a:cubicBezTo>
                    <a:cubicBezTo>
                      <a:pt x="61" y="122"/>
                      <a:pt x="61" y="61"/>
                      <a:pt x="92" y="61"/>
                    </a:cubicBezTo>
                    <a:lnTo>
                      <a:pt x="122" y="31"/>
                    </a:lnTo>
                    <a:cubicBezTo>
                      <a:pt x="122" y="31"/>
                      <a:pt x="92" y="31"/>
                      <a:pt x="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830;p21">
                <a:extLst>
                  <a:ext uri="{FF2B5EF4-FFF2-40B4-BE49-F238E27FC236}">
                    <a16:creationId xmlns:a16="http://schemas.microsoft.com/office/drawing/2014/main" id="{F51BEDCF-306F-9D1A-DAE6-6A4471487364}"/>
                  </a:ext>
                </a:extLst>
              </p:cNvPr>
              <p:cNvSpPr/>
              <p:nvPr/>
            </p:nvSpPr>
            <p:spPr>
              <a:xfrm>
                <a:off x="5539662" y="2241500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831;p21">
                <a:extLst>
                  <a:ext uri="{FF2B5EF4-FFF2-40B4-BE49-F238E27FC236}">
                    <a16:creationId xmlns:a16="http://schemas.microsoft.com/office/drawing/2014/main" id="{E1F1E7E8-0DDA-F23A-377F-22892590C594}"/>
                  </a:ext>
                </a:extLst>
              </p:cNvPr>
              <p:cNvSpPr/>
              <p:nvPr/>
            </p:nvSpPr>
            <p:spPr>
              <a:xfrm>
                <a:off x="5539662" y="2241500"/>
                <a:ext cx="3933" cy="2942"/>
              </a:xfrm>
              <a:custGeom>
                <a:avLst/>
                <a:gdLst/>
                <a:ahLst/>
                <a:cxnLst/>
                <a:rect l="l" t="t" r="r" b="b"/>
                <a:pathLst>
                  <a:path w="123" h="92" extrusionOk="0">
                    <a:moveTo>
                      <a:pt x="122" y="91"/>
                    </a:moveTo>
                    <a:cubicBezTo>
                      <a:pt x="122" y="31"/>
                      <a:pt x="62" y="0"/>
                      <a:pt x="1" y="0"/>
                    </a:cubicBezTo>
                    <a:cubicBezTo>
                      <a:pt x="1" y="61"/>
                      <a:pt x="62" y="91"/>
                      <a:pt x="122" y="9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832;p21">
                <a:extLst>
                  <a:ext uri="{FF2B5EF4-FFF2-40B4-BE49-F238E27FC236}">
                    <a16:creationId xmlns:a16="http://schemas.microsoft.com/office/drawing/2014/main" id="{48EB8F2B-8402-608A-D4E5-8A15B1D68433}"/>
                  </a:ext>
                </a:extLst>
              </p:cNvPr>
              <p:cNvSpPr/>
              <p:nvPr/>
            </p:nvSpPr>
            <p:spPr>
              <a:xfrm>
                <a:off x="5543563" y="2244410"/>
                <a:ext cx="991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31" h="31" extrusionOk="0">
                    <a:moveTo>
                      <a:pt x="31" y="31"/>
                    </a:moveTo>
                    <a:lnTo>
                      <a:pt x="3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833;p21">
                <a:extLst>
                  <a:ext uri="{FF2B5EF4-FFF2-40B4-BE49-F238E27FC236}">
                    <a16:creationId xmlns:a16="http://schemas.microsoft.com/office/drawing/2014/main" id="{80A21672-ED7F-DFBC-03F0-00B010C661E2}"/>
                  </a:ext>
                </a:extLst>
              </p:cNvPr>
              <p:cNvSpPr/>
              <p:nvPr/>
            </p:nvSpPr>
            <p:spPr>
              <a:xfrm>
                <a:off x="5544522" y="2245370"/>
                <a:ext cx="2942" cy="3933"/>
              </a:xfrm>
              <a:custGeom>
                <a:avLst/>
                <a:gdLst/>
                <a:ahLst/>
                <a:cxnLst/>
                <a:rect l="l" t="t" r="r" b="b"/>
                <a:pathLst>
                  <a:path w="92" h="123" extrusionOk="0">
                    <a:moveTo>
                      <a:pt x="92" y="122"/>
                    </a:moveTo>
                    <a:cubicBezTo>
                      <a:pt x="62" y="62"/>
                      <a:pt x="31" y="31"/>
                      <a:pt x="1" y="1"/>
                    </a:cubicBezTo>
                    <a:cubicBezTo>
                      <a:pt x="1" y="62"/>
                      <a:pt x="31" y="92"/>
                      <a:pt x="92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834;p21">
                <a:extLst>
                  <a:ext uri="{FF2B5EF4-FFF2-40B4-BE49-F238E27FC236}">
                    <a16:creationId xmlns:a16="http://schemas.microsoft.com/office/drawing/2014/main" id="{8B24EC88-235A-EDAB-3EA3-632B8107ACE1}"/>
                  </a:ext>
                </a:extLst>
              </p:cNvPr>
              <p:cNvSpPr/>
              <p:nvPr/>
            </p:nvSpPr>
            <p:spPr>
              <a:xfrm>
                <a:off x="5328739" y="3113361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835;p21">
                <a:extLst>
                  <a:ext uri="{FF2B5EF4-FFF2-40B4-BE49-F238E27FC236}">
                    <a16:creationId xmlns:a16="http://schemas.microsoft.com/office/drawing/2014/main" id="{08C2222A-25D7-59CA-8F16-57DAF452727D}"/>
                  </a:ext>
                </a:extLst>
              </p:cNvPr>
              <p:cNvSpPr/>
              <p:nvPr/>
            </p:nvSpPr>
            <p:spPr>
              <a:xfrm>
                <a:off x="5325829" y="3113361"/>
                <a:ext cx="2942" cy="2942"/>
              </a:xfrm>
              <a:custGeom>
                <a:avLst/>
                <a:gdLst/>
                <a:ahLst/>
                <a:cxnLst/>
                <a:rect l="l" t="t" r="r" b="b"/>
                <a:pathLst>
                  <a:path w="92" h="92" extrusionOk="0">
                    <a:moveTo>
                      <a:pt x="62" y="91"/>
                    </a:moveTo>
                    <a:cubicBezTo>
                      <a:pt x="62" y="61"/>
                      <a:pt x="62" y="31"/>
                      <a:pt x="92" y="0"/>
                    </a:cubicBezTo>
                    <a:lnTo>
                      <a:pt x="1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836;p21">
                <a:extLst>
                  <a:ext uri="{FF2B5EF4-FFF2-40B4-BE49-F238E27FC236}">
                    <a16:creationId xmlns:a16="http://schemas.microsoft.com/office/drawing/2014/main" id="{8741EB50-6126-9912-69B8-C71FC92A4F64}"/>
                  </a:ext>
                </a:extLst>
              </p:cNvPr>
              <p:cNvSpPr/>
              <p:nvPr/>
            </p:nvSpPr>
            <p:spPr>
              <a:xfrm>
                <a:off x="5546473" y="2249271"/>
                <a:ext cx="1983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62" h="31" extrusionOk="0">
                    <a:moveTo>
                      <a:pt x="61" y="31"/>
                    </a:moveTo>
                    <a:lnTo>
                      <a:pt x="31" y="0"/>
                    </a:lnTo>
                    <a:lnTo>
                      <a:pt x="31" y="0"/>
                    </a:lnTo>
                    <a:cubicBezTo>
                      <a:pt x="1" y="0"/>
                      <a:pt x="31" y="0"/>
                      <a:pt x="31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837;p21">
                <a:extLst>
                  <a:ext uri="{FF2B5EF4-FFF2-40B4-BE49-F238E27FC236}">
                    <a16:creationId xmlns:a16="http://schemas.microsoft.com/office/drawing/2014/main" id="{BB6DE897-F8D1-AA86-1FE6-BE8A0ECC059B}"/>
                  </a:ext>
                </a:extLst>
              </p:cNvPr>
              <p:cNvSpPr/>
              <p:nvPr/>
            </p:nvSpPr>
            <p:spPr>
              <a:xfrm>
                <a:off x="4735301" y="2999074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838;p21">
                <a:extLst>
                  <a:ext uri="{FF2B5EF4-FFF2-40B4-BE49-F238E27FC236}">
                    <a16:creationId xmlns:a16="http://schemas.microsoft.com/office/drawing/2014/main" id="{04B1DB14-D7CC-DDD2-FB54-6B84659C71A6}"/>
                  </a:ext>
                </a:extLst>
              </p:cNvPr>
              <p:cNvSpPr/>
              <p:nvPr/>
            </p:nvSpPr>
            <p:spPr>
              <a:xfrm>
                <a:off x="4601188" y="2950501"/>
                <a:ext cx="3901" cy="489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53" extrusionOk="0">
                    <a:moveTo>
                      <a:pt x="30" y="0"/>
                    </a:moveTo>
                    <a:cubicBezTo>
                      <a:pt x="0" y="61"/>
                      <a:pt x="0" y="152"/>
                      <a:pt x="61" y="152"/>
                    </a:cubicBezTo>
                    <a:cubicBezTo>
                      <a:pt x="122" y="122"/>
                      <a:pt x="122" y="122"/>
                      <a:pt x="122" y="122"/>
                    </a:cubicBezTo>
                    <a:cubicBezTo>
                      <a:pt x="122" y="61"/>
                      <a:pt x="91" y="31"/>
                      <a:pt x="91" y="0"/>
                    </a:cubicBezTo>
                    <a:cubicBezTo>
                      <a:pt x="91" y="0"/>
                      <a:pt x="61" y="0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839;p21">
                <a:extLst>
                  <a:ext uri="{FF2B5EF4-FFF2-40B4-BE49-F238E27FC236}">
                    <a16:creationId xmlns:a16="http://schemas.microsoft.com/office/drawing/2014/main" id="{D48D61EB-A3C4-3BD7-129E-9185BD496B15}"/>
                  </a:ext>
                </a:extLst>
              </p:cNvPr>
              <p:cNvSpPr/>
              <p:nvPr/>
            </p:nvSpPr>
            <p:spPr>
              <a:xfrm>
                <a:off x="4601188" y="2971862"/>
                <a:ext cx="2942" cy="3933"/>
              </a:xfrm>
              <a:custGeom>
                <a:avLst/>
                <a:gdLst/>
                <a:ahLst/>
                <a:cxnLst/>
                <a:rect l="l" t="t" r="r" b="b"/>
                <a:pathLst>
                  <a:path w="92" h="123" extrusionOk="0">
                    <a:moveTo>
                      <a:pt x="0" y="92"/>
                    </a:moveTo>
                    <a:cubicBezTo>
                      <a:pt x="0" y="92"/>
                      <a:pt x="30" y="122"/>
                      <a:pt x="61" y="122"/>
                    </a:cubicBezTo>
                    <a:cubicBezTo>
                      <a:pt x="61" y="122"/>
                      <a:pt x="91" y="92"/>
                      <a:pt x="91" y="92"/>
                    </a:cubicBezTo>
                    <a:cubicBezTo>
                      <a:pt x="91" y="92"/>
                      <a:pt x="61" y="31"/>
                      <a:pt x="61" y="1"/>
                    </a:cubicBezTo>
                    <a:cubicBezTo>
                      <a:pt x="30" y="31"/>
                      <a:pt x="30" y="31"/>
                      <a:pt x="0" y="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840;p21">
                <a:extLst>
                  <a:ext uri="{FF2B5EF4-FFF2-40B4-BE49-F238E27FC236}">
                    <a16:creationId xmlns:a16="http://schemas.microsoft.com/office/drawing/2014/main" id="{C01AAA71-786E-3C05-34BE-6D081BCE8511}"/>
                  </a:ext>
                </a:extLst>
              </p:cNvPr>
              <p:cNvSpPr/>
              <p:nvPr/>
            </p:nvSpPr>
            <p:spPr>
              <a:xfrm>
                <a:off x="4627409" y="3038950"/>
                <a:ext cx="3933" cy="4893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53" extrusionOk="0">
                    <a:moveTo>
                      <a:pt x="62" y="0"/>
                    </a:moveTo>
                    <a:cubicBezTo>
                      <a:pt x="1" y="31"/>
                      <a:pt x="1" y="61"/>
                      <a:pt x="1" y="91"/>
                    </a:cubicBezTo>
                    <a:cubicBezTo>
                      <a:pt x="1" y="91"/>
                      <a:pt x="31" y="122"/>
                      <a:pt x="31" y="152"/>
                    </a:cubicBezTo>
                    <a:cubicBezTo>
                      <a:pt x="62" y="152"/>
                      <a:pt x="62" y="91"/>
                      <a:pt x="92" y="61"/>
                    </a:cubicBezTo>
                    <a:cubicBezTo>
                      <a:pt x="122" y="31"/>
                      <a:pt x="62" y="0"/>
                      <a:pt x="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841;p21">
                <a:extLst>
                  <a:ext uri="{FF2B5EF4-FFF2-40B4-BE49-F238E27FC236}">
                    <a16:creationId xmlns:a16="http://schemas.microsoft.com/office/drawing/2014/main" id="{806ED9F6-BA33-3A48-7A57-E1E211C370B4}"/>
                  </a:ext>
                </a:extLst>
              </p:cNvPr>
              <p:cNvSpPr/>
              <p:nvPr/>
            </p:nvSpPr>
            <p:spPr>
              <a:xfrm>
                <a:off x="5344727" y="2046567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842;p21">
                <a:extLst>
                  <a:ext uri="{FF2B5EF4-FFF2-40B4-BE49-F238E27FC236}">
                    <a16:creationId xmlns:a16="http://schemas.microsoft.com/office/drawing/2014/main" id="{C3710AAB-3535-F094-D8CC-03A6B019A977}"/>
                  </a:ext>
                </a:extLst>
              </p:cNvPr>
              <p:cNvSpPr/>
              <p:nvPr/>
            </p:nvSpPr>
            <p:spPr>
              <a:xfrm>
                <a:off x="5344727" y="2046567"/>
                <a:ext cx="3933" cy="2942"/>
              </a:xfrm>
              <a:custGeom>
                <a:avLst/>
                <a:gdLst/>
                <a:ahLst/>
                <a:cxnLst/>
                <a:rect l="l" t="t" r="r" b="b"/>
                <a:pathLst>
                  <a:path w="123" h="92" extrusionOk="0">
                    <a:moveTo>
                      <a:pt x="122" y="91"/>
                    </a:moveTo>
                    <a:cubicBezTo>
                      <a:pt x="122" y="31"/>
                      <a:pt x="62" y="0"/>
                      <a:pt x="1" y="0"/>
                    </a:cubicBezTo>
                    <a:cubicBezTo>
                      <a:pt x="1" y="61"/>
                      <a:pt x="62" y="91"/>
                      <a:pt x="122" y="9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843;p21">
                <a:extLst>
                  <a:ext uri="{FF2B5EF4-FFF2-40B4-BE49-F238E27FC236}">
                    <a16:creationId xmlns:a16="http://schemas.microsoft.com/office/drawing/2014/main" id="{D836B094-8B0C-DEBF-311C-79995B7D047B}"/>
                  </a:ext>
                </a:extLst>
              </p:cNvPr>
              <p:cNvSpPr/>
              <p:nvPr/>
            </p:nvSpPr>
            <p:spPr>
              <a:xfrm>
                <a:off x="5348629" y="2049477"/>
                <a:ext cx="991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31" h="31" extrusionOk="0">
                    <a:moveTo>
                      <a:pt x="31" y="31"/>
                    </a:moveTo>
                    <a:lnTo>
                      <a:pt x="3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844;p21">
                <a:extLst>
                  <a:ext uri="{FF2B5EF4-FFF2-40B4-BE49-F238E27FC236}">
                    <a16:creationId xmlns:a16="http://schemas.microsoft.com/office/drawing/2014/main" id="{2998191B-7F2D-0E38-74E3-890C5F33CAB7}"/>
                  </a:ext>
                </a:extLst>
              </p:cNvPr>
              <p:cNvSpPr/>
              <p:nvPr/>
            </p:nvSpPr>
            <p:spPr>
              <a:xfrm>
                <a:off x="5349588" y="2050436"/>
                <a:ext cx="2942" cy="3933"/>
              </a:xfrm>
              <a:custGeom>
                <a:avLst/>
                <a:gdLst/>
                <a:ahLst/>
                <a:cxnLst/>
                <a:rect l="l" t="t" r="r" b="b"/>
                <a:pathLst>
                  <a:path w="92" h="123" extrusionOk="0">
                    <a:moveTo>
                      <a:pt x="92" y="122"/>
                    </a:moveTo>
                    <a:cubicBezTo>
                      <a:pt x="62" y="62"/>
                      <a:pt x="31" y="31"/>
                      <a:pt x="1" y="1"/>
                    </a:cubicBezTo>
                    <a:cubicBezTo>
                      <a:pt x="1" y="62"/>
                      <a:pt x="31" y="92"/>
                      <a:pt x="92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845;p21">
                <a:extLst>
                  <a:ext uri="{FF2B5EF4-FFF2-40B4-BE49-F238E27FC236}">
                    <a16:creationId xmlns:a16="http://schemas.microsoft.com/office/drawing/2014/main" id="{CBEDF96C-BC9D-AE8C-ED18-C5A980737639}"/>
                  </a:ext>
                </a:extLst>
              </p:cNvPr>
              <p:cNvSpPr/>
              <p:nvPr/>
            </p:nvSpPr>
            <p:spPr>
              <a:xfrm>
                <a:off x="4666294" y="3121547"/>
                <a:ext cx="1983" cy="1983"/>
              </a:xfrm>
              <a:custGeom>
                <a:avLst/>
                <a:gdLst/>
                <a:ahLst/>
                <a:cxnLst/>
                <a:rect l="l" t="t" r="r" b="b"/>
                <a:pathLst>
                  <a:path w="62" h="62" extrusionOk="0">
                    <a:moveTo>
                      <a:pt x="1" y="62"/>
                    </a:moveTo>
                    <a:lnTo>
                      <a:pt x="61" y="62"/>
                    </a:lnTo>
                    <a:lnTo>
                      <a:pt x="3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846;p21">
                <a:extLst>
                  <a:ext uri="{FF2B5EF4-FFF2-40B4-BE49-F238E27FC236}">
                    <a16:creationId xmlns:a16="http://schemas.microsoft.com/office/drawing/2014/main" id="{5B1DA6EA-23B9-FF9F-D563-74FFC564DC64}"/>
                  </a:ext>
                </a:extLst>
              </p:cNvPr>
              <p:cNvSpPr/>
              <p:nvPr/>
            </p:nvSpPr>
            <p:spPr>
              <a:xfrm>
                <a:off x="5351538" y="2054337"/>
                <a:ext cx="1983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62" h="31" extrusionOk="0">
                    <a:moveTo>
                      <a:pt x="61" y="31"/>
                    </a:moveTo>
                    <a:lnTo>
                      <a:pt x="31" y="0"/>
                    </a:lnTo>
                    <a:lnTo>
                      <a:pt x="31" y="0"/>
                    </a:lnTo>
                    <a:cubicBezTo>
                      <a:pt x="1" y="0"/>
                      <a:pt x="31" y="0"/>
                      <a:pt x="31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847;p21">
                <a:extLst>
                  <a:ext uri="{FF2B5EF4-FFF2-40B4-BE49-F238E27FC236}">
                    <a16:creationId xmlns:a16="http://schemas.microsoft.com/office/drawing/2014/main" id="{A5163966-3831-2EA6-0ECA-97C7D3D3E855}"/>
                  </a:ext>
                </a:extLst>
              </p:cNvPr>
              <p:cNvSpPr/>
              <p:nvPr/>
            </p:nvSpPr>
            <p:spPr>
              <a:xfrm>
                <a:off x="4930236" y="3194008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848;p21">
                <a:extLst>
                  <a:ext uri="{FF2B5EF4-FFF2-40B4-BE49-F238E27FC236}">
                    <a16:creationId xmlns:a16="http://schemas.microsoft.com/office/drawing/2014/main" id="{A92EC12F-1A07-E478-D46F-A7D1F1330BD5}"/>
                  </a:ext>
                </a:extLst>
              </p:cNvPr>
              <p:cNvSpPr/>
              <p:nvPr/>
            </p:nvSpPr>
            <p:spPr>
              <a:xfrm>
                <a:off x="5134348" y="3579910"/>
                <a:ext cx="727072" cy="640541"/>
              </a:xfrm>
              <a:custGeom>
                <a:avLst/>
                <a:gdLst/>
                <a:ahLst/>
                <a:cxnLst/>
                <a:rect l="l" t="t" r="r" b="b"/>
                <a:pathLst>
                  <a:path w="22737" h="20031" extrusionOk="0">
                    <a:moveTo>
                      <a:pt x="22615" y="9179"/>
                    </a:moveTo>
                    <a:cubicBezTo>
                      <a:pt x="22402" y="9362"/>
                      <a:pt x="22402" y="9362"/>
                      <a:pt x="22281" y="9149"/>
                    </a:cubicBezTo>
                    <a:cubicBezTo>
                      <a:pt x="22250" y="9119"/>
                      <a:pt x="22220" y="9088"/>
                      <a:pt x="22190" y="9058"/>
                    </a:cubicBezTo>
                    <a:cubicBezTo>
                      <a:pt x="22068" y="8845"/>
                      <a:pt x="22038" y="8602"/>
                      <a:pt x="21825" y="8511"/>
                    </a:cubicBezTo>
                    <a:cubicBezTo>
                      <a:pt x="21734" y="8237"/>
                      <a:pt x="21460" y="8024"/>
                      <a:pt x="21551" y="7690"/>
                    </a:cubicBezTo>
                    <a:cubicBezTo>
                      <a:pt x="21582" y="7538"/>
                      <a:pt x="21491" y="7477"/>
                      <a:pt x="21339" y="7386"/>
                    </a:cubicBezTo>
                    <a:cubicBezTo>
                      <a:pt x="21217" y="7325"/>
                      <a:pt x="21095" y="7265"/>
                      <a:pt x="20974" y="7234"/>
                    </a:cubicBezTo>
                    <a:cubicBezTo>
                      <a:pt x="20913" y="7204"/>
                      <a:pt x="20913" y="7173"/>
                      <a:pt x="20883" y="7143"/>
                    </a:cubicBezTo>
                    <a:cubicBezTo>
                      <a:pt x="20883" y="6930"/>
                      <a:pt x="20852" y="6717"/>
                      <a:pt x="20761" y="6535"/>
                    </a:cubicBezTo>
                    <a:cubicBezTo>
                      <a:pt x="20670" y="6383"/>
                      <a:pt x="20609" y="6201"/>
                      <a:pt x="20579" y="6018"/>
                    </a:cubicBezTo>
                    <a:cubicBezTo>
                      <a:pt x="20579" y="5958"/>
                      <a:pt x="20548" y="5897"/>
                      <a:pt x="20488" y="5866"/>
                    </a:cubicBezTo>
                    <a:cubicBezTo>
                      <a:pt x="20184" y="5623"/>
                      <a:pt x="19880" y="5410"/>
                      <a:pt x="19545" y="5198"/>
                    </a:cubicBezTo>
                    <a:cubicBezTo>
                      <a:pt x="19454" y="5167"/>
                      <a:pt x="19393" y="5076"/>
                      <a:pt x="19393" y="4985"/>
                    </a:cubicBezTo>
                    <a:cubicBezTo>
                      <a:pt x="19332" y="4833"/>
                      <a:pt x="19332" y="4651"/>
                      <a:pt x="19332" y="4468"/>
                    </a:cubicBezTo>
                    <a:cubicBezTo>
                      <a:pt x="19363" y="4225"/>
                      <a:pt x="19302" y="3951"/>
                      <a:pt x="19150" y="3739"/>
                    </a:cubicBezTo>
                    <a:cubicBezTo>
                      <a:pt x="19059" y="3587"/>
                      <a:pt x="18998" y="3374"/>
                      <a:pt x="19029" y="3161"/>
                    </a:cubicBezTo>
                    <a:cubicBezTo>
                      <a:pt x="19029" y="3009"/>
                      <a:pt x="18998" y="2857"/>
                      <a:pt x="19029" y="2705"/>
                    </a:cubicBezTo>
                    <a:cubicBezTo>
                      <a:pt x="19029" y="2492"/>
                      <a:pt x="18937" y="2280"/>
                      <a:pt x="18785" y="2158"/>
                    </a:cubicBezTo>
                    <a:cubicBezTo>
                      <a:pt x="18694" y="2037"/>
                      <a:pt x="18542" y="2006"/>
                      <a:pt x="18421" y="2037"/>
                    </a:cubicBezTo>
                    <a:cubicBezTo>
                      <a:pt x="18299" y="2037"/>
                      <a:pt x="18238" y="1976"/>
                      <a:pt x="18208" y="1885"/>
                    </a:cubicBezTo>
                    <a:cubicBezTo>
                      <a:pt x="18177" y="1824"/>
                      <a:pt x="18177" y="1763"/>
                      <a:pt x="18177" y="1702"/>
                    </a:cubicBezTo>
                    <a:cubicBezTo>
                      <a:pt x="18177" y="1459"/>
                      <a:pt x="18117" y="1246"/>
                      <a:pt x="18056" y="1033"/>
                    </a:cubicBezTo>
                    <a:cubicBezTo>
                      <a:pt x="17995" y="730"/>
                      <a:pt x="17813" y="456"/>
                      <a:pt x="17752" y="122"/>
                    </a:cubicBezTo>
                    <a:cubicBezTo>
                      <a:pt x="17752" y="91"/>
                      <a:pt x="17691" y="30"/>
                      <a:pt x="17630" y="0"/>
                    </a:cubicBezTo>
                    <a:cubicBezTo>
                      <a:pt x="17570" y="0"/>
                      <a:pt x="17539" y="0"/>
                      <a:pt x="17509" y="30"/>
                    </a:cubicBezTo>
                    <a:cubicBezTo>
                      <a:pt x="17448" y="61"/>
                      <a:pt x="17448" y="91"/>
                      <a:pt x="17418" y="122"/>
                    </a:cubicBezTo>
                    <a:cubicBezTo>
                      <a:pt x="17326" y="334"/>
                      <a:pt x="17296" y="517"/>
                      <a:pt x="17205" y="699"/>
                    </a:cubicBezTo>
                    <a:cubicBezTo>
                      <a:pt x="17144" y="912"/>
                      <a:pt x="17083" y="1094"/>
                      <a:pt x="17053" y="1307"/>
                    </a:cubicBezTo>
                    <a:cubicBezTo>
                      <a:pt x="16931" y="1611"/>
                      <a:pt x="16901" y="1945"/>
                      <a:pt x="16901" y="2310"/>
                    </a:cubicBezTo>
                    <a:cubicBezTo>
                      <a:pt x="16931" y="2401"/>
                      <a:pt x="16901" y="2523"/>
                      <a:pt x="16870" y="2644"/>
                    </a:cubicBezTo>
                    <a:cubicBezTo>
                      <a:pt x="16810" y="2888"/>
                      <a:pt x="16718" y="3161"/>
                      <a:pt x="16627" y="3404"/>
                    </a:cubicBezTo>
                    <a:cubicBezTo>
                      <a:pt x="16566" y="3587"/>
                      <a:pt x="16506" y="3769"/>
                      <a:pt x="16445" y="3921"/>
                    </a:cubicBezTo>
                    <a:cubicBezTo>
                      <a:pt x="16384" y="4043"/>
                      <a:pt x="16263" y="4134"/>
                      <a:pt x="16141" y="4164"/>
                    </a:cubicBezTo>
                    <a:cubicBezTo>
                      <a:pt x="15928" y="4195"/>
                      <a:pt x="15715" y="4134"/>
                      <a:pt x="15563" y="3982"/>
                    </a:cubicBezTo>
                    <a:cubicBezTo>
                      <a:pt x="15472" y="3891"/>
                      <a:pt x="15411" y="3769"/>
                      <a:pt x="15381" y="3617"/>
                    </a:cubicBezTo>
                    <a:lnTo>
                      <a:pt x="15259" y="3617"/>
                    </a:lnTo>
                    <a:cubicBezTo>
                      <a:pt x="15077" y="3647"/>
                      <a:pt x="14895" y="3556"/>
                      <a:pt x="14804" y="3404"/>
                    </a:cubicBezTo>
                    <a:cubicBezTo>
                      <a:pt x="14621" y="3252"/>
                      <a:pt x="14439" y="3100"/>
                      <a:pt x="14226" y="3040"/>
                    </a:cubicBezTo>
                    <a:cubicBezTo>
                      <a:pt x="14104" y="2979"/>
                      <a:pt x="14013" y="2888"/>
                      <a:pt x="13922" y="2796"/>
                    </a:cubicBezTo>
                    <a:cubicBezTo>
                      <a:pt x="13831" y="2705"/>
                      <a:pt x="13770" y="2614"/>
                      <a:pt x="13679" y="2523"/>
                    </a:cubicBezTo>
                    <a:cubicBezTo>
                      <a:pt x="13588" y="2462"/>
                      <a:pt x="13557" y="2340"/>
                      <a:pt x="13618" y="2219"/>
                    </a:cubicBezTo>
                    <a:cubicBezTo>
                      <a:pt x="13740" y="2037"/>
                      <a:pt x="13800" y="1824"/>
                      <a:pt x="13831" y="1581"/>
                    </a:cubicBezTo>
                    <a:cubicBezTo>
                      <a:pt x="13831" y="1520"/>
                      <a:pt x="13892" y="1489"/>
                      <a:pt x="13952" y="1459"/>
                    </a:cubicBezTo>
                    <a:cubicBezTo>
                      <a:pt x="14013" y="1459"/>
                      <a:pt x="14074" y="1398"/>
                      <a:pt x="14135" y="1368"/>
                    </a:cubicBezTo>
                    <a:cubicBezTo>
                      <a:pt x="14226" y="1185"/>
                      <a:pt x="14348" y="1003"/>
                      <a:pt x="14408" y="821"/>
                    </a:cubicBezTo>
                    <a:cubicBezTo>
                      <a:pt x="14408" y="790"/>
                      <a:pt x="14408" y="730"/>
                      <a:pt x="14378" y="699"/>
                    </a:cubicBezTo>
                    <a:cubicBezTo>
                      <a:pt x="14287" y="638"/>
                      <a:pt x="14165" y="578"/>
                      <a:pt x="14044" y="638"/>
                    </a:cubicBezTo>
                    <a:cubicBezTo>
                      <a:pt x="13952" y="699"/>
                      <a:pt x="13831" y="699"/>
                      <a:pt x="13740" y="638"/>
                    </a:cubicBezTo>
                    <a:cubicBezTo>
                      <a:pt x="13679" y="578"/>
                      <a:pt x="13618" y="638"/>
                      <a:pt x="13557" y="638"/>
                    </a:cubicBezTo>
                    <a:cubicBezTo>
                      <a:pt x="13496" y="669"/>
                      <a:pt x="13405" y="699"/>
                      <a:pt x="13345" y="699"/>
                    </a:cubicBezTo>
                    <a:cubicBezTo>
                      <a:pt x="13010" y="608"/>
                      <a:pt x="12676" y="456"/>
                      <a:pt x="12341" y="304"/>
                    </a:cubicBezTo>
                    <a:cubicBezTo>
                      <a:pt x="12189" y="213"/>
                      <a:pt x="12007" y="152"/>
                      <a:pt x="11855" y="91"/>
                    </a:cubicBezTo>
                    <a:cubicBezTo>
                      <a:pt x="11794" y="91"/>
                      <a:pt x="11764" y="91"/>
                      <a:pt x="11703" y="91"/>
                    </a:cubicBezTo>
                    <a:cubicBezTo>
                      <a:pt x="11703" y="122"/>
                      <a:pt x="11673" y="122"/>
                      <a:pt x="11673" y="122"/>
                    </a:cubicBezTo>
                    <a:lnTo>
                      <a:pt x="11673" y="213"/>
                    </a:lnTo>
                    <a:cubicBezTo>
                      <a:pt x="11673" y="213"/>
                      <a:pt x="11794" y="334"/>
                      <a:pt x="11855" y="395"/>
                    </a:cubicBezTo>
                    <a:cubicBezTo>
                      <a:pt x="11916" y="456"/>
                      <a:pt x="11916" y="578"/>
                      <a:pt x="11825" y="608"/>
                    </a:cubicBezTo>
                    <a:cubicBezTo>
                      <a:pt x="11673" y="669"/>
                      <a:pt x="11521" y="699"/>
                      <a:pt x="11338" y="699"/>
                    </a:cubicBezTo>
                    <a:cubicBezTo>
                      <a:pt x="11247" y="699"/>
                      <a:pt x="11156" y="699"/>
                      <a:pt x="11095" y="730"/>
                    </a:cubicBezTo>
                    <a:cubicBezTo>
                      <a:pt x="10882" y="821"/>
                      <a:pt x="10730" y="942"/>
                      <a:pt x="10609" y="1094"/>
                    </a:cubicBezTo>
                    <a:cubicBezTo>
                      <a:pt x="10427" y="1307"/>
                      <a:pt x="10244" y="1550"/>
                      <a:pt x="10062" y="1793"/>
                    </a:cubicBezTo>
                    <a:cubicBezTo>
                      <a:pt x="10001" y="1915"/>
                      <a:pt x="9971" y="2037"/>
                      <a:pt x="10031" y="2158"/>
                    </a:cubicBezTo>
                    <a:cubicBezTo>
                      <a:pt x="10062" y="2249"/>
                      <a:pt x="9940" y="2340"/>
                      <a:pt x="9849" y="2340"/>
                    </a:cubicBezTo>
                    <a:cubicBezTo>
                      <a:pt x="9758" y="2310"/>
                      <a:pt x="9606" y="2219"/>
                      <a:pt x="9454" y="2280"/>
                    </a:cubicBezTo>
                    <a:cubicBezTo>
                      <a:pt x="9363" y="2310"/>
                      <a:pt x="9271" y="2280"/>
                      <a:pt x="9211" y="2189"/>
                    </a:cubicBezTo>
                    <a:cubicBezTo>
                      <a:pt x="9150" y="2067"/>
                      <a:pt x="9028" y="1945"/>
                      <a:pt x="8937" y="1824"/>
                    </a:cubicBezTo>
                    <a:cubicBezTo>
                      <a:pt x="8846" y="1702"/>
                      <a:pt x="8694" y="1672"/>
                      <a:pt x="8572" y="1702"/>
                    </a:cubicBezTo>
                    <a:cubicBezTo>
                      <a:pt x="8420" y="1733"/>
                      <a:pt x="8268" y="1793"/>
                      <a:pt x="8147" y="1885"/>
                    </a:cubicBezTo>
                    <a:cubicBezTo>
                      <a:pt x="8025" y="1976"/>
                      <a:pt x="7904" y="2006"/>
                      <a:pt x="7782" y="2037"/>
                    </a:cubicBezTo>
                    <a:cubicBezTo>
                      <a:pt x="7569" y="2067"/>
                      <a:pt x="7600" y="2310"/>
                      <a:pt x="7509" y="2401"/>
                    </a:cubicBezTo>
                    <a:cubicBezTo>
                      <a:pt x="7448" y="2432"/>
                      <a:pt x="7387" y="2492"/>
                      <a:pt x="7326" y="2523"/>
                    </a:cubicBezTo>
                    <a:cubicBezTo>
                      <a:pt x="7144" y="2553"/>
                      <a:pt x="7022" y="2766"/>
                      <a:pt x="7083" y="2948"/>
                    </a:cubicBezTo>
                    <a:cubicBezTo>
                      <a:pt x="7083" y="2979"/>
                      <a:pt x="7083" y="3040"/>
                      <a:pt x="7083" y="3070"/>
                    </a:cubicBezTo>
                    <a:cubicBezTo>
                      <a:pt x="7083" y="3161"/>
                      <a:pt x="7022" y="3192"/>
                      <a:pt x="6961" y="3192"/>
                    </a:cubicBezTo>
                    <a:lnTo>
                      <a:pt x="6749" y="3192"/>
                    </a:lnTo>
                    <a:cubicBezTo>
                      <a:pt x="6657" y="3192"/>
                      <a:pt x="6597" y="3283"/>
                      <a:pt x="6597" y="3374"/>
                    </a:cubicBezTo>
                    <a:cubicBezTo>
                      <a:pt x="6597" y="3465"/>
                      <a:pt x="6627" y="3556"/>
                      <a:pt x="6657" y="3647"/>
                    </a:cubicBezTo>
                    <a:cubicBezTo>
                      <a:pt x="6657" y="3678"/>
                      <a:pt x="6627" y="3708"/>
                      <a:pt x="6627" y="3708"/>
                    </a:cubicBezTo>
                    <a:cubicBezTo>
                      <a:pt x="6597" y="3739"/>
                      <a:pt x="6536" y="3739"/>
                      <a:pt x="6505" y="3708"/>
                    </a:cubicBezTo>
                    <a:cubicBezTo>
                      <a:pt x="6445" y="3617"/>
                      <a:pt x="6384" y="3526"/>
                      <a:pt x="6323" y="3435"/>
                    </a:cubicBezTo>
                    <a:cubicBezTo>
                      <a:pt x="6262" y="3374"/>
                      <a:pt x="6202" y="3344"/>
                      <a:pt x="6141" y="3404"/>
                    </a:cubicBezTo>
                    <a:cubicBezTo>
                      <a:pt x="6019" y="3465"/>
                      <a:pt x="5928" y="3556"/>
                      <a:pt x="5837" y="3647"/>
                    </a:cubicBezTo>
                    <a:cubicBezTo>
                      <a:pt x="5746" y="3708"/>
                      <a:pt x="5715" y="3799"/>
                      <a:pt x="5715" y="3891"/>
                    </a:cubicBezTo>
                    <a:cubicBezTo>
                      <a:pt x="5746" y="4195"/>
                      <a:pt x="5624" y="4468"/>
                      <a:pt x="5381" y="4681"/>
                    </a:cubicBezTo>
                    <a:cubicBezTo>
                      <a:pt x="5320" y="4742"/>
                      <a:pt x="5290" y="4833"/>
                      <a:pt x="5229" y="4894"/>
                    </a:cubicBezTo>
                    <a:cubicBezTo>
                      <a:pt x="5077" y="5167"/>
                      <a:pt x="4803" y="5319"/>
                      <a:pt x="4499" y="5350"/>
                    </a:cubicBezTo>
                    <a:cubicBezTo>
                      <a:pt x="4317" y="5350"/>
                      <a:pt x="4104" y="5380"/>
                      <a:pt x="3891" y="5410"/>
                    </a:cubicBezTo>
                    <a:cubicBezTo>
                      <a:pt x="3618" y="5623"/>
                      <a:pt x="3223" y="5562"/>
                      <a:pt x="2949" y="5806"/>
                    </a:cubicBezTo>
                    <a:cubicBezTo>
                      <a:pt x="2888" y="5836"/>
                      <a:pt x="2828" y="5866"/>
                      <a:pt x="2767" y="5836"/>
                    </a:cubicBezTo>
                    <a:cubicBezTo>
                      <a:pt x="2524" y="5806"/>
                      <a:pt x="2311" y="5866"/>
                      <a:pt x="2129" y="5988"/>
                    </a:cubicBezTo>
                    <a:cubicBezTo>
                      <a:pt x="1855" y="6140"/>
                      <a:pt x="1612" y="6262"/>
                      <a:pt x="1338" y="6383"/>
                    </a:cubicBezTo>
                    <a:cubicBezTo>
                      <a:pt x="1217" y="6444"/>
                      <a:pt x="1095" y="6535"/>
                      <a:pt x="1034" y="6657"/>
                    </a:cubicBezTo>
                    <a:cubicBezTo>
                      <a:pt x="973" y="6778"/>
                      <a:pt x="943" y="6626"/>
                      <a:pt x="882" y="6626"/>
                    </a:cubicBezTo>
                    <a:cubicBezTo>
                      <a:pt x="852" y="6626"/>
                      <a:pt x="791" y="6626"/>
                      <a:pt x="791" y="6657"/>
                    </a:cubicBezTo>
                    <a:cubicBezTo>
                      <a:pt x="730" y="6717"/>
                      <a:pt x="670" y="6809"/>
                      <a:pt x="639" y="6900"/>
                    </a:cubicBezTo>
                    <a:cubicBezTo>
                      <a:pt x="609" y="6991"/>
                      <a:pt x="609" y="7113"/>
                      <a:pt x="609" y="7234"/>
                    </a:cubicBezTo>
                    <a:cubicBezTo>
                      <a:pt x="609" y="7417"/>
                      <a:pt x="578" y="7599"/>
                      <a:pt x="457" y="7751"/>
                    </a:cubicBezTo>
                    <a:cubicBezTo>
                      <a:pt x="366" y="7903"/>
                      <a:pt x="305" y="8085"/>
                      <a:pt x="335" y="8268"/>
                    </a:cubicBezTo>
                    <a:cubicBezTo>
                      <a:pt x="305" y="8511"/>
                      <a:pt x="366" y="8754"/>
                      <a:pt x="457" y="8997"/>
                    </a:cubicBezTo>
                    <a:cubicBezTo>
                      <a:pt x="487" y="9058"/>
                      <a:pt x="518" y="9119"/>
                      <a:pt x="518" y="9179"/>
                    </a:cubicBezTo>
                    <a:cubicBezTo>
                      <a:pt x="548" y="9240"/>
                      <a:pt x="518" y="9331"/>
                      <a:pt x="457" y="9362"/>
                    </a:cubicBezTo>
                    <a:lnTo>
                      <a:pt x="366" y="9423"/>
                    </a:lnTo>
                    <a:lnTo>
                      <a:pt x="366" y="9423"/>
                    </a:lnTo>
                    <a:lnTo>
                      <a:pt x="366" y="9423"/>
                    </a:lnTo>
                    <a:lnTo>
                      <a:pt x="214" y="9727"/>
                    </a:lnTo>
                    <a:lnTo>
                      <a:pt x="214" y="9727"/>
                    </a:lnTo>
                    <a:lnTo>
                      <a:pt x="214" y="9727"/>
                    </a:lnTo>
                    <a:lnTo>
                      <a:pt x="214" y="9727"/>
                    </a:lnTo>
                    <a:cubicBezTo>
                      <a:pt x="214" y="9787"/>
                      <a:pt x="214" y="9848"/>
                      <a:pt x="214" y="9909"/>
                    </a:cubicBezTo>
                    <a:cubicBezTo>
                      <a:pt x="305" y="10061"/>
                      <a:pt x="335" y="10213"/>
                      <a:pt x="305" y="10365"/>
                    </a:cubicBezTo>
                    <a:cubicBezTo>
                      <a:pt x="305" y="10638"/>
                      <a:pt x="366" y="10912"/>
                      <a:pt x="457" y="11186"/>
                    </a:cubicBezTo>
                    <a:cubicBezTo>
                      <a:pt x="548" y="11459"/>
                      <a:pt x="578" y="11763"/>
                      <a:pt x="578" y="12037"/>
                    </a:cubicBezTo>
                    <a:cubicBezTo>
                      <a:pt x="548" y="12401"/>
                      <a:pt x="578" y="12736"/>
                      <a:pt x="670" y="13070"/>
                    </a:cubicBezTo>
                    <a:cubicBezTo>
                      <a:pt x="700" y="13161"/>
                      <a:pt x="700" y="13252"/>
                      <a:pt x="670" y="13344"/>
                    </a:cubicBezTo>
                    <a:cubicBezTo>
                      <a:pt x="639" y="13496"/>
                      <a:pt x="578" y="13678"/>
                      <a:pt x="548" y="13860"/>
                    </a:cubicBezTo>
                    <a:cubicBezTo>
                      <a:pt x="518" y="14104"/>
                      <a:pt x="366" y="14316"/>
                      <a:pt x="183" y="14468"/>
                    </a:cubicBezTo>
                    <a:cubicBezTo>
                      <a:pt x="1" y="14620"/>
                      <a:pt x="1" y="14863"/>
                      <a:pt x="122" y="15015"/>
                    </a:cubicBezTo>
                    <a:cubicBezTo>
                      <a:pt x="214" y="15137"/>
                      <a:pt x="335" y="15198"/>
                      <a:pt x="426" y="15319"/>
                    </a:cubicBezTo>
                    <a:cubicBezTo>
                      <a:pt x="548" y="15471"/>
                      <a:pt x="730" y="15593"/>
                      <a:pt x="943" y="15593"/>
                    </a:cubicBezTo>
                    <a:cubicBezTo>
                      <a:pt x="1095" y="15623"/>
                      <a:pt x="1247" y="15623"/>
                      <a:pt x="1429" y="15623"/>
                    </a:cubicBezTo>
                    <a:cubicBezTo>
                      <a:pt x="1521" y="15623"/>
                      <a:pt x="1612" y="15593"/>
                      <a:pt x="1673" y="15563"/>
                    </a:cubicBezTo>
                    <a:cubicBezTo>
                      <a:pt x="1977" y="15319"/>
                      <a:pt x="2432" y="15319"/>
                      <a:pt x="2676" y="15015"/>
                    </a:cubicBezTo>
                    <a:cubicBezTo>
                      <a:pt x="2706" y="14985"/>
                      <a:pt x="2767" y="14955"/>
                      <a:pt x="2797" y="14955"/>
                    </a:cubicBezTo>
                    <a:cubicBezTo>
                      <a:pt x="3132" y="14863"/>
                      <a:pt x="3436" y="14863"/>
                      <a:pt x="3739" y="14894"/>
                    </a:cubicBezTo>
                    <a:cubicBezTo>
                      <a:pt x="4013" y="14955"/>
                      <a:pt x="4287" y="14985"/>
                      <a:pt x="4560" y="14955"/>
                    </a:cubicBezTo>
                    <a:cubicBezTo>
                      <a:pt x="4712" y="14955"/>
                      <a:pt x="4834" y="14894"/>
                      <a:pt x="4955" y="14803"/>
                    </a:cubicBezTo>
                    <a:cubicBezTo>
                      <a:pt x="5198" y="14529"/>
                      <a:pt x="5533" y="14316"/>
                      <a:pt x="5867" y="14164"/>
                    </a:cubicBezTo>
                    <a:cubicBezTo>
                      <a:pt x="5958" y="14104"/>
                      <a:pt x="6050" y="14043"/>
                      <a:pt x="6141" y="13982"/>
                    </a:cubicBezTo>
                    <a:cubicBezTo>
                      <a:pt x="6293" y="13891"/>
                      <a:pt x="6445" y="13830"/>
                      <a:pt x="6597" y="13860"/>
                    </a:cubicBezTo>
                    <a:cubicBezTo>
                      <a:pt x="7022" y="13921"/>
                      <a:pt x="7417" y="13860"/>
                      <a:pt x="7782" y="13678"/>
                    </a:cubicBezTo>
                    <a:cubicBezTo>
                      <a:pt x="8086" y="13526"/>
                      <a:pt x="8390" y="13465"/>
                      <a:pt x="8724" y="13465"/>
                    </a:cubicBezTo>
                    <a:lnTo>
                      <a:pt x="9393" y="13496"/>
                    </a:lnTo>
                    <a:cubicBezTo>
                      <a:pt x="9515" y="13496"/>
                      <a:pt x="9636" y="13556"/>
                      <a:pt x="9697" y="13648"/>
                    </a:cubicBezTo>
                    <a:cubicBezTo>
                      <a:pt x="9819" y="13769"/>
                      <a:pt x="9971" y="13860"/>
                      <a:pt x="10153" y="13891"/>
                    </a:cubicBezTo>
                    <a:cubicBezTo>
                      <a:pt x="10366" y="13921"/>
                      <a:pt x="10548" y="14012"/>
                      <a:pt x="10730" y="14104"/>
                    </a:cubicBezTo>
                    <a:cubicBezTo>
                      <a:pt x="10852" y="14134"/>
                      <a:pt x="10913" y="14256"/>
                      <a:pt x="10913" y="14377"/>
                    </a:cubicBezTo>
                    <a:cubicBezTo>
                      <a:pt x="10882" y="14499"/>
                      <a:pt x="10913" y="14651"/>
                      <a:pt x="11034" y="14742"/>
                    </a:cubicBezTo>
                    <a:cubicBezTo>
                      <a:pt x="11126" y="14863"/>
                      <a:pt x="11217" y="15015"/>
                      <a:pt x="11217" y="15167"/>
                    </a:cubicBezTo>
                    <a:lnTo>
                      <a:pt x="11247" y="15654"/>
                    </a:lnTo>
                    <a:lnTo>
                      <a:pt x="11247" y="15836"/>
                    </a:lnTo>
                    <a:cubicBezTo>
                      <a:pt x="11247" y="15867"/>
                      <a:pt x="11247" y="15897"/>
                      <a:pt x="11247" y="15927"/>
                    </a:cubicBezTo>
                    <a:cubicBezTo>
                      <a:pt x="11308" y="15958"/>
                      <a:pt x="11369" y="16018"/>
                      <a:pt x="11430" y="16049"/>
                    </a:cubicBezTo>
                    <a:cubicBezTo>
                      <a:pt x="11460" y="16049"/>
                      <a:pt x="11521" y="16049"/>
                      <a:pt x="11551" y="16018"/>
                    </a:cubicBezTo>
                    <a:cubicBezTo>
                      <a:pt x="11734" y="15806"/>
                      <a:pt x="11916" y="15623"/>
                      <a:pt x="12098" y="15411"/>
                    </a:cubicBezTo>
                    <a:cubicBezTo>
                      <a:pt x="12189" y="15319"/>
                      <a:pt x="12341" y="15259"/>
                      <a:pt x="12433" y="15167"/>
                    </a:cubicBezTo>
                    <a:cubicBezTo>
                      <a:pt x="12524" y="15107"/>
                      <a:pt x="12645" y="14955"/>
                      <a:pt x="12737" y="14833"/>
                    </a:cubicBezTo>
                    <a:cubicBezTo>
                      <a:pt x="12767" y="14833"/>
                      <a:pt x="12797" y="14833"/>
                      <a:pt x="12797" y="14833"/>
                    </a:cubicBezTo>
                    <a:cubicBezTo>
                      <a:pt x="12828" y="14833"/>
                      <a:pt x="12828" y="14863"/>
                      <a:pt x="12858" y="14894"/>
                    </a:cubicBezTo>
                    <a:cubicBezTo>
                      <a:pt x="12858" y="14985"/>
                      <a:pt x="12858" y="15076"/>
                      <a:pt x="12797" y="15137"/>
                    </a:cubicBezTo>
                    <a:cubicBezTo>
                      <a:pt x="12645" y="15319"/>
                      <a:pt x="12524" y="15502"/>
                      <a:pt x="12463" y="15745"/>
                    </a:cubicBezTo>
                    <a:cubicBezTo>
                      <a:pt x="12402" y="15927"/>
                      <a:pt x="12281" y="16110"/>
                      <a:pt x="12068" y="16201"/>
                    </a:cubicBezTo>
                    <a:cubicBezTo>
                      <a:pt x="12038" y="16201"/>
                      <a:pt x="12038" y="16262"/>
                      <a:pt x="12007" y="16292"/>
                    </a:cubicBezTo>
                    <a:cubicBezTo>
                      <a:pt x="12007" y="16353"/>
                      <a:pt x="12038" y="16414"/>
                      <a:pt x="12068" y="16414"/>
                    </a:cubicBezTo>
                    <a:cubicBezTo>
                      <a:pt x="12129" y="16414"/>
                      <a:pt x="12189" y="16414"/>
                      <a:pt x="12250" y="16414"/>
                    </a:cubicBezTo>
                    <a:cubicBezTo>
                      <a:pt x="12463" y="16414"/>
                      <a:pt x="12615" y="16322"/>
                      <a:pt x="12676" y="16140"/>
                    </a:cubicBezTo>
                    <a:cubicBezTo>
                      <a:pt x="12706" y="16110"/>
                      <a:pt x="12737" y="16049"/>
                      <a:pt x="12737" y="16018"/>
                    </a:cubicBezTo>
                    <a:cubicBezTo>
                      <a:pt x="12767" y="15988"/>
                      <a:pt x="12767" y="15988"/>
                      <a:pt x="12797" y="15988"/>
                    </a:cubicBezTo>
                    <a:cubicBezTo>
                      <a:pt x="12828" y="15988"/>
                      <a:pt x="12858" y="16018"/>
                      <a:pt x="12858" y="16049"/>
                    </a:cubicBezTo>
                    <a:cubicBezTo>
                      <a:pt x="12919" y="16262"/>
                      <a:pt x="12858" y="16474"/>
                      <a:pt x="12737" y="16657"/>
                    </a:cubicBezTo>
                    <a:cubicBezTo>
                      <a:pt x="12706" y="16687"/>
                      <a:pt x="12737" y="16778"/>
                      <a:pt x="12797" y="16778"/>
                    </a:cubicBezTo>
                    <a:lnTo>
                      <a:pt x="13132" y="16778"/>
                    </a:lnTo>
                    <a:lnTo>
                      <a:pt x="13132" y="16778"/>
                    </a:lnTo>
                    <a:lnTo>
                      <a:pt x="13162" y="16748"/>
                    </a:lnTo>
                    <a:lnTo>
                      <a:pt x="13162" y="16809"/>
                    </a:lnTo>
                    <a:lnTo>
                      <a:pt x="13162" y="16809"/>
                    </a:lnTo>
                    <a:cubicBezTo>
                      <a:pt x="13162" y="16809"/>
                      <a:pt x="13162" y="16839"/>
                      <a:pt x="13162" y="16870"/>
                    </a:cubicBezTo>
                    <a:cubicBezTo>
                      <a:pt x="13314" y="17204"/>
                      <a:pt x="13345" y="17629"/>
                      <a:pt x="13193" y="17994"/>
                    </a:cubicBezTo>
                    <a:cubicBezTo>
                      <a:pt x="13193" y="18085"/>
                      <a:pt x="13193" y="18177"/>
                      <a:pt x="13223" y="18268"/>
                    </a:cubicBezTo>
                    <a:cubicBezTo>
                      <a:pt x="13253" y="18359"/>
                      <a:pt x="13345" y="18481"/>
                      <a:pt x="13375" y="18572"/>
                    </a:cubicBezTo>
                    <a:cubicBezTo>
                      <a:pt x="13496" y="18876"/>
                      <a:pt x="13770" y="19088"/>
                      <a:pt x="14074" y="19149"/>
                    </a:cubicBezTo>
                    <a:cubicBezTo>
                      <a:pt x="14256" y="19210"/>
                      <a:pt x="14408" y="19301"/>
                      <a:pt x="14560" y="19423"/>
                    </a:cubicBezTo>
                    <a:cubicBezTo>
                      <a:pt x="14652" y="19484"/>
                      <a:pt x="14712" y="19575"/>
                      <a:pt x="14804" y="19636"/>
                    </a:cubicBezTo>
                    <a:cubicBezTo>
                      <a:pt x="14864" y="19696"/>
                      <a:pt x="14986" y="19696"/>
                      <a:pt x="15047" y="19666"/>
                    </a:cubicBezTo>
                    <a:cubicBezTo>
                      <a:pt x="15381" y="19575"/>
                      <a:pt x="15624" y="19362"/>
                      <a:pt x="15807" y="19119"/>
                    </a:cubicBezTo>
                    <a:cubicBezTo>
                      <a:pt x="15837" y="19058"/>
                      <a:pt x="15898" y="19088"/>
                      <a:pt x="15928" y="19119"/>
                    </a:cubicBezTo>
                    <a:cubicBezTo>
                      <a:pt x="15959" y="19149"/>
                      <a:pt x="15959" y="19149"/>
                      <a:pt x="15959" y="19149"/>
                    </a:cubicBezTo>
                    <a:cubicBezTo>
                      <a:pt x="15959" y="19180"/>
                      <a:pt x="15898" y="19332"/>
                      <a:pt x="15898" y="19362"/>
                    </a:cubicBezTo>
                    <a:cubicBezTo>
                      <a:pt x="16019" y="19575"/>
                      <a:pt x="16171" y="19757"/>
                      <a:pt x="16354" y="19970"/>
                    </a:cubicBezTo>
                    <a:cubicBezTo>
                      <a:pt x="16384" y="20000"/>
                      <a:pt x="16475" y="20031"/>
                      <a:pt x="16506" y="20000"/>
                    </a:cubicBezTo>
                    <a:cubicBezTo>
                      <a:pt x="16749" y="19788"/>
                      <a:pt x="17053" y="19605"/>
                      <a:pt x="17266" y="19423"/>
                    </a:cubicBezTo>
                    <a:cubicBezTo>
                      <a:pt x="17509" y="19240"/>
                      <a:pt x="17813" y="19149"/>
                      <a:pt x="18086" y="19149"/>
                    </a:cubicBezTo>
                    <a:cubicBezTo>
                      <a:pt x="18208" y="19149"/>
                      <a:pt x="18329" y="19149"/>
                      <a:pt x="18451" y="19149"/>
                    </a:cubicBezTo>
                    <a:cubicBezTo>
                      <a:pt x="18664" y="19088"/>
                      <a:pt x="18846" y="18936"/>
                      <a:pt x="18907" y="18693"/>
                    </a:cubicBezTo>
                    <a:cubicBezTo>
                      <a:pt x="18968" y="18420"/>
                      <a:pt x="19029" y="18146"/>
                      <a:pt x="19150" y="17873"/>
                    </a:cubicBezTo>
                    <a:cubicBezTo>
                      <a:pt x="19211" y="17538"/>
                      <a:pt x="19363" y="17265"/>
                      <a:pt x="19606" y="17022"/>
                    </a:cubicBezTo>
                    <a:cubicBezTo>
                      <a:pt x="19728" y="16870"/>
                      <a:pt x="19849" y="16718"/>
                      <a:pt x="19940" y="16535"/>
                    </a:cubicBezTo>
                    <a:cubicBezTo>
                      <a:pt x="20062" y="16322"/>
                      <a:pt x="20184" y="16079"/>
                      <a:pt x="20305" y="15867"/>
                    </a:cubicBezTo>
                    <a:cubicBezTo>
                      <a:pt x="20488" y="15502"/>
                      <a:pt x="20761" y="15167"/>
                      <a:pt x="21095" y="14955"/>
                    </a:cubicBezTo>
                    <a:cubicBezTo>
                      <a:pt x="21187" y="14924"/>
                      <a:pt x="21247" y="14833"/>
                      <a:pt x="21278" y="14772"/>
                    </a:cubicBezTo>
                    <a:cubicBezTo>
                      <a:pt x="21339" y="14468"/>
                      <a:pt x="21643" y="14286"/>
                      <a:pt x="21734" y="14012"/>
                    </a:cubicBezTo>
                    <a:cubicBezTo>
                      <a:pt x="21795" y="13708"/>
                      <a:pt x="21855" y="13435"/>
                      <a:pt x="21947" y="13161"/>
                    </a:cubicBezTo>
                    <a:cubicBezTo>
                      <a:pt x="22068" y="12797"/>
                      <a:pt x="22220" y="12462"/>
                      <a:pt x="22402" y="12158"/>
                    </a:cubicBezTo>
                    <a:cubicBezTo>
                      <a:pt x="22463" y="12067"/>
                      <a:pt x="22494" y="11945"/>
                      <a:pt x="22494" y="11824"/>
                    </a:cubicBezTo>
                    <a:cubicBezTo>
                      <a:pt x="22524" y="11611"/>
                      <a:pt x="22524" y="11368"/>
                      <a:pt x="22433" y="11155"/>
                    </a:cubicBezTo>
                    <a:cubicBezTo>
                      <a:pt x="22402" y="11003"/>
                      <a:pt x="22402" y="10851"/>
                      <a:pt x="22433" y="10699"/>
                    </a:cubicBezTo>
                    <a:cubicBezTo>
                      <a:pt x="22463" y="10578"/>
                      <a:pt x="22494" y="10456"/>
                      <a:pt x="22494" y="10365"/>
                    </a:cubicBezTo>
                    <a:cubicBezTo>
                      <a:pt x="22524" y="10031"/>
                      <a:pt x="22585" y="9727"/>
                      <a:pt x="22706" y="9423"/>
                    </a:cubicBezTo>
                    <a:cubicBezTo>
                      <a:pt x="22737" y="9392"/>
                      <a:pt x="22737" y="9331"/>
                      <a:pt x="22737" y="9301"/>
                    </a:cubicBezTo>
                    <a:cubicBezTo>
                      <a:pt x="22737" y="9271"/>
                      <a:pt x="22706" y="9240"/>
                      <a:pt x="22706" y="92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849;p21">
                <a:extLst>
                  <a:ext uri="{FF2B5EF4-FFF2-40B4-BE49-F238E27FC236}">
                    <a16:creationId xmlns:a16="http://schemas.microsoft.com/office/drawing/2014/main" id="{B1DD613B-2C35-A787-F8A4-5A8D4E9557CB}"/>
                  </a:ext>
                </a:extLst>
              </p:cNvPr>
              <p:cNvSpPr/>
              <p:nvPr/>
            </p:nvSpPr>
            <p:spPr>
              <a:xfrm>
                <a:off x="5494957" y="3377717"/>
                <a:ext cx="350921" cy="196374"/>
              </a:xfrm>
              <a:custGeom>
                <a:avLst/>
                <a:gdLst/>
                <a:ahLst/>
                <a:cxnLst/>
                <a:rect l="l" t="t" r="r" b="b"/>
                <a:pathLst>
                  <a:path w="10974" h="6141" extrusionOk="0">
                    <a:moveTo>
                      <a:pt x="3435" y="973"/>
                    </a:moveTo>
                    <a:cubicBezTo>
                      <a:pt x="3435" y="1004"/>
                      <a:pt x="3405" y="1034"/>
                      <a:pt x="3405" y="1034"/>
                    </a:cubicBezTo>
                    <a:cubicBezTo>
                      <a:pt x="3101" y="1186"/>
                      <a:pt x="2827" y="1399"/>
                      <a:pt x="2645" y="1672"/>
                    </a:cubicBezTo>
                    <a:cubicBezTo>
                      <a:pt x="2554" y="1733"/>
                      <a:pt x="2463" y="1733"/>
                      <a:pt x="2402" y="1672"/>
                    </a:cubicBezTo>
                    <a:lnTo>
                      <a:pt x="2007" y="1308"/>
                    </a:lnTo>
                    <a:cubicBezTo>
                      <a:pt x="1946" y="1217"/>
                      <a:pt x="1916" y="1156"/>
                      <a:pt x="1916" y="1065"/>
                    </a:cubicBezTo>
                    <a:cubicBezTo>
                      <a:pt x="1916" y="973"/>
                      <a:pt x="1916" y="882"/>
                      <a:pt x="1946" y="791"/>
                    </a:cubicBezTo>
                    <a:cubicBezTo>
                      <a:pt x="1976" y="609"/>
                      <a:pt x="1916" y="457"/>
                      <a:pt x="1855" y="335"/>
                    </a:cubicBezTo>
                    <a:cubicBezTo>
                      <a:pt x="1794" y="214"/>
                      <a:pt x="1642" y="214"/>
                      <a:pt x="1551" y="183"/>
                    </a:cubicBezTo>
                    <a:cubicBezTo>
                      <a:pt x="1429" y="153"/>
                      <a:pt x="1277" y="92"/>
                      <a:pt x="1156" y="62"/>
                    </a:cubicBezTo>
                    <a:cubicBezTo>
                      <a:pt x="1034" y="1"/>
                      <a:pt x="912" y="1"/>
                      <a:pt x="791" y="62"/>
                    </a:cubicBezTo>
                    <a:cubicBezTo>
                      <a:pt x="548" y="183"/>
                      <a:pt x="305" y="305"/>
                      <a:pt x="61" y="396"/>
                    </a:cubicBezTo>
                    <a:cubicBezTo>
                      <a:pt x="31" y="396"/>
                      <a:pt x="1" y="457"/>
                      <a:pt x="1" y="487"/>
                    </a:cubicBezTo>
                    <a:cubicBezTo>
                      <a:pt x="1" y="548"/>
                      <a:pt x="31" y="578"/>
                      <a:pt x="61" y="609"/>
                    </a:cubicBezTo>
                    <a:cubicBezTo>
                      <a:pt x="122" y="639"/>
                      <a:pt x="213" y="700"/>
                      <a:pt x="305" y="700"/>
                    </a:cubicBezTo>
                    <a:cubicBezTo>
                      <a:pt x="426" y="730"/>
                      <a:pt x="517" y="791"/>
                      <a:pt x="578" y="882"/>
                    </a:cubicBezTo>
                    <a:cubicBezTo>
                      <a:pt x="669" y="1095"/>
                      <a:pt x="852" y="1186"/>
                      <a:pt x="1064" y="1186"/>
                    </a:cubicBezTo>
                    <a:lnTo>
                      <a:pt x="1490" y="1186"/>
                    </a:lnTo>
                    <a:cubicBezTo>
                      <a:pt x="1520" y="1186"/>
                      <a:pt x="1551" y="1217"/>
                      <a:pt x="1581" y="1247"/>
                    </a:cubicBezTo>
                    <a:cubicBezTo>
                      <a:pt x="1612" y="1247"/>
                      <a:pt x="1551" y="1277"/>
                      <a:pt x="1520" y="1277"/>
                    </a:cubicBezTo>
                    <a:cubicBezTo>
                      <a:pt x="1277" y="1247"/>
                      <a:pt x="1064" y="1460"/>
                      <a:pt x="791" y="1429"/>
                    </a:cubicBezTo>
                    <a:cubicBezTo>
                      <a:pt x="761" y="1429"/>
                      <a:pt x="730" y="1490"/>
                      <a:pt x="761" y="1521"/>
                    </a:cubicBezTo>
                    <a:cubicBezTo>
                      <a:pt x="912" y="1703"/>
                      <a:pt x="1004" y="1916"/>
                      <a:pt x="1064" y="2128"/>
                    </a:cubicBezTo>
                    <a:cubicBezTo>
                      <a:pt x="1125" y="2220"/>
                      <a:pt x="1247" y="2250"/>
                      <a:pt x="1368" y="2189"/>
                    </a:cubicBezTo>
                    <a:cubicBezTo>
                      <a:pt x="1399" y="2128"/>
                      <a:pt x="1460" y="2098"/>
                      <a:pt x="1490" y="2037"/>
                    </a:cubicBezTo>
                    <a:cubicBezTo>
                      <a:pt x="1520" y="1976"/>
                      <a:pt x="1581" y="1946"/>
                      <a:pt x="1642" y="1976"/>
                    </a:cubicBezTo>
                    <a:cubicBezTo>
                      <a:pt x="1824" y="2068"/>
                      <a:pt x="2007" y="2159"/>
                      <a:pt x="2189" y="2280"/>
                    </a:cubicBezTo>
                    <a:cubicBezTo>
                      <a:pt x="2280" y="2341"/>
                      <a:pt x="2432" y="2402"/>
                      <a:pt x="2554" y="2463"/>
                    </a:cubicBezTo>
                    <a:cubicBezTo>
                      <a:pt x="2767" y="2524"/>
                      <a:pt x="2979" y="2584"/>
                      <a:pt x="3192" y="2645"/>
                    </a:cubicBezTo>
                    <a:cubicBezTo>
                      <a:pt x="3314" y="2706"/>
                      <a:pt x="3466" y="2736"/>
                      <a:pt x="3587" y="2797"/>
                    </a:cubicBezTo>
                    <a:cubicBezTo>
                      <a:pt x="3830" y="2888"/>
                      <a:pt x="4043" y="3101"/>
                      <a:pt x="4104" y="3375"/>
                    </a:cubicBezTo>
                    <a:cubicBezTo>
                      <a:pt x="4134" y="3466"/>
                      <a:pt x="4195" y="3587"/>
                      <a:pt x="4256" y="3679"/>
                    </a:cubicBezTo>
                    <a:cubicBezTo>
                      <a:pt x="4286" y="3770"/>
                      <a:pt x="4317" y="3861"/>
                      <a:pt x="4378" y="3922"/>
                    </a:cubicBezTo>
                    <a:cubicBezTo>
                      <a:pt x="4408" y="4013"/>
                      <a:pt x="4378" y="4074"/>
                      <a:pt x="4317" y="4104"/>
                    </a:cubicBezTo>
                    <a:cubicBezTo>
                      <a:pt x="4074" y="4135"/>
                      <a:pt x="3982" y="4287"/>
                      <a:pt x="3861" y="4469"/>
                    </a:cubicBezTo>
                    <a:cubicBezTo>
                      <a:pt x="3800" y="4560"/>
                      <a:pt x="3861" y="4712"/>
                      <a:pt x="3982" y="4712"/>
                    </a:cubicBezTo>
                    <a:cubicBezTo>
                      <a:pt x="4195" y="4712"/>
                      <a:pt x="4408" y="4682"/>
                      <a:pt x="4590" y="4651"/>
                    </a:cubicBezTo>
                    <a:cubicBezTo>
                      <a:pt x="4803" y="4560"/>
                      <a:pt x="5046" y="4651"/>
                      <a:pt x="5198" y="4834"/>
                    </a:cubicBezTo>
                    <a:cubicBezTo>
                      <a:pt x="5229" y="4894"/>
                      <a:pt x="5259" y="4955"/>
                      <a:pt x="5320" y="5016"/>
                    </a:cubicBezTo>
                    <a:cubicBezTo>
                      <a:pt x="5411" y="5107"/>
                      <a:pt x="5533" y="5168"/>
                      <a:pt x="5685" y="5168"/>
                    </a:cubicBezTo>
                    <a:cubicBezTo>
                      <a:pt x="5958" y="5198"/>
                      <a:pt x="6232" y="5229"/>
                      <a:pt x="6475" y="5320"/>
                    </a:cubicBezTo>
                    <a:cubicBezTo>
                      <a:pt x="6596" y="5320"/>
                      <a:pt x="6718" y="5320"/>
                      <a:pt x="6809" y="5259"/>
                    </a:cubicBezTo>
                    <a:cubicBezTo>
                      <a:pt x="6961" y="5168"/>
                      <a:pt x="6992" y="5107"/>
                      <a:pt x="6931" y="4925"/>
                    </a:cubicBezTo>
                    <a:cubicBezTo>
                      <a:pt x="6931" y="4864"/>
                      <a:pt x="6900" y="4803"/>
                      <a:pt x="6931" y="4803"/>
                    </a:cubicBezTo>
                    <a:cubicBezTo>
                      <a:pt x="7083" y="4651"/>
                      <a:pt x="7235" y="4530"/>
                      <a:pt x="7387" y="4408"/>
                    </a:cubicBezTo>
                    <a:cubicBezTo>
                      <a:pt x="7539" y="4317"/>
                      <a:pt x="7721" y="4317"/>
                      <a:pt x="7873" y="4378"/>
                    </a:cubicBezTo>
                    <a:cubicBezTo>
                      <a:pt x="7995" y="4438"/>
                      <a:pt x="8147" y="4530"/>
                      <a:pt x="8299" y="4590"/>
                    </a:cubicBezTo>
                    <a:cubicBezTo>
                      <a:pt x="8420" y="4651"/>
                      <a:pt x="8511" y="4712"/>
                      <a:pt x="8603" y="4834"/>
                    </a:cubicBezTo>
                    <a:cubicBezTo>
                      <a:pt x="8785" y="5107"/>
                      <a:pt x="8967" y="5350"/>
                      <a:pt x="9180" y="5594"/>
                    </a:cubicBezTo>
                    <a:cubicBezTo>
                      <a:pt x="9302" y="5776"/>
                      <a:pt x="9514" y="5867"/>
                      <a:pt x="9697" y="5867"/>
                    </a:cubicBezTo>
                    <a:cubicBezTo>
                      <a:pt x="10062" y="5867"/>
                      <a:pt x="10426" y="5958"/>
                      <a:pt x="10761" y="6110"/>
                    </a:cubicBezTo>
                    <a:cubicBezTo>
                      <a:pt x="10761" y="6141"/>
                      <a:pt x="10791" y="6141"/>
                      <a:pt x="10821" y="6110"/>
                    </a:cubicBezTo>
                    <a:cubicBezTo>
                      <a:pt x="10852" y="6110"/>
                      <a:pt x="10913" y="6110"/>
                      <a:pt x="10943" y="6080"/>
                    </a:cubicBezTo>
                    <a:cubicBezTo>
                      <a:pt x="10973" y="6049"/>
                      <a:pt x="10973" y="5989"/>
                      <a:pt x="10973" y="5958"/>
                    </a:cubicBezTo>
                    <a:cubicBezTo>
                      <a:pt x="10973" y="5867"/>
                      <a:pt x="10913" y="5776"/>
                      <a:pt x="10821" y="5746"/>
                    </a:cubicBezTo>
                    <a:cubicBezTo>
                      <a:pt x="10639" y="5685"/>
                      <a:pt x="10700" y="5563"/>
                      <a:pt x="10700" y="5442"/>
                    </a:cubicBezTo>
                    <a:cubicBezTo>
                      <a:pt x="10548" y="5442"/>
                      <a:pt x="10396" y="5442"/>
                      <a:pt x="10335" y="5259"/>
                    </a:cubicBezTo>
                    <a:cubicBezTo>
                      <a:pt x="10305" y="5259"/>
                      <a:pt x="10305" y="5229"/>
                      <a:pt x="10305" y="5198"/>
                    </a:cubicBezTo>
                    <a:cubicBezTo>
                      <a:pt x="10183" y="5138"/>
                      <a:pt x="10062" y="5046"/>
                      <a:pt x="9970" y="4955"/>
                    </a:cubicBezTo>
                    <a:cubicBezTo>
                      <a:pt x="9879" y="4864"/>
                      <a:pt x="9818" y="4742"/>
                      <a:pt x="9758" y="4621"/>
                    </a:cubicBezTo>
                    <a:cubicBezTo>
                      <a:pt x="9666" y="4530"/>
                      <a:pt x="9575" y="4469"/>
                      <a:pt x="9514" y="4378"/>
                    </a:cubicBezTo>
                    <a:cubicBezTo>
                      <a:pt x="9423" y="4287"/>
                      <a:pt x="9332" y="4165"/>
                      <a:pt x="9271" y="4074"/>
                    </a:cubicBezTo>
                    <a:cubicBezTo>
                      <a:pt x="9211" y="3983"/>
                      <a:pt x="9211" y="3891"/>
                      <a:pt x="9302" y="3831"/>
                    </a:cubicBezTo>
                    <a:cubicBezTo>
                      <a:pt x="9362" y="3800"/>
                      <a:pt x="9423" y="3770"/>
                      <a:pt x="9484" y="3739"/>
                    </a:cubicBezTo>
                    <a:cubicBezTo>
                      <a:pt x="9575" y="3618"/>
                      <a:pt x="9575" y="3466"/>
                      <a:pt x="9454" y="3375"/>
                    </a:cubicBezTo>
                    <a:cubicBezTo>
                      <a:pt x="9393" y="3344"/>
                      <a:pt x="9332" y="3314"/>
                      <a:pt x="9271" y="3283"/>
                    </a:cubicBezTo>
                    <a:cubicBezTo>
                      <a:pt x="9119" y="3223"/>
                      <a:pt x="8967" y="3162"/>
                      <a:pt x="8815" y="3101"/>
                    </a:cubicBezTo>
                    <a:cubicBezTo>
                      <a:pt x="8603" y="3071"/>
                      <a:pt x="8451" y="2888"/>
                      <a:pt x="8451" y="2676"/>
                    </a:cubicBezTo>
                    <a:cubicBezTo>
                      <a:pt x="8420" y="2584"/>
                      <a:pt x="8359" y="2524"/>
                      <a:pt x="8299" y="2463"/>
                    </a:cubicBezTo>
                    <a:cubicBezTo>
                      <a:pt x="7873" y="2128"/>
                      <a:pt x="7387" y="1855"/>
                      <a:pt x="6840" y="1703"/>
                    </a:cubicBezTo>
                    <a:cubicBezTo>
                      <a:pt x="6627" y="1642"/>
                      <a:pt x="6384" y="1551"/>
                      <a:pt x="6141" y="1460"/>
                    </a:cubicBezTo>
                    <a:cubicBezTo>
                      <a:pt x="5897" y="1338"/>
                      <a:pt x="5654" y="1247"/>
                      <a:pt x="5381" y="1156"/>
                    </a:cubicBezTo>
                    <a:cubicBezTo>
                      <a:pt x="5016" y="1065"/>
                      <a:pt x="4651" y="943"/>
                      <a:pt x="4317" y="791"/>
                    </a:cubicBezTo>
                    <a:cubicBezTo>
                      <a:pt x="3952" y="700"/>
                      <a:pt x="3678" y="609"/>
                      <a:pt x="3435" y="97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850;p21">
                <a:extLst>
                  <a:ext uri="{FF2B5EF4-FFF2-40B4-BE49-F238E27FC236}">
                    <a16:creationId xmlns:a16="http://schemas.microsoft.com/office/drawing/2014/main" id="{EC8D9C87-3DF5-A0FF-630B-F18A2E7A633E}"/>
                  </a:ext>
                </a:extLst>
              </p:cNvPr>
              <p:cNvSpPr/>
              <p:nvPr/>
            </p:nvSpPr>
            <p:spPr>
              <a:xfrm>
                <a:off x="5097414" y="3241654"/>
                <a:ext cx="182783" cy="207054"/>
              </a:xfrm>
              <a:custGeom>
                <a:avLst/>
                <a:gdLst/>
                <a:ahLst/>
                <a:cxnLst/>
                <a:rect l="l" t="t" r="r" b="b"/>
                <a:pathLst>
                  <a:path w="5716" h="6475" extrusionOk="0">
                    <a:moveTo>
                      <a:pt x="62" y="3830"/>
                    </a:moveTo>
                    <a:cubicBezTo>
                      <a:pt x="122" y="4073"/>
                      <a:pt x="214" y="4317"/>
                      <a:pt x="244" y="4560"/>
                    </a:cubicBezTo>
                    <a:cubicBezTo>
                      <a:pt x="274" y="4712"/>
                      <a:pt x="335" y="4864"/>
                      <a:pt x="517" y="4894"/>
                    </a:cubicBezTo>
                    <a:cubicBezTo>
                      <a:pt x="578" y="4924"/>
                      <a:pt x="609" y="4955"/>
                      <a:pt x="609" y="5016"/>
                    </a:cubicBezTo>
                    <a:cubicBezTo>
                      <a:pt x="609" y="5168"/>
                      <a:pt x="669" y="5350"/>
                      <a:pt x="700" y="5532"/>
                    </a:cubicBezTo>
                    <a:cubicBezTo>
                      <a:pt x="730" y="5684"/>
                      <a:pt x="852" y="5836"/>
                      <a:pt x="1034" y="5836"/>
                    </a:cubicBezTo>
                    <a:cubicBezTo>
                      <a:pt x="1125" y="5836"/>
                      <a:pt x="1247" y="5836"/>
                      <a:pt x="1369" y="5836"/>
                    </a:cubicBezTo>
                    <a:cubicBezTo>
                      <a:pt x="1490" y="5836"/>
                      <a:pt x="1581" y="5897"/>
                      <a:pt x="1642" y="6019"/>
                    </a:cubicBezTo>
                    <a:cubicBezTo>
                      <a:pt x="1673" y="6110"/>
                      <a:pt x="1794" y="6171"/>
                      <a:pt x="1916" y="6110"/>
                    </a:cubicBezTo>
                    <a:cubicBezTo>
                      <a:pt x="2037" y="6049"/>
                      <a:pt x="2189" y="6019"/>
                      <a:pt x="2311" y="5988"/>
                    </a:cubicBezTo>
                    <a:cubicBezTo>
                      <a:pt x="2341" y="5988"/>
                      <a:pt x="2372" y="5958"/>
                      <a:pt x="2432" y="5988"/>
                    </a:cubicBezTo>
                    <a:cubicBezTo>
                      <a:pt x="2615" y="6049"/>
                      <a:pt x="2797" y="6110"/>
                      <a:pt x="3010" y="6201"/>
                    </a:cubicBezTo>
                    <a:cubicBezTo>
                      <a:pt x="3040" y="6231"/>
                      <a:pt x="3071" y="6292"/>
                      <a:pt x="3101" y="6353"/>
                    </a:cubicBezTo>
                    <a:cubicBezTo>
                      <a:pt x="3162" y="6444"/>
                      <a:pt x="3253" y="6475"/>
                      <a:pt x="3344" y="6444"/>
                    </a:cubicBezTo>
                    <a:cubicBezTo>
                      <a:pt x="3466" y="6414"/>
                      <a:pt x="3618" y="6353"/>
                      <a:pt x="3739" y="6323"/>
                    </a:cubicBezTo>
                    <a:cubicBezTo>
                      <a:pt x="3800" y="6323"/>
                      <a:pt x="3861" y="6353"/>
                      <a:pt x="3922" y="6383"/>
                    </a:cubicBezTo>
                    <a:cubicBezTo>
                      <a:pt x="4013" y="6383"/>
                      <a:pt x="4104" y="6323"/>
                      <a:pt x="4104" y="6231"/>
                    </a:cubicBezTo>
                    <a:lnTo>
                      <a:pt x="4104" y="6171"/>
                    </a:lnTo>
                    <a:cubicBezTo>
                      <a:pt x="4043" y="6019"/>
                      <a:pt x="4043" y="5867"/>
                      <a:pt x="4135" y="5715"/>
                    </a:cubicBezTo>
                    <a:cubicBezTo>
                      <a:pt x="4195" y="5624"/>
                      <a:pt x="4226" y="5502"/>
                      <a:pt x="4226" y="5411"/>
                    </a:cubicBezTo>
                    <a:cubicBezTo>
                      <a:pt x="4195" y="5228"/>
                      <a:pt x="4256" y="5046"/>
                      <a:pt x="4378" y="4894"/>
                    </a:cubicBezTo>
                    <a:cubicBezTo>
                      <a:pt x="4530" y="4681"/>
                      <a:pt x="4682" y="4438"/>
                      <a:pt x="4742" y="4195"/>
                    </a:cubicBezTo>
                    <a:cubicBezTo>
                      <a:pt x="4803" y="4073"/>
                      <a:pt x="4834" y="3921"/>
                      <a:pt x="4894" y="3800"/>
                    </a:cubicBezTo>
                    <a:cubicBezTo>
                      <a:pt x="4925" y="3739"/>
                      <a:pt x="5016" y="3678"/>
                      <a:pt x="5107" y="3648"/>
                    </a:cubicBezTo>
                    <a:lnTo>
                      <a:pt x="5320" y="3648"/>
                    </a:lnTo>
                    <a:cubicBezTo>
                      <a:pt x="5350" y="3648"/>
                      <a:pt x="5411" y="3648"/>
                      <a:pt x="5442" y="3617"/>
                    </a:cubicBezTo>
                    <a:cubicBezTo>
                      <a:pt x="5502" y="3617"/>
                      <a:pt x="5502" y="3496"/>
                      <a:pt x="5472" y="3435"/>
                    </a:cubicBezTo>
                    <a:cubicBezTo>
                      <a:pt x="5411" y="3283"/>
                      <a:pt x="5198" y="3192"/>
                      <a:pt x="5107" y="3070"/>
                    </a:cubicBezTo>
                    <a:cubicBezTo>
                      <a:pt x="5046" y="3010"/>
                      <a:pt x="5016" y="2888"/>
                      <a:pt x="5077" y="2827"/>
                    </a:cubicBezTo>
                    <a:cubicBezTo>
                      <a:pt x="5107" y="2736"/>
                      <a:pt x="5107" y="2645"/>
                      <a:pt x="5046" y="2554"/>
                    </a:cubicBezTo>
                    <a:cubicBezTo>
                      <a:pt x="4834" y="2341"/>
                      <a:pt x="4803" y="2037"/>
                      <a:pt x="4986" y="1794"/>
                    </a:cubicBezTo>
                    <a:cubicBezTo>
                      <a:pt x="5016" y="1733"/>
                      <a:pt x="5077" y="1642"/>
                      <a:pt x="5168" y="1611"/>
                    </a:cubicBezTo>
                    <a:cubicBezTo>
                      <a:pt x="5229" y="1551"/>
                      <a:pt x="5290" y="1490"/>
                      <a:pt x="5290" y="1399"/>
                    </a:cubicBezTo>
                    <a:cubicBezTo>
                      <a:pt x="5290" y="1307"/>
                      <a:pt x="5381" y="1216"/>
                      <a:pt x="5472" y="1216"/>
                    </a:cubicBezTo>
                    <a:cubicBezTo>
                      <a:pt x="5563" y="1186"/>
                      <a:pt x="5624" y="1155"/>
                      <a:pt x="5715" y="1095"/>
                    </a:cubicBezTo>
                    <a:cubicBezTo>
                      <a:pt x="5715" y="1064"/>
                      <a:pt x="5715" y="1034"/>
                      <a:pt x="5715" y="1003"/>
                    </a:cubicBezTo>
                    <a:lnTo>
                      <a:pt x="5715" y="973"/>
                    </a:lnTo>
                    <a:lnTo>
                      <a:pt x="5259" y="699"/>
                    </a:lnTo>
                    <a:cubicBezTo>
                      <a:pt x="5107" y="608"/>
                      <a:pt x="4925" y="547"/>
                      <a:pt x="4894" y="304"/>
                    </a:cubicBezTo>
                    <a:cubicBezTo>
                      <a:pt x="4803" y="213"/>
                      <a:pt x="4712" y="122"/>
                      <a:pt x="4621" y="31"/>
                    </a:cubicBezTo>
                    <a:cubicBezTo>
                      <a:pt x="4560" y="0"/>
                      <a:pt x="4499" y="0"/>
                      <a:pt x="4439" y="31"/>
                    </a:cubicBezTo>
                    <a:cubicBezTo>
                      <a:pt x="4317" y="31"/>
                      <a:pt x="4226" y="122"/>
                      <a:pt x="4165" y="213"/>
                    </a:cubicBezTo>
                    <a:cubicBezTo>
                      <a:pt x="4104" y="335"/>
                      <a:pt x="4043" y="456"/>
                      <a:pt x="3983" y="578"/>
                    </a:cubicBezTo>
                    <a:cubicBezTo>
                      <a:pt x="3922" y="669"/>
                      <a:pt x="3861" y="730"/>
                      <a:pt x="3800" y="791"/>
                    </a:cubicBezTo>
                    <a:cubicBezTo>
                      <a:pt x="3648" y="912"/>
                      <a:pt x="3496" y="1034"/>
                      <a:pt x="3314" y="1125"/>
                    </a:cubicBezTo>
                    <a:cubicBezTo>
                      <a:pt x="3040" y="1216"/>
                      <a:pt x="2828" y="1399"/>
                      <a:pt x="2706" y="1642"/>
                    </a:cubicBezTo>
                    <a:cubicBezTo>
                      <a:pt x="2645" y="1763"/>
                      <a:pt x="2524" y="1854"/>
                      <a:pt x="2463" y="1976"/>
                    </a:cubicBezTo>
                    <a:cubicBezTo>
                      <a:pt x="2341" y="2189"/>
                      <a:pt x="2098" y="2341"/>
                      <a:pt x="1855" y="2371"/>
                    </a:cubicBezTo>
                    <a:cubicBezTo>
                      <a:pt x="1642" y="2432"/>
                      <a:pt x="1429" y="2584"/>
                      <a:pt x="1369" y="2797"/>
                    </a:cubicBezTo>
                    <a:cubicBezTo>
                      <a:pt x="1338" y="2888"/>
                      <a:pt x="1308" y="2979"/>
                      <a:pt x="1277" y="3070"/>
                    </a:cubicBezTo>
                    <a:cubicBezTo>
                      <a:pt x="1217" y="3131"/>
                      <a:pt x="1125" y="3192"/>
                      <a:pt x="1034" y="3162"/>
                    </a:cubicBezTo>
                    <a:lnTo>
                      <a:pt x="609" y="2979"/>
                    </a:lnTo>
                    <a:cubicBezTo>
                      <a:pt x="457" y="2918"/>
                      <a:pt x="305" y="2979"/>
                      <a:pt x="244" y="3101"/>
                    </a:cubicBezTo>
                    <a:cubicBezTo>
                      <a:pt x="183" y="3131"/>
                      <a:pt x="153" y="3192"/>
                      <a:pt x="122" y="3253"/>
                    </a:cubicBezTo>
                    <a:cubicBezTo>
                      <a:pt x="31" y="3435"/>
                      <a:pt x="1" y="3648"/>
                      <a:pt x="62" y="383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851;p21">
                <a:extLst>
                  <a:ext uri="{FF2B5EF4-FFF2-40B4-BE49-F238E27FC236}">
                    <a16:creationId xmlns:a16="http://schemas.microsoft.com/office/drawing/2014/main" id="{D4C94F7C-ACF4-9BDF-0A61-AC8D7C5126DE}"/>
                  </a:ext>
                </a:extLst>
              </p:cNvPr>
              <p:cNvSpPr/>
              <p:nvPr/>
            </p:nvSpPr>
            <p:spPr>
              <a:xfrm>
                <a:off x="4849557" y="3262056"/>
                <a:ext cx="210956" cy="215816"/>
              </a:xfrm>
              <a:custGeom>
                <a:avLst/>
                <a:gdLst/>
                <a:ahLst/>
                <a:cxnLst/>
                <a:rect l="l" t="t" r="r" b="b"/>
                <a:pathLst>
                  <a:path w="6597" h="6749" extrusionOk="0">
                    <a:moveTo>
                      <a:pt x="6202" y="5138"/>
                    </a:moveTo>
                    <a:lnTo>
                      <a:pt x="6202" y="5138"/>
                    </a:lnTo>
                    <a:lnTo>
                      <a:pt x="6050" y="4986"/>
                    </a:lnTo>
                    <a:lnTo>
                      <a:pt x="6050" y="4955"/>
                    </a:lnTo>
                    <a:cubicBezTo>
                      <a:pt x="6050" y="4925"/>
                      <a:pt x="6019" y="4894"/>
                      <a:pt x="5989" y="4864"/>
                    </a:cubicBezTo>
                    <a:lnTo>
                      <a:pt x="6050" y="4864"/>
                    </a:lnTo>
                    <a:lnTo>
                      <a:pt x="6050" y="4955"/>
                    </a:lnTo>
                    <a:lnTo>
                      <a:pt x="6080" y="4986"/>
                    </a:lnTo>
                    <a:lnTo>
                      <a:pt x="6232" y="5138"/>
                    </a:lnTo>
                    <a:lnTo>
                      <a:pt x="6232" y="5138"/>
                    </a:lnTo>
                    <a:lnTo>
                      <a:pt x="6414" y="5168"/>
                    </a:lnTo>
                    <a:cubicBezTo>
                      <a:pt x="6445" y="5198"/>
                      <a:pt x="6445" y="5198"/>
                      <a:pt x="6475" y="5168"/>
                    </a:cubicBezTo>
                    <a:cubicBezTo>
                      <a:pt x="6536" y="5168"/>
                      <a:pt x="6597" y="5077"/>
                      <a:pt x="6566" y="5016"/>
                    </a:cubicBezTo>
                    <a:cubicBezTo>
                      <a:pt x="6414" y="4803"/>
                      <a:pt x="6293" y="4590"/>
                      <a:pt x="6171" y="4408"/>
                    </a:cubicBezTo>
                    <a:cubicBezTo>
                      <a:pt x="6141" y="4378"/>
                      <a:pt x="6110" y="4347"/>
                      <a:pt x="6050" y="4378"/>
                    </a:cubicBezTo>
                    <a:cubicBezTo>
                      <a:pt x="5958" y="4378"/>
                      <a:pt x="5867" y="4408"/>
                      <a:pt x="5806" y="4499"/>
                    </a:cubicBezTo>
                    <a:cubicBezTo>
                      <a:pt x="5806" y="4530"/>
                      <a:pt x="5776" y="4560"/>
                      <a:pt x="5746" y="4621"/>
                    </a:cubicBezTo>
                    <a:cubicBezTo>
                      <a:pt x="5685" y="4682"/>
                      <a:pt x="5563" y="4682"/>
                      <a:pt x="5533" y="4590"/>
                    </a:cubicBezTo>
                    <a:cubicBezTo>
                      <a:pt x="5472" y="4469"/>
                      <a:pt x="5442" y="4347"/>
                      <a:pt x="5381" y="4195"/>
                    </a:cubicBezTo>
                    <a:cubicBezTo>
                      <a:pt x="5351" y="4104"/>
                      <a:pt x="5290" y="4043"/>
                      <a:pt x="5199" y="4013"/>
                    </a:cubicBezTo>
                    <a:cubicBezTo>
                      <a:pt x="5107" y="3982"/>
                      <a:pt x="5016" y="3982"/>
                      <a:pt x="4925" y="3952"/>
                    </a:cubicBezTo>
                    <a:cubicBezTo>
                      <a:pt x="4864" y="3922"/>
                      <a:pt x="4864" y="3861"/>
                      <a:pt x="4864" y="3861"/>
                    </a:cubicBezTo>
                    <a:cubicBezTo>
                      <a:pt x="4955" y="3739"/>
                      <a:pt x="4803" y="3587"/>
                      <a:pt x="4895" y="3466"/>
                    </a:cubicBezTo>
                    <a:cubicBezTo>
                      <a:pt x="4955" y="3405"/>
                      <a:pt x="4955" y="3344"/>
                      <a:pt x="4895" y="3283"/>
                    </a:cubicBezTo>
                    <a:cubicBezTo>
                      <a:pt x="4773" y="3131"/>
                      <a:pt x="4591" y="3040"/>
                      <a:pt x="4530" y="2797"/>
                    </a:cubicBezTo>
                    <a:cubicBezTo>
                      <a:pt x="4530" y="2767"/>
                      <a:pt x="4439" y="2706"/>
                      <a:pt x="4378" y="2675"/>
                    </a:cubicBezTo>
                    <a:cubicBezTo>
                      <a:pt x="4256" y="2615"/>
                      <a:pt x="4135" y="2554"/>
                      <a:pt x="3983" y="2493"/>
                    </a:cubicBezTo>
                    <a:cubicBezTo>
                      <a:pt x="3952" y="2463"/>
                      <a:pt x="3861" y="2463"/>
                      <a:pt x="3831" y="2402"/>
                    </a:cubicBezTo>
                    <a:cubicBezTo>
                      <a:pt x="3770" y="2220"/>
                      <a:pt x="3588" y="2220"/>
                      <a:pt x="3466" y="2098"/>
                    </a:cubicBezTo>
                    <a:cubicBezTo>
                      <a:pt x="3344" y="1976"/>
                      <a:pt x="3192" y="1885"/>
                      <a:pt x="3010" y="1824"/>
                    </a:cubicBezTo>
                    <a:cubicBezTo>
                      <a:pt x="2919" y="1794"/>
                      <a:pt x="2828" y="1703"/>
                      <a:pt x="2767" y="1612"/>
                    </a:cubicBezTo>
                    <a:cubicBezTo>
                      <a:pt x="2676" y="1460"/>
                      <a:pt x="2554" y="1338"/>
                      <a:pt x="2433" y="1277"/>
                    </a:cubicBezTo>
                    <a:cubicBezTo>
                      <a:pt x="2037" y="1065"/>
                      <a:pt x="1733" y="761"/>
                      <a:pt x="1490" y="396"/>
                    </a:cubicBezTo>
                    <a:cubicBezTo>
                      <a:pt x="1429" y="305"/>
                      <a:pt x="1277" y="213"/>
                      <a:pt x="1156" y="213"/>
                    </a:cubicBezTo>
                    <a:cubicBezTo>
                      <a:pt x="852" y="183"/>
                      <a:pt x="548" y="122"/>
                      <a:pt x="274" y="31"/>
                    </a:cubicBezTo>
                    <a:cubicBezTo>
                      <a:pt x="244" y="1"/>
                      <a:pt x="153" y="31"/>
                      <a:pt x="92" y="61"/>
                    </a:cubicBezTo>
                    <a:cubicBezTo>
                      <a:pt x="31" y="61"/>
                      <a:pt x="1" y="183"/>
                      <a:pt x="31" y="274"/>
                    </a:cubicBezTo>
                    <a:cubicBezTo>
                      <a:pt x="62" y="396"/>
                      <a:pt x="122" y="487"/>
                      <a:pt x="183" y="578"/>
                    </a:cubicBezTo>
                    <a:cubicBezTo>
                      <a:pt x="366" y="791"/>
                      <a:pt x="548" y="973"/>
                      <a:pt x="791" y="1125"/>
                    </a:cubicBezTo>
                    <a:cubicBezTo>
                      <a:pt x="943" y="1186"/>
                      <a:pt x="1065" y="1308"/>
                      <a:pt x="1156" y="1429"/>
                    </a:cubicBezTo>
                    <a:cubicBezTo>
                      <a:pt x="1247" y="1520"/>
                      <a:pt x="1338" y="1642"/>
                      <a:pt x="1399" y="1764"/>
                    </a:cubicBezTo>
                    <a:cubicBezTo>
                      <a:pt x="1521" y="1976"/>
                      <a:pt x="1703" y="2189"/>
                      <a:pt x="1916" y="2372"/>
                    </a:cubicBezTo>
                    <a:cubicBezTo>
                      <a:pt x="1977" y="2432"/>
                      <a:pt x="2037" y="2524"/>
                      <a:pt x="2068" y="2584"/>
                    </a:cubicBezTo>
                    <a:cubicBezTo>
                      <a:pt x="2129" y="2736"/>
                      <a:pt x="2159" y="2888"/>
                      <a:pt x="2220" y="3040"/>
                    </a:cubicBezTo>
                    <a:cubicBezTo>
                      <a:pt x="2281" y="3131"/>
                      <a:pt x="2311" y="3192"/>
                      <a:pt x="2372" y="3253"/>
                    </a:cubicBezTo>
                    <a:cubicBezTo>
                      <a:pt x="2645" y="3496"/>
                      <a:pt x="2828" y="3770"/>
                      <a:pt x="2919" y="4104"/>
                    </a:cubicBezTo>
                    <a:cubicBezTo>
                      <a:pt x="2949" y="4256"/>
                      <a:pt x="3040" y="4408"/>
                      <a:pt x="3071" y="4560"/>
                    </a:cubicBezTo>
                    <a:cubicBezTo>
                      <a:pt x="3132" y="4712"/>
                      <a:pt x="3223" y="4834"/>
                      <a:pt x="3314" y="4955"/>
                    </a:cubicBezTo>
                    <a:cubicBezTo>
                      <a:pt x="3496" y="5198"/>
                      <a:pt x="3740" y="5381"/>
                      <a:pt x="3922" y="5593"/>
                    </a:cubicBezTo>
                    <a:cubicBezTo>
                      <a:pt x="4104" y="5837"/>
                      <a:pt x="4347" y="6019"/>
                      <a:pt x="4560" y="6201"/>
                    </a:cubicBezTo>
                    <a:cubicBezTo>
                      <a:pt x="4743" y="6323"/>
                      <a:pt x="4925" y="6475"/>
                      <a:pt x="5077" y="6657"/>
                    </a:cubicBezTo>
                    <a:cubicBezTo>
                      <a:pt x="5138" y="6718"/>
                      <a:pt x="5229" y="6748"/>
                      <a:pt x="5320" y="6718"/>
                    </a:cubicBezTo>
                    <a:cubicBezTo>
                      <a:pt x="5563" y="6688"/>
                      <a:pt x="5806" y="6688"/>
                      <a:pt x="6019" y="6718"/>
                    </a:cubicBezTo>
                    <a:cubicBezTo>
                      <a:pt x="6019" y="6475"/>
                      <a:pt x="6080" y="6201"/>
                      <a:pt x="6080" y="5958"/>
                    </a:cubicBezTo>
                    <a:cubicBezTo>
                      <a:pt x="6050" y="5715"/>
                      <a:pt x="6202" y="5441"/>
                      <a:pt x="6202" y="513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852;p21">
                <a:extLst>
                  <a:ext uri="{FF2B5EF4-FFF2-40B4-BE49-F238E27FC236}">
                    <a16:creationId xmlns:a16="http://schemas.microsoft.com/office/drawing/2014/main" id="{DC383514-41E5-746E-CB7E-8EBAE4E04705}"/>
                  </a:ext>
                </a:extLst>
              </p:cNvPr>
              <p:cNvSpPr/>
              <p:nvPr/>
            </p:nvSpPr>
            <p:spPr>
              <a:xfrm>
                <a:off x="5042988" y="3477838"/>
                <a:ext cx="32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1" h="31" extrusionOk="0">
                    <a:moveTo>
                      <a:pt x="1" y="0"/>
                    </a:moveTo>
                    <a:lnTo>
                      <a:pt x="1" y="31"/>
                    </a:lnTo>
                    <a:lnTo>
                      <a:pt x="1" y="31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853;p21">
                <a:extLst>
                  <a:ext uri="{FF2B5EF4-FFF2-40B4-BE49-F238E27FC236}">
                    <a16:creationId xmlns:a16="http://schemas.microsoft.com/office/drawing/2014/main" id="{9AEC93CF-6054-22D6-8622-5E7D80AFA64D}"/>
                  </a:ext>
                </a:extLst>
              </p:cNvPr>
              <p:cNvSpPr/>
              <p:nvPr/>
            </p:nvSpPr>
            <p:spPr>
              <a:xfrm>
                <a:off x="5945967" y="4310815"/>
                <a:ext cx="180801" cy="178882"/>
              </a:xfrm>
              <a:custGeom>
                <a:avLst/>
                <a:gdLst/>
                <a:ahLst/>
                <a:cxnLst/>
                <a:rect l="l" t="t" r="r" b="b"/>
                <a:pathLst>
                  <a:path w="5654" h="5594" extrusionOk="0">
                    <a:moveTo>
                      <a:pt x="5532" y="426"/>
                    </a:moveTo>
                    <a:cubicBezTo>
                      <a:pt x="5441" y="456"/>
                      <a:pt x="5350" y="487"/>
                      <a:pt x="5259" y="487"/>
                    </a:cubicBezTo>
                    <a:cubicBezTo>
                      <a:pt x="5137" y="456"/>
                      <a:pt x="5198" y="304"/>
                      <a:pt x="5137" y="213"/>
                    </a:cubicBezTo>
                    <a:cubicBezTo>
                      <a:pt x="5107" y="183"/>
                      <a:pt x="5076" y="122"/>
                      <a:pt x="5046" y="92"/>
                    </a:cubicBezTo>
                    <a:cubicBezTo>
                      <a:pt x="4985" y="31"/>
                      <a:pt x="4894" y="0"/>
                      <a:pt x="4803" y="61"/>
                    </a:cubicBezTo>
                    <a:cubicBezTo>
                      <a:pt x="4742" y="122"/>
                      <a:pt x="4681" y="152"/>
                      <a:pt x="4651" y="213"/>
                    </a:cubicBezTo>
                    <a:cubicBezTo>
                      <a:pt x="4529" y="548"/>
                      <a:pt x="4286" y="852"/>
                      <a:pt x="3982" y="1034"/>
                    </a:cubicBezTo>
                    <a:cubicBezTo>
                      <a:pt x="3921" y="1095"/>
                      <a:pt x="3860" y="1156"/>
                      <a:pt x="3800" y="1247"/>
                    </a:cubicBezTo>
                    <a:cubicBezTo>
                      <a:pt x="3739" y="1338"/>
                      <a:pt x="3708" y="1429"/>
                      <a:pt x="3648" y="1551"/>
                    </a:cubicBezTo>
                    <a:cubicBezTo>
                      <a:pt x="3557" y="1763"/>
                      <a:pt x="3374" y="1946"/>
                      <a:pt x="3161" y="2067"/>
                    </a:cubicBezTo>
                    <a:cubicBezTo>
                      <a:pt x="2888" y="2219"/>
                      <a:pt x="2645" y="2371"/>
                      <a:pt x="2401" y="2523"/>
                    </a:cubicBezTo>
                    <a:cubicBezTo>
                      <a:pt x="2128" y="2645"/>
                      <a:pt x="2006" y="2858"/>
                      <a:pt x="1733" y="2858"/>
                    </a:cubicBezTo>
                    <a:cubicBezTo>
                      <a:pt x="1672" y="2858"/>
                      <a:pt x="1611" y="2918"/>
                      <a:pt x="1581" y="2949"/>
                    </a:cubicBezTo>
                    <a:cubicBezTo>
                      <a:pt x="1216" y="3222"/>
                      <a:pt x="912" y="3496"/>
                      <a:pt x="608" y="3800"/>
                    </a:cubicBezTo>
                    <a:cubicBezTo>
                      <a:pt x="365" y="4043"/>
                      <a:pt x="183" y="4347"/>
                      <a:pt x="31" y="4651"/>
                    </a:cubicBezTo>
                    <a:cubicBezTo>
                      <a:pt x="0" y="4773"/>
                      <a:pt x="61" y="4894"/>
                      <a:pt x="152" y="4955"/>
                    </a:cubicBezTo>
                    <a:cubicBezTo>
                      <a:pt x="365" y="4985"/>
                      <a:pt x="578" y="5137"/>
                      <a:pt x="699" y="5289"/>
                    </a:cubicBezTo>
                    <a:cubicBezTo>
                      <a:pt x="730" y="5350"/>
                      <a:pt x="760" y="5381"/>
                      <a:pt x="791" y="5411"/>
                    </a:cubicBezTo>
                    <a:cubicBezTo>
                      <a:pt x="942" y="5563"/>
                      <a:pt x="1186" y="5593"/>
                      <a:pt x="1368" y="5502"/>
                    </a:cubicBezTo>
                    <a:cubicBezTo>
                      <a:pt x="1702" y="5350"/>
                      <a:pt x="1915" y="5046"/>
                      <a:pt x="2249" y="4864"/>
                    </a:cubicBezTo>
                    <a:cubicBezTo>
                      <a:pt x="2341" y="4712"/>
                      <a:pt x="2432" y="4560"/>
                      <a:pt x="2553" y="4408"/>
                    </a:cubicBezTo>
                    <a:cubicBezTo>
                      <a:pt x="2614" y="4317"/>
                      <a:pt x="2675" y="4225"/>
                      <a:pt x="2736" y="4165"/>
                    </a:cubicBezTo>
                    <a:cubicBezTo>
                      <a:pt x="2857" y="4043"/>
                      <a:pt x="2949" y="3922"/>
                      <a:pt x="3009" y="3770"/>
                    </a:cubicBezTo>
                    <a:cubicBezTo>
                      <a:pt x="3283" y="3253"/>
                      <a:pt x="3222" y="3405"/>
                      <a:pt x="3678" y="3131"/>
                    </a:cubicBezTo>
                    <a:cubicBezTo>
                      <a:pt x="3800" y="3070"/>
                      <a:pt x="3952" y="3070"/>
                      <a:pt x="4073" y="3070"/>
                    </a:cubicBezTo>
                    <a:cubicBezTo>
                      <a:pt x="4225" y="3070"/>
                      <a:pt x="4316" y="2979"/>
                      <a:pt x="4286" y="2888"/>
                    </a:cubicBezTo>
                    <a:cubicBezTo>
                      <a:pt x="4195" y="2675"/>
                      <a:pt x="4316" y="2432"/>
                      <a:pt x="4499" y="2371"/>
                    </a:cubicBezTo>
                    <a:cubicBezTo>
                      <a:pt x="4590" y="2341"/>
                      <a:pt x="4651" y="2280"/>
                      <a:pt x="4712" y="2189"/>
                    </a:cubicBezTo>
                    <a:cubicBezTo>
                      <a:pt x="4955" y="1885"/>
                      <a:pt x="5198" y="1611"/>
                      <a:pt x="5471" y="1338"/>
                    </a:cubicBezTo>
                    <a:cubicBezTo>
                      <a:pt x="5532" y="1277"/>
                      <a:pt x="5563" y="1186"/>
                      <a:pt x="5593" y="1095"/>
                    </a:cubicBezTo>
                    <a:lnTo>
                      <a:pt x="5593" y="882"/>
                    </a:lnTo>
                    <a:cubicBezTo>
                      <a:pt x="5593" y="821"/>
                      <a:pt x="5623" y="791"/>
                      <a:pt x="5623" y="760"/>
                    </a:cubicBezTo>
                    <a:cubicBezTo>
                      <a:pt x="5623" y="700"/>
                      <a:pt x="5623" y="669"/>
                      <a:pt x="5654" y="608"/>
                    </a:cubicBezTo>
                    <a:lnTo>
                      <a:pt x="5654" y="548"/>
                    </a:lnTo>
                    <a:cubicBezTo>
                      <a:pt x="5654" y="517"/>
                      <a:pt x="5593" y="426"/>
                      <a:pt x="5532" y="4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854;p21">
                <a:extLst>
                  <a:ext uri="{FF2B5EF4-FFF2-40B4-BE49-F238E27FC236}">
                    <a16:creationId xmlns:a16="http://schemas.microsoft.com/office/drawing/2014/main" id="{8D215174-3DC2-0370-78EF-257EE08646C6}"/>
                  </a:ext>
                </a:extLst>
              </p:cNvPr>
              <p:cNvSpPr/>
              <p:nvPr/>
            </p:nvSpPr>
            <p:spPr>
              <a:xfrm>
                <a:off x="6133547" y="4131966"/>
                <a:ext cx="100154" cy="210956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6597" extrusionOk="0">
                    <a:moveTo>
                      <a:pt x="3040" y="3192"/>
                    </a:moveTo>
                    <a:cubicBezTo>
                      <a:pt x="2979" y="3131"/>
                      <a:pt x="2888" y="3131"/>
                      <a:pt x="2827" y="3192"/>
                    </a:cubicBezTo>
                    <a:cubicBezTo>
                      <a:pt x="2797" y="3192"/>
                      <a:pt x="2767" y="3223"/>
                      <a:pt x="2706" y="3253"/>
                    </a:cubicBezTo>
                    <a:cubicBezTo>
                      <a:pt x="2463" y="3405"/>
                      <a:pt x="2402" y="3405"/>
                      <a:pt x="2189" y="3223"/>
                    </a:cubicBezTo>
                    <a:cubicBezTo>
                      <a:pt x="2067" y="3131"/>
                      <a:pt x="2007" y="3010"/>
                      <a:pt x="1976" y="2888"/>
                    </a:cubicBezTo>
                    <a:cubicBezTo>
                      <a:pt x="1976" y="2736"/>
                      <a:pt x="1946" y="2554"/>
                      <a:pt x="1916" y="2402"/>
                    </a:cubicBezTo>
                    <a:cubicBezTo>
                      <a:pt x="1885" y="2341"/>
                      <a:pt x="1885" y="2280"/>
                      <a:pt x="1855" y="2220"/>
                    </a:cubicBezTo>
                    <a:cubicBezTo>
                      <a:pt x="1855" y="2189"/>
                      <a:pt x="1794" y="2189"/>
                      <a:pt x="1733" y="2159"/>
                    </a:cubicBezTo>
                    <a:cubicBezTo>
                      <a:pt x="1703" y="2159"/>
                      <a:pt x="1703" y="2189"/>
                      <a:pt x="1703" y="2220"/>
                    </a:cubicBezTo>
                    <a:cubicBezTo>
                      <a:pt x="1672" y="2250"/>
                      <a:pt x="1672" y="2311"/>
                      <a:pt x="1642" y="2341"/>
                    </a:cubicBezTo>
                    <a:cubicBezTo>
                      <a:pt x="1612" y="2372"/>
                      <a:pt x="1612" y="2402"/>
                      <a:pt x="1551" y="2432"/>
                    </a:cubicBezTo>
                    <a:cubicBezTo>
                      <a:pt x="1520" y="2463"/>
                      <a:pt x="1429" y="2341"/>
                      <a:pt x="1429" y="2280"/>
                    </a:cubicBezTo>
                    <a:cubicBezTo>
                      <a:pt x="1490" y="1976"/>
                      <a:pt x="1460" y="1672"/>
                      <a:pt x="1551" y="1369"/>
                    </a:cubicBezTo>
                    <a:cubicBezTo>
                      <a:pt x="1612" y="1186"/>
                      <a:pt x="1581" y="1004"/>
                      <a:pt x="1460" y="852"/>
                    </a:cubicBezTo>
                    <a:cubicBezTo>
                      <a:pt x="1338" y="639"/>
                      <a:pt x="1186" y="457"/>
                      <a:pt x="1004" y="274"/>
                    </a:cubicBezTo>
                    <a:cubicBezTo>
                      <a:pt x="943" y="244"/>
                      <a:pt x="912" y="153"/>
                      <a:pt x="882" y="92"/>
                    </a:cubicBezTo>
                    <a:cubicBezTo>
                      <a:pt x="882" y="61"/>
                      <a:pt x="882" y="61"/>
                      <a:pt x="852" y="31"/>
                    </a:cubicBezTo>
                    <a:cubicBezTo>
                      <a:pt x="821" y="1"/>
                      <a:pt x="760" y="1"/>
                      <a:pt x="730" y="31"/>
                    </a:cubicBezTo>
                    <a:cubicBezTo>
                      <a:pt x="730" y="31"/>
                      <a:pt x="700" y="92"/>
                      <a:pt x="700" y="92"/>
                    </a:cubicBezTo>
                    <a:cubicBezTo>
                      <a:pt x="700" y="274"/>
                      <a:pt x="882" y="426"/>
                      <a:pt x="791" y="639"/>
                    </a:cubicBezTo>
                    <a:cubicBezTo>
                      <a:pt x="730" y="761"/>
                      <a:pt x="730" y="882"/>
                      <a:pt x="791" y="1004"/>
                    </a:cubicBezTo>
                    <a:cubicBezTo>
                      <a:pt x="852" y="1217"/>
                      <a:pt x="912" y="1399"/>
                      <a:pt x="943" y="1612"/>
                    </a:cubicBezTo>
                    <a:cubicBezTo>
                      <a:pt x="973" y="1794"/>
                      <a:pt x="1095" y="1976"/>
                      <a:pt x="1004" y="2189"/>
                    </a:cubicBezTo>
                    <a:cubicBezTo>
                      <a:pt x="1004" y="2250"/>
                      <a:pt x="1034" y="2311"/>
                      <a:pt x="1034" y="2402"/>
                    </a:cubicBezTo>
                    <a:cubicBezTo>
                      <a:pt x="1064" y="2463"/>
                      <a:pt x="1095" y="2554"/>
                      <a:pt x="1125" y="2645"/>
                    </a:cubicBezTo>
                    <a:cubicBezTo>
                      <a:pt x="1125" y="2827"/>
                      <a:pt x="1064" y="3040"/>
                      <a:pt x="1004" y="3253"/>
                    </a:cubicBezTo>
                    <a:cubicBezTo>
                      <a:pt x="912" y="3466"/>
                      <a:pt x="821" y="3679"/>
                      <a:pt x="730" y="3861"/>
                    </a:cubicBezTo>
                    <a:cubicBezTo>
                      <a:pt x="700" y="3983"/>
                      <a:pt x="609" y="4074"/>
                      <a:pt x="487" y="4104"/>
                    </a:cubicBezTo>
                    <a:cubicBezTo>
                      <a:pt x="396" y="4135"/>
                      <a:pt x="305" y="4165"/>
                      <a:pt x="183" y="4226"/>
                    </a:cubicBezTo>
                    <a:cubicBezTo>
                      <a:pt x="31" y="4347"/>
                      <a:pt x="1" y="4560"/>
                      <a:pt x="92" y="4712"/>
                    </a:cubicBezTo>
                    <a:cubicBezTo>
                      <a:pt x="213" y="4834"/>
                      <a:pt x="335" y="4925"/>
                      <a:pt x="426" y="5046"/>
                    </a:cubicBezTo>
                    <a:cubicBezTo>
                      <a:pt x="548" y="5138"/>
                      <a:pt x="578" y="5290"/>
                      <a:pt x="548" y="5411"/>
                    </a:cubicBezTo>
                    <a:cubicBezTo>
                      <a:pt x="548" y="5533"/>
                      <a:pt x="517" y="5654"/>
                      <a:pt x="426" y="5745"/>
                    </a:cubicBezTo>
                    <a:cubicBezTo>
                      <a:pt x="305" y="5897"/>
                      <a:pt x="153" y="6049"/>
                      <a:pt x="61" y="6201"/>
                    </a:cubicBezTo>
                    <a:cubicBezTo>
                      <a:pt x="31" y="6262"/>
                      <a:pt x="31" y="6293"/>
                      <a:pt x="61" y="6323"/>
                    </a:cubicBezTo>
                    <a:cubicBezTo>
                      <a:pt x="122" y="6414"/>
                      <a:pt x="213" y="6505"/>
                      <a:pt x="274" y="6566"/>
                    </a:cubicBezTo>
                    <a:cubicBezTo>
                      <a:pt x="335" y="6597"/>
                      <a:pt x="365" y="6597"/>
                      <a:pt x="426" y="6566"/>
                    </a:cubicBezTo>
                    <a:cubicBezTo>
                      <a:pt x="578" y="6505"/>
                      <a:pt x="730" y="6384"/>
                      <a:pt x="852" y="6262"/>
                    </a:cubicBezTo>
                    <a:cubicBezTo>
                      <a:pt x="1095" y="6049"/>
                      <a:pt x="1308" y="5806"/>
                      <a:pt x="1520" y="5563"/>
                    </a:cubicBezTo>
                    <a:cubicBezTo>
                      <a:pt x="1733" y="5381"/>
                      <a:pt x="1855" y="5107"/>
                      <a:pt x="1885" y="4803"/>
                    </a:cubicBezTo>
                    <a:cubicBezTo>
                      <a:pt x="1916" y="4621"/>
                      <a:pt x="2067" y="4499"/>
                      <a:pt x="2219" y="4499"/>
                    </a:cubicBezTo>
                    <a:lnTo>
                      <a:pt x="2371" y="4499"/>
                    </a:lnTo>
                    <a:cubicBezTo>
                      <a:pt x="2402" y="4499"/>
                      <a:pt x="2463" y="4499"/>
                      <a:pt x="2493" y="4469"/>
                    </a:cubicBezTo>
                    <a:cubicBezTo>
                      <a:pt x="2523" y="4256"/>
                      <a:pt x="2706" y="4135"/>
                      <a:pt x="2858" y="4013"/>
                    </a:cubicBezTo>
                    <a:cubicBezTo>
                      <a:pt x="2919" y="3922"/>
                      <a:pt x="2979" y="3861"/>
                      <a:pt x="3010" y="3770"/>
                    </a:cubicBezTo>
                    <a:cubicBezTo>
                      <a:pt x="3040" y="3648"/>
                      <a:pt x="3101" y="3496"/>
                      <a:pt x="3131" y="3375"/>
                    </a:cubicBezTo>
                    <a:cubicBezTo>
                      <a:pt x="3131" y="3314"/>
                      <a:pt x="3101" y="3223"/>
                      <a:pt x="3040" y="31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855;p21">
                <a:extLst>
                  <a:ext uri="{FF2B5EF4-FFF2-40B4-BE49-F238E27FC236}">
                    <a16:creationId xmlns:a16="http://schemas.microsoft.com/office/drawing/2014/main" id="{F4D903EE-4CD5-3546-D367-248BD97351D3}"/>
                  </a:ext>
                </a:extLst>
              </p:cNvPr>
              <p:cNvSpPr/>
              <p:nvPr/>
            </p:nvSpPr>
            <p:spPr>
              <a:xfrm>
                <a:off x="5272362" y="3343694"/>
                <a:ext cx="120587" cy="134178"/>
              </a:xfrm>
              <a:custGeom>
                <a:avLst/>
                <a:gdLst/>
                <a:ahLst/>
                <a:cxnLst/>
                <a:rect l="l" t="t" r="r" b="b"/>
                <a:pathLst>
                  <a:path w="3771" h="4196" extrusionOk="0">
                    <a:moveTo>
                      <a:pt x="305" y="1794"/>
                    </a:moveTo>
                    <a:cubicBezTo>
                      <a:pt x="275" y="1977"/>
                      <a:pt x="244" y="2129"/>
                      <a:pt x="183" y="2250"/>
                    </a:cubicBezTo>
                    <a:cubicBezTo>
                      <a:pt x="123" y="2372"/>
                      <a:pt x="92" y="2463"/>
                      <a:pt x="31" y="2585"/>
                    </a:cubicBezTo>
                    <a:cubicBezTo>
                      <a:pt x="1" y="2706"/>
                      <a:pt x="31" y="2858"/>
                      <a:pt x="153" y="2949"/>
                    </a:cubicBezTo>
                    <a:cubicBezTo>
                      <a:pt x="183" y="3010"/>
                      <a:pt x="244" y="3040"/>
                      <a:pt x="305" y="3071"/>
                    </a:cubicBezTo>
                    <a:cubicBezTo>
                      <a:pt x="427" y="3162"/>
                      <a:pt x="457" y="3314"/>
                      <a:pt x="427" y="3466"/>
                    </a:cubicBezTo>
                    <a:cubicBezTo>
                      <a:pt x="366" y="3588"/>
                      <a:pt x="335" y="3770"/>
                      <a:pt x="335" y="3922"/>
                    </a:cubicBezTo>
                    <a:cubicBezTo>
                      <a:pt x="335" y="3983"/>
                      <a:pt x="366" y="4044"/>
                      <a:pt x="427" y="4104"/>
                    </a:cubicBezTo>
                    <a:cubicBezTo>
                      <a:pt x="548" y="4195"/>
                      <a:pt x="730" y="4195"/>
                      <a:pt x="852" y="4135"/>
                    </a:cubicBezTo>
                    <a:cubicBezTo>
                      <a:pt x="974" y="4074"/>
                      <a:pt x="943" y="3983"/>
                      <a:pt x="943" y="3892"/>
                    </a:cubicBezTo>
                    <a:cubicBezTo>
                      <a:pt x="943" y="3466"/>
                      <a:pt x="1034" y="3071"/>
                      <a:pt x="1065" y="2676"/>
                    </a:cubicBezTo>
                    <a:cubicBezTo>
                      <a:pt x="1065" y="2645"/>
                      <a:pt x="1126" y="2615"/>
                      <a:pt x="1156" y="2615"/>
                    </a:cubicBezTo>
                    <a:cubicBezTo>
                      <a:pt x="1217" y="2615"/>
                      <a:pt x="1247" y="2645"/>
                      <a:pt x="1247" y="2676"/>
                    </a:cubicBezTo>
                    <a:cubicBezTo>
                      <a:pt x="1217" y="2888"/>
                      <a:pt x="1278" y="3132"/>
                      <a:pt x="1460" y="3284"/>
                    </a:cubicBezTo>
                    <a:cubicBezTo>
                      <a:pt x="1521" y="3344"/>
                      <a:pt x="1490" y="3466"/>
                      <a:pt x="1521" y="3557"/>
                    </a:cubicBezTo>
                    <a:cubicBezTo>
                      <a:pt x="1582" y="3709"/>
                      <a:pt x="1642" y="3740"/>
                      <a:pt x="1825" y="3740"/>
                    </a:cubicBezTo>
                    <a:cubicBezTo>
                      <a:pt x="1886" y="3740"/>
                      <a:pt x="1916" y="3740"/>
                      <a:pt x="1977" y="3740"/>
                    </a:cubicBezTo>
                    <a:lnTo>
                      <a:pt x="2007" y="3740"/>
                    </a:lnTo>
                    <a:cubicBezTo>
                      <a:pt x="2007" y="3740"/>
                      <a:pt x="2007" y="3740"/>
                      <a:pt x="1977" y="3770"/>
                    </a:cubicBezTo>
                    <a:lnTo>
                      <a:pt x="1977" y="3770"/>
                    </a:lnTo>
                    <a:cubicBezTo>
                      <a:pt x="2007" y="3922"/>
                      <a:pt x="2007" y="4044"/>
                      <a:pt x="2189" y="4074"/>
                    </a:cubicBezTo>
                    <a:cubicBezTo>
                      <a:pt x="2189" y="4074"/>
                      <a:pt x="2220" y="4104"/>
                      <a:pt x="2250" y="4104"/>
                    </a:cubicBezTo>
                    <a:cubicBezTo>
                      <a:pt x="2341" y="4165"/>
                      <a:pt x="2463" y="4135"/>
                      <a:pt x="2524" y="4013"/>
                    </a:cubicBezTo>
                    <a:cubicBezTo>
                      <a:pt x="2554" y="3831"/>
                      <a:pt x="2554" y="3648"/>
                      <a:pt x="2554" y="3466"/>
                    </a:cubicBezTo>
                    <a:cubicBezTo>
                      <a:pt x="2524" y="3375"/>
                      <a:pt x="2493" y="3314"/>
                      <a:pt x="2402" y="3253"/>
                    </a:cubicBezTo>
                    <a:cubicBezTo>
                      <a:pt x="2341" y="3253"/>
                      <a:pt x="2281" y="3192"/>
                      <a:pt x="2220" y="3162"/>
                    </a:cubicBezTo>
                    <a:cubicBezTo>
                      <a:pt x="2129" y="3101"/>
                      <a:pt x="2098" y="3010"/>
                      <a:pt x="2129" y="2919"/>
                    </a:cubicBezTo>
                    <a:cubicBezTo>
                      <a:pt x="2159" y="2828"/>
                      <a:pt x="2129" y="2706"/>
                      <a:pt x="2038" y="2615"/>
                    </a:cubicBezTo>
                    <a:cubicBezTo>
                      <a:pt x="1977" y="2493"/>
                      <a:pt x="1886" y="2372"/>
                      <a:pt x="1794" y="2281"/>
                    </a:cubicBezTo>
                    <a:cubicBezTo>
                      <a:pt x="1764" y="2220"/>
                      <a:pt x="1794" y="2129"/>
                      <a:pt x="1855" y="2098"/>
                    </a:cubicBezTo>
                    <a:lnTo>
                      <a:pt x="2189" y="1855"/>
                    </a:lnTo>
                    <a:cubicBezTo>
                      <a:pt x="2281" y="1825"/>
                      <a:pt x="2372" y="1825"/>
                      <a:pt x="2463" y="1855"/>
                    </a:cubicBezTo>
                    <a:cubicBezTo>
                      <a:pt x="2524" y="1885"/>
                      <a:pt x="2585" y="1885"/>
                      <a:pt x="2645" y="1855"/>
                    </a:cubicBezTo>
                    <a:cubicBezTo>
                      <a:pt x="2676" y="1855"/>
                      <a:pt x="2737" y="1825"/>
                      <a:pt x="2767" y="1794"/>
                    </a:cubicBezTo>
                    <a:cubicBezTo>
                      <a:pt x="2767" y="1673"/>
                      <a:pt x="2797" y="1551"/>
                      <a:pt x="2767" y="1399"/>
                    </a:cubicBezTo>
                    <a:cubicBezTo>
                      <a:pt x="2767" y="1369"/>
                      <a:pt x="2737" y="1338"/>
                      <a:pt x="2706" y="1308"/>
                    </a:cubicBezTo>
                    <a:cubicBezTo>
                      <a:pt x="2615" y="1308"/>
                      <a:pt x="2524" y="1308"/>
                      <a:pt x="2433" y="1308"/>
                    </a:cubicBezTo>
                    <a:cubicBezTo>
                      <a:pt x="2250" y="1369"/>
                      <a:pt x="2098" y="1399"/>
                      <a:pt x="1916" y="1429"/>
                    </a:cubicBezTo>
                    <a:cubicBezTo>
                      <a:pt x="1703" y="1429"/>
                      <a:pt x="1490" y="1521"/>
                      <a:pt x="1369" y="1673"/>
                    </a:cubicBezTo>
                    <a:cubicBezTo>
                      <a:pt x="1338" y="1673"/>
                      <a:pt x="1278" y="1673"/>
                      <a:pt x="1247" y="1673"/>
                    </a:cubicBezTo>
                    <a:cubicBezTo>
                      <a:pt x="1034" y="1581"/>
                      <a:pt x="913" y="1429"/>
                      <a:pt x="852" y="1217"/>
                    </a:cubicBezTo>
                    <a:cubicBezTo>
                      <a:pt x="822" y="1004"/>
                      <a:pt x="974" y="791"/>
                      <a:pt x="1186" y="761"/>
                    </a:cubicBezTo>
                    <a:cubicBezTo>
                      <a:pt x="1673" y="730"/>
                      <a:pt x="2189" y="761"/>
                      <a:pt x="2676" y="822"/>
                    </a:cubicBezTo>
                    <a:cubicBezTo>
                      <a:pt x="3132" y="913"/>
                      <a:pt x="3557" y="670"/>
                      <a:pt x="3740" y="274"/>
                    </a:cubicBezTo>
                    <a:cubicBezTo>
                      <a:pt x="3770" y="214"/>
                      <a:pt x="3770" y="122"/>
                      <a:pt x="3709" y="92"/>
                    </a:cubicBezTo>
                    <a:cubicBezTo>
                      <a:pt x="3679" y="31"/>
                      <a:pt x="3557" y="1"/>
                      <a:pt x="3527" y="31"/>
                    </a:cubicBezTo>
                    <a:cubicBezTo>
                      <a:pt x="3497" y="92"/>
                      <a:pt x="3375" y="183"/>
                      <a:pt x="3284" y="274"/>
                    </a:cubicBezTo>
                    <a:cubicBezTo>
                      <a:pt x="3132" y="396"/>
                      <a:pt x="2949" y="457"/>
                      <a:pt x="2767" y="426"/>
                    </a:cubicBezTo>
                    <a:cubicBezTo>
                      <a:pt x="2493" y="366"/>
                      <a:pt x="2220" y="366"/>
                      <a:pt x="1977" y="335"/>
                    </a:cubicBezTo>
                    <a:cubicBezTo>
                      <a:pt x="1794" y="305"/>
                      <a:pt x="1612" y="214"/>
                      <a:pt x="1430" y="214"/>
                    </a:cubicBezTo>
                    <a:cubicBezTo>
                      <a:pt x="1247" y="214"/>
                      <a:pt x="1126" y="487"/>
                      <a:pt x="913" y="487"/>
                    </a:cubicBezTo>
                    <a:cubicBezTo>
                      <a:pt x="882" y="487"/>
                      <a:pt x="852" y="487"/>
                      <a:pt x="852" y="518"/>
                    </a:cubicBezTo>
                    <a:cubicBezTo>
                      <a:pt x="730" y="578"/>
                      <a:pt x="639" y="700"/>
                      <a:pt x="609" y="852"/>
                    </a:cubicBezTo>
                    <a:cubicBezTo>
                      <a:pt x="609" y="913"/>
                      <a:pt x="609" y="1034"/>
                      <a:pt x="579" y="1095"/>
                    </a:cubicBezTo>
                    <a:cubicBezTo>
                      <a:pt x="579" y="1186"/>
                      <a:pt x="548" y="1278"/>
                      <a:pt x="487" y="1369"/>
                    </a:cubicBezTo>
                    <a:cubicBezTo>
                      <a:pt x="396" y="1490"/>
                      <a:pt x="305" y="1642"/>
                      <a:pt x="305" y="1794"/>
                    </a:cubicBezTo>
                    <a:close/>
                    <a:moveTo>
                      <a:pt x="2098" y="3588"/>
                    </a:moveTo>
                    <a:lnTo>
                      <a:pt x="2129" y="3588"/>
                    </a:lnTo>
                    <a:cubicBezTo>
                      <a:pt x="2159" y="3527"/>
                      <a:pt x="2220" y="3496"/>
                      <a:pt x="2281" y="3496"/>
                    </a:cubicBezTo>
                    <a:cubicBezTo>
                      <a:pt x="2311" y="3496"/>
                      <a:pt x="2341" y="3527"/>
                      <a:pt x="2311" y="3588"/>
                    </a:cubicBezTo>
                    <a:cubicBezTo>
                      <a:pt x="2311" y="3588"/>
                      <a:pt x="2281" y="3618"/>
                      <a:pt x="2281" y="3618"/>
                    </a:cubicBezTo>
                    <a:lnTo>
                      <a:pt x="2129" y="3588"/>
                    </a:lnTo>
                    <a:lnTo>
                      <a:pt x="2129" y="3588"/>
                    </a:lnTo>
                    <a:cubicBezTo>
                      <a:pt x="2129" y="3588"/>
                      <a:pt x="2098" y="3588"/>
                      <a:pt x="2098" y="3588"/>
                    </a:cubicBezTo>
                    <a:cubicBezTo>
                      <a:pt x="2098" y="3588"/>
                      <a:pt x="2098" y="3588"/>
                      <a:pt x="2098" y="358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856;p21">
                <a:extLst>
                  <a:ext uri="{FF2B5EF4-FFF2-40B4-BE49-F238E27FC236}">
                    <a16:creationId xmlns:a16="http://schemas.microsoft.com/office/drawing/2014/main" id="{1321A6F7-25F5-6F3E-DDAB-9EB178555026}"/>
                  </a:ext>
                </a:extLst>
              </p:cNvPr>
              <p:cNvSpPr/>
              <p:nvPr/>
            </p:nvSpPr>
            <p:spPr>
              <a:xfrm>
                <a:off x="5035218" y="3478798"/>
                <a:ext cx="176932" cy="56408"/>
              </a:xfrm>
              <a:custGeom>
                <a:avLst/>
                <a:gdLst/>
                <a:ahLst/>
                <a:cxnLst/>
                <a:rect l="l" t="t" r="r" b="b"/>
                <a:pathLst>
                  <a:path w="5533" h="1764" extrusionOk="0">
                    <a:moveTo>
                      <a:pt x="3830" y="1521"/>
                    </a:moveTo>
                    <a:cubicBezTo>
                      <a:pt x="4104" y="1521"/>
                      <a:pt x="4377" y="1581"/>
                      <a:pt x="4621" y="1703"/>
                    </a:cubicBezTo>
                    <a:cubicBezTo>
                      <a:pt x="4712" y="1764"/>
                      <a:pt x="4833" y="1733"/>
                      <a:pt x="4925" y="1673"/>
                    </a:cubicBezTo>
                    <a:cubicBezTo>
                      <a:pt x="4985" y="1612"/>
                      <a:pt x="5046" y="1612"/>
                      <a:pt x="5107" y="1642"/>
                    </a:cubicBezTo>
                    <a:cubicBezTo>
                      <a:pt x="5198" y="1642"/>
                      <a:pt x="5289" y="1673"/>
                      <a:pt x="5380" y="1673"/>
                    </a:cubicBezTo>
                    <a:cubicBezTo>
                      <a:pt x="5472" y="1673"/>
                      <a:pt x="5532" y="1581"/>
                      <a:pt x="5532" y="1490"/>
                    </a:cubicBezTo>
                    <a:cubicBezTo>
                      <a:pt x="5532" y="1429"/>
                      <a:pt x="5472" y="1338"/>
                      <a:pt x="5411" y="1338"/>
                    </a:cubicBezTo>
                    <a:cubicBezTo>
                      <a:pt x="5168" y="1369"/>
                      <a:pt x="4925" y="1277"/>
                      <a:pt x="4742" y="1126"/>
                    </a:cubicBezTo>
                    <a:cubicBezTo>
                      <a:pt x="4712" y="1095"/>
                      <a:pt x="4651" y="1095"/>
                      <a:pt x="4621" y="1095"/>
                    </a:cubicBezTo>
                    <a:lnTo>
                      <a:pt x="4347" y="1095"/>
                    </a:lnTo>
                    <a:cubicBezTo>
                      <a:pt x="4286" y="1095"/>
                      <a:pt x="4225" y="1065"/>
                      <a:pt x="4195" y="1004"/>
                    </a:cubicBezTo>
                    <a:cubicBezTo>
                      <a:pt x="4165" y="974"/>
                      <a:pt x="4195" y="913"/>
                      <a:pt x="4317" y="882"/>
                    </a:cubicBezTo>
                    <a:cubicBezTo>
                      <a:pt x="4347" y="882"/>
                      <a:pt x="4408" y="882"/>
                      <a:pt x="4438" y="882"/>
                    </a:cubicBezTo>
                    <a:cubicBezTo>
                      <a:pt x="4499" y="852"/>
                      <a:pt x="4590" y="852"/>
                      <a:pt x="4590" y="761"/>
                    </a:cubicBezTo>
                    <a:cubicBezTo>
                      <a:pt x="4590" y="700"/>
                      <a:pt x="4469" y="700"/>
                      <a:pt x="4408" y="670"/>
                    </a:cubicBezTo>
                    <a:cubicBezTo>
                      <a:pt x="4134" y="670"/>
                      <a:pt x="3891" y="639"/>
                      <a:pt x="3618" y="548"/>
                    </a:cubicBezTo>
                    <a:cubicBezTo>
                      <a:pt x="3496" y="518"/>
                      <a:pt x="3374" y="457"/>
                      <a:pt x="3253" y="396"/>
                    </a:cubicBezTo>
                    <a:cubicBezTo>
                      <a:pt x="3070" y="305"/>
                      <a:pt x="2858" y="335"/>
                      <a:pt x="2766" y="518"/>
                    </a:cubicBezTo>
                    <a:cubicBezTo>
                      <a:pt x="2706" y="578"/>
                      <a:pt x="2614" y="609"/>
                      <a:pt x="2523" y="609"/>
                    </a:cubicBezTo>
                    <a:cubicBezTo>
                      <a:pt x="2402" y="609"/>
                      <a:pt x="2311" y="578"/>
                      <a:pt x="2189" y="578"/>
                    </a:cubicBezTo>
                    <a:cubicBezTo>
                      <a:pt x="1976" y="578"/>
                      <a:pt x="1794" y="487"/>
                      <a:pt x="1672" y="335"/>
                    </a:cubicBezTo>
                    <a:cubicBezTo>
                      <a:pt x="1459" y="153"/>
                      <a:pt x="1216" y="62"/>
                      <a:pt x="973" y="92"/>
                    </a:cubicBezTo>
                    <a:cubicBezTo>
                      <a:pt x="730" y="92"/>
                      <a:pt x="487" y="1"/>
                      <a:pt x="244" y="1"/>
                    </a:cubicBezTo>
                    <a:cubicBezTo>
                      <a:pt x="213" y="183"/>
                      <a:pt x="152" y="335"/>
                      <a:pt x="31" y="487"/>
                    </a:cubicBezTo>
                    <a:cubicBezTo>
                      <a:pt x="0" y="548"/>
                      <a:pt x="31" y="609"/>
                      <a:pt x="92" y="639"/>
                    </a:cubicBezTo>
                    <a:cubicBezTo>
                      <a:pt x="244" y="700"/>
                      <a:pt x="426" y="730"/>
                      <a:pt x="487" y="882"/>
                    </a:cubicBezTo>
                    <a:cubicBezTo>
                      <a:pt x="548" y="943"/>
                      <a:pt x="639" y="1004"/>
                      <a:pt x="730" y="1004"/>
                    </a:cubicBezTo>
                    <a:cubicBezTo>
                      <a:pt x="912" y="1004"/>
                      <a:pt x="1064" y="1034"/>
                      <a:pt x="1247" y="1126"/>
                    </a:cubicBezTo>
                    <a:cubicBezTo>
                      <a:pt x="1368" y="1186"/>
                      <a:pt x="1490" y="1217"/>
                      <a:pt x="1611" y="1186"/>
                    </a:cubicBezTo>
                    <a:cubicBezTo>
                      <a:pt x="1915" y="1156"/>
                      <a:pt x="2219" y="1186"/>
                      <a:pt x="2462" y="1338"/>
                    </a:cubicBezTo>
                    <a:cubicBezTo>
                      <a:pt x="2736" y="1460"/>
                      <a:pt x="3040" y="1521"/>
                      <a:pt x="3314" y="1521"/>
                    </a:cubicBezTo>
                    <a:cubicBezTo>
                      <a:pt x="3526" y="1521"/>
                      <a:pt x="3678" y="1551"/>
                      <a:pt x="3830" y="152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857;p21">
                <a:extLst>
                  <a:ext uri="{FF2B5EF4-FFF2-40B4-BE49-F238E27FC236}">
                    <a16:creationId xmlns:a16="http://schemas.microsoft.com/office/drawing/2014/main" id="{B1A1137A-F3B9-5B2A-D34E-3A398DB7F709}"/>
                  </a:ext>
                </a:extLst>
              </p:cNvPr>
              <p:cNvSpPr/>
              <p:nvPr/>
            </p:nvSpPr>
            <p:spPr>
              <a:xfrm>
                <a:off x="5610620" y="4260259"/>
                <a:ext cx="70031" cy="86563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2707" extrusionOk="0">
                    <a:moveTo>
                      <a:pt x="1916" y="305"/>
                    </a:moveTo>
                    <a:cubicBezTo>
                      <a:pt x="1703" y="335"/>
                      <a:pt x="1460" y="366"/>
                      <a:pt x="1247" y="426"/>
                    </a:cubicBezTo>
                    <a:cubicBezTo>
                      <a:pt x="1065" y="487"/>
                      <a:pt x="882" y="457"/>
                      <a:pt x="761" y="305"/>
                    </a:cubicBezTo>
                    <a:cubicBezTo>
                      <a:pt x="639" y="214"/>
                      <a:pt x="548" y="153"/>
                      <a:pt x="426" y="62"/>
                    </a:cubicBezTo>
                    <a:cubicBezTo>
                      <a:pt x="365" y="31"/>
                      <a:pt x="305" y="1"/>
                      <a:pt x="244" y="31"/>
                    </a:cubicBezTo>
                    <a:cubicBezTo>
                      <a:pt x="183" y="31"/>
                      <a:pt x="92" y="123"/>
                      <a:pt x="92" y="214"/>
                    </a:cubicBezTo>
                    <a:cubicBezTo>
                      <a:pt x="92" y="305"/>
                      <a:pt x="92" y="305"/>
                      <a:pt x="92" y="366"/>
                    </a:cubicBezTo>
                    <a:cubicBezTo>
                      <a:pt x="122" y="761"/>
                      <a:pt x="92" y="1156"/>
                      <a:pt x="1" y="1551"/>
                    </a:cubicBezTo>
                    <a:cubicBezTo>
                      <a:pt x="1" y="1612"/>
                      <a:pt x="1" y="1673"/>
                      <a:pt x="1" y="1733"/>
                    </a:cubicBezTo>
                    <a:cubicBezTo>
                      <a:pt x="1" y="1855"/>
                      <a:pt x="61" y="2068"/>
                      <a:pt x="92" y="2311"/>
                    </a:cubicBezTo>
                    <a:cubicBezTo>
                      <a:pt x="122" y="2524"/>
                      <a:pt x="305" y="2645"/>
                      <a:pt x="517" y="2676"/>
                    </a:cubicBezTo>
                    <a:cubicBezTo>
                      <a:pt x="548" y="2706"/>
                      <a:pt x="609" y="2706"/>
                      <a:pt x="639" y="2676"/>
                    </a:cubicBezTo>
                    <a:cubicBezTo>
                      <a:pt x="730" y="2615"/>
                      <a:pt x="821" y="2554"/>
                      <a:pt x="913" y="2463"/>
                    </a:cubicBezTo>
                    <a:cubicBezTo>
                      <a:pt x="1004" y="2341"/>
                      <a:pt x="1156" y="2311"/>
                      <a:pt x="1277" y="2341"/>
                    </a:cubicBezTo>
                    <a:cubicBezTo>
                      <a:pt x="1369" y="2341"/>
                      <a:pt x="1460" y="2311"/>
                      <a:pt x="1490" y="2220"/>
                    </a:cubicBezTo>
                    <a:cubicBezTo>
                      <a:pt x="1551" y="1916"/>
                      <a:pt x="1672" y="1673"/>
                      <a:pt x="1885" y="1460"/>
                    </a:cubicBezTo>
                    <a:cubicBezTo>
                      <a:pt x="1916" y="1399"/>
                      <a:pt x="1916" y="1369"/>
                      <a:pt x="1916" y="1308"/>
                    </a:cubicBezTo>
                    <a:cubicBezTo>
                      <a:pt x="1976" y="1095"/>
                      <a:pt x="2037" y="882"/>
                      <a:pt x="2098" y="670"/>
                    </a:cubicBezTo>
                    <a:cubicBezTo>
                      <a:pt x="2098" y="639"/>
                      <a:pt x="2098" y="578"/>
                      <a:pt x="2128" y="548"/>
                    </a:cubicBezTo>
                    <a:cubicBezTo>
                      <a:pt x="2189" y="396"/>
                      <a:pt x="2068" y="244"/>
                      <a:pt x="1916" y="30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858;p21">
                <a:extLst>
                  <a:ext uri="{FF2B5EF4-FFF2-40B4-BE49-F238E27FC236}">
                    <a16:creationId xmlns:a16="http://schemas.microsoft.com/office/drawing/2014/main" id="{D81BEED8-CE9A-CE84-6371-023489AB80C7}"/>
                  </a:ext>
                </a:extLst>
              </p:cNvPr>
              <p:cNvSpPr/>
              <p:nvPr/>
            </p:nvSpPr>
            <p:spPr>
              <a:xfrm>
                <a:off x="5331680" y="3180418"/>
                <a:ext cx="87490" cy="84580"/>
              </a:xfrm>
              <a:custGeom>
                <a:avLst/>
                <a:gdLst/>
                <a:ahLst/>
                <a:cxnLst/>
                <a:rect l="l" t="t" r="r" b="b"/>
                <a:pathLst>
                  <a:path w="2736" h="2645" extrusionOk="0">
                    <a:moveTo>
                      <a:pt x="2006" y="31"/>
                    </a:moveTo>
                    <a:cubicBezTo>
                      <a:pt x="1976" y="31"/>
                      <a:pt x="1976" y="61"/>
                      <a:pt x="1976" y="92"/>
                    </a:cubicBezTo>
                    <a:cubicBezTo>
                      <a:pt x="1945" y="213"/>
                      <a:pt x="1915" y="335"/>
                      <a:pt x="1854" y="456"/>
                    </a:cubicBezTo>
                    <a:cubicBezTo>
                      <a:pt x="1763" y="578"/>
                      <a:pt x="1672" y="639"/>
                      <a:pt x="1550" y="730"/>
                    </a:cubicBezTo>
                    <a:cubicBezTo>
                      <a:pt x="1490" y="791"/>
                      <a:pt x="1459" y="821"/>
                      <a:pt x="1398" y="882"/>
                    </a:cubicBezTo>
                    <a:cubicBezTo>
                      <a:pt x="1368" y="912"/>
                      <a:pt x="1307" y="973"/>
                      <a:pt x="1246" y="1003"/>
                    </a:cubicBezTo>
                    <a:cubicBezTo>
                      <a:pt x="1186" y="1064"/>
                      <a:pt x="1125" y="1003"/>
                      <a:pt x="1094" y="973"/>
                    </a:cubicBezTo>
                    <a:cubicBezTo>
                      <a:pt x="942" y="791"/>
                      <a:pt x="851" y="730"/>
                      <a:pt x="638" y="973"/>
                    </a:cubicBezTo>
                    <a:cubicBezTo>
                      <a:pt x="517" y="1064"/>
                      <a:pt x="395" y="1155"/>
                      <a:pt x="243" y="1216"/>
                    </a:cubicBezTo>
                    <a:cubicBezTo>
                      <a:pt x="91" y="1307"/>
                      <a:pt x="0" y="1459"/>
                      <a:pt x="31" y="1642"/>
                    </a:cubicBezTo>
                    <a:cubicBezTo>
                      <a:pt x="31" y="1642"/>
                      <a:pt x="31" y="1672"/>
                      <a:pt x="31" y="1672"/>
                    </a:cubicBezTo>
                    <a:cubicBezTo>
                      <a:pt x="31" y="1733"/>
                      <a:pt x="31" y="1763"/>
                      <a:pt x="61" y="1794"/>
                    </a:cubicBezTo>
                    <a:cubicBezTo>
                      <a:pt x="122" y="1824"/>
                      <a:pt x="152" y="1794"/>
                      <a:pt x="183" y="1763"/>
                    </a:cubicBezTo>
                    <a:cubicBezTo>
                      <a:pt x="274" y="1703"/>
                      <a:pt x="334" y="1642"/>
                      <a:pt x="395" y="1581"/>
                    </a:cubicBezTo>
                    <a:cubicBezTo>
                      <a:pt x="578" y="1611"/>
                      <a:pt x="790" y="1611"/>
                      <a:pt x="973" y="1551"/>
                    </a:cubicBezTo>
                    <a:cubicBezTo>
                      <a:pt x="1034" y="1520"/>
                      <a:pt x="1186" y="1642"/>
                      <a:pt x="1186" y="1703"/>
                    </a:cubicBezTo>
                    <a:cubicBezTo>
                      <a:pt x="1186" y="1763"/>
                      <a:pt x="1186" y="1885"/>
                      <a:pt x="1186" y="1976"/>
                    </a:cubicBezTo>
                    <a:cubicBezTo>
                      <a:pt x="1186" y="2250"/>
                      <a:pt x="1368" y="2493"/>
                      <a:pt x="1642" y="2554"/>
                    </a:cubicBezTo>
                    <a:cubicBezTo>
                      <a:pt x="1763" y="2614"/>
                      <a:pt x="1885" y="2614"/>
                      <a:pt x="1976" y="2645"/>
                    </a:cubicBezTo>
                    <a:cubicBezTo>
                      <a:pt x="2067" y="2614"/>
                      <a:pt x="2128" y="2584"/>
                      <a:pt x="2158" y="2554"/>
                    </a:cubicBezTo>
                    <a:cubicBezTo>
                      <a:pt x="2219" y="2493"/>
                      <a:pt x="2249" y="2371"/>
                      <a:pt x="2219" y="2280"/>
                    </a:cubicBezTo>
                    <a:cubicBezTo>
                      <a:pt x="2189" y="2159"/>
                      <a:pt x="2097" y="2037"/>
                      <a:pt x="2158" y="1915"/>
                    </a:cubicBezTo>
                    <a:cubicBezTo>
                      <a:pt x="2158" y="1885"/>
                      <a:pt x="2219" y="1855"/>
                      <a:pt x="2249" y="1855"/>
                    </a:cubicBezTo>
                    <a:cubicBezTo>
                      <a:pt x="2280" y="1855"/>
                      <a:pt x="2310" y="1915"/>
                      <a:pt x="2341" y="1946"/>
                    </a:cubicBezTo>
                    <a:cubicBezTo>
                      <a:pt x="2432" y="2067"/>
                      <a:pt x="2432" y="2067"/>
                      <a:pt x="2523" y="1976"/>
                    </a:cubicBezTo>
                    <a:cubicBezTo>
                      <a:pt x="2675" y="1855"/>
                      <a:pt x="2736" y="1672"/>
                      <a:pt x="2675" y="1490"/>
                    </a:cubicBezTo>
                    <a:cubicBezTo>
                      <a:pt x="2614" y="1277"/>
                      <a:pt x="2553" y="1064"/>
                      <a:pt x="2523" y="821"/>
                    </a:cubicBezTo>
                    <a:cubicBezTo>
                      <a:pt x="2493" y="700"/>
                      <a:pt x="2432" y="578"/>
                      <a:pt x="2341" y="487"/>
                    </a:cubicBezTo>
                    <a:cubicBezTo>
                      <a:pt x="2219" y="396"/>
                      <a:pt x="2128" y="244"/>
                      <a:pt x="2067" y="92"/>
                    </a:cubicBezTo>
                    <a:cubicBezTo>
                      <a:pt x="2067" y="61"/>
                      <a:pt x="2037" y="0"/>
                      <a:pt x="2006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859;p21">
                <a:extLst>
                  <a:ext uri="{FF2B5EF4-FFF2-40B4-BE49-F238E27FC236}">
                    <a16:creationId xmlns:a16="http://schemas.microsoft.com/office/drawing/2014/main" id="{038BB63F-A45D-FBF5-B2B0-6BDDCE3FB390}"/>
                  </a:ext>
                </a:extLst>
              </p:cNvPr>
              <p:cNvSpPr/>
              <p:nvPr/>
            </p:nvSpPr>
            <p:spPr>
              <a:xfrm>
                <a:off x="4567708" y="3184319"/>
                <a:ext cx="43745" cy="73900"/>
              </a:xfrm>
              <a:custGeom>
                <a:avLst/>
                <a:gdLst/>
                <a:ahLst/>
                <a:cxnLst/>
                <a:rect l="l" t="t" r="r" b="b"/>
                <a:pathLst>
                  <a:path w="1368" h="2311" extrusionOk="0">
                    <a:moveTo>
                      <a:pt x="426" y="61"/>
                    </a:moveTo>
                    <a:cubicBezTo>
                      <a:pt x="365" y="30"/>
                      <a:pt x="304" y="0"/>
                      <a:pt x="243" y="0"/>
                    </a:cubicBezTo>
                    <a:cubicBezTo>
                      <a:pt x="182" y="0"/>
                      <a:pt x="152" y="0"/>
                      <a:pt x="152" y="61"/>
                    </a:cubicBezTo>
                    <a:cubicBezTo>
                      <a:pt x="152" y="122"/>
                      <a:pt x="213" y="182"/>
                      <a:pt x="182" y="243"/>
                    </a:cubicBezTo>
                    <a:cubicBezTo>
                      <a:pt x="91" y="486"/>
                      <a:pt x="31" y="760"/>
                      <a:pt x="0" y="1003"/>
                    </a:cubicBezTo>
                    <a:cubicBezTo>
                      <a:pt x="0" y="1368"/>
                      <a:pt x="61" y="1733"/>
                      <a:pt x="182" y="2067"/>
                    </a:cubicBezTo>
                    <a:cubicBezTo>
                      <a:pt x="274" y="2219"/>
                      <a:pt x="426" y="2310"/>
                      <a:pt x="578" y="2280"/>
                    </a:cubicBezTo>
                    <a:cubicBezTo>
                      <a:pt x="1064" y="2249"/>
                      <a:pt x="1368" y="1763"/>
                      <a:pt x="1216" y="1307"/>
                    </a:cubicBezTo>
                    <a:cubicBezTo>
                      <a:pt x="1034" y="821"/>
                      <a:pt x="760" y="426"/>
                      <a:pt x="426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60;p21">
                <a:extLst>
                  <a:ext uri="{FF2B5EF4-FFF2-40B4-BE49-F238E27FC236}">
                    <a16:creationId xmlns:a16="http://schemas.microsoft.com/office/drawing/2014/main" id="{42A842C8-9E38-435D-7D35-2F8F06D8A4A2}"/>
                  </a:ext>
                </a:extLst>
              </p:cNvPr>
              <p:cNvSpPr/>
              <p:nvPr/>
            </p:nvSpPr>
            <p:spPr>
              <a:xfrm>
                <a:off x="5809871" y="3450626"/>
                <a:ext cx="76842" cy="43777"/>
              </a:xfrm>
              <a:custGeom>
                <a:avLst/>
                <a:gdLst/>
                <a:ahLst/>
                <a:cxnLst/>
                <a:rect l="l" t="t" r="r" b="b"/>
                <a:pathLst>
                  <a:path w="2403" h="1369" extrusionOk="0">
                    <a:moveTo>
                      <a:pt x="2189" y="61"/>
                    </a:moveTo>
                    <a:cubicBezTo>
                      <a:pt x="2037" y="0"/>
                      <a:pt x="1855" y="92"/>
                      <a:pt x="1825" y="274"/>
                    </a:cubicBezTo>
                    <a:cubicBezTo>
                      <a:pt x="1764" y="487"/>
                      <a:pt x="1581" y="639"/>
                      <a:pt x="1369" y="730"/>
                    </a:cubicBezTo>
                    <a:cubicBezTo>
                      <a:pt x="1247" y="760"/>
                      <a:pt x="1095" y="730"/>
                      <a:pt x="1034" y="639"/>
                    </a:cubicBezTo>
                    <a:lnTo>
                      <a:pt x="1034" y="608"/>
                    </a:lnTo>
                    <a:lnTo>
                      <a:pt x="1034" y="608"/>
                    </a:lnTo>
                    <a:lnTo>
                      <a:pt x="1034" y="608"/>
                    </a:lnTo>
                    <a:cubicBezTo>
                      <a:pt x="822" y="669"/>
                      <a:pt x="578" y="730"/>
                      <a:pt x="366" y="730"/>
                    </a:cubicBezTo>
                    <a:cubicBezTo>
                      <a:pt x="305" y="700"/>
                      <a:pt x="274" y="700"/>
                      <a:pt x="214" y="730"/>
                    </a:cubicBezTo>
                    <a:cubicBezTo>
                      <a:pt x="183" y="730"/>
                      <a:pt x="153" y="730"/>
                      <a:pt x="92" y="730"/>
                    </a:cubicBezTo>
                    <a:cubicBezTo>
                      <a:pt x="62" y="760"/>
                      <a:pt x="31" y="791"/>
                      <a:pt x="1" y="821"/>
                    </a:cubicBezTo>
                    <a:cubicBezTo>
                      <a:pt x="1" y="882"/>
                      <a:pt x="1" y="912"/>
                      <a:pt x="31" y="943"/>
                    </a:cubicBezTo>
                    <a:cubicBezTo>
                      <a:pt x="426" y="1247"/>
                      <a:pt x="943" y="1368"/>
                      <a:pt x="1429" y="1247"/>
                    </a:cubicBezTo>
                    <a:cubicBezTo>
                      <a:pt x="1460" y="1247"/>
                      <a:pt x="1521" y="1216"/>
                      <a:pt x="1551" y="1186"/>
                    </a:cubicBezTo>
                    <a:cubicBezTo>
                      <a:pt x="1733" y="1095"/>
                      <a:pt x="1885" y="882"/>
                      <a:pt x="2098" y="821"/>
                    </a:cubicBezTo>
                    <a:cubicBezTo>
                      <a:pt x="2129" y="791"/>
                      <a:pt x="2159" y="760"/>
                      <a:pt x="2159" y="700"/>
                    </a:cubicBezTo>
                    <a:cubicBezTo>
                      <a:pt x="2159" y="548"/>
                      <a:pt x="2280" y="487"/>
                      <a:pt x="2341" y="365"/>
                    </a:cubicBezTo>
                    <a:cubicBezTo>
                      <a:pt x="2402" y="244"/>
                      <a:pt x="2341" y="92"/>
                      <a:pt x="2189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61;p21">
                <a:extLst>
                  <a:ext uri="{FF2B5EF4-FFF2-40B4-BE49-F238E27FC236}">
                    <a16:creationId xmlns:a16="http://schemas.microsoft.com/office/drawing/2014/main" id="{0444220C-5381-C82E-BDCC-132FABADD08A}"/>
                  </a:ext>
                </a:extLst>
              </p:cNvPr>
              <p:cNvSpPr/>
              <p:nvPr/>
            </p:nvSpPr>
            <p:spPr>
              <a:xfrm>
                <a:off x="5353041" y="3530313"/>
                <a:ext cx="66129" cy="37957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87" extrusionOk="0">
                    <a:moveTo>
                      <a:pt x="183" y="1156"/>
                    </a:moveTo>
                    <a:cubicBezTo>
                      <a:pt x="426" y="1125"/>
                      <a:pt x="670" y="1004"/>
                      <a:pt x="852" y="822"/>
                    </a:cubicBezTo>
                    <a:cubicBezTo>
                      <a:pt x="1034" y="639"/>
                      <a:pt x="1277" y="487"/>
                      <a:pt x="1551" y="457"/>
                    </a:cubicBezTo>
                    <a:cubicBezTo>
                      <a:pt x="1673" y="426"/>
                      <a:pt x="1764" y="396"/>
                      <a:pt x="1885" y="335"/>
                    </a:cubicBezTo>
                    <a:cubicBezTo>
                      <a:pt x="1946" y="274"/>
                      <a:pt x="2037" y="244"/>
                      <a:pt x="2068" y="153"/>
                    </a:cubicBezTo>
                    <a:cubicBezTo>
                      <a:pt x="2068" y="31"/>
                      <a:pt x="1977" y="31"/>
                      <a:pt x="1825" y="31"/>
                    </a:cubicBezTo>
                    <a:cubicBezTo>
                      <a:pt x="1460" y="1"/>
                      <a:pt x="1095" y="92"/>
                      <a:pt x="791" y="274"/>
                    </a:cubicBezTo>
                    <a:cubicBezTo>
                      <a:pt x="700" y="335"/>
                      <a:pt x="578" y="335"/>
                      <a:pt x="487" y="396"/>
                    </a:cubicBezTo>
                    <a:cubicBezTo>
                      <a:pt x="366" y="457"/>
                      <a:pt x="274" y="518"/>
                      <a:pt x="214" y="609"/>
                    </a:cubicBezTo>
                    <a:cubicBezTo>
                      <a:pt x="92" y="761"/>
                      <a:pt x="1" y="943"/>
                      <a:pt x="1" y="1156"/>
                    </a:cubicBezTo>
                    <a:cubicBezTo>
                      <a:pt x="62" y="1156"/>
                      <a:pt x="122" y="1186"/>
                      <a:pt x="183" y="115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62;p21">
                <a:extLst>
                  <a:ext uri="{FF2B5EF4-FFF2-40B4-BE49-F238E27FC236}">
                    <a16:creationId xmlns:a16="http://schemas.microsoft.com/office/drawing/2014/main" id="{2661AED5-F1DD-907C-F625-0944C0AF6219}"/>
                  </a:ext>
                </a:extLst>
              </p:cNvPr>
              <p:cNvSpPr/>
              <p:nvPr/>
            </p:nvSpPr>
            <p:spPr>
              <a:xfrm>
                <a:off x="5371524" y="3129861"/>
                <a:ext cx="24335" cy="48638"/>
              </a:xfrm>
              <a:custGeom>
                <a:avLst/>
                <a:gdLst/>
                <a:ahLst/>
                <a:cxnLst/>
                <a:rect l="l" t="t" r="r" b="b"/>
                <a:pathLst>
                  <a:path w="761" h="1521" extrusionOk="0">
                    <a:moveTo>
                      <a:pt x="152" y="62"/>
                    </a:moveTo>
                    <a:cubicBezTo>
                      <a:pt x="61" y="92"/>
                      <a:pt x="0" y="183"/>
                      <a:pt x="31" y="274"/>
                    </a:cubicBezTo>
                    <a:lnTo>
                      <a:pt x="152" y="578"/>
                    </a:lnTo>
                    <a:lnTo>
                      <a:pt x="152" y="578"/>
                    </a:lnTo>
                    <a:lnTo>
                      <a:pt x="152" y="578"/>
                    </a:lnTo>
                    <a:lnTo>
                      <a:pt x="152" y="609"/>
                    </a:lnTo>
                    <a:cubicBezTo>
                      <a:pt x="183" y="609"/>
                      <a:pt x="213" y="639"/>
                      <a:pt x="244" y="670"/>
                    </a:cubicBezTo>
                    <a:cubicBezTo>
                      <a:pt x="244" y="670"/>
                      <a:pt x="244" y="700"/>
                      <a:pt x="244" y="730"/>
                    </a:cubicBezTo>
                    <a:cubicBezTo>
                      <a:pt x="213" y="761"/>
                      <a:pt x="183" y="761"/>
                      <a:pt x="152" y="700"/>
                    </a:cubicBezTo>
                    <a:cubicBezTo>
                      <a:pt x="152" y="670"/>
                      <a:pt x="152" y="639"/>
                      <a:pt x="152" y="609"/>
                    </a:cubicBezTo>
                    <a:lnTo>
                      <a:pt x="152" y="609"/>
                    </a:lnTo>
                    <a:cubicBezTo>
                      <a:pt x="152" y="609"/>
                      <a:pt x="152" y="639"/>
                      <a:pt x="122" y="639"/>
                    </a:cubicBezTo>
                    <a:cubicBezTo>
                      <a:pt x="0" y="791"/>
                      <a:pt x="0" y="974"/>
                      <a:pt x="92" y="1156"/>
                    </a:cubicBezTo>
                    <a:cubicBezTo>
                      <a:pt x="183" y="1247"/>
                      <a:pt x="244" y="1369"/>
                      <a:pt x="335" y="1490"/>
                    </a:cubicBezTo>
                    <a:cubicBezTo>
                      <a:pt x="365" y="1521"/>
                      <a:pt x="396" y="1521"/>
                      <a:pt x="426" y="1521"/>
                    </a:cubicBezTo>
                    <a:cubicBezTo>
                      <a:pt x="517" y="1521"/>
                      <a:pt x="547" y="1460"/>
                      <a:pt x="547" y="1399"/>
                    </a:cubicBezTo>
                    <a:cubicBezTo>
                      <a:pt x="517" y="1308"/>
                      <a:pt x="517" y="1247"/>
                      <a:pt x="487" y="1186"/>
                    </a:cubicBezTo>
                    <a:cubicBezTo>
                      <a:pt x="487" y="1156"/>
                      <a:pt x="487" y="1065"/>
                      <a:pt x="517" y="1065"/>
                    </a:cubicBezTo>
                    <a:cubicBezTo>
                      <a:pt x="760" y="1004"/>
                      <a:pt x="760" y="822"/>
                      <a:pt x="730" y="639"/>
                    </a:cubicBezTo>
                    <a:cubicBezTo>
                      <a:pt x="699" y="518"/>
                      <a:pt x="669" y="366"/>
                      <a:pt x="608" y="244"/>
                    </a:cubicBezTo>
                    <a:cubicBezTo>
                      <a:pt x="517" y="92"/>
                      <a:pt x="335" y="1"/>
                      <a:pt x="152" y="6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63;p21">
                <a:extLst>
                  <a:ext uri="{FF2B5EF4-FFF2-40B4-BE49-F238E27FC236}">
                    <a16:creationId xmlns:a16="http://schemas.microsoft.com/office/drawing/2014/main" id="{33C87B97-1B55-05BD-B7F1-D54B3E3FA934}"/>
                  </a:ext>
                </a:extLst>
              </p:cNvPr>
              <p:cNvSpPr/>
              <p:nvPr/>
            </p:nvSpPr>
            <p:spPr>
              <a:xfrm>
                <a:off x="5439572" y="3422422"/>
                <a:ext cx="53466" cy="2241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701" extrusionOk="0">
                    <a:moveTo>
                      <a:pt x="182" y="548"/>
                    </a:moveTo>
                    <a:cubicBezTo>
                      <a:pt x="608" y="426"/>
                      <a:pt x="1064" y="457"/>
                      <a:pt x="1459" y="670"/>
                    </a:cubicBezTo>
                    <a:cubicBezTo>
                      <a:pt x="1459" y="670"/>
                      <a:pt x="1489" y="670"/>
                      <a:pt x="1520" y="670"/>
                    </a:cubicBezTo>
                    <a:cubicBezTo>
                      <a:pt x="1550" y="700"/>
                      <a:pt x="1641" y="639"/>
                      <a:pt x="1672" y="548"/>
                    </a:cubicBezTo>
                    <a:cubicBezTo>
                      <a:pt x="1641" y="487"/>
                      <a:pt x="1641" y="426"/>
                      <a:pt x="1611" y="396"/>
                    </a:cubicBezTo>
                    <a:cubicBezTo>
                      <a:pt x="1581" y="335"/>
                      <a:pt x="1520" y="305"/>
                      <a:pt x="1459" y="274"/>
                    </a:cubicBezTo>
                    <a:cubicBezTo>
                      <a:pt x="1094" y="62"/>
                      <a:pt x="669" y="1"/>
                      <a:pt x="274" y="123"/>
                    </a:cubicBezTo>
                    <a:cubicBezTo>
                      <a:pt x="152" y="123"/>
                      <a:pt x="61" y="214"/>
                      <a:pt x="30" y="335"/>
                    </a:cubicBezTo>
                    <a:cubicBezTo>
                      <a:pt x="0" y="457"/>
                      <a:pt x="91" y="578"/>
                      <a:pt x="182" y="54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64;p21">
                <a:extLst>
                  <a:ext uri="{FF2B5EF4-FFF2-40B4-BE49-F238E27FC236}">
                    <a16:creationId xmlns:a16="http://schemas.microsoft.com/office/drawing/2014/main" id="{8B97AFCF-E5D2-95E1-B9D3-4B52C35687C3}"/>
                  </a:ext>
                </a:extLst>
              </p:cNvPr>
              <p:cNvSpPr/>
              <p:nvPr/>
            </p:nvSpPr>
            <p:spPr>
              <a:xfrm>
                <a:off x="6069400" y="3778169"/>
                <a:ext cx="43777" cy="45728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1430" extrusionOk="0">
                    <a:moveTo>
                      <a:pt x="1156" y="1429"/>
                    </a:moveTo>
                    <a:cubicBezTo>
                      <a:pt x="1216" y="1429"/>
                      <a:pt x="1277" y="1429"/>
                      <a:pt x="1338" y="1429"/>
                    </a:cubicBezTo>
                    <a:cubicBezTo>
                      <a:pt x="1338" y="1429"/>
                      <a:pt x="1338" y="1399"/>
                      <a:pt x="1368" y="1369"/>
                    </a:cubicBezTo>
                    <a:cubicBezTo>
                      <a:pt x="1338" y="1338"/>
                      <a:pt x="1338" y="1308"/>
                      <a:pt x="1307" y="1247"/>
                    </a:cubicBezTo>
                    <a:lnTo>
                      <a:pt x="548" y="396"/>
                    </a:lnTo>
                    <a:cubicBezTo>
                      <a:pt x="456" y="274"/>
                      <a:pt x="365" y="183"/>
                      <a:pt x="274" y="92"/>
                    </a:cubicBezTo>
                    <a:cubicBezTo>
                      <a:pt x="244" y="62"/>
                      <a:pt x="183" y="31"/>
                      <a:pt x="152" y="31"/>
                    </a:cubicBezTo>
                    <a:cubicBezTo>
                      <a:pt x="122" y="1"/>
                      <a:pt x="61" y="1"/>
                      <a:pt x="31" y="31"/>
                    </a:cubicBezTo>
                    <a:cubicBezTo>
                      <a:pt x="0" y="62"/>
                      <a:pt x="0" y="92"/>
                      <a:pt x="0" y="153"/>
                    </a:cubicBezTo>
                    <a:cubicBezTo>
                      <a:pt x="92" y="426"/>
                      <a:pt x="244" y="669"/>
                      <a:pt x="456" y="882"/>
                    </a:cubicBezTo>
                    <a:cubicBezTo>
                      <a:pt x="639" y="1095"/>
                      <a:pt x="882" y="1308"/>
                      <a:pt x="1156" y="14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65;p21">
                <a:extLst>
                  <a:ext uri="{FF2B5EF4-FFF2-40B4-BE49-F238E27FC236}">
                    <a16:creationId xmlns:a16="http://schemas.microsoft.com/office/drawing/2014/main" id="{EA59EAF9-C8ED-97EC-CF49-12F20A662686}"/>
                  </a:ext>
                </a:extLst>
              </p:cNvPr>
              <p:cNvSpPr/>
              <p:nvPr/>
            </p:nvSpPr>
            <p:spPr>
              <a:xfrm>
                <a:off x="5218928" y="3522543"/>
                <a:ext cx="59318" cy="19474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609" extrusionOk="0">
                    <a:moveTo>
                      <a:pt x="1155" y="31"/>
                    </a:moveTo>
                    <a:cubicBezTo>
                      <a:pt x="1125" y="31"/>
                      <a:pt x="1094" y="92"/>
                      <a:pt x="1064" y="122"/>
                    </a:cubicBezTo>
                    <a:cubicBezTo>
                      <a:pt x="1034" y="153"/>
                      <a:pt x="1003" y="183"/>
                      <a:pt x="1003" y="213"/>
                    </a:cubicBezTo>
                    <a:cubicBezTo>
                      <a:pt x="760" y="92"/>
                      <a:pt x="517" y="213"/>
                      <a:pt x="274" y="153"/>
                    </a:cubicBezTo>
                    <a:cubicBezTo>
                      <a:pt x="183" y="122"/>
                      <a:pt x="91" y="183"/>
                      <a:pt x="61" y="274"/>
                    </a:cubicBezTo>
                    <a:cubicBezTo>
                      <a:pt x="0" y="335"/>
                      <a:pt x="31" y="426"/>
                      <a:pt x="91" y="426"/>
                    </a:cubicBezTo>
                    <a:lnTo>
                      <a:pt x="456" y="548"/>
                    </a:lnTo>
                    <a:cubicBezTo>
                      <a:pt x="547" y="578"/>
                      <a:pt x="639" y="609"/>
                      <a:pt x="699" y="609"/>
                    </a:cubicBezTo>
                    <a:cubicBezTo>
                      <a:pt x="1064" y="578"/>
                      <a:pt x="1429" y="487"/>
                      <a:pt x="1794" y="396"/>
                    </a:cubicBezTo>
                    <a:cubicBezTo>
                      <a:pt x="1824" y="396"/>
                      <a:pt x="1854" y="335"/>
                      <a:pt x="1794" y="305"/>
                    </a:cubicBezTo>
                    <a:cubicBezTo>
                      <a:pt x="1642" y="92"/>
                      <a:pt x="1398" y="1"/>
                      <a:pt x="1155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6;p21">
                <a:extLst>
                  <a:ext uri="{FF2B5EF4-FFF2-40B4-BE49-F238E27FC236}">
                    <a16:creationId xmlns:a16="http://schemas.microsoft.com/office/drawing/2014/main" id="{2E355615-E0EB-B378-C8D2-338D8C0F8605}"/>
                  </a:ext>
                </a:extLst>
              </p:cNvPr>
              <p:cNvSpPr/>
              <p:nvPr/>
            </p:nvSpPr>
            <p:spPr>
              <a:xfrm>
                <a:off x="5287935" y="3524493"/>
                <a:ext cx="59318" cy="15573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487" extrusionOk="0">
                    <a:moveTo>
                      <a:pt x="1551" y="335"/>
                    </a:moveTo>
                    <a:cubicBezTo>
                      <a:pt x="1611" y="335"/>
                      <a:pt x="1672" y="304"/>
                      <a:pt x="1733" y="244"/>
                    </a:cubicBezTo>
                    <a:cubicBezTo>
                      <a:pt x="1763" y="213"/>
                      <a:pt x="1794" y="183"/>
                      <a:pt x="1824" y="152"/>
                    </a:cubicBezTo>
                    <a:cubicBezTo>
                      <a:pt x="1854" y="122"/>
                      <a:pt x="1824" y="61"/>
                      <a:pt x="1794" y="31"/>
                    </a:cubicBezTo>
                    <a:cubicBezTo>
                      <a:pt x="1794" y="31"/>
                      <a:pt x="1763" y="0"/>
                      <a:pt x="1733" y="0"/>
                    </a:cubicBezTo>
                    <a:cubicBezTo>
                      <a:pt x="1551" y="92"/>
                      <a:pt x="1338" y="122"/>
                      <a:pt x="1155" y="122"/>
                    </a:cubicBezTo>
                    <a:cubicBezTo>
                      <a:pt x="943" y="61"/>
                      <a:pt x="760" y="61"/>
                      <a:pt x="547" y="31"/>
                    </a:cubicBezTo>
                    <a:lnTo>
                      <a:pt x="487" y="31"/>
                    </a:lnTo>
                    <a:cubicBezTo>
                      <a:pt x="304" y="0"/>
                      <a:pt x="152" y="61"/>
                      <a:pt x="61" y="183"/>
                    </a:cubicBezTo>
                    <a:cubicBezTo>
                      <a:pt x="31" y="213"/>
                      <a:pt x="0" y="244"/>
                      <a:pt x="0" y="304"/>
                    </a:cubicBezTo>
                    <a:cubicBezTo>
                      <a:pt x="0" y="335"/>
                      <a:pt x="31" y="365"/>
                      <a:pt x="92" y="396"/>
                    </a:cubicBezTo>
                    <a:cubicBezTo>
                      <a:pt x="243" y="426"/>
                      <a:pt x="426" y="456"/>
                      <a:pt x="608" y="487"/>
                    </a:cubicBezTo>
                    <a:cubicBezTo>
                      <a:pt x="943" y="426"/>
                      <a:pt x="1247" y="396"/>
                      <a:pt x="1551" y="33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67;p21">
                <a:extLst>
                  <a:ext uri="{FF2B5EF4-FFF2-40B4-BE49-F238E27FC236}">
                    <a16:creationId xmlns:a16="http://schemas.microsoft.com/office/drawing/2014/main" id="{C0CB858E-3F8D-8E82-A9DE-154E132BD3B8}"/>
                  </a:ext>
                </a:extLst>
              </p:cNvPr>
              <p:cNvSpPr/>
              <p:nvPr/>
            </p:nvSpPr>
            <p:spPr>
              <a:xfrm>
                <a:off x="5248091" y="3162926"/>
                <a:ext cx="41827" cy="44737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1399" extrusionOk="0">
                    <a:moveTo>
                      <a:pt x="0" y="1307"/>
                    </a:moveTo>
                    <a:cubicBezTo>
                      <a:pt x="0" y="1307"/>
                      <a:pt x="0" y="1338"/>
                      <a:pt x="0" y="1368"/>
                    </a:cubicBezTo>
                    <a:cubicBezTo>
                      <a:pt x="0" y="1368"/>
                      <a:pt x="30" y="1368"/>
                      <a:pt x="61" y="1399"/>
                    </a:cubicBezTo>
                    <a:cubicBezTo>
                      <a:pt x="61" y="1399"/>
                      <a:pt x="91" y="1399"/>
                      <a:pt x="122" y="1399"/>
                    </a:cubicBezTo>
                    <a:cubicBezTo>
                      <a:pt x="334" y="1277"/>
                      <a:pt x="517" y="1125"/>
                      <a:pt x="669" y="912"/>
                    </a:cubicBezTo>
                    <a:cubicBezTo>
                      <a:pt x="821" y="669"/>
                      <a:pt x="1003" y="487"/>
                      <a:pt x="1246" y="335"/>
                    </a:cubicBezTo>
                    <a:cubicBezTo>
                      <a:pt x="1307" y="304"/>
                      <a:pt x="1307" y="304"/>
                      <a:pt x="1246" y="183"/>
                    </a:cubicBezTo>
                    <a:cubicBezTo>
                      <a:pt x="1125" y="0"/>
                      <a:pt x="1003" y="31"/>
                      <a:pt x="942" y="152"/>
                    </a:cubicBezTo>
                    <a:cubicBezTo>
                      <a:pt x="669" y="517"/>
                      <a:pt x="395" y="882"/>
                      <a:pt x="61" y="1186"/>
                    </a:cubicBezTo>
                    <a:cubicBezTo>
                      <a:pt x="30" y="1216"/>
                      <a:pt x="30" y="1247"/>
                      <a:pt x="0" y="130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68;p21">
                <a:extLst>
                  <a:ext uri="{FF2B5EF4-FFF2-40B4-BE49-F238E27FC236}">
                    <a16:creationId xmlns:a16="http://schemas.microsoft.com/office/drawing/2014/main" id="{567A360D-A4BF-2A30-C285-16C43F2E25D4}"/>
                  </a:ext>
                </a:extLst>
              </p:cNvPr>
              <p:cNvSpPr/>
              <p:nvPr/>
            </p:nvSpPr>
            <p:spPr>
              <a:xfrm>
                <a:off x="5328739" y="3144443"/>
                <a:ext cx="30187" cy="54458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703" extrusionOk="0">
                    <a:moveTo>
                      <a:pt x="943" y="821"/>
                    </a:moveTo>
                    <a:cubicBezTo>
                      <a:pt x="943" y="639"/>
                      <a:pt x="791" y="609"/>
                      <a:pt x="670" y="548"/>
                    </a:cubicBezTo>
                    <a:lnTo>
                      <a:pt x="700" y="518"/>
                    </a:lnTo>
                    <a:lnTo>
                      <a:pt x="670" y="518"/>
                    </a:lnTo>
                    <a:cubicBezTo>
                      <a:pt x="670" y="487"/>
                      <a:pt x="670" y="426"/>
                      <a:pt x="670" y="396"/>
                    </a:cubicBezTo>
                    <a:cubicBezTo>
                      <a:pt x="670" y="335"/>
                      <a:pt x="670" y="305"/>
                      <a:pt x="639" y="274"/>
                    </a:cubicBezTo>
                    <a:cubicBezTo>
                      <a:pt x="457" y="153"/>
                      <a:pt x="244" y="62"/>
                      <a:pt x="31" y="1"/>
                    </a:cubicBezTo>
                    <a:cubicBezTo>
                      <a:pt x="31" y="1"/>
                      <a:pt x="1" y="31"/>
                      <a:pt x="1" y="31"/>
                    </a:cubicBezTo>
                    <a:cubicBezTo>
                      <a:pt x="1" y="274"/>
                      <a:pt x="1" y="487"/>
                      <a:pt x="31" y="700"/>
                    </a:cubicBezTo>
                    <a:cubicBezTo>
                      <a:pt x="31" y="791"/>
                      <a:pt x="92" y="791"/>
                      <a:pt x="153" y="821"/>
                    </a:cubicBezTo>
                    <a:cubicBezTo>
                      <a:pt x="244" y="852"/>
                      <a:pt x="335" y="882"/>
                      <a:pt x="396" y="791"/>
                    </a:cubicBezTo>
                    <a:lnTo>
                      <a:pt x="548" y="639"/>
                    </a:lnTo>
                    <a:lnTo>
                      <a:pt x="548" y="670"/>
                    </a:lnTo>
                    <a:lnTo>
                      <a:pt x="548" y="670"/>
                    </a:lnTo>
                    <a:cubicBezTo>
                      <a:pt x="487" y="821"/>
                      <a:pt x="518" y="1004"/>
                      <a:pt x="396" y="1156"/>
                    </a:cubicBezTo>
                    <a:cubicBezTo>
                      <a:pt x="275" y="1308"/>
                      <a:pt x="275" y="1399"/>
                      <a:pt x="457" y="1521"/>
                    </a:cubicBezTo>
                    <a:cubicBezTo>
                      <a:pt x="518" y="1581"/>
                      <a:pt x="578" y="1612"/>
                      <a:pt x="670" y="1673"/>
                    </a:cubicBezTo>
                    <a:cubicBezTo>
                      <a:pt x="730" y="1703"/>
                      <a:pt x="791" y="1673"/>
                      <a:pt x="822" y="1581"/>
                    </a:cubicBezTo>
                    <a:cubicBezTo>
                      <a:pt x="882" y="1490"/>
                      <a:pt x="943" y="1338"/>
                      <a:pt x="943" y="1217"/>
                    </a:cubicBezTo>
                    <a:lnTo>
                      <a:pt x="943" y="1217"/>
                    </a:lnTo>
                    <a:lnTo>
                      <a:pt x="943" y="1217"/>
                    </a:lnTo>
                    <a:lnTo>
                      <a:pt x="943" y="1217"/>
                    </a:lnTo>
                    <a:cubicBezTo>
                      <a:pt x="822" y="1095"/>
                      <a:pt x="822" y="913"/>
                      <a:pt x="943" y="82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69;p21">
                <a:extLst>
                  <a:ext uri="{FF2B5EF4-FFF2-40B4-BE49-F238E27FC236}">
                    <a16:creationId xmlns:a16="http://schemas.microsoft.com/office/drawing/2014/main" id="{9C7C11F0-5AC3-858A-E5B5-0683676F8CB8}"/>
                  </a:ext>
                </a:extLst>
              </p:cNvPr>
              <p:cNvSpPr/>
              <p:nvPr/>
            </p:nvSpPr>
            <p:spPr>
              <a:xfrm>
                <a:off x="5273354" y="3543935"/>
                <a:ext cx="31146" cy="19474"/>
              </a:xfrm>
              <a:custGeom>
                <a:avLst/>
                <a:gdLst/>
                <a:ahLst/>
                <a:cxnLst/>
                <a:rect l="l" t="t" r="r" b="b"/>
                <a:pathLst>
                  <a:path w="974" h="609" extrusionOk="0">
                    <a:moveTo>
                      <a:pt x="639" y="608"/>
                    </a:moveTo>
                    <a:cubicBezTo>
                      <a:pt x="699" y="608"/>
                      <a:pt x="791" y="608"/>
                      <a:pt x="851" y="608"/>
                    </a:cubicBezTo>
                    <a:cubicBezTo>
                      <a:pt x="943" y="578"/>
                      <a:pt x="973" y="487"/>
                      <a:pt x="943" y="396"/>
                    </a:cubicBezTo>
                    <a:cubicBezTo>
                      <a:pt x="912" y="365"/>
                      <a:pt x="882" y="304"/>
                      <a:pt x="882" y="274"/>
                    </a:cubicBezTo>
                    <a:cubicBezTo>
                      <a:pt x="699" y="92"/>
                      <a:pt x="456" y="0"/>
                      <a:pt x="213" y="31"/>
                    </a:cubicBezTo>
                    <a:cubicBezTo>
                      <a:pt x="152" y="31"/>
                      <a:pt x="122" y="61"/>
                      <a:pt x="61" y="61"/>
                    </a:cubicBezTo>
                    <a:cubicBezTo>
                      <a:pt x="31" y="92"/>
                      <a:pt x="0" y="122"/>
                      <a:pt x="0" y="183"/>
                    </a:cubicBezTo>
                    <a:cubicBezTo>
                      <a:pt x="0" y="213"/>
                      <a:pt x="0" y="274"/>
                      <a:pt x="31" y="304"/>
                    </a:cubicBezTo>
                    <a:cubicBezTo>
                      <a:pt x="244" y="365"/>
                      <a:pt x="456" y="487"/>
                      <a:pt x="639" y="60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870;p21">
                <a:extLst>
                  <a:ext uri="{FF2B5EF4-FFF2-40B4-BE49-F238E27FC236}">
                    <a16:creationId xmlns:a16="http://schemas.microsoft.com/office/drawing/2014/main" id="{962496DF-4F4B-74D2-29B6-DAFFE0DEE52A}"/>
                  </a:ext>
                </a:extLst>
              </p:cNvPr>
              <p:cNvSpPr/>
              <p:nvPr/>
            </p:nvSpPr>
            <p:spPr>
              <a:xfrm>
                <a:off x="5924574" y="3476879"/>
                <a:ext cx="22384" cy="25294"/>
              </a:xfrm>
              <a:custGeom>
                <a:avLst/>
                <a:gdLst/>
                <a:ahLst/>
                <a:cxnLst/>
                <a:rect l="l" t="t" r="r" b="b"/>
                <a:pathLst>
                  <a:path w="700" h="791" extrusionOk="0">
                    <a:moveTo>
                      <a:pt x="122" y="0"/>
                    </a:moveTo>
                    <a:lnTo>
                      <a:pt x="61" y="0"/>
                    </a:lnTo>
                    <a:cubicBezTo>
                      <a:pt x="61" y="61"/>
                      <a:pt x="1" y="122"/>
                      <a:pt x="1" y="182"/>
                    </a:cubicBezTo>
                    <a:cubicBezTo>
                      <a:pt x="61" y="395"/>
                      <a:pt x="152" y="578"/>
                      <a:pt x="274" y="699"/>
                    </a:cubicBezTo>
                    <a:cubicBezTo>
                      <a:pt x="335" y="790"/>
                      <a:pt x="517" y="790"/>
                      <a:pt x="608" y="699"/>
                    </a:cubicBezTo>
                    <a:cubicBezTo>
                      <a:pt x="700" y="638"/>
                      <a:pt x="700" y="517"/>
                      <a:pt x="639" y="426"/>
                    </a:cubicBezTo>
                    <a:cubicBezTo>
                      <a:pt x="487" y="243"/>
                      <a:pt x="335" y="122"/>
                      <a:pt x="12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871;p21">
                <a:extLst>
                  <a:ext uri="{FF2B5EF4-FFF2-40B4-BE49-F238E27FC236}">
                    <a16:creationId xmlns:a16="http://schemas.microsoft.com/office/drawing/2014/main" id="{0B7B35C6-2E37-5B66-523E-8C5153B0BB40}"/>
                  </a:ext>
                </a:extLst>
              </p:cNvPr>
              <p:cNvSpPr/>
              <p:nvPr/>
            </p:nvSpPr>
            <p:spPr>
              <a:xfrm>
                <a:off x="5403598" y="3428274"/>
                <a:ext cx="23344" cy="17524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700" y="395"/>
                    </a:moveTo>
                    <a:cubicBezTo>
                      <a:pt x="730" y="395"/>
                      <a:pt x="730" y="335"/>
                      <a:pt x="730" y="304"/>
                    </a:cubicBezTo>
                    <a:cubicBezTo>
                      <a:pt x="730" y="243"/>
                      <a:pt x="700" y="213"/>
                      <a:pt x="700" y="183"/>
                    </a:cubicBezTo>
                    <a:cubicBezTo>
                      <a:pt x="517" y="0"/>
                      <a:pt x="213" y="0"/>
                      <a:pt x="31" y="183"/>
                    </a:cubicBezTo>
                    <a:cubicBezTo>
                      <a:pt x="0" y="243"/>
                      <a:pt x="0" y="304"/>
                      <a:pt x="31" y="365"/>
                    </a:cubicBezTo>
                    <a:cubicBezTo>
                      <a:pt x="152" y="487"/>
                      <a:pt x="335" y="547"/>
                      <a:pt x="517" y="517"/>
                    </a:cubicBezTo>
                    <a:cubicBezTo>
                      <a:pt x="578" y="487"/>
                      <a:pt x="639" y="456"/>
                      <a:pt x="700" y="39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872;p21">
                <a:extLst>
                  <a:ext uri="{FF2B5EF4-FFF2-40B4-BE49-F238E27FC236}">
                    <a16:creationId xmlns:a16="http://schemas.microsoft.com/office/drawing/2014/main" id="{034F742E-BD34-A166-A2A5-76261BDEA1F7}"/>
                  </a:ext>
                </a:extLst>
              </p:cNvPr>
              <p:cNvSpPr/>
              <p:nvPr/>
            </p:nvSpPr>
            <p:spPr>
              <a:xfrm>
                <a:off x="5512449" y="4113515"/>
                <a:ext cx="20466" cy="1071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335" extrusionOk="0">
                    <a:moveTo>
                      <a:pt x="31" y="122"/>
                    </a:moveTo>
                    <a:cubicBezTo>
                      <a:pt x="1" y="152"/>
                      <a:pt x="1" y="213"/>
                      <a:pt x="1" y="243"/>
                    </a:cubicBezTo>
                    <a:cubicBezTo>
                      <a:pt x="1" y="274"/>
                      <a:pt x="31" y="274"/>
                      <a:pt x="62" y="274"/>
                    </a:cubicBezTo>
                    <a:lnTo>
                      <a:pt x="274" y="335"/>
                    </a:lnTo>
                    <a:lnTo>
                      <a:pt x="457" y="335"/>
                    </a:lnTo>
                    <a:lnTo>
                      <a:pt x="517" y="335"/>
                    </a:lnTo>
                    <a:lnTo>
                      <a:pt x="639" y="274"/>
                    </a:lnTo>
                    <a:cubicBezTo>
                      <a:pt x="609" y="213"/>
                      <a:pt x="578" y="152"/>
                      <a:pt x="517" y="122"/>
                    </a:cubicBezTo>
                    <a:cubicBezTo>
                      <a:pt x="396" y="0"/>
                      <a:pt x="183" y="0"/>
                      <a:pt x="31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873;p21">
                <a:extLst>
                  <a:ext uri="{FF2B5EF4-FFF2-40B4-BE49-F238E27FC236}">
                    <a16:creationId xmlns:a16="http://schemas.microsoft.com/office/drawing/2014/main" id="{C49FB9F0-E125-AB33-4DB4-D0DE8674D13C}"/>
                  </a:ext>
                </a:extLst>
              </p:cNvPr>
              <p:cNvSpPr/>
              <p:nvPr/>
            </p:nvSpPr>
            <p:spPr>
              <a:xfrm>
                <a:off x="5550374" y="3477838"/>
                <a:ext cx="13622" cy="20434"/>
              </a:xfrm>
              <a:custGeom>
                <a:avLst/>
                <a:gdLst/>
                <a:ahLst/>
                <a:cxnLst/>
                <a:rect l="l" t="t" r="r" b="b"/>
                <a:pathLst>
                  <a:path w="426" h="639" extrusionOk="0">
                    <a:moveTo>
                      <a:pt x="243" y="0"/>
                    </a:moveTo>
                    <a:cubicBezTo>
                      <a:pt x="213" y="0"/>
                      <a:pt x="183" y="31"/>
                      <a:pt x="183" y="31"/>
                    </a:cubicBezTo>
                    <a:cubicBezTo>
                      <a:pt x="61" y="152"/>
                      <a:pt x="0" y="335"/>
                      <a:pt x="0" y="517"/>
                    </a:cubicBezTo>
                    <a:cubicBezTo>
                      <a:pt x="0" y="548"/>
                      <a:pt x="31" y="578"/>
                      <a:pt x="61" y="608"/>
                    </a:cubicBezTo>
                    <a:cubicBezTo>
                      <a:pt x="91" y="639"/>
                      <a:pt x="122" y="608"/>
                      <a:pt x="122" y="608"/>
                    </a:cubicBezTo>
                    <a:cubicBezTo>
                      <a:pt x="335" y="517"/>
                      <a:pt x="426" y="274"/>
                      <a:pt x="335" y="61"/>
                    </a:cubicBezTo>
                    <a:cubicBezTo>
                      <a:pt x="335" y="0"/>
                      <a:pt x="274" y="0"/>
                      <a:pt x="24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874;p21">
                <a:extLst>
                  <a:ext uri="{FF2B5EF4-FFF2-40B4-BE49-F238E27FC236}">
                    <a16:creationId xmlns:a16="http://schemas.microsoft.com/office/drawing/2014/main" id="{A262603A-4B14-FFEB-EF78-F1E2E64BFE95}"/>
                  </a:ext>
                </a:extLst>
              </p:cNvPr>
              <p:cNvSpPr/>
              <p:nvPr/>
            </p:nvSpPr>
            <p:spPr>
              <a:xfrm>
                <a:off x="5476506" y="3584738"/>
                <a:ext cx="19442" cy="1269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397" extrusionOk="0">
                    <a:moveTo>
                      <a:pt x="334" y="366"/>
                    </a:moveTo>
                    <a:cubicBezTo>
                      <a:pt x="426" y="396"/>
                      <a:pt x="547" y="305"/>
                      <a:pt x="578" y="183"/>
                    </a:cubicBezTo>
                    <a:cubicBezTo>
                      <a:pt x="608" y="123"/>
                      <a:pt x="578" y="62"/>
                      <a:pt x="517" y="31"/>
                    </a:cubicBezTo>
                    <a:lnTo>
                      <a:pt x="334" y="1"/>
                    </a:lnTo>
                    <a:cubicBezTo>
                      <a:pt x="274" y="1"/>
                      <a:pt x="182" y="31"/>
                      <a:pt x="91" y="31"/>
                    </a:cubicBezTo>
                    <a:cubicBezTo>
                      <a:pt x="30" y="62"/>
                      <a:pt x="0" y="92"/>
                      <a:pt x="0" y="123"/>
                    </a:cubicBezTo>
                    <a:cubicBezTo>
                      <a:pt x="0" y="153"/>
                      <a:pt x="0" y="244"/>
                      <a:pt x="30" y="244"/>
                    </a:cubicBezTo>
                    <a:cubicBezTo>
                      <a:pt x="122" y="305"/>
                      <a:pt x="243" y="335"/>
                      <a:pt x="334" y="36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875;p21">
                <a:extLst>
                  <a:ext uri="{FF2B5EF4-FFF2-40B4-BE49-F238E27FC236}">
                    <a16:creationId xmlns:a16="http://schemas.microsoft.com/office/drawing/2014/main" id="{3B185877-5DD7-6EC5-6E7C-0B11306D0DAA}"/>
                  </a:ext>
                </a:extLst>
              </p:cNvPr>
              <p:cNvSpPr/>
              <p:nvPr/>
            </p:nvSpPr>
            <p:spPr>
              <a:xfrm>
                <a:off x="5949836" y="4484803"/>
                <a:ext cx="14614" cy="15573"/>
              </a:xfrm>
              <a:custGeom>
                <a:avLst/>
                <a:gdLst/>
                <a:ahLst/>
                <a:cxnLst/>
                <a:rect l="l" t="t" r="r" b="b"/>
                <a:pathLst>
                  <a:path w="457" h="487" extrusionOk="0">
                    <a:moveTo>
                      <a:pt x="214" y="31"/>
                    </a:moveTo>
                    <a:cubicBezTo>
                      <a:pt x="92" y="122"/>
                      <a:pt x="31" y="274"/>
                      <a:pt x="1" y="426"/>
                    </a:cubicBezTo>
                    <a:cubicBezTo>
                      <a:pt x="1" y="426"/>
                      <a:pt x="31" y="487"/>
                      <a:pt x="62" y="487"/>
                    </a:cubicBezTo>
                    <a:cubicBezTo>
                      <a:pt x="122" y="456"/>
                      <a:pt x="214" y="426"/>
                      <a:pt x="305" y="395"/>
                    </a:cubicBezTo>
                    <a:cubicBezTo>
                      <a:pt x="426" y="335"/>
                      <a:pt x="457" y="213"/>
                      <a:pt x="396" y="61"/>
                    </a:cubicBezTo>
                    <a:cubicBezTo>
                      <a:pt x="335" y="0"/>
                      <a:pt x="274" y="0"/>
                      <a:pt x="214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876;p21">
                <a:extLst>
                  <a:ext uri="{FF2B5EF4-FFF2-40B4-BE49-F238E27FC236}">
                    <a16:creationId xmlns:a16="http://schemas.microsoft.com/office/drawing/2014/main" id="{691BF81D-9499-591C-3DD6-0C29AECBF575}"/>
                  </a:ext>
                </a:extLst>
              </p:cNvPr>
              <p:cNvSpPr/>
              <p:nvPr/>
            </p:nvSpPr>
            <p:spPr>
              <a:xfrm>
                <a:off x="6123826" y="3662507"/>
                <a:ext cx="11704" cy="16564"/>
              </a:xfrm>
              <a:custGeom>
                <a:avLst/>
                <a:gdLst/>
                <a:ahLst/>
                <a:cxnLst/>
                <a:rect l="l" t="t" r="r" b="b"/>
                <a:pathLst>
                  <a:path w="366" h="518" extrusionOk="0">
                    <a:moveTo>
                      <a:pt x="365" y="274"/>
                    </a:moveTo>
                    <a:cubicBezTo>
                      <a:pt x="305" y="153"/>
                      <a:pt x="213" y="61"/>
                      <a:pt x="92" y="1"/>
                    </a:cubicBezTo>
                    <a:cubicBezTo>
                      <a:pt x="61" y="31"/>
                      <a:pt x="1" y="31"/>
                      <a:pt x="1" y="61"/>
                    </a:cubicBezTo>
                    <a:cubicBezTo>
                      <a:pt x="1" y="183"/>
                      <a:pt x="1" y="305"/>
                      <a:pt x="31" y="396"/>
                    </a:cubicBezTo>
                    <a:cubicBezTo>
                      <a:pt x="31" y="487"/>
                      <a:pt x="153" y="517"/>
                      <a:pt x="244" y="487"/>
                    </a:cubicBezTo>
                    <a:cubicBezTo>
                      <a:pt x="335" y="457"/>
                      <a:pt x="365" y="365"/>
                      <a:pt x="365" y="27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877;p21">
                <a:extLst>
                  <a:ext uri="{FF2B5EF4-FFF2-40B4-BE49-F238E27FC236}">
                    <a16:creationId xmlns:a16="http://schemas.microsoft.com/office/drawing/2014/main" id="{4C5C7954-73D7-702E-D614-6E8E97902911}"/>
                  </a:ext>
                </a:extLst>
              </p:cNvPr>
              <p:cNvSpPr/>
              <p:nvPr/>
            </p:nvSpPr>
            <p:spPr>
              <a:xfrm>
                <a:off x="6029556" y="3535174"/>
                <a:ext cx="15573" cy="19474"/>
              </a:xfrm>
              <a:custGeom>
                <a:avLst/>
                <a:gdLst/>
                <a:ahLst/>
                <a:cxnLst/>
                <a:rect l="l" t="t" r="r" b="b"/>
                <a:pathLst>
                  <a:path w="487" h="609" extrusionOk="0">
                    <a:moveTo>
                      <a:pt x="395" y="609"/>
                    </a:moveTo>
                    <a:cubicBezTo>
                      <a:pt x="426" y="609"/>
                      <a:pt x="426" y="609"/>
                      <a:pt x="456" y="609"/>
                    </a:cubicBezTo>
                    <a:cubicBezTo>
                      <a:pt x="456" y="578"/>
                      <a:pt x="487" y="578"/>
                      <a:pt x="487" y="548"/>
                    </a:cubicBezTo>
                    <a:cubicBezTo>
                      <a:pt x="426" y="487"/>
                      <a:pt x="395" y="396"/>
                      <a:pt x="335" y="335"/>
                    </a:cubicBezTo>
                    <a:lnTo>
                      <a:pt x="335" y="335"/>
                    </a:lnTo>
                    <a:cubicBezTo>
                      <a:pt x="274" y="244"/>
                      <a:pt x="213" y="153"/>
                      <a:pt x="152" y="62"/>
                    </a:cubicBezTo>
                    <a:cubicBezTo>
                      <a:pt x="122" y="31"/>
                      <a:pt x="91" y="31"/>
                      <a:pt x="31" y="1"/>
                    </a:cubicBezTo>
                    <a:cubicBezTo>
                      <a:pt x="0" y="1"/>
                      <a:pt x="0" y="153"/>
                      <a:pt x="0" y="214"/>
                    </a:cubicBezTo>
                    <a:cubicBezTo>
                      <a:pt x="91" y="366"/>
                      <a:pt x="213" y="518"/>
                      <a:pt x="395" y="60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878;p21">
                <a:extLst>
                  <a:ext uri="{FF2B5EF4-FFF2-40B4-BE49-F238E27FC236}">
                    <a16:creationId xmlns:a16="http://schemas.microsoft.com/office/drawing/2014/main" id="{A59C59E1-A457-92CC-5C33-7BC59A454F7D}"/>
                  </a:ext>
                </a:extLst>
              </p:cNvPr>
              <p:cNvSpPr/>
              <p:nvPr/>
            </p:nvSpPr>
            <p:spPr>
              <a:xfrm>
                <a:off x="5377344" y="3404930"/>
                <a:ext cx="24335" cy="4893"/>
              </a:xfrm>
              <a:custGeom>
                <a:avLst/>
                <a:gdLst/>
                <a:ahLst/>
                <a:cxnLst/>
                <a:rect l="l" t="t" r="r" b="b"/>
                <a:pathLst>
                  <a:path w="761" h="153" extrusionOk="0">
                    <a:moveTo>
                      <a:pt x="31" y="62"/>
                    </a:moveTo>
                    <a:cubicBezTo>
                      <a:pt x="1" y="122"/>
                      <a:pt x="31" y="153"/>
                      <a:pt x="92" y="153"/>
                    </a:cubicBezTo>
                    <a:lnTo>
                      <a:pt x="396" y="153"/>
                    </a:lnTo>
                    <a:lnTo>
                      <a:pt x="396" y="153"/>
                    </a:lnTo>
                    <a:lnTo>
                      <a:pt x="669" y="153"/>
                    </a:lnTo>
                    <a:cubicBezTo>
                      <a:pt x="700" y="153"/>
                      <a:pt x="730" y="122"/>
                      <a:pt x="730" y="92"/>
                    </a:cubicBezTo>
                    <a:cubicBezTo>
                      <a:pt x="761" y="92"/>
                      <a:pt x="700" y="62"/>
                      <a:pt x="700" y="62"/>
                    </a:cubicBezTo>
                    <a:cubicBezTo>
                      <a:pt x="517" y="31"/>
                      <a:pt x="305" y="1"/>
                      <a:pt x="122" y="1"/>
                    </a:cubicBezTo>
                    <a:cubicBezTo>
                      <a:pt x="92" y="1"/>
                      <a:pt x="31" y="31"/>
                      <a:pt x="31" y="6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879;p21">
                <a:extLst>
                  <a:ext uri="{FF2B5EF4-FFF2-40B4-BE49-F238E27FC236}">
                    <a16:creationId xmlns:a16="http://schemas.microsoft.com/office/drawing/2014/main" id="{55AD22F4-902C-B6F8-F2E6-9A16DC2AA0F8}"/>
                  </a:ext>
                </a:extLst>
              </p:cNvPr>
              <p:cNvSpPr/>
              <p:nvPr/>
            </p:nvSpPr>
            <p:spPr>
              <a:xfrm>
                <a:off x="6012064" y="3549755"/>
                <a:ext cx="17524" cy="1170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66" extrusionOk="0">
                    <a:moveTo>
                      <a:pt x="426" y="366"/>
                    </a:moveTo>
                    <a:cubicBezTo>
                      <a:pt x="486" y="335"/>
                      <a:pt x="517" y="335"/>
                      <a:pt x="517" y="274"/>
                    </a:cubicBezTo>
                    <a:cubicBezTo>
                      <a:pt x="547" y="244"/>
                      <a:pt x="517" y="214"/>
                      <a:pt x="486" y="153"/>
                    </a:cubicBezTo>
                    <a:cubicBezTo>
                      <a:pt x="426" y="62"/>
                      <a:pt x="304" y="1"/>
                      <a:pt x="152" y="1"/>
                    </a:cubicBezTo>
                    <a:cubicBezTo>
                      <a:pt x="122" y="1"/>
                      <a:pt x="91" y="31"/>
                      <a:pt x="31" y="62"/>
                    </a:cubicBezTo>
                    <a:cubicBezTo>
                      <a:pt x="0" y="92"/>
                      <a:pt x="31" y="183"/>
                      <a:pt x="61" y="214"/>
                    </a:cubicBezTo>
                    <a:cubicBezTo>
                      <a:pt x="182" y="305"/>
                      <a:pt x="304" y="335"/>
                      <a:pt x="426" y="36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880;p21">
                <a:extLst>
                  <a:ext uri="{FF2B5EF4-FFF2-40B4-BE49-F238E27FC236}">
                    <a16:creationId xmlns:a16="http://schemas.microsoft.com/office/drawing/2014/main" id="{2185CB13-9675-1EA5-BFCD-72539B128373}"/>
                  </a:ext>
                </a:extLst>
              </p:cNvPr>
              <p:cNvSpPr/>
              <p:nvPr/>
            </p:nvSpPr>
            <p:spPr>
              <a:xfrm>
                <a:off x="4888441" y="3343694"/>
                <a:ext cx="10744" cy="12695"/>
              </a:xfrm>
              <a:custGeom>
                <a:avLst/>
                <a:gdLst/>
                <a:ahLst/>
                <a:cxnLst/>
                <a:rect l="l" t="t" r="r" b="b"/>
                <a:pathLst>
                  <a:path w="336" h="397" extrusionOk="0">
                    <a:moveTo>
                      <a:pt x="122" y="1"/>
                    </a:moveTo>
                    <a:cubicBezTo>
                      <a:pt x="122" y="1"/>
                      <a:pt x="92" y="1"/>
                      <a:pt x="92" y="1"/>
                    </a:cubicBezTo>
                    <a:cubicBezTo>
                      <a:pt x="31" y="31"/>
                      <a:pt x="1" y="62"/>
                      <a:pt x="1" y="92"/>
                    </a:cubicBezTo>
                    <a:cubicBezTo>
                      <a:pt x="1" y="214"/>
                      <a:pt x="61" y="335"/>
                      <a:pt x="183" y="396"/>
                    </a:cubicBezTo>
                    <a:cubicBezTo>
                      <a:pt x="213" y="396"/>
                      <a:pt x="244" y="396"/>
                      <a:pt x="244" y="396"/>
                    </a:cubicBezTo>
                    <a:cubicBezTo>
                      <a:pt x="274" y="366"/>
                      <a:pt x="305" y="335"/>
                      <a:pt x="335" y="305"/>
                    </a:cubicBezTo>
                    <a:cubicBezTo>
                      <a:pt x="335" y="183"/>
                      <a:pt x="244" y="62"/>
                      <a:pt x="1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881;p21">
                <a:extLst>
                  <a:ext uri="{FF2B5EF4-FFF2-40B4-BE49-F238E27FC236}">
                    <a16:creationId xmlns:a16="http://schemas.microsoft.com/office/drawing/2014/main" id="{32B034C0-8F56-A502-B8EF-0406A5D1711E}"/>
                  </a:ext>
                </a:extLst>
              </p:cNvPr>
              <p:cNvSpPr/>
              <p:nvPr/>
            </p:nvSpPr>
            <p:spPr>
              <a:xfrm>
                <a:off x="5073111" y="3418552"/>
                <a:ext cx="13654" cy="12663"/>
              </a:xfrm>
              <a:custGeom>
                <a:avLst/>
                <a:gdLst/>
                <a:ahLst/>
                <a:cxnLst/>
                <a:rect l="l" t="t" r="r" b="b"/>
                <a:pathLst>
                  <a:path w="427" h="396" extrusionOk="0">
                    <a:moveTo>
                      <a:pt x="92" y="31"/>
                    </a:moveTo>
                    <a:cubicBezTo>
                      <a:pt x="92" y="31"/>
                      <a:pt x="62" y="61"/>
                      <a:pt x="62" y="61"/>
                    </a:cubicBezTo>
                    <a:cubicBezTo>
                      <a:pt x="1" y="122"/>
                      <a:pt x="1" y="183"/>
                      <a:pt x="31" y="244"/>
                    </a:cubicBezTo>
                    <a:cubicBezTo>
                      <a:pt x="62" y="335"/>
                      <a:pt x="153" y="395"/>
                      <a:pt x="244" y="365"/>
                    </a:cubicBezTo>
                    <a:cubicBezTo>
                      <a:pt x="305" y="335"/>
                      <a:pt x="366" y="335"/>
                      <a:pt x="396" y="304"/>
                    </a:cubicBezTo>
                    <a:cubicBezTo>
                      <a:pt x="396" y="244"/>
                      <a:pt x="426" y="213"/>
                      <a:pt x="396" y="213"/>
                    </a:cubicBezTo>
                    <a:cubicBezTo>
                      <a:pt x="366" y="61"/>
                      <a:pt x="244" y="0"/>
                      <a:pt x="92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882;p21">
                <a:extLst>
                  <a:ext uri="{FF2B5EF4-FFF2-40B4-BE49-F238E27FC236}">
                    <a16:creationId xmlns:a16="http://schemas.microsoft.com/office/drawing/2014/main" id="{F13FD9C0-4EC1-8101-0DA1-B5FD94B97FA2}"/>
                  </a:ext>
                </a:extLst>
              </p:cNvPr>
              <p:cNvSpPr/>
              <p:nvPr/>
            </p:nvSpPr>
            <p:spPr>
              <a:xfrm>
                <a:off x="5997483" y="3517682"/>
                <a:ext cx="13622" cy="13654"/>
              </a:xfrm>
              <a:custGeom>
                <a:avLst/>
                <a:gdLst/>
                <a:ahLst/>
                <a:cxnLst/>
                <a:rect l="l" t="t" r="r" b="b"/>
                <a:pathLst>
                  <a:path w="426" h="427" extrusionOk="0">
                    <a:moveTo>
                      <a:pt x="304" y="396"/>
                    </a:moveTo>
                    <a:cubicBezTo>
                      <a:pt x="365" y="426"/>
                      <a:pt x="395" y="426"/>
                      <a:pt x="426" y="365"/>
                    </a:cubicBezTo>
                    <a:cubicBezTo>
                      <a:pt x="426" y="335"/>
                      <a:pt x="426" y="274"/>
                      <a:pt x="426" y="244"/>
                    </a:cubicBezTo>
                    <a:cubicBezTo>
                      <a:pt x="335" y="122"/>
                      <a:pt x="213" y="31"/>
                      <a:pt x="31" y="1"/>
                    </a:cubicBezTo>
                    <a:cubicBezTo>
                      <a:pt x="31" y="1"/>
                      <a:pt x="0" y="1"/>
                      <a:pt x="0" y="31"/>
                    </a:cubicBezTo>
                    <a:cubicBezTo>
                      <a:pt x="0" y="61"/>
                      <a:pt x="0" y="61"/>
                      <a:pt x="0" y="92"/>
                    </a:cubicBezTo>
                    <a:cubicBezTo>
                      <a:pt x="61" y="213"/>
                      <a:pt x="183" y="335"/>
                      <a:pt x="304" y="39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883;p21">
                <a:extLst>
                  <a:ext uri="{FF2B5EF4-FFF2-40B4-BE49-F238E27FC236}">
                    <a16:creationId xmlns:a16="http://schemas.microsoft.com/office/drawing/2014/main" id="{8C095808-F1AA-06BD-DF93-68DA97664134}"/>
                  </a:ext>
                </a:extLst>
              </p:cNvPr>
              <p:cNvSpPr/>
              <p:nvPr/>
            </p:nvSpPr>
            <p:spPr>
              <a:xfrm>
                <a:off x="4912744" y="3390349"/>
                <a:ext cx="10712" cy="11704"/>
              </a:xfrm>
              <a:custGeom>
                <a:avLst/>
                <a:gdLst/>
                <a:ahLst/>
                <a:cxnLst/>
                <a:rect l="l" t="t" r="r" b="b"/>
                <a:pathLst>
                  <a:path w="335" h="366" extrusionOk="0">
                    <a:moveTo>
                      <a:pt x="183" y="1"/>
                    </a:moveTo>
                    <a:cubicBezTo>
                      <a:pt x="122" y="1"/>
                      <a:pt x="92" y="1"/>
                      <a:pt x="31" y="31"/>
                    </a:cubicBezTo>
                    <a:cubicBezTo>
                      <a:pt x="1" y="31"/>
                      <a:pt x="1" y="92"/>
                      <a:pt x="1" y="153"/>
                    </a:cubicBezTo>
                    <a:cubicBezTo>
                      <a:pt x="31" y="244"/>
                      <a:pt x="122" y="335"/>
                      <a:pt x="213" y="366"/>
                    </a:cubicBezTo>
                    <a:lnTo>
                      <a:pt x="274" y="366"/>
                    </a:lnTo>
                    <a:cubicBezTo>
                      <a:pt x="305" y="335"/>
                      <a:pt x="335" y="305"/>
                      <a:pt x="335" y="274"/>
                    </a:cubicBezTo>
                    <a:cubicBezTo>
                      <a:pt x="335" y="153"/>
                      <a:pt x="274" y="62"/>
                      <a:pt x="18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884;p21">
                <a:extLst>
                  <a:ext uri="{FF2B5EF4-FFF2-40B4-BE49-F238E27FC236}">
                    <a16:creationId xmlns:a16="http://schemas.microsoft.com/office/drawing/2014/main" id="{87649761-4F20-52F3-8A50-EFFF24E3D313}"/>
                  </a:ext>
                </a:extLst>
              </p:cNvPr>
              <p:cNvSpPr/>
              <p:nvPr/>
            </p:nvSpPr>
            <p:spPr>
              <a:xfrm>
                <a:off x="6040237" y="3570189"/>
                <a:ext cx="13654" cy="9753"/>
              </a:xfrm>
              <a:custGeom>
                <a:avLst/>
                <a:gdLst/>
                <a:ahLst/>
                <a:cxnLst/>
                <a:rect l="l" t="t" r="r" b="b"/>
                <a:pathLst>
                  <a:path w="427" h="305" extrusionOk="0">
                    <a:moveTo>
                      <a:pt x="1" y="61"/>
                    </a:moveTo>
                    <a:cubicBezTo>
                      <a:pt x="1" y="91"/>
                      <a:pt x="1" y="91"/>
                      <a:pt x="1" y="122"/>
                    </a:cubicBezTo>
                    <a:cubicBezTo>
                      <a:pt x="61" y="213"/>
                      <a:pt x="153" y="304"/>
                      <a:pt x="274" y="304"/>
                    </a:cubicBezTo>
                    <a:cubicBezTo>
                      <a:pt x="305" y="304"/>
                      <a:pt x="365" y="274"/>
                      <a:pt x="426" y="243"/>
                    </a:cubicBezTo>
                    <a:cubicBezTo>
                      <a:pt x="426" y="213"/>
                      <a:pt x="426" y="182"/>
                      <a:pt x="396" y="152"/>
                    </a:cubicBezTo>
                    <a:cubicBezTo>
                      <a:pt x="335" y="91"/>
                      <a:pt x="244" y="30"/>
                      <a:pt x="122" y="0"/>
                    </a:cubicBezTo>
                    <a:cubicBezTo>
                      <a:pt x="61" y="0"/>
                      <a:pt x="31" y="0"/>
                      <a:pt x="1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885;p21">
                <a:extLst>
                  <a:ext uri="{FF2B5EF4-FFF2-40B4-BE49-F238E27FC236}">
                    <a16:creationId xmlns:a16="http://schemas.microsoft.com/office/drawing/2014/main" id="{A48816CB-BD14-341F-25E4-9270448120AC}"/>
                  </a:ext>
                </a:extLst>
              </p:cNvPr>
              <p:cNvSpPr/>
              <p:nvPr/>
            </p:nvSpPr>
            <p:spPr>
              <a:xfrm>
                <a:off x="5886681" y="3439945"/>
                <a:ext cx="9753" cy="20434"/>
              </a:xfrm>
              <a:custGeom>
                <a:avLst/>
                <a:gdLst/>
                <a:ahLst/>
                <a:cxnLst/>
                <a:rect l="l" t="t" r="r" b="b"/>
                <a:pathLst>
                  <a:path w="305" h="639" extrusionOk="0">
                    <a:moveTo>
                      <a:pt x="0" y="0"/>
                    </a:moveTo>
                    <a:cubicBezTo>
                      <a:pt x="0" y="213"/>
                      <a:pt x="61" y="426"/>
                      <a:pt x="152" y="638"/>
                    </a:cubicBezTo>
                    <a:lnTo>
                      <a:pt x="213" y="638"/>
                    </a:lnTo>
                    <a:cubicBezTo>
                      <a:pt x="274" y="608"/>
                      <a:pt x="304" y="547"/>
                      <a:pt x="304" y="486"/>
                    </a:cubicBezTo>
                    <a:cubicBezTo>
                      <a:pt x="304" y="274"/>
                      <a:pt x="182" y="9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886;p21">
                <a:extLst>
                  <a:ext uri="{FF2B5EF4-FFF2-40B4-BE49-F238E27FC236}">
                    <a16:creationId xmlns:a16="http://schemas.microsoft.com/office/drawing/2014/main" id="{F30370A8-C2F9-04A7-3A6B-948158D707C1}"/>
                  </a:ext>
                </a:extLst>
              </p:cNvPr>
              <p:cNvSpPr/>
              <p:nvPr/>
            </p:nvSpPr>
            <p:spPr>
              <a:xfrm>
                <a:off x="5008964" y="3347595"/>
                <a:ext cx="14614" cy="6843"/>
              </a:xfrm>
              <a:custGeom>
                <a:avLst/>
                <a:gdLst/>
                <a:ahLst/>
                <a:cxnLst/>
                <a:rect l="l" t="t" r="r" b="b"/>
                <a:pathLst>
                  <a:path w="457" h="214" extrusionOk="0">
                    <a:moveTo>
                      <a:pt x="426" y="152"/>
                    </a:moveTo>
                    <a:cubicBezTo>
                      <a:pt x="457" y="152"/>
                      <a:pt x="457" y="122"/>
                      <a:pt x="426" y="122"/>
                    </a:cubicBezTo>
                    <a:cubicBezTo>
                      <a:pt x="426" y="61"/>
                      <a:pt x="396" y="31"/>
                      <a:pt x="366" y="0"/>
                    </a:cubicBezTo>
                    <a:cubicBezTo>
                      <a:pt x="305" y="0"/>
                      <a:pt x="274" y="0"/>
                      <a:pt x="214" y="0"/>
                    </a:cubicBezTo>
                    <a:lnTo>
                      <a:pt x="1" y="0"/>
                    </a:lnTo>
                    <a:cubicBezTo>
                      <a:pt x="92" y="92"/>
                      <a:pt x="214" y="152"/>
                      <a:pt x="305" y="213"/>
                    </a:cubicBezTo>
                    <a:cubicBezTo>
                      <a:pt x="366" y="213"/>
                      <a:pt x="396" y="183"/>
                      <a:pt x="426" y="15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887;p21">
                <a:extLst>
                  <a:ext uri="{FF2B5EF4-FFF2-40B4-BE49-F238E27FC236}">
                    <a16:creationId xmlns:a16="http://schemas.microsoft.com/office/drawing/2014/main" id="{B2EB540B-8AC3-0736-812E-6992139C452A}"/>
                  </a:ext>
                </a:extLst>
              </p:cNvPr>
              <p:cNvSpPr/>
              <p:nvPr/>
            </p:nvSpPr>
            <p:spPr>
              <a:xfrm>
                <a:off x="5491088" y="3371898"/>
                <a:ext cx="12663" cy="8762"/>
              </a:xfrm>
              <a:custGeom>
                <a:avLst/>
                <a:gdLst/>
                <a:ahLst/>
                <a:cxnLst/>
                <a:rect l="l" t="t" r="r" b="b"/>
                <a:pathLst>
                  <a:path w="396" h="274" extrusionOk="0">
                    <a:moveTo>
                      <a:pt x="334" y="244"/>
                    </a:moveTo>
                    <a:cubicBezTo>
                      <a:pt x="334" y="244"/>
                      <a:pt x="365" y="213"/>
                      <a:pt x="365" y="183"/>
                    </a:cubicBezTo>
                    <a:cubicBezTo>
                      <a:pt x="395" y="183"/>
                      <a:pt x="365" y="152"/>
                      <a:pt x="365" y="122"/>
                    </a:cubicBezTo>
                    <a:cubicBezTo>
                      <a:pt x="304" y="0"/>
                      <a:pt x="122" y="0"/>
                      <a:pt x="61" y="122"/>
                    </a:cubicBezTo>
                    <a:cubicBezTo>
                      <a:pt x="61" y="122"/>
                      <a:pt x="0" y="183"/>
                      <a:pt x="30" y="183"/>
                    </a:cubicBezTo>
                    <a:cubicBezTo>
                      <a:pt x="30" y="183"/>
                      <a:pt x="61" y="274"/>
                      <a:pt x="91" y="274"/>
                    </a:cubicBezTo>
                    <a:cubicBezTo>
                      <a:pt x="182" y="274"/>
                      <a:pt x="243" y="244"/>
                      <a:pt x="334" y="2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888;p21">
                <a:extLst>
                  <a:ext uri="{FF2B5EF4-FFF2-40B4-BE49-F238E27FC236}">
                    <a16:creationId xmlns:a16="http://schemas.microsoft.com/office/drawing/2014/main" id="{16FFDBEC-065C-A058-AEDF-7FA806E0C115}"/>
                  </a:ext>
                </a:extLst>
              </p:cNvPr>
              <p:cNvSpPr/>
              <p:nvPr/>
            </p:nvSpPr>
            <p:spPr>
              <a:xfrm>
                <a:off x="5363754" y="3179458"/>
                <a:ext cx="13622" cy="10712"/>
              </a:xfrm>
              <a:custGeom>
                <a:avLst/>
                <a:gdLst/>
                <a:ahLst/>
                <a:cxnLst/>
                <a:rect l="l" t="t" r="r" b="b"/>
                <a:pathLst>
                  <a:path w="426" h="335" extrusionOk="0">
                    <a:moveTo>
                      <a:pt x="0" y="122"/>
                    </a:moveTo>
                    <a:cubicBezTo>
                      <a:pt x="91" y="304"/>
                      <a:pt x="183" y="334"/>
                      <a:pt x="304" y="274"/>
                    </a:cubicBezTo>
                    <a:cubicBezTo>
                      <a:pt x="365" y="243"/>
                      <a:pt x="426" y="152"/>
                      <a:pt x="395" y="61"/>
                    </a:cubicBezTo>
                    <a:cubicBezTo>
                      <a:pt x="335" y="0"/>
                      <a:pt x="274" y="0"/>
                      <a:pt x="213" y="0"/>
                    </a:cubicBezTo>
                    <a:cubicBezTo>
                      <a:pt x="152" y="61"/>
                      <a:pt x="61" y="91"/>
                      <a:pt x="0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889;p21">
                <a:extLst>
                  <a:ext uri="{FF2B5EF4-FFF2-40B4-BE49-F238E27FC236}">
                    <a16:creationId xmlns:a16="http://schemas.microsoft.com/office/drawing/2014/main" id="{25E8040A-1608-8742-D50F-435268B62A77}"/>
                  </a:ext>
                </a:extLst>
              </p:cNvPr>
              <p:cNvSpPr/>
              <p:nvPr/>
            </p:nvSpPr>
            <p:spPr>
              <a:xfrm>
                <a:off x="5359853" y="3164877"/>
                <a:ext cx="7803" cy="18483"/>
              </a:xfrm>
              <a:custGeom>
                <a:avLst/>
                <a:gdLst/>
                <a:ahLst/>
                <a:cxnLst/>
                <a:rect l="l" t="t" r="r" b="b"/>
                <a:pathLst>
                  <a:path w="244" h="578" extrusionOk="0">
                    <a:moveTo>
                      <a:pt x="244" y="91"/>
                    </a:moveTo>
                    <a:cubicBezTo>
                      <a:pt x="244" y="61"/>
                      <a:pt x="244" y="61"/>
                      <a:pt x="213" y="31"/>
                    </a:cubicBezTo>
                    <a:cubicBezTo>
                      <a:pt x="183" y="0"/>
                      <a:pt x="153" y="0"/>
                      <a:pt x="122" y="31"/>
                    </a:cubicBezTo>
                    <a:cubicBezTo>
                      <a:pt x="92" y="61"/>
                      <a:pt x="31" y="122"/>
                      <a:pt x="1" y="152"/>
                    </a:cubicBezTo>
                    <a:lnTo>
                      <a:pt x="1" y="578"/>
                    </a:lnTo>
                    <a:lnTo>
                      <a:pt x="122" y="578"/>
                    </a:lnTo>
                    <a:cubicBezTo>
                      <a:pt x="153" y="486"/>
                      <a:pt x="183" y="365"/>
                      <a:pt x="213" y="274"/>
                    </a:cubicBezTo>
                    <a:cubicBezTo>
                      <a:pt x="213" y="213"/>
                      <a:pt x="244" y="152"/>
                      <a:pt x="244" y="9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890;p21">
                <a:extLst>
                  <a:ext uri="{FF2B5EF4-FFF2-40B4-BE49-F238E27FC236}">
                    <a16:creationId xmlns:a16="http://schemas.microsoft.com/office/drawing/2014/main" id="{9D6A7F2E-30EB-DA31-9BB1-A647FD4FF2F3}"/>
                  </a:ext>
                </a:extLst>
              </p:cNvPr>
              <p:cNvSpPr/>
              <p:nvPr/>
            </p:nvSpPr>
            <p:spPr>
              <a:xfrm>
                <a:off x="5358893" y="3169737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891;p21">
                <a:extLst>
                  <a:ext uri="{FF2B5EF4-FFF2-40B4-BE49-F238E27FC236}">
                    <a16:creationId xmlns:a16="http://schemas.microsoft.com/office/drawing/2014/main" id="{B4F476EF-66B7-EB87-C2C7-E84F0B9AB980}"/>
                  </a:ext>
                </a:extLst>
              </p:cNvPr>
              <p:cNvSpPr/>
              <p:nvPr/>
            </p:nvSpPr>
            <p:spPr>
              <a:xfrm>
                <a:off x="5363754" y="3183328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892;p21">
                <a:extLst>
                  <a:ext uri="{FF2B5EF4-FFF2-40B4-BE49-F238E27FC236}">
                    <a16:creationId xmlns:a16="http://schemas.microsoft.com/office/drawing/2014/main" id="{D0E79949-0BE4-03B2-E5C5-6B9E9046D262}"/>
                  </a:ext>
                </a:extLst>
              </p:cNvPr>
              <p:cNvSpPr/>
              <p:nvPr/>
            </p:nvSpPr>
            <p:spPr>
              <a:xfrm>
                <a:off x="5876960" y="3435085"/>
                <a:ext cx="991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31" h="31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31" y="30"/>
                    </a:lnTo>
                    <a:cubicBezTo>
                      <a:pt x="0" y="0"/>
                      <a:pt x="0" y="0"/>
                      <a:pt x="3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893;p21">
                <a:extLst>
                  <a:ext uri="{FF2B5EF4-FFF2-40B4-BE49-F238E27FC236}">
                    <a16:creationId xmlns:a16="http://schemas.microsoft.com/office/drawing/2014/main" id="{23E2E56F-8459-8A95-4A45-9B11AFD1CB1B}"/>
                  </a:ext>
                </a:extLst>
              </p:cNvPr>
              <p:cNvSpPr/>
              <p:nvPr/>
            </p:nvSpPr>
            <p:spPr>
              <a:xfrm>
                <a:off x="5860427" y="3425364"/>
                <a:ext cx="15573" cy="9753"/>
              </a:xfrm>
              <a:custGeom>
                <a:avLst/>
                <a:gdLst/>
                <a:ahLst/>
                <a:cxnLst/>
                <a:rect l="l" t="t" r="r" b="b"/>
                <a:pathLst>
                  <a:path w="487" h="305" extrusionOk="0">
                    <a:moveTo>
                      <a:pt x="0" y="61"/>
                    </a:moveTo>
                    <a:cubicBezTo>
                      <a:pt x="92" y="213"/>
                      <a:pt x="304" y="304"/>
                      <a:pt x="487" y="304"/>
                    </a:cubicBezTo>
                    <a:cubicBezTo>
                      <a:pt x="396" y="122"/>
                      <a:pt x="183" y="0"/>
                      <a:pt x="0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894;p21">
                <a:extLst>
                  <a:ext uri="{FF2B5EF4-FFF2-40B4-BE49-F238E27FC236}">
                    <a16:creationId xmlns:a16="http://schemas.microsoft.com/office/drawing/2014/main" id="{D0518C4C-ED0A-4F7F-4B3A-53AB6C163F81}"/>
                  </a:ext>
                </a:extLst>
              </p:cNvPr>
              <p:cNvSpPr/>
              <p:nvPr/>
            </p:nvSpPr>
            <p:spPr>
              <a:xfrm>
                <a:off x="5429851" y="3330103"/>
                <a:ext cx="28204" cy="59318"/>
              </a:xfrm>
              <a:custGeom>
                <a:avLst/>
                <a:gdLst/>
                <a:ahLst/>
                <a:cxnLst/>
                <a:rect l="l" t="t" r="r" b="b"/>
                <a:pathLst>
                  <a:path w="882" h="1855" extrusionOk="0">
                    <a:moveTo>
                      <a:pt x="30" y="1763"/>
                    </a:moveTo>
                    <a:cubicBezTo>
                      <a:pt x="61" y="1824"/>
                      <a:pt x="152" y="1854"/>
                      <a:pt x="182" y="1824"/>
                    </a:cubicBezTo>
                    <a:cubicBezTo>
                      <a:pt x="243" y="1763"/>
                      <a:pt x="304" y="1733"/>
                      <a:pt x="334" y="1703"/>
                    </a:cubicBezTo>
                    <a:lnTo>
                      <a:pt x="334" y="1703"/>
                    </a:lnTo>
                    <a:lnTo>
                      <a:pt x="334" y="1672"/>
                    </a:lnTo>
                    <a:lnTo>
                      <a:pt x="456" y="1672"/>
                    </a:lnTo>
                    <a:cubicBezTo>
                      <a:pt x="456" y="1581"/>
                      <a:pt x="426" y="1490"/>
                      <a:pt x="395" y="1368"/>
                    </a:cubicBezTo>
                    <a:cubicBezTo>
                      <a:pt x="395" y="1307"/>
                      <a:pt x="426" y="1247"/>
                      <a:pt x="486" y="1216"/>
                    </a:cubicBezTo>
                    <a:lnTo>
                      <a:pt x="547" y="1216"/>
                    </a:lnTo>
                    <a:cubicBezTo>
                      <a:pt x="669" y="1186"/>
                      <a:pt x="760" y="1155"/>
                      <a:pt x="699" y="973"/>
                    </a:cubicBezTo>
                    <a:cubicBezTo>
                      <a:pt x="699" y="912"/>
                      <a:pt x="730" y="851"/>
                      <a:pt x="760" y="821"/>
                    </a:cubicBezTo>
                    <a:cubicBezTo>
                      <a:pt x="821" y="730"/>
                      <a:pt x="882" y="669"/>
                      <a:pt x="882" y="578"/>
                    </a:cubicBezTo>
                    <a:cubicBezTo>
                      <a:pt x="882" y="487"/>
                      <a:pt x="851" y="487"/>
                      <a:pt x="821" y="456"/>
                    </a:cubicBezTo>
                    <a:cubicBezTo>
                      <a:pt x="760" y="456"/>
                      <a:pt x="699" y="426"/>
                      <a:pt x="638" y="426"/>
                    </a:cubicBezTo>
                    <a:cubicBezTo>
                      <a:pt x="578" y="456"/>
                      <a:pt x="517" y="426"/>
                      <a:pt x="486" y="335"/>
                    </a:cubicBezTo>
                    <a:cubicBezTo>
                      <a:pt x="456" y="274"/>
                      <a:pt x="456" y="274"/>
                      <a:pt x="578" y="213"/>
                    </a:cubicBezTo>
                    <a:cubicBezTo>
                      <a:pt x="608" y="183"/>
                      <a:pt x="669" y="183"/>
                      <a:pt x="669" y="122"/>
                    </a:cubicBezTo>
                    <a:cubicBezTo>
                      <a:pt x="699" y="92"/>
                      <a:pt x="669" y="61"/>
                      <a:pt x="669" y="31"/>
                    </a:cubicBezTo>
                    <a:cubicBezTo>
                      <a:pt x="669" y="0"/>
                      <a:pt x="638" y="0"/>
                      <a:pt x="638" y="0"/>
                    </a:cubicBezTo>
                    <a:cubicBezTo>
                      <a:pt x="152" y="122"/>
                      <a:pt x="30" y="396"/>
                      <a:pt x="61" y="851"/>
                    </a:cubicBezTo>
                    <a:cubicBezTo>
                      <a:pt x="61" y="943"/>
                      <a:pt x="91" y="1034"/>
                      <a:pt x="122" y="1125"/>
                    </a:cubicBezTo>
                    <a:lnTo>
                      <a:pt x="213" y="1581"/>
                    </a:lnTo>
                    <a:lnTo>
                      <a:pt x="213" y="1581"/>
                    </a:lnTo>
                    <a:lnTo>
                      <a:pt x="213" y="1581"/>
                    </a:lnTo>
                    <a:cubicBezTo>
                      <a:pt x="152" y="1581"/>
                      <a:pt x="122" y="1611"/>
                      <a:pt x="91" y="1611"/>
                    </a:cubicBezTo>
                    <a:cubicBezTo>
                      <a:pt x="30" y="1642"/>
                      <a:pt x="0" y="1703"/>
                      <a:pt x="30" y="176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895;p21">
                <a:extLst>
                  <a:ext uri="{FF2B5EF4-FFF2-40B4-BE49-F238E27FC236}">
                    <a16:creationId xmlns:a16="http://schemas.microsoft.com/office/drawing/2014/main" id="{4F73A3F4-4ACF-03AE-EF04-A7ECD6FF418C}"/>
                  </a:ext>
                </a:extLst>
              </p:cNvPr>
              <p:cNvSpPr/>
              <p:nvPr/>
            </p:nvSpPr>
            <p:spPr>
              <a:xfrm>
                <a:off x="5496908" y="3509912"/>
                <a:ext cx="9753" cy="10712"/>
              </a:xfrm>
              <a:custGeom>
                <a:avLst/>
                <a:gdLst/>
                <a:ahLst/>
                <a:cxnLst/>
                <a:rect l="l" t="t" r="r" b="b"/>
                <a:pathLst>
                  <a:path w="305" h="335" extrusionOk="0">
                    <a:moveTo>
                      <a:pt x="0" y="213"/>
                    </a:moveTo>
                    <a:cubicBezTo>
                      <a:pt x="0" y="244"/>
                      <a:pt x="61" y="274"/>
                      <a:pt x="92" y="304"/>
                    </a:cubicBezTo>
                    <a:cubicBezTo>
                      <a:pt x="122" y="335"/>
                      <a:pt x="122" y="304"/>
                      <a:pt x="152" y="304"/>
                    </a:cubicBezTo>
                    <a:cubicBezTo>
                      <a:pt x="244" y="274"/>
                      <a:pt x="304" y="183"/>
                      <a:pt x="274" y="92"/>
                    </a:cubicBezTo>
                    <a:cubicBezTo>
                      <a:pt x="244" y="61"/>
                      <a:pt x="244" y="1"/>
                      <a:pt x="213" y="1"/>
                    </a:cubicBezTo>
                    <a:cubicBezTo>
                      <a:pt x="183" y="1"/>
                      <a:pt x="122" y="1"/>
                      <a:pt x="92" y="31"/>
                    </a:cubicBezTo>
                    <a:cubicBezTo>
                      <a:pt x="61" y="92"/>
                      <a:pt x="31" y="153"/>
                      <a:pt x="0" y="2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896;p21">
                <a:extLst>
                  <a:ext uri="{FF2B5EF4-FFF2-40B4-BE49-F238E27FC236}">
                    <a16:creationId xmlns:a16="http://schemas.microsoft.com/office/drawing/2014/main" id="{86B402E2-D2D6-8D41-F6CF-3EC29CDADE71}"/>
                  </a:ext>
                </a:extLst>
              </p:cNvPr>
              <p:cNvSpPr/>
              <p:nvPr/>
            </p:nvSpPr>
            <p:spPr>
              <a:xfrm>
                <a:off x="5137258" y="3869528"/>
                <a:ext cx="8794" cy="10744"/>
              </a:xfrm>
              <a:custGeom>
                <a:avLst/>
                <a:gdLst/>
                <a:ahLst/>
                <a:cxnLst/>
                <a:rect l="l" t="t" r="r" b="b"/>
                <a:pathLst>
                  <a:path w="275" h="336" extrusionOk="0">
                    <a:moveTo>
                      <a:pt x="183" y="62"/>
                    </a:moveTo>
                    <a:cubicBezTo>
                      <a:pt x="153" y="31"/>
                      <a:pt x="123" y="1"/>
                      <a:pt x="92" y="31"/>
                    </a:cubicBezTo>
                    <a:cubicBezTo>
                      <a:pt x="62" y="31"/>
                      <a:pt x="1" y="92"/>
                      <a:pt x="31" y="122"/>
                    </a:cubicBezTo>
                    <a:cubicBezTo>
                      <a:pt x="31" y="183"/>
                      <a:pt x="62" y="274"/>
                      <a:pt x="123" y="335"/>
                    </a:cubicBezTo>
                    <a:lnTo>
                      <a:pt x="244" y="335"/>
                    </a:lnTo>
                    <a:cubicBezTo>
                      <a:pt x="275" y="244"/>
                      <a:pt x="275" y="122"/>
                      <a:pt x="183" y="6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897;p21">
                <a:extLst>
                  <a:ext uri="{FF2B5EF4-FFF2-40B4-BE49-F238E27FC236}">
                    <a16:creationId xmlns:a16="http://schemas.microsoft.com/office/drawing/2014/main" id="{E2CBF59B-4411-B3B1-0D98-624F4C29C1A3}"/>
                  </a:ext>
                </a:extLst>
              </p:cNvPr>
              <p:cNvSpPr/>
              <p:nvPr/>
            </p:nvSpPr>
            <p:spPr>
              <a:xfrm>
                <a:off x="5141159" y="3880241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898;p21">
                <a:extLst>
                  <a:ext uri="{FF2B5EF4-FFF2-40B4-BE49-F238E27FC236}">
                    <a16:creationId xmlns:a16="http://schemas.microsoft.com/office/drawing/2014/main" id="{5C6517B1-9ADD-CFA6-08A1-C6B9B2481C9A}"/>
                  </a:ext>
                </a:extLst>
              </p:cNvPr>
              <p:cNvSpPr/>
              <p:nvPr/>
            </p:nvSpPr>
            <p:spPr>
              <a:xfrm>
                <a:off x="5400688" y="3514772"/>
                <a:ext cx="11672" cy="5852"/>
              </a:xfrm>
              <a:custGeom>
                <a:avLst/>
                <a:gdLst/>
                <a:ahLst/>
                <a:cxnLst/>
                <a:rect l="l" t="t" r="r" b="b"/>
                <a:pathLst>
                  <a:path w="365" h="183" extrusionOk="0">
                    <a:moveTo>
                      <a:pt x="152" y="183"/>
                    </a:moveTo>
                    <a:cubicBezTo>
                      <a:pt x="213" y="183"/>
                      <a:pt x="243" y="183"/>
                      <a:pt x="304" y="183"/>
                    </a:cubicBezTo>
                    <a:cubicBezTo>
                      <a:pt x="335" y="152"/>
                      <a:pt x="365" y="122"/>
                      <a:pt x="365" y="92"/>
                    </a:cubicBezTo>
                    <a:cubicBezTo>
                      <a:pt x="365" y="61"/>
                      <a:pt x="335" y="31"/>
                      <a:pt x="304" y="1"/>
                    </a:cubicBezTo>
                    <a:cubicBezTo>
                      <a:pt x="274" y="1"/>
                      <a:pt x="243" y="1"/>
                      <a:pt x="243" y="1"/>
                    </a:cubicBezTo>
                    <a:lnTo>
                      <a:pt x="183" y="1"/>
                    </a:lnTo>
                    <a:cubicBezTo>
                      <a:pt x="91" y="1"/>
                      <a:pt x="31" y="31"/>
                      <a:pt x="0" y="92"/>
                    </a:cubicBezTo>
                    <a:cubicBezTo>
                      <a:pt x="0" y="152"/>
                      <a:pt x="61" y="152"/>
                      <a:pt x="152" y="18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899;p21">
                <a:extLst>
                  <a:ext uri="{FF2B5EF4-FFF2-40B4-BE49-F238E27FC236}">
                    <a16:creationId xmlns:a16="http://schemas.microsoft.com/office/drawing/2014/main" id="{88F43D26-EA6D-FD52-84DC-2D05D05AA99D}"/>
                  </a:ext>
                </a:extLst>
              </p:cNvPr>
              <p:cNvSpPr/>
              <p:nvPr/>
            </p:nvSpPr>
            <p:spPr>
              <a:xfrm>
                <a:off x="5608669" y="4231128"/>
                <a:ext cx="7834" cy="10712"/>
              </a:xfrm>
              <a:custGeom>
                <a:avLst/>
                <a:gdLst/>
                <a:ahLst/>
                <a:cxnLst/>
                <a:rect l="l" t="t" r="r" b="b"/>
                <a:pathLst>
                  <a:path w="245" h="335" extrusionOk="0">
                    <a:moveTo>
                      <a:pt x="183" y="274"/>
                    </a:moveTo>
                    <a:cubicBezTo>
                      <a:pt x="183" y="243"/>
                      <a:pt x="214" y="182"/>
                      <a:pt x="214" y="152"/>
                    </a:cubicBezTo>
                    <a:cubicBezTo>
                      <a:pt x="244" y="122"/>
                      <a:pt x="244" y="91"/>
                      <a:pt x="214" y="91"/>
                    </a:cubicBezTo>
                    <a:cubicBezTo>
                      <a:pt x="214" y="30"/>
                      <a:pt x="183" y="0"/>
                      <a:pt x="153" y="0"/>
                    </a:cubicBezTo>
                    <a:cubicBezTo>
                      <a:pt x="122" y="0"/>
                      <a:pt x="62" y="0"/>
                      <a:pt x="62" y="30"/>
                    </a:cubicBezTo>
                    <a:cubicBezTo>
                      <a:pt x="31" y="91"/>
                      <a:pt x="1" y="152"/>
                      <a:pt x="1" y="213"/>
                    </a:cubicBezTo>
                    <a:cubicBezTo>
                      <a:pt x="1" y="243"/>
                      <a:pt x="62" y="304"/>
                      <a:pt x="92" y="304"/>
                    </a:cubicBezTo>
                    <a:cubicBezTo>
                      <a:pt x="122" y="334"/>
                      <a:pt x="153" y="304"/>
                      <a:pt x="183" y="27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900;p21">
                <a:extLst>
                  <a:ext uri="{FF2B5EF4-FFF2-40B4-BE49-F238E27FC236}">
                    <a16:creationId xmlns:a16="http://schemas.microsoft.com/office/drawing/2014/main" id="{32AF54F3-1412-3076-7AA7-2C014F49CCB3}"/>
                  </a:ext>
                </a:extLst>
              </p:cNvPr>
              <p:cNvSpPr/>
              <p:nvPr/>
            </p:nvSpPr>
            <p:spPr>
              <a:xfrm>
                <a:off x="5433720" y="3399110"/>
                <a:ext cx="8794" cy="7803"/>
              </a:xfrm>
              <a:custGeom>
                <a:avLst/>
                <a:gdLst/>
                <a:ahLst/>
                <a:cxnLst/>
                <a:rect l="l" t="t" r="r" b="b"/>
                <a:pathLst>
                  <a:path w="275" h="244" extrusionOk="0">
                    <a:moveTo>
                      <a:pt x="183" y="213"/>
                    </a:moveTo>
                    <a:cubicBezTo>
                      <a:pt x="213" y="213"/>
                      <a:pt x="244" y="183"/>
                      <a:pt x="274" y="152"/>
                    </a:cubicBezTo>
                    <a:cubicBezTo>
                      <a:pt x="274" y="122"/>
                      <a:pt x="274" y="92"/>
                      <a:pt x="274" y="92"/>
                    </a:cubicBezTo>
                    <a:cubicBezTo>
                      <a:pt x="244" y="31"/>
                      <a:pt x="183" y="0"/>
                      <a:pt x="122" y="0"/>
                    </a:cubicBezTo>
                    <a:cubicBezTo>
                      <a:pt x="31" y="0"/>
                      <a:pt x="1" y="122"/>
                      <a:pt x="31" y="152"/>
                    </a:cubicBezTo>
                    <a:cubicBezTo>
                      <a:pt x="61" y="213"/>
                      <a:pt x="122" y="244"/>
                      <a:pt x="183" y="2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901;p21">
                <a:extLst>
                  <a:ext uri="{FF2B5EF4-FFF2-40B4-BE49-F238E27FC236}">
                    <a16:creationId xmlns:a16="http://schemas.microsoft.com/office/drawing/2014/main" id="{EF24E956-8D2A-517E-EA74-C65E01313384}"/>
                  </a:ext>
                </a:extLst>
              </p:cNvPr>
              <p:cNvSpPr/>
              <p:nvPr/>
            </p:nvSpPr>
            <p:spPr>
              <a:xfrm>
                <a:off x="5582448" y="3635295"/>
                <a:ext cx="8762" cy="7803"/>
              </a:xfrm>
              <a:custGeom>
                <a:avLst/>
                <a:gdLst/>
                <a:ahLst/>
                <a:cxnLst/>
                <a:rect l="l" t="t" r="r" b="b"/>
                <a:pathLst>
                  <a:path w="274" h="244" extrusionOk="0">
                    <a:moveTo>
                      <a:pt x="31" y="122"/>
                    </a:moveTo>
                    <a:cubicBezTo>
                      <a:pt x="61" y="183"/>
                      <a:pt x="91" y="213"/>
                      <a:pt x="152" y="244"/>
                    </a:cubicBezTo>
                    <a:cubicBezTo>
                      <a:pt x="213" y="213"/>
                      <a:pt x="243" y="183"/>
                      <a:pt x="243" y="153"/>
                    </a:cubicBezTo>
                    <a:cubicBezTo>
                      <a:pt x="274" y="122"/>
                      <a:pt x="243" y="92"/>
                      <a:pt x="213" y="61"/>
                    </a:cubicBezTo>
                    <a:cubicBezTo>
                      <a:pt x="183" y="31"/>
                      <a:pt x="152" y="1"/>
                      <a:pt x="122" y="1"/>
                    </a:cubicBezTo>
                    <a:cubicBezTo>
                      <a:pt x="31" y="1"/>
                      <a:pt x="0" y="61"/>
                      <a:pt x="31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902;p21">
                <a:extLst>
                  <a:ext uri="{FF2B5EF4-FFF2-40B4-BE49-F238E27FC236}">
                    <a16:creationId xmlns:a16="http://schemas.microsoft.com/office/drawing/2014/main" id="{1D3E9390-6C34-1382-3627-5EECF3AB7A77}"/>
                  </a:ext>
                </a:extLst>
              </p:cNvPr>
              <p:cNvSpPr/>
              <p:nvPr/>
            </p:nvSpPr>
            <p:spPr>
              <a:xfrm>
                <a:off x="6134506" y="3687769"/>
                <a:ext cx="6843" cy="9753"/>
              </a:xfrm>
              <a:custGeom>
                <a:avLst/>
                <a:gdLst/>
                <a:ahLst/>
                <a:cxnLst/>
                <a:rect l="l" t="t" r="r" b="b"/>
                <a:pathLst>
                  <a:path w="214" h="305" extrusionOk="0">
                    <a:moveTo>
                      <a:pt x="123" y="305"/>
                    </a:moveTo>
                    <a:cubicBezTo>
                      <a:pt x="153" y="305"/>
                      <a:pt x="183" y="274"/>
                      <a:pt x="214" y="274"/>
                    </a:cubicBezTo>
                    <a:lnTo>
                      <a:pt x="214" y="183"/>
                    </a:lnTo>
                    <a:cubicBezTo>
                      <a:pt x="214" y="153"/>
                      <a:pt x="183" y="92"/>
                      <a:pt x="123" y="31"/>
                    </a:cubicBezTo>
                    <a:cubicBezTo>
                      <a:pt x="123" y="31"/>
                      <a:pt x="92" y="1"/>
                      <a:pt x="62" y="1"/>
                    </a:cubicBezTo>
                    <a:cubicBezTo>
                      <a:pt x="62" y="1"/>
                      <a:pt x="31" y="31"/>
                      <a:pt x="31" y="31"/>
                    </a:cubicBezTo>
                    <a:cubicBezTo>
                      <a:pt x="1" y="183"/>
                      <a:pt x="31" y="274"/>
                      <a:pt x="123" y="30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903;p21">
                <a:extLst>
                  <a:ext uri="{FF2B5EF4-FFF2-40B4-BE49-F238E27FC236}">
                    <a16:creationId xmlns:a16="http://schemas.microsoft.com/office/drawing/2014/main" id="{CE585167-A7D8-6C86-2DAF-D0E55B6C53D8}"/>
                  </a:ext>
                </a:extLst>
              </p:cNvPr>
              <p:cNvSpPr/>
              <p:nvPr/>
            </p:nvSpPr>
            <p:spPr>
              <a:xfrm>
                <a:off x="5080913" y="3289268"/>
                <a:ext cx="8762" cy="7803"/>
              </a:xfrm>
              <a:custGeom>
                <a:avLst/>
                <a:gdLst/>
                <a:ahLst/>
                <a:cxnLst/>
                <a:rect l="l" t="t" r="r" b="b"/>
                <a:pathLst>
                  <a:path w="274" h="244" extrusionOk="0">
                    <a:moveTo>
                      <a:pt x="152" y="244"/>
                    </a:moveTo>
                    <a:cubicBezTo>
                      <a:pt x="213" y="244"/>
                      <a:pt x="274" y="183"/>
                      <a:pt x="243" y="122"/>
                    </a:cubicBezTo>
                    <a:cubicBezTo>
                      <a:pt x="213" y="62"/>
                      <a:pt x="182" y="31"/>
                      <a:pt x="152" y="1"/>
                    </a:cubicBezTo>
                    <a:cubicBezTo>
                      <a:pt x="61" y="31"/>
                      <a:pt x="0" y="122"/>
                      <a:pt x="61" y="153"/>
                    </a:cubicBezTo>
                    <a:cubicBezTo>
                      <a:pt x="61" y="214"/>
                      <a:pt x="91" y="214"/>
                      <a:pt x="152" y="2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904;p21">
                <a:extLst>
                  <a:ext uri="{FF2B5EF4-FFF2-40B4-BE49-F238E27FC236}">
                    <a16:creationId xmlns:a16="http://schemas.microsoft.com/office/drawing/2014/main" id="{A7734280-D82D-7A18-67ED-E9CFE458A6A7}"/>
                  </a:ext>
                </a:extLst>
              </p:cNvPr>
              <p:cNvSpPr/>
              <p:nvPr/>
            </p:nvSpPr>
            <p:spPr>
              <a:xfrm>
                <a:off x="5960549" y="3501150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905;p21">
                <a:extLst>
                  <a:ext uri="{FF2B5EF4-FFF2-40B4-BE49-F238E27FC236}">
                    <a16:creationId xmlns:a16="http://schemas.microsoft.com/office/drawing/2014/main" id="{6AE916BE-FDE8-B27C-09A3-7A1AADEF6533}"/>
                  </a:ext>
                </a:extLst>
              </p:cNvPr>
              <p:cNvSpPr/>
              <p:nvPr/>
            </p:nvSpPr>
            <p:spPr>
              <a:xfrm>
                <a:off x="5960549" y="3500191"/>
                <a:ext cx="10712" cy="9753"/>
              </a:xfrm>
              <a:custGeom>
                <a:avLst/>
                <a:gdLst/>
                <a:ahLst/>
                <a:cxnLst/>
                <a:rect l="l" t="t" r="r" b="b"/>
                <a:pathLst>
                  <a:path w="335" h="305" extrusionOk="0">
                    <a:moveTo>
                      <a:pt x="243" y="305"/>
                    </a:moveTo>
                    <a:cubicBezTo>
                      <a:pt x="274" y="305"/>
                      <a:pt x="304" y="274"/>
                      <a:pt x="335" y="244"/>
                    </a:cubicBezTo>
                    <a:cubicBezTo>
                      <a:pt x="335" y="213"/>
                      <a:pt x="335" y="213"/>
                      <a:pt x="335" y="183"/>
                    </a:cubicBezTo>
                    <a:cubicBezTo>
                      <a:pt x="274" y="61"/>
                      <a:pt x="122" y="1"/>
                      <a:pt x="0" y="61"/>
                    </a:cubicBezTo>
                    <a:cubicBezTo>
                      <a:pt x="0" y="183"/>
                      <a:pt x="91" y="305"/>
                      <a:pt x="243" y="30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906;p21">
                <a:extLst>
                  <a:ext uri="{FF2B5EF4-FFF2-40B4-BE49-F238E27FC236}">
                    <a16:creationId xmlns:a16="http://schemas.microsoft.com/office/drawing/2014/main" id="{B364076F-377E-F259-74DD-BC96DC660C85}"/>
                  </a:ext>
                </a:extLst>
              </p:cNvPr>
              <p:cNvSpPr/>
              <p:nvPr/>
            </p:nvSpPr>
            <p:spPr>
              <a:xfrm>
                <a:off x="5585357" y="3403012"/>
                <a:ext cx="8762" cy="3901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22" extrusionOk="0">
                    <a:moveTo>
                      <a:pt x="0" y="61"/>
                    </a:moveTo>
                    <a:cubicBezTo>
                      <a:pt x="0" y="61"/>
                      <a:pt x="31" y="122"/>
                      <a:pt x="31" y="122"/>
                    </a:cubicBezTo>
                    <a:cubicBezTo>
                      <a:pt x="61" y="122"/>
                      <a:pt x="92" y="122"/>
                      <a:pt x="92" y="122"/>
                    </a:cubicBezTo>
                    <a:cubicBezTo>
                      <a:pt x="183" y="122"/>
                      <a:pt x="244" y="122"/>
                      <a:pt x="274" y="61"/>
                    </a:cubicBezTo>
                    <a:lnTo>
                      <a:pt x="152" y="0"/>
                    </a:lnTo>
                    <a:cubicBezTo>
                      <a:pt x="92" y="0"/>
                      <a:pt x="61" y="0"/>
                      <a:pt x="31" y="0"/>
                    </a:cubicBezTo>
                    <a:cubicBezTo>
                      <a:pt x="31" y="0"/>
                      <a:pt x="0" y="61"/>
                      <a:pt x="0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907;p21">
                <a:extLst>
                  <a:ext uri="{FF2B5EF4-FFF2-40B4-BE49-F238E27FC236}">
                    <a16:creationId xmlns:a16="http://schemas.microsoft.com/office/drawing/2014/main" id="{F3CBEAE8-A8E0-9602-C394-5EB4708F62FF}"/>
                  </a:ext>
                </a:extLst>
              </p:cNvPr>
              <p:cNvSpPr/>
              <p:nvPr/>
            </p:nvSpPr>
            <p:spPr>
              <a:xfrm>
                <a:off x="5969279" y="3522543"/>
                <a:ext cx="10744" cy="9753"/>
              </a:xfrm>
              <a:custGeom>
                <a:avLst/>
                <a:gdLst/>
                <a:ahLst/>
                <a:cxnLst/>
                <a:rect l="l" t="t" r="r" b="b"/>
                <a:pathLst>
                  <a:path w="336" h="305" extrusionOk="0">
                    <a:moveTo>
                      <a:pt x="153" y="274"/>
                    </a:moveTo>
                    <a:cubicBezTo>
                      <a:pt x="213" y="305"/>
                      <a:pt x="335" y="213"/>
                      <a:pt x="274" y="153"/>
                    </a:cubicBezTo>
                    <a:cubicBezTo>
                      <a:pt x="213" y="61"/>
                      <a:pt x="92" y="1"/>
                      <a:pt x="1" y="31"/>
                    </a:cubicBezTo>
                    <a:cubicBezTo>
                      <a:pt x="1" y="122"/>
                      <a:pt x="62" y="213"/>
                      <a:pt x="153" y="27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908;p21">
                <a:extLst>
                  <a:ext uri="{FF2B5EF4-FFF2-40B4-BE49-F238E27FC236}">
                    <a16:creationId xmlns:a16="http://schemas.microsoft.com/office/drawing/2014/main" id="{D64E3B22-4C03-08B3-A45C-10C861A8E12B}"/>
                  </a:ext>
                </a:extLst>
              </p:cNvPr>
              <p:cNvSpPr/>
              <p:nvPr/>
            </p:nvSpPr>
            <p:spPr>
              <a:xfrm>
                <a:off x="5583407" y="3386479"/>
                <a:ext cx="6843" cy="6843"/>
              </a:xfrm>
              <a:custGeom>
                <a:avLst/>
                <a:gdLst/>
                <a:ahLst/>
                <a:cxnLst/>
                <a:rect l="l" t="t" r="r" b="b"/>
                <a:pathLst>
                  <a:path w="214" h="214" extrusionOk="0">
                    <a:moveTo>
                      <a:pt x="31" y="0"/>
                    </a:moveTo>
                    <a:cubicBezTo>
                      <a:pt x="31" y="0"/>
                      <a:pt x="1" y="31"/>
                      <a:pt x="1" y="61"/>
                    </a:cubicBezTo>
                    <a:cubicBezTo>
                      <a:pt x="1" y="91"/>
                      <a:pt x="31" y="152"/>
                      <a:pt x="92" y="213"/>
                    </a:cubicBezTo>
                    <a:cubicBezTo>
                      <a:pt x="92" y="213"/>
                      <a:pt x="153" y="213"/>
                      <a:pt x="183" y="213"/>
                    </a:cubicBezTo>
                    <a:cubicBezTo>
                      <a:pt x="213" y="213"/>
                      <a:pt x="213" y="183"/>
                      <a:pt x="213" y="152"/>
                    </a:cubicBezTo>
                    <a:cubicBezTo>
                      <a:pt x="213" y="61"/>
                      <a:pt x="122" y="0"/>
                      <a:pt x="3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909;p21">
                <a:extLst>
                  <a:ext uri="{FF2B5EF4-FFF2-40B4-BE49-F238E27FC236}">
                    <a16:creationId xmlns:a16="http://schemas.microsoft.com/office/drawing/2014/main" id="{ADFDB6B5-B158-AC58-567A-F9DA22279D84}"/>
                  </a:ext>
                </a:extLst>
              </p:cNvPr>
              <p:cNvSpPr/>
              <p:nvPr/>
            </p:nvSpPr>
            <p:spPr>
              <a:xfrm>
                <a:off x="5783650" y="3408831"/>
                <a:ext cx="6811" cy="6843"/>
              </a:xfrm>
              <a:custGeom>
                <a:avLst/>
                <a:gdLst/>
                <a:ahLst/>
                <a:cxnLst/>
                <a:rect l="l" t="t" r="r" b="b"/>
                <a:pathLst>
                  <a:path w="213" h="214" extrusionOk="0">
                    <a:moveTo>
                      <a:pt x="213" y="122"/>
                    </a:moveTo>
                    <a:lnTo>
                      <a:pt x="213" y="61"/>
                    </a:lnTo>
                    <a:cubicBezTo>
                      <a:pt x="183" y="0"/>
                      <a:pt x="122" y="0"/>
                      <a:pt x="61" y="31"/>
                    </a:cubicBezTo>
                    <a:cubicBezTo>
                      <a:pt x="31" y="31"/>
                      <a:pt x="0" y="31"/>
                      <a:pt x="0" y="61"/>
                    </a:cubicBezTo>
                    <a:cubicBezTo>
                      <a:pt x="0" y="61"/>
                      <a:pt x="0" y="152"/>
                      <a:pt x="31" y="152"/>
                    </a:cubicBezTo>
                    <a:cubicBezTo>
                      <a:pt x="122" y="213"/>
                      <a:pt x="183" y="183"/>
                      <a:pt x="213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910;p21">
                <a:extLst>
                  <a:ext uri="{FF2B5EF4-FFF2-40B4-BE49-F238E27FC236}">
                    <a16:creationId xmlns:a16="http://schemas.microsoft.com/office/drawing/2014/main" id="{6EAC9454-1467-3906-ACE6-21B46F838DC2}"/>
                  </a:ext>
                </a:extLst>
              </p:cNvPr>
              <p:cNvSpPr/>
              <p:nvPr/>
            </p:nvSpPr>
            <p:spPr>
              <a:xfrm>
                <a:off x="6119956" y="3789841"/>
                <a:ext cx="4893" cy="684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214" extrusionOk="0">
                    <a:moveTo>
                      <a:pt x="152" y="183"/>
                    </a:moveTo>
                    <a:cubicBezTo>
                      <a:pt x="152" y="122"/>
                      <a:pt x="152" y="92"/>
                      <a:pt x="152" y="31"/>
                    </a:cubicBezTo>
                    <a:cubicBezTo>
                      <a:pt x="122" y="0"/>
                      <a:pt x="61" y="0"/>
                      <a:pt x="30" y="31"/>
                    </a:cubicBezTo>
                    <a:cubicBezTo>
                      <a:pt x="30" y="31"/>
                      <a:pt x="0" y="61"/>
                      <a:pt x="0" y="61"/>
                    </a:cubicBezTo>
                    <a:cubicBezTo>
                      <a:pt x="30" y="122"/>
                      <a:pt x="30" y="152"/>
                      <a:pt x="61" y="183"/>
                    </a:cubicBezTo>
                    <a:cubicBezTo>
                      <a:pt x="91" y="213"/>
                      <a:pt x="152" y="213"/>
                      <a:pt x="152" y="18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911;p21">
                <a:extLst>
                  <a:ext uri="{FF2B5EF4-FFF2-40B4-BE49-F238E27FC236}">
                    <a16:creationId xmlns:a16="http://schemas.microsoft.com/office/drawing/2014/main" id="{711868D5-C6A5-9660-A95D-5F5ECFCA0792}"/>
                  </a:ext>
                </a:extLst>
              </p:cNvPr>
              <p:cNvSpPr/>
              <p:nvPr/>
            </p:nvSpPr>
            <p:spPr>
              <a:xfrm>
                <a:off x="5677708" y="4242767"/>
                <a:ext cx="6811" cy="8794"/>
              </a:xfrm>
              <a:custGeom>
                <a:avLst/>
                <a:gdLst/>
                <a:ahLst/>
                <a:cxnLst/>
                <a:rect l="l" t="t" r="r" b="b"/>
                <a:pathLst>
                  <a:path w="213" h="275" extrusionOk="0">
                    <a:moveTo>
                      <a:pt x="61" y="31"/>
                    </a:moveTo>
                    <a:cubicBezTo>
                      <a:pt x="30" y="31"/>
                      <a:pt x="30" y="92"/>
                      <a:pt x="0" y="153"/>
                    </a:cubicBezTo>
                    <a:cubicBezTo>
                      <a:pt x="30" y="183"/>
                      <a:pt x="61" y="214"/>
                      <a:pt x="91" y="244"/>
                    </a:cubicBezTo>
                    <a:cubicBezTo>
                      <a:pt x="122" y="274"/>
                      <a:pt x="182" y="244"/>
                      <a:pt x="182" y="183"/>
                    </a:cubicBezTo>
                    <a:cubicBezTo>
                      <a:pt x="213" y="153"/>
                      <a:pt x="213" y="122"/>
                      <a:pt x="182" y="92"/>
                    </a:cubicBezTo>
                    <a:cubicBezTo>
                      <a:pt x="182" y="31"/>
                      <a:pt x="122" y="1"/>
                      <a:pt x="61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912;p21">
                <a:extLst>
                  <a:ext uri="{FF2B5EF4-FFF2-40B4-BE49-F238E27FC236}">
                    <a16:creationId xmlns:a16="http://schemas.microsoft.com/office/drawing/2014/main" id="{BC82FDEF-2BA5-06B7-2CCB-33C4AB92D092}"/>
                  </a:ext>
                </a:extLst>
              </p:cNvPr>
              <p:cNvSpPr/>
              <p:nvPr/>
            </p:nvSpPr>
            <p:spPr>
              <a:xfrm>
                <a:off x="5837084" y="3548796"/>
                <a:ext cx="12695" cy="7803"/>
              </a:xfrm>
              <a:custGeom>
                <a:avLst/>
                <a:gdLst/>
                <a:ahLst/>
                <a:cxnLst/>
                <a:rect l="l" t="t" r="r" b="b"/>
                <a:pathLst>
                  <a:path w="397" h="244" extrusionOk="0">
                    <a:moveTo>
                      <a:pt x="396" y="213"/>
                    </a:moveTo>
                    <a:cubicBezTo>
                      <a:pt x="335" y="31"/>
                      <a:pt x="274" y="0"/>
                      <a:pt x="92" y="61"/>
                    </a:cubicBezTo>
                    <a:cubicBezTo>
                      <a:pt x="62" y="61"/>
                      <a:pt x="31" y="92"/>
                      <a:pt x="1" y="92"/>
                    </a:cubicBezTo>
                    <a:cubicBezTo>
                      <a:pt x="153" y="122"/>
                      <a:pt x="274" y="183"/>
                      <a:pt x="396" y="244"/>
                    </a:cubicBezTo>
                    <a:cubicBezTo>
                      <a:pt x="396" y="244"/>
                      <a:pt x="396" y="244"/>
                      <a:pt x="396" y="2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913;p21">
                <a:extLst>
                  <a:ext uri="{FF2B5EF4-FFF2-40B4-BE49-F238E27FC236}">
                    <a16:creationId xmlns:a16="http://schemas.microsoft.com/office/drawing/2014/main" id="{6E43F64F-BE84-6F8F-9EEE-96FDB6962A7E}"/>
                  </a:ext>
                </a:extLst>
              </p:cNvPr>
              <p:cNvSpPr/>
              <p:nvPr/>
            </p:nvSpPr>
            <p:spPr>
              <a:xfrm>
                <a:off x="5836125" y="3552665"/>
                <a:ext cx="991" cy="32"/>
              </a:xfrm>
              <a:custGeom>
                <a:avLst/>
                <a:gdLst/>
                <a:ahLst/>
                <a:cxnLst/>
                <a:rect l="l" t="t" r="r" b="b"/>
                <a:pathLst>
                  <a:path w="31" h="1" extrusionOk="0">
                    <a:moveTo>
                      <a:pt x="3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914;p21">
                <a:extLst>
                  <a:ext uri="{FF2B5EF4-FFF2-40B4-BE49-F238E27FC236}">
                    <a16:creationId xmlns:a16="http://schemas.microsoft.com/office/drawing/2014/main" id="{D2FBB0B5-A778-2E3F-7149-402EB7AED4A4}"/>
                  </a:ext>
                </a:extLst>
              </p:cNvPr>
              <p:cNvSpPr/>
              <p:nvPr/>
            </p:nvSpPr>
            <p:spPr>
              <a:xfrm>
                <a:off x="4796122" y="3145434"/>
                <a:ext cx="3901" cy="489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53" extrusionOk="0">
                    <a:moveTo>
                      <a:pt x="30" y="0"/>
                    </a:moveTo>
                    <a:cubicBezTo>
                      <a:pt x="0" y="61"/>
                      <a:pt x="0" y="152"/>
                      <a:pt x="61" y="152"/>
                    </a:cubicBezTo>
                    <a:cubicBezTo>
                      <a:pt x="122" y="122"/>
                      <a:pt x="122" y="122"/>
                      <a:pt x="122" y="122"/>
                    </a:cubicBezTo>
                    <a:cubicBezTo>
                      <a:pt x="122" y="61"/>
                      <a:pt x="91" y="31"/>
                      <a:pt x="91" y="0"/>
                    </a:cubicBezTo>
                    <a:cubicBezTo>
                      <a:pt x="91" y="0"/>
                      <a:pt x="61" y="0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915;p21">
                <a:extLst>
                  <a:ext uri="{FF2B5EF4-FFF2-40B4-BE49-F238E27FC236}">
                    <a16:creationId xmlns:a16="http://schemas.microsoft.com/office/drawing/2014/main" id="{311E9932-74B1-CF29-ED63-AC83E7B8C298}"/>
                  </a:ext>
                </a:extLst>
              </p:cNvPr>
              <p:cNvSpPr/>
              <p:nvPr/>
            </p:nvSpPr>
            <p:spPr>
              <a:xfrm>
                <a:off x="5330689" y="3244564"/>
                <a:ext cx="5884" cy="6843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14" extrusionOk="0">
                    <a:moveTo>
                      <a:pt x="183" y="61"/>
                    </a:moveTo>
                    <a:cubicBezTo>
                      <a:pt x="183" y="31"/>
                      <a:pt x="122" y="1"/>
                      <a:pt x="62" y="31"/>
                    </a:cubicBezTo>
                    <a:cubicBezTo>
                      <a:pt x="31" y="31"/>
                      <a:pt x="1" y="92"/>
                      <a:pt x="31" y="122"/>
                    </a:cubicBezTo>
                    <a:cubicBezTo>
                      <a:pt x="62" y="183"/>
                      <a:pt x="92" y="183"/>
                      <a:pt x="122" y="183"/>
                    </a:cubicBezTo>
                    <a:cubicBezTo>
                      <a:pt x="153" y="213"/>
                      <a:pt x="183" y="122"/>
                      <a:pt x="183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916;p21">
                <a:extLst>
                  <a:ext uri="{FF2B5EF4-FFF2-40B4-BE49-F238E27FC236}">
                    <a16:creationId xmlns:a16="http://schemas.microsoft.com/office/drawing/2014/main" id="{AD005F6D-1BE8-EA7B-54FD-D186F6E48667}"/>
                  </a:ext>
                </a:extLst>
              </p:cNvPr>
              <p:cNvSpPr/>
              <p:nvPr/>
            </p:nvSpPr>
            <p:spPr>
              <a:xfrm>
                <a:off x="5477466" y="3404930"/>
                <a:ext cx="5852" cy="5884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4" extrusionOk="0">
                    <a:moveTo>
                      <a:pt x="183" y="92"/>
                    </a:moveTo>
                    <a:cubicBezTo>
                      <a:pt x="183" y="62"/>
                      <a:pt x="152" y="62"/>
                      <a:pt x="122" y="31"/>
                    </a:cubicBezTo>
                    <a:cubicBezTo>
                      <a:pt x="92" y="1"/>
                      <a:pt x="31" y="62"/>
                      <a:pt x="31" y="92"/>
                    </a:cubicBezTo>
                    <a:cubicBezTo>
                      <a:pt x="0" y="122"/>
                      <a:pt x="31" y="153"/>
                      <a:pt x="61" y="183"/>
                    </a:cubicBezTo>
                    <a:cubicBezTo>
                      <a:pt x="122" y="183"/>
                      <a:pt x="183" y="153"/>
                      <a:pt x="183" y="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917;p21">
                <a:extLst>
                  <a:ext uri="{FF2B5EF4-FFF2-40B4-BE49-F238E27FC236}">
                    <a16:creationId xmlns:a16="http://schemas.microsoft.com/office/drawing/2014/main" id="{371FBB56-225C-7EE6-5579-77F98EAA0591}"/>
                  </a:ext>
                </a:extLst>
              </p:cNvPr>
              <p:cNvSpPr/>
              <p:nvPr/>
            </p:nvSpPr>
            <p:spPr>
              <a:xfrm>
                <a:off x="5375394" y="3524493"/>
                <a:ext cx="6843" cy="6843"/>
              </a:xfrm>
              <a:custGeom>
                <a:avLst/>
                <a:gdLst/>
                <a:ahLst/>
                <a:cxnLst/>
                <a:rect l="l" t="t" r="r" b="b"/>
                <a:pathLst>
                  <a:path w="214" h="214" extrusionOk="0">
                    <a:moveTo>
                      <a:pt x="1" y="92"/>
                    </a:moveTo>
                    <a:cubicBezTo>
                      <a:pt x="1" y="122"/>
                      <a:pt x="62" y="152"/>
                      <a:pt x="62" y="183"/>
                    </a:cubicBezTo>
                    <a:cubicBezTo>
                      <a:pt x="92" y="213"/>
                      <a:pt x="214" y="122"/>
                      <a:pt x="183" y="61"/>
                    </a:cubicBezTo>
                    <a:cubicBezTo>
                      <a:pt x="183" y="61"/>
                      <a:pt x="153" y="31"/>
                      <a:pt x="153" y="31"/>
                    </a:cubicBezTo>
                    <a:cubicBezTo>
                      <a:pt x="62" y="0"/>
                      <a:pt x="1" y="31"/>
                      <a:pt x="1" y="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918;p21">
                <a:extLst>
                  <a:ext uri="{FF2B5EF4-FFF2-40B4-BE49-F238E27FC236}">
                    <a16:creationId xmlns:a16="http://schemas.microsoft.com/office/drawing/2014/main" id="{213CE638-61D0-3516-164D-B4650DA56045}"/>
                  </a:ext>
                </a:extLst>
              </p:cNvPr>
              <p:cNvSpPr/>
              <p:nvPr/>
            </p:nvSpPr>
            <p:spPr>
              <a:xfrm>
                <a:off x="5850706" y="3558517"/>
                <a:ext cx="5852" cy="4893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53" extrusionOk="0">
                    <a:moveTo>
                      <a:pt x="183" y="61"/>
                    </a:moveTo>
                    <a:cubicBezTo>
                      <a:pt x="183" y="61"/>
                      <a:pt x="152" y="31"/>
                      <a:pt x="152" y="31"/>
                    </a:cubicBezTo>
                    <a:lnTo>
                      <a:pt x="0" y="0"/>
                    </a:lnTo>
                    <a:cubicBezTo>
                      <a:pt x="31" y="31"/>
                      <a:pt x="61" y="61"/>
                      <a:pt x="92" y="122"/>
                    </a:cubicBezTo>
                    <a:cubicBezTo>
                      <a:pt x="152" y="152"/>
                      <a:pt x="183" y="122"/>
                      <a:pt x="183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919;p21">
                <a:extLst>
                  <a:ext uri="{FF2B5EF4-FFF2-40B4-BE49-F238E27FC236}">
                    <a16:creationId xmlns:a16="http://schemas.microsoft.com/office/drawing/2014/main" id="{DD47C422-7857-038D-9E48-14AB4CA3E36B}"/>
                  </a:ext>
                </a:extLst>
              </p:cNvPr>
              <p:cNvSpPr/>
              <p:nvPr/>
            </p:nvSpPr>
            <p:spPr>
              <a:xfrm>
                <a:off x="5850706" y="3557526"/>
                <a:ext cx="32" cy="1023"/>
              </a:xfrm>
              <a:custGeom>
                <a:avLst/>
                <a:gdLst/>
                <a:ahLst/>
                <a:cxnLst/>
                <a:rect l="l" t="t" r="r" b="b"/>
                <a:pathLst>
                  <a:path w="1" h="32" extrusionOk="0">
                    <a:moveTo>
                      <a:pt x="0" y="31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0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920;p21">
                <a:extLst>
                  <a:ext uri="{FF2B5EF4-FFF2-40B4-BE49-F238E27FC236}">
                    <a16:creationId xmlns:a16="http://schemas.microsoft.com/office/drawing/2014/main" id="{550BC627-2ABD-8710-075C-C100B6093EB6}"/>
                  </a:ext>
                </a:extLst>
              </p:cNvPr>
              <p:cNvSpPr/>
              <p:nvPr/>
            </p:nvSpPr>
            <p:spPr>
              <a:xfrm>
                <a:off x="5626193" y="3695572"/>
                <a:ext cx="991" cy="32"/>
              </a:xfrm>
              <a:custGeom>
                <a:avLst/>
                <a:gdLst/>
                <a:ahLst/>
                <a:cxnLst/>
                <a:rect l="l" t="t" r="r" b="b"/>
                <a:pathLst>
                  <a:path w="31" h="1" extrusionOk="0">
                    <a:moveTo>
                      <a:pt x="3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921;p21">
                <a:extLst>
                  <a:ext uri="{FF2B5EF4-FFF2-40B4-BE49-F238E27FC236}">
                    <a16:creationId xmlns:a16="http://schemas.microsoft.com/office/drawing/2014/main" id="{2217301E-E596-E0A0-2814-76AA5A14F833}"/>
                  </a:ext>
                </a:extLst>
              </p:cNvPr>
              <p:cNvSpPr/>
              <p:nvPr/>
            </p:nvSpPr>
            <p:spPr>
              <a:xfrm>
                <a:off x="5627152" y="3690711"/>
                <a:ext cx="5852" cy="3901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22" extrusionOk="0">
                    <a:moveTo>
                      <a:pt x="152" y="0"/>
                    </a:moveTo>
                    <a:lnTo>
                      <a:pt x="122" y="0"/>
                    </a:lnTo>
                    <a:lnTo>
                      <a:pt x="0" y="122"/>
                    </a:lnTo>
                    <a:cubicBezTo>
                      <a:pt x="61" y="122"/>
                      <a:pt x="122" y="91"/>
                      <a:pt x="152" y="91"/>
                    </a:cubicBezTo>
                    <a:cubicBezTo>
                      <a:pt x="183" y="61"/>
                      <a:pt x="183" y="31"/>
                      <a:pt x="1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922;p21">
                <a:extLst>
                  <a:ext uri="{FF2B5EF4-FFF2-40B4-BE49-F238E27FC236}">
                    <a16:creationId xmlns:a16="http://schemas.microsoft.com/office/drawing/2014/main" id="{FD6BFA05-9C5C-FEC1-AD34-875F2AE84574}"/>
                  </a:ext>
                </a:extLst>
              </p:cNvPr>
              <p:cNvSpPr/>
              <p:nvPr/>
            </p:nvSpPr>
            <p:spPr>
              <a:xfrm>
                <a:off x="5134348" y="3881200"/>
                <a:ext cx="6843" cy="7803"/>
              </a:xfrm>
              <a:custGeom>
                <a:avLst/>
                <a:gdLst/>
                <a:ahLst/>
                <a:cxnLst/>
                <a:rect l="l" t="t" r="r" b="b"/>
                <a:pathLst>
                  <a:path w="214" h="244" extrusionOk="0">
                    <a:moveTo>
                      <a:pt x="153" y="1"/>
                    </a:moveTo>
                    <a:cubicBezTo>
                      <a:pt x="31" y="31"/>
                      <a:pt x="1" y="122"/>
                      <a:pt x="92" y="213"/>
                    </a:cubicBezTo>
                    <a:cubicBezTo>
                      <a:pt x="122" y="244"/>
                      <a:pt x="153" y="244"/>
                      <a:pt x="214" y="244"/>
                    </a:cubicBezTo>
                    <a:lnTo>
                      <a:pt x="21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923;p21">
                <a:extLst>
                  <a:ext uri="{FF2B5EF4-FFF2-40B4-BE49-F238E27FC236}">
                    <a16:creationId xmlns:a16="http://schemas.microsoft.com/office/drawing/2014/main" id="{D5E75EA4-C5B3-8DAE-964E-3DFF238F05AD}"/>
                  </a:ext>
                </a:extLst>
              </p:cNvPr>
              <p:cNvSpPr/>
              <p:nvPr/>
            </p:nvSpPr>
            <p:spPr>
              <a:xfrm>
                <a:off x="5877919" y="3436044"/>
                <a:ext cx="7803" cy="2942"/>
              </a:xfrm>
              <a:custGeom>
                <a:avLst/>
                <a:gdLst/>
                <a:ahLst/>
                <a:cxnLst/>
                <a:rect l="l" t="t" r="r" b="b"/>
                <a:pathLst>
                  <a:path w="244" h="92" extrusionOk="0">
                    <a:moveTo>
                      <a:pt x="244" y="92"/>
                    </a:moveTo>
                    <a:cubicBezTo>
                      <a:pt x="183" y="31"/>
                      <a:pt x="92" y="0"/>
                      <a:pt x="1" y="0"/>
                    </a:cubicBezTo>
                    <a:cubicBezTo>
                      <a:pt x="61" y="61"/>
                      <a:pt x="152" y="92"/>
                      <a:pt x="244" y="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924;p21">
                <a:extLst>
                  <a:ext uri="{FF2B5EF4-FFF2-40B4-BE49-F238E27FC236}">
                    <a16:creationId xmlns:a16="http://schemas.microsoft.com/office/drawing/2014/main" id="{2FFBE7BD-4F39-1652-8216-0B94A85CE324}"/>
                  </a:ext>
                </a:extLst>
              </p:cNvPr>
              <p:cNvSpPr/>
              <p:nvPr/>
            </p:nvSpPr>
            <p:spPr>
              <a:xfrm>
                <a:off x="5885690" y="3438954"/>
                <a:ext cx="1023" cy="1023"/>
              </a:xfrm>
              <a:custGeom>
                <a:avLst/>
                <a:gdLst/>
                <a:ahLst/>
                <a:cxnLst/>
                <a:rect l="l" t="t" r="r" b="b"/>
                <a:pathLst>
                  <a:path w="32" h="32" extrusionOk="0">
                    <a:moveTo>
                      <a:pt x="1" y="1"/>
                    </a:moveTo>
                    <a:lnTo>
                      <a:pt x="31" y="31"/>
                    </a:lnTo>
                    <a:lnTo>
                      <a:pt x="31" y="31"/>
                    </a:lnTo>
                    <a:lnTo>
                      <a:pt x="3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925;p21">
                <a:extLst>
                  <a:ext uri="{FF2B5EF4-FFF2-40B4-BE49-F238E27FC236}">
                    <a16:creationId xmlns:a16="http://schemas.microsoft.com/office/drawing/2014/main" id="{3E2729EC-CAF0-6B00-77B5-938D0229EC74}"/>
                  </a:ext>
                </a:extLst>
              </p:cNvPr>
              <p:cNvSpPr/>
              <p:nvPr/>
            </p:nvSpPr>
            <p:spPr>
              <a:xfrm>
                <a:off x="4796122" y="3166795"/>
                <a:ext cx="2942" cy="3933"/>
              </a:xfrm>
              <a:custGeom>
                <a:avLst/>
                <a:gdLst/>
                <a:ahLst/>
                <a:cxnLst/>
                <a:rect l="l" t="t" r="r" b="b"/>
                <a:pathLst>
                  <a:path w="92" h="123" extrusionOk="0">
                    <a:moveTo>
                      <a:pt x="0" y="92"/>
                    </a:moveTo>
                    <a:cubicBezTo>
                      <a:pt x="0" y="92"/>
                      <a:pt x="30" y="122"/>
                      <a:pt x="61" y="122"/>
                    </a:cubicBezTo>
                    <a:cubicBezTo>
                      <a:pt x="61" y="122"/>
                      <a:pt x="91" y="92"/>
                      <a:pt x="91" y="92"/>
                    </a:cubicBezTo>
                    <a:cubicBezTo>
                      <a:pt x="91" y="92"/>
                      <a:pt x="61" y="31"/>
                      <a:pt x="61" y="1"/>
                    </a:cubicBezTo>
                    <a:cubicBezTo>
                      <a:pt x="30" y="31"/>
                      <a:pt x="30" y="31"/>
                      <a:pt x="0" y="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926;p21">
                <a:extLst>
                  <a:ext uri="{FF2B5EF4-FFF2-40B4-BE49-F238E27FC236}">
                    <a16:creationId xmlns:a16="http://schemas.microsoft.com/office/drawing/2014/main" id="{B9C66096-58EF-1AE7-AA9A-46DEA82ADA25}"/>
                  </a:ext>
                </a:extLst>
              </p:cNvPr>
              <p:cNvSpPr/>
              <p:nvPr/>
            </p:nvSpPr>
            <p:spPr>
              <a:xfrm>
                <a:off x="5240289" y="3219302"/>
                <a:ext cx="1023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32" h="31" extrusionOk="0">
                    <a:moveTo>
                      <a:pt x="1" y="0"/>
                    </a:moveTo>
                    <a:lnTo>
                      <a:pt x="31" y="31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927;p21">
                <a:extLst>
                  <a:ext uri="{FF2B5EF4-FFF2-40B4-BE49-F238E27FC236}">
                    <a16:creationId xmlns:a16="http://schemas.microsoft.com/office/drawing/2014/main" id="{0DBBF047-D281-E92C-D3BF-5B501301EA2C}"/>
                  </a:ext>
                </a:extLst>
              </p:cNvPr>
              <p:cNvSpPr/>
              <p:nvPr/>
            </p:nvSpPr>
            <p:spPr>
              <a:xfrm>
                <a:off x="4822344" y="3233884"/>
                <a:ext cx="3933" cy="4893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53" extrusionOk="0">
                    <a:moveTo>
                      <a:pt x="62" y="0"/>
                    </a:moveTo>
                    <a:cubicBezTo>
                      <a:pt x="1" y="31"/>
                      <a:pt x="1" y="61"/>
                      <a:pt x="1" y="91"/>
                    </a:cubicBezTo>
                    <a:cubicBezTo>
                      <a:pt x="1" y="91"/>
                      <a:pt x="31" y="122"/>
                      <a:pt x="31" y="152"/>
                    </a:cubicBezTo>
                    <a:cubicBezTo>
                      <a:pt x="62" y="152"/>
                      <a:pt x="62" y="91"/>
                      <a:pt x="92" y="61"/>
                    </a:cubicBezTo>
                    <a:cubicBezTo>
                      <a:pt x="122" y="31"/>
                      <a:pt x="62" y="0"/>
                      <a:pt x="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928;p21">
                <a:extLst>
                  <a:ext uri="{FF2B5EF4-FFF2-40B4-BE49-F238E27FC236}">
                    <a16:creationId xmlns:a16="http://schemas.microsoft.com/office/drawing/2014/main" id="{1AD5E573-FE0C-5310-D615-078F06ECE3B8}"/>
                  </a:ext>
                </a:extLst>
              </p:cNvPr>
              <p:cNvSpPr/>
              <p:nvPr/>
            </p:nvSpPr>
            <p:spPr>
              <a:xfrm>
                <a:off x="5314189" y="3258186"/>
                <a:ext cx="3901" cy="1951"/>
              </a:xfrm>
              <a:custGeom>
                <a:avLst/>
                <a:gdLst/>
                <a:ahLst/>
                <a:cxnLst/>
                <a:rect l="l" t="t" r="r" b="b"/>
                <a:pathLst>
                  <a:path w="122" h="61" extrusionOk="0">
                    <a:moveTo>
                      <a:pt x="61" y="0"/>
                    </a:moveTo>
                    <a:cubicBezTo>
                      <a:pt x="61" y="0"/>
                      <a:pt x="30" y="0"/>
                      <a:pt x="0" y="30"/>
                    </a:cubicBezTo>
                    <a:cubicBezTo>
                      <a:pt x="0" y="61"/>
                      <a:pt x="30" y="61"/>
                      <a:pt x="61" y="61"/>
                    </a:cubicBezTo>
                    <a:cubicBezTo>
                      <a:pt x="61" y="61"/>
                      <a:pt x="91" y="61"/>
                      <a:pt x="91" y="61"/>
                    </a:cubicBezTo>
                    <a:cubicBezTo>
                      <a:pt x="122" y="30"/>
                      <a:pt x="61" y="0"/>
                      <a:pt x="6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929;p21">
                <a:extLst>
                  <a:ext uri="{FF2B5EF4-FFF2-40B4-BE49-F238E27FC236}">
                    <a16:creationId xmlns:a16="http://schemas.microsoft.com/office/drawing/2014/main" id="{E5E6E8A9-F87B-8A46-FF02-AAA9A19B8102}"/>
                  </a:ext>
                </a:extLst>
              </p:cNvPr>
              <p:cNvSpPr/>
              <p:nvPr/>
            </p:nvSpPr>
            <p:spPr>
              <a:xfrm>
                <a:off x="5295706" y="3270817"/>
                <a:ext cx="2942" cy="2942"/>
              </a:xfrm>
              <a:custGeom>
                <a:avLst/>
                <a:gdLst/>
                <a:ahLst/>
                <a:cxnLst/>
                <a:rect l="l" t="t" r="r" b="b"/>
                <a:pathLst>
                  <a:path w="92" h="92" extrusionOk="0">
                    <a:moveTo>
                      <a:pt x="31" y="61"/>
                    </a:moveTo>
                    <a:cubicBezTo>
                      <a:pt x="31" y="61"/>
                      <a:pt x="61" y="91"/>
                      <a:pt x="61" y="91"/>
                    </a:cubicBezTo>
                    <a:cubicBezTo>
                      <a:pt x="92" y="91"/>
                      <a:pt x="61" y="61"/>
                      <a:pt x="61" y="31"/>
                    </a:cubicBezTo>
                    <a:cubicBezTo>
                      <a:pt x="31" y="0"/>
                      <a:pt x="0" y="31"/>
                      <a:pt x="31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930;p21">
                <a:extLst>
                  <a:ext uri="{FF2B5EF4-FFF2-40B4-BE49-F238E27FC236}">
                    <a16:creationId xmlns:a16="http://schemas.microsoft.com/office/drawing/2014/main" id="{63868836-4517-688E-30DB-E9CF124A23AD}"/>
                  </a:ext>
                </a:extLst>
              </p:cNvPr>
              <p:cNvSpPr/>
              <p:nvPr/>
            </p:nvSpPr>
            <p:spPr>
              <a:xfrm>
                <a:off x="5421089" y="3290260"/>
                <a:ext cx="1983" cy="3901"/>
              </a:xfrm>
              <a:custGeom>
                <a:avLst/>
                <a:gdLst/>
                <a:ahLst/>
                <a:cxnLst/>
                <a:rect l="l" t="t" r="r" b="b"/>
                <a:pathLst>
                  <a:path w="62" h="122" extrusionOk="0">
                    <a:moveTo>
                      <a:pt x="1" y="61"/>
                    </a:moveTo>
                    <a:cubicBezTo>
                      <a:pt x="1" y="61"/>
                      <a:pt x="1" y="91"/>
                      <a:pt x="31" y="122"/>
                    </a:cubicBezTo>
                    <a:lnTo>
                      <a:pt x="61" y="61"/>
                    </a:lnTo>
                    <a:cubicBezTo>
                      <a:pt x="61" y="0"/>
                      <a:pt x="1" y="0"/>
                      <a:pt x="1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931;p21">
                <a:extLst>
                  <a:ext uri="{FF2B5EF4-FFF2-40B4-BE49-F238E27FC236}">
                    <a16:creationId xmlns:a16="http://schemas.microsoft.com/office/drawing/2014/main" id="{AFEBAAF7-8412-DCF8-A26A-1EAAD81A94BB}"/>
                  </a:ext>
                </a:extLst>
              </p:cNvPr>
              <p:cNvSpPr/>
              <p:nvPr/>
            </p:nvSpPr>
            <p:spPr>
              <a:xfrm>
                <a:off x="5021595" y="3373848"/>
                <a:ext cx="4893" cy="3901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22" extrusionOk="0">
                    <a:moveTo>
                      <a:pt x="153" y="91"/>
                    </a:moveTo>
                    <a:cubicBezTo>
                      <a:pt x="153" y="31"/>
                      <a:pt x="92" y="0"/>
                      <a:pt x="62" y="31"/>
                    </a:cubicBezTo>
                    <a:cubicBezTo>
                      <a:pt x="1" y="61"/>
                      <a:pt x="31" y="91"/>
                      <a:pt x="1" y="122"/>
                    </a:cubicBezTo>
                    <a:cubicBezTo>
                      <a:pt x="62" y="122"/>
                      <a:pt x="92" y="122"/>
                      <a:pt x="122" y="122"/>
                    </a:cubicBezTo>
                    <a:cubicBezTo>
                      <a:pt x="122" y="122"/>
                      <a:pt x="153" y="91"/>
                      <a:pt x="153" y="9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932;p21">
                <a:extLst>
                  <a:ext uri="{FF2B5EF4-FFF2-40B4-BE49-F238E27FC236}">
                    <a16:creationId xmlns:a16="http://schemas.microsoft.com/office/drawing/2014/main" id="{6043CF9C-F7FC-1A8C-D43D-4203C5F9FA33}"/>
                  </a:ext>
                </a:extLst>
              </p:cNvPr>
              <p:cNvSpPr/>
              <p:nvPr/>
            </p:nvSpPr>
            <p:spPr>
              <a:xfrm>
                <a:off x="5021595" y="3377717"/>
                <a:ext cx="1023" cy="1023"/>
              </a:xfrm>
              <a:custGeom>
                <a:avLst/>
                <a:gdLst/>
                <a:ahLst/>
                <a:cxnLst/>
                <a:rect l="l" t="t" r="r" b="b"/>
                <a:pathLst>
                  <a:path w="32" h="3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1" y="31"/>
                      <a:pt x="1" y="31"/>
                    </a:cubicBezTo>
                    <a:lnTo>
                      <a:pt x="3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933;p21">
                <a:extLst>
                  <a:ext uri="{FF2B5EF4-FFF2-40B4-BE49-F238E27FC236}">
                    <a16:creationId xmlns:a16="http://schemas.microsoft.com/office/drawing/2014/main" id="{BFF9F9AF-A552-27DD-72A3-725C8B42DA13}"/>
                  </a:ext>
                </a:extLst>
              </p:cNvPr>
              <p:cNvSpPr/>
              <p:nvPr/>
            </p:nvSpPr>
            <p:spPr>
              <a:xfrm>
                <a:off x="5019677" y="3378709"/>
                <a:ext cx="991" cy="3901"/>
              </a:xfrm>
              <a:custGeom>
                <a:avLst/>
                <a:gdLst/>
                <a:ahLst/>
                <a:cxnLst/>
                <a:rect l="l" t="t" r="r" b="b"/>
                <a:pathLst>
                  <a:path w="31" h="122" extrusionOk="0">
                    <a:moveTo>
                      <a:pt x="0" y="61"/>
                    </a:moveTo>
                    <a:lnTo>
                      <a:pt x="0" y="122"/>
                    </a:lnTo>
                    <a:lnTo>
                      <a:pt x="31" y="0"/>
                    </a:lnTo>
                    <a:cubicBezTo>
                      <a:pt x="0" y="31"/>
                      <a:pt x="0" y="31"/>
                      <a:pt x="0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934;p21">
                <a:extLst>
                  <a:ext uri="{FF2B5EF4-FFF2-40B4-BE49-F238E27FC236}">
                    <a16:creationId xmlns:a16="http://schemas.microsoft.com/office/drawing/2014/main" id="{21BEC5C3-9DD5-6190-992F-9A488E0C2197}"/>
                  </a:ext>
                </a:extLst>
              </p:cNvPr>
              <p:cNvSpPr/>
              <p:nvPr/>
            </p:nvSpPr>
            <p:spPr>
              <a:xfrm>
                <a:off x="5843895" y="3421462"/>
                <a:ext cx="2942" cy="2942"/>
              </a:xfrm>
              <a:custGeom>
                <a:avLst/>
                <a:gdLst/>
                <a:ahLst/>
                <a:cxnLst/>
                <a:rect l="l" t="t" r="r" b="b"/>
                <a:pathLst>
                  <a:path w="92" h="92" extrusionOk="0">
                    <a:moveTo>
                      <a:pt x="61" y="31"/>
                    </a:moveTo>
                    <a:lnTo>
                      <a:pt x="31" y="1"/>
                    </a:lnTo>
                    <a:cubicBezTo>
                      <a:pt x="31" y="1"/>
                      <a:pt x="1" y="31"/>
                      <a:pt x="1" y="31"/>
                    </a:cubicBezTo>
                    <a:cubicBezTo>
                      <a:pt x="1" y="31"/>
                      <a:pt x="1" y="92"/>
                      <a:pt x="61" y="92"/>
                    </a:cubicBezTo>
                    <a:cubicBezTo>
                      <a:pt x="92" y="61"/>
                      <a:pt x="61" y="61"/>
                      <a:pt x="61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935;p21">
                <a:extLst>
                  <a:ext uri="{FF2B5EF4-FFF2-40B4-BE49-F238E27FC236}">
                    <a16:creationId xmlns:a16="http://schemas.microsoft.com/office/drawing/2014/main" id="{5242C882-ED7E-FCCF-6333-3C7602418E86}"/>
                  </a:ext>
                </a:extLst>
              </p:cNvPr>
              <p:cNvSpPr/>
              <p:nvPr/>
            </p:nvSpPr>
            <p:spPr>
              <a:xfrm>
                <a:off x="4941908" y="3426323"/>
                <a:ext cx="3933" cy="1983"/>
              </a:xfrm>
              <a:custGeom>
                <a:avLst/>
                <a:gdLst/>
                <a:ahLst/>
                <a:cxnLst/>
                <a:rect l="l" t="t" r="r" b="b"/>
                <a:pathLst>
                  <a:path w="123" h="62" extrusionOk="0">
                    <a:moveTo>
                      <a:pt x="61" y="1"/>
                    </a:moveTo>
                    <a:cubicBezTo>
                      <a:pt x="61" y="1"/>
                      <a:pt x="31" y="1"/>
                      <a:pt x="0" y="31"/>
                    </a:cubicBezTo>
                    <a:cubicBezTo>
                      <a:pt x="0" y="61"/>
                      <a:pt x="31" y="61"/>
                      <a:pt x="61" y="61"/>
                    </a:cubicBezTo>
                    <a:cubicBezTo>
                      <a:pt x="61" y="61"/>
                      <a:pt x="92" y="61"/>
                      <a:pt x="92" y="61"/>
                    </a:cubicBezTo>
                    <a:cubicBezTo>
                      <a:pt x="122" y="31"/>
                      <a:pt x="92" y="1"/>
                      <a:pt x="6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936;p21">
                <a:extLst>
                  <a:ext uri="{FF2B5EF4-FFF2-40B4-BE49-F238E27FC236}">
                    <a16:creationId xmlns:a16="http://schemas.microsoft.com/office/drawing/2014/main" id="{D613AE00-22D5-7193-B5B7-8A81B545A268}"/>
                  </a:ext>
                </a:extLst>
              </p:cNvPr>
              <p:cNvSpPr/>
              <p:nvPr/>
            </p:nvSpPr>
            <p:spPr>
              <a:xfrm>
                <a:off x="5327779" y="3469077"/>
                <a:ext cx="3933" cy="3933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23" extrusionOk="0">
                    <a:moveTo>
                      <a:pt x="1" y="31"/>
                    </a:moveTo>
                    <a:cubicBezTo>
                      <a:pt x="1" y="92"/>
                      <a:pt x="1" y="123"/>
                      <a:pt x="61" y="92"/>
                    </a:cubicBezTo>
                    <a:cubicBezTo>
                      <a:pt x="122" y="62"/>
                      <a:pt x="61" y="62"/>
                      <a:pt x="92" y="31"/>
                    </a:cubicBezTo>
                    <a:lnTo>
                      <a:pt x="31" y="1"/>
                    </a:lnTo>
                    <a:cubicBezTo>
                      <a:pt x="31" y="1"/>
                      <a:pt x="1" y="31"/>
                      <a:pt x="1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937;p21">
                <a:extLst>
                  <a:ext uri="{FF2B5EF4-FFF2-40B4-BE49-F238E27FC236}">
                    <a16:creationId xmlns:a16="http://schemas.microsoft.com/office/drawing/2014/main" id="{07EC50BA-6FDE-E770-7EE1-C91204DC7925}"/>
                  </a:ext>
                </a:extLst>
              </p:cNvPr>
              <p:cNvSpPr/>
              <p:nvPr/>
            </p:nvSpPr>
            <p:spPr>
              <a:xfrm>
                <a:off x="5800150" y="3477838"/>
                <a:ext cx="1983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62" h="31" extrusionOk="0">
                    <a:moveTo>
                      <a:pt x="1" y="0"/>
                    </a:moveTo>
                    <a:cubicBezTo>
                      <a:pt x="1" y="0"/>
                      <a:pt x="1" y="31"/>
                      <a:pt x="1" y="31"/>
                    </a:cubicBezTo>
                    <a:lnTo>
                      <a:pt x="62" y="31"/>
                    </a:lnTo>
                    <a:cubicBezTo>
                      <a:pt x="62" y="31"/>
                      <a:pt x="62" y="0"/>
                      <a:pt x="62" y="0"/>
                    </a:cubicBezTo>
                    <a:cubicBezTo>
                      <a:pt x="62" y="0"/>
                      <a:pt x="3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938;p21">
                <a:extLst>
                  <a:ext uri="{FF2B5EF4-FFF2-40B4-BE49-F238E27FC236}">
                    <a16:creationId xmlns:a16="http://schemas.microsoft.com/office/drawing/2014/main" id="{53FC87E4-BA13-D511-B54F-00024D89584B}"/>
                  </a:ext>
                </a:extLst>
              </p:cNvPr>
              <p:cNvSpPr/>
              <p:nvPr/>
            </p:nvSpPr>
            <p:spPr>
              <a:xfrm>
                <a:off x="5302517" y="3484650"/>
                <a:ext cx="991" cy="1983"/>
              </a:xfrm>
              <a:custGeom>
                <a:avLst/>
                <a:gdLst/>
                <a:ahLst/>
                <a:cxnLst/>
                <a:rect l="l" t="t" r="r" b="b"/>
                <a:pathLst>
                  <a:path w="31" h="62" extrusionOk="0">
                    <a:moveTo>
                      <a:pt x="0" y="61"/>
                    </a:moveTo>
                    <a:lnTo>
                      <a:pt x="31" y="61"/>
                    </a:lnTo>
                    <a:cubicBezTo>
                      <a:pt x="31" y="31"/>
                      <a:pt x="31" y="0"/>
                      <a:pt x="31" y="0"/>
                    </a:cubicBezTo>
                    <a:lnTo>
                      <a:pt x="0" y="0"/>
                    </a:lnTo>
                    <a:cubicBezTo>
                      <a:pt x="0" y="0"/>
                      <a:pt x="0" y="31"/>
                      <a:pt x="0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939;p21">
                <a:extLst>
                  <a:ext uri="{FF2B5EF4-FFF2-40B4-BE49-F238E27FC236}">
                    <a16:creationId xmlns:a16="http://schemas.microsoft.com/office/drawing/2014/main" id="{8F853961-004A-F9F0-95D9-1385D2F01116}"/>
                  </a:ext>
                </a:extLst>
              </p:cNvPr>
              <p:cNvSpPr/>
              <p:nvPr/>
            </p:nvSpPr>
            <p:spPr>
              <a:xfrm>
                <a:off x="5354992" y="3529354"/>
                <a:ext cx="3933" cy="2942"/>
              </a:xfrm>
              <a:custGeom>
                <a:avLst/>
                <a:gdLst/>
                <a:ahLst/>
                <a:cxnLst/>
                <a:rect l="l" t="t" r="r" b="b"/>
                <a:pathLst>
                  <a:path w="123" h="92" extrusionOk="0">
                    <a:moveTo>
                      <a:pt x="61" y="0"/>
                    </a:moveTo>
                    <a:cubicBezTo>
                      <a:pt x="1" y="31"/>
                      <a:pt x="31" y="61"/>
                      <a:pt x="61" y="61"/>
                    </a:cubicBezTo>
                    <a:cubicBezTo>
                      <a:pt x="92" y="92"/>
                      <a:pt x="92" y="61"/>
                      <a:pt x="122" y="61"/>
                    </a:cubicBezTo>
                    <a:cubicBezTo>
                      <a:pt x="122" y="61"/>
                      <a:pt x="122" y="31"/>
                      <a:pt x="122" y="31"/>
                    </a:cubicBezTo>
                    <a:cubicBezTo>
                      <a:pt x="122" y="31"/>
                      <a:pt x="61" y="0"/>
                      <a:pt x="6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940;p21">
                <a:extLst>
                  <a:ext uri="{FF2B5EF4-FFF2-40B4-BE49-F238E27FC236}">
                    <a16:creationId xmlns:a16="http://schemas.microsoft.com/office/drawing/2014/main" id="{FBC67092-A898-6A4E-5B7C-35E02FCE47A7}"/>
                  </a:ext>
                </a:extLst>
              </p:cNvPr>
              <p:cNvSpPr/>
              <p:nvPr/>
            </p:nvSpPr>
            <p:spPr>
              <a:xfrm>
                <a:off x="5342361" y="3572107"/>
                <a:ext cx="4893" cy="393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23" extrusionOk="0">
                    <a:moveTo>
                      <a:pt x="122" y="92"/>
                    </a:moveTo>
                    <a:cubicBezTo>
                      <a:pt x="152" y="62"/>
                      <a:pt x="152" y="31"/>
                      <a:pt x="152" y="1"/>
                    </a:cubicBezTo>
                    <a:lnTo>
                      <a:pt x="61" y="1"/>
                    </a:lnTo>
                    <a:cubicBezTo>
                      <a:pt x="61" y="1"/>
                      <a:pt x="0" y="31"/>
                      <a:pt x="31" y="62"/>
                    </a:cubicBezTo>
                    <a:cubicBezTo>
                      <a:pt x="31" y="62"/>
                      <a:pt x="92" y="122"/>
                      <a:pt x="122" y="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941;p21">
                <a:extLst>
                  <a:ext uri="{FF2B5EF4-FFF2-40B4-BE49-F238E27FC236}">
                    <a16:creationId xmlns:a16="http://schemas.microsoft.com/office/drawing/2014/main" id="{562C23F5-4B74-55D1-B233-45C632886F2F}"/>
                  </a:ext>
                </a:extLst>
              </p:cNvPr>
              <p:cNvSpPr/>
              <p:nvPr/>
            </p:nvSpPr>
            <p:spPr>
              <a:xfrm>
                <a:off x="6147169" y="3692630"/>
                <a:ext cx="2942" cy="3933"/>
              </a:xfrm>
              <a:custGeom>
                <a:avLst/>
                <a:gdLst/>
                <a:ahLst/>
                <a:cxnLst/>
                <a:rect l="l" t="t" r="r" b="b"/>
                <a:pathLst>
                  <a:path w="92" h="123" extrusionOk="0">
                    <a:moveTo>
                      <a:pt x="61" y="122"/>
                    </a:moveTo>
                    <a:cubicBezTo>
                      <a:pt x="61" y="122"/>
                      <a:pt x="91" y="92"/>
                      <a:pt x="91" y="62"/>
                    </a:cubicBezTo>
                    <a:cubicBezTo>
                      <a:pt x="91" y="31"/>
                      <a:pt x="91" y="31"/>
                      <a:pt x="61" y="1"/>
                    </a:cubicBezTo>
                    <a:cubicBezTo>
                      <a:pt x="31" y="1"/>
                      <a:pt x="31" y="31"/>
                      <a:pt x="31" y="31"/>
                    </a:cubicBezTo>
                    <a:cubicBezTo>
                      <a:pt x="0" y="92"/>
                      <a:pt x="31" y="122"/>
                      <a:pt x="61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942;p21">
                <a:extLst>
                  <a:ext uri="{FF2B5EF4-FFF2-40B4-BE49-F238E27FC236}">
                    <a16:creationId xmlns:a16="http://schemas.microsoft.com/office/drawing/2014/main" id="{BFB23147-AC12-2530-B72F-4846B5DCA962}"/>
                  </a:ext>
                </a:extLst>
              </p:cNvPr>
              <p:cNvSpPr/>
              <p:nvPr/>
            </p:nvSpPr>
            <p:spPr>
              <a:xfrm>
                <a:off x="6149088" y="3720834"/>
                <a:ext cx="4893" cy="2942"/>
              </a:xfrm>
              <a:custGeom>
                <a:avLst/>
                <a:gdLst/>
                <a:ahLst/>
                <a:cxnLst/>
                <a:rect l="l" t="t" r="r" b="b"/>
                <a:pathLst>
                  <a:path w="153" h="92" extrusionOk="0">
                    <a:moveTo>
                      <a:pt x="31" y="92"/>
                    </a:moveTo>
                    <a:cubicBezTo>
                      <a:pt x="62" y="92"/>
                      <a:pt x="123" y="92"/>
                      <a:pt x="153" y="61"/>
                    </a:cubicBezTo>
                    <a:cubicBezTo>
                      <a:pt x="153" y="61"/>
                      <a:pt x="153" y="31"/>
                      <a:pt x="92" y="31"/>
                    </a:cubicBezTo>
                    <a:cubicBezTo>
                      <a:pt x="62" y="0"/>
                      <a:pt x="31" y="0"/>
                      <a:pt x="1" y="61"/>
                    </a:cubicBezTo>
                    <a:cubicBezTo>
                      <a:pt x="1" y="61"/>
                      <a:pt x="31" y="92"/>
                      <a:pt x="31" y="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943;p21">
                <a:extLst>
                  <a:ext uri="{FF2B5EF4-FFF2-40B4-BE49-F238E27FC236}">
                    <a16:creationId xmlns:a16="http://schemas.microsoft.com/office/drawing/2014/main" id="{471FB35F-F0F1-3FC8-4A66-231BDBDE22FC}"/>
                  </a:ext>
                </a:extLst>
              </p:cNvPr>
              <p:cNvSpPr/>
              <p:nvPr/>
            </p:nvSpPr>
            <p:spPr>
              <a:xfrm>
                <a:off x="6160759" y="3746096"/>
                <a:ext cx="1983" cy="1023"/>
              </a:xfrm>
              <a:custGeom>
                <a:avLst/>
                <a:gdLst/>
                <a:ahLst/>
                <a:cxnLst/>
                <a:rect l="l" t="t" r="r" b="b"/>
                <a:pathLst>
                  <a:path w="62" h="32" extrusionOk="0">
                    <a:moveTo>
                      <a:pt x="61" y="1"/>
                    </a:moveTo>
                    <a:lnTo>
                      <a:pt x="1" y="1"/>
                    </a:lnTo>
                    <a:lnTo>
                      <a:pt x="31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944;p21">
                <a:extLst>
                  <a:ext uri="{FF2B5EF4-FFF2-40B4-BE49-F238E27FC236}">
                    <a16:creationId xmlns:a16="http://schemas.microsoft.com/office/drawing/2014/main" id="{E1896293-7606-C63B-A065-895C10D7446D}"/>
                  </a:ext>
                </a:extLst>
              </p:cNvPr>
              <p:cNvSpPr/>
              <p:nvPr/>
            </p:nvSpPr>
            <p:spPr>
              <a:xfrm>
                <a:off x="6132587" y="3805382"/>
                <a:ext cx="3901" cy="39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23" extrusionOk="0">
                    <a:moveTo>
                      <a:pt x="122" y="31"/>
                    </a:moveTo>
                    <a:cubicBezTo>
                      <a:pt x="122" y="31"/>
                      <a:pt x="91" y="1"/>
                      <a:pt x="91" y="1"/>
                    </a:cubicBezTo>
                    <a:cubicBezTo>
                      <a:pt x="31" y="1"/>
                      <a:pt x="0" y="62"/>
                      <a:pt x="31" y="92"/>
                    </a:cubicBezTo>
                    <a:cubicBezTo>
                      <a:pt x="31" y="122"/>
                      <a:pt x="61" y="122"/>
                      <a:pt x="61" y="122"/>
                    </a:cubicBezTo>
                    <a:cubicBezTo>
                      <a:pt x="122" y="122"/>
                      <a:pt x="122" y="92"/>
                      <a:pt x="122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945;p21">
                <a:extLst>
                  <a:ext uri="{FF2B5EF4-FFF2-40B4-BE49-F238E27FC236}">
                    <a16:creationId xmlns:a16="http://schemas.microsoft.com/office/drawing/2014/main" id="{19A227FB-12E5-63EF-7AB8-5A20538890C1}"/>
                  </a:ext>
                </a:extLst>
              </p:cNvPr>
              <p:cNvSpPr/>
              <p:nvPr/>
            </p:nvSpPr>
            <p:spPr>
              <a:xfrm>
                <a:off x="5678668" y="4255398"/>
                <a:ext cx="4893" cy="393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23" extrusionOk="0">
                    <a:moveTo>
                      <a:pt x="31" y="1"/>
                    </a:moveTo>
                    <a:cubicBezTo>
                      <a:pt x="31" y="1"/>
                      <a:pt x="0" y="31"/>
                      <a:pt x="0" y="62"/>
                    </a:cubicBezTo>
                    <a:cubicBezTo>
                      <a:pt x="0" y="92"/>
                      <a:pt x="61" y="123"/>
                      <a:pt x="92" y="123"/>
                    </a:cubicBezTo>
                    <a:cubicBezTo>
                      <a:pt x="122" y="123"/>
                      <a:pt x="152" y="92"/>
                      <a:pt x="122" y="62"/>
                    </a:cubicBezTo>
                    <a:cubicBezTo>
                      <a:pt x="122" y="31"/>
                      <a:pt x="92" y="1"/>
                      <a:pt x="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946;p21">
                <a:extLst>
                  <a:ext uri="{FF2B5EF4-FFF2-40B4-BE49-F238E27FC236}">
                    <a16:creationId xmlns:a16="http://schemas.microsoft.com/office/drawing/2014/main" id="{FA98E548-0C25-F960-089C-2FDFC38F933A}"/>
                  </a:ext>
                </a:extLst>
              </p:cNvPr>
              <p:cNvSpPr/>
              <p:nvPr/>
            </p:nvSpPr>
            <p:spPr>
              <a:xfrm>
                <a:off x="5398737" y="3306760"/>
                <a:ext cx="991" cy="1983"/>
              </a:xfrm>
              <a:custGeom>
                <a:avLst/>
                <a:gdLst/>
                <a:ahLst/>
                <a:cxnLst/>
                <a:rect l="l" t="t" r="r" b="b"/>
                <a:pathLst>
                  <a:path w="31" h="62" extrusionOk="0">
                    <a:moveTo>
                      <a:pt x="31" y="1"/>
                    </a:moveTo>
                    <a:lnTo>
                      <a:pt x="0" y="31"/>
                    </a:lnTo>
                    <a:lnTo>
                      <a:pt x="31" y="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947;p21">
                <a:extLst>
                  <a:ext uri="{FF2B5EF4-FFF2-40B4-BE49-F238E27FC236}">
                    <a16:creationId xmlns:a16="http://schemas.microsoft.com/office/drawing/2014/main" id="{FF88605F-E3AB-4005-CCC8-E006A83A9474}"/>
                  </a:ext>
                </a:extLst>
              </p:cNvPr>
              <p:cNvSpPr/>
              <p:nvPr/>
            </p:nvSpPr>
            <p:spPr>
              <a:xfrm>
                <a:off x="4861228" y="3316481"/>
                <a:ext cx="1983" cy="1983"/>
              </a:xfrm>
              <a:custGeom>
                <a:avLst/>
                <a:gdLst/>
                <a:ahLst/>
                <a:cxnLst/>
                <a:rect l="l" t="t" r="r" b="b"/>
                <a:pathLst>
                  <a:path w="62" h="62" extrusionOk="0">
                    <a:moveTo>
                      <a:pt x="1" y="62"/>
                    </a:moveTo>
                    <a:lnTo>
                      <a:pt x="61" y="62"/>
                    </a:lnTo>
                    <a:lnTo>
                      <a:pt x="3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948;p21">
                <a:extLst>
                  <a:ext uri="{FF2B5EF4-FFF2-40B4-BE49-F238E27FC236}">
                    <a16:creationId xmlns:a16="http://schemas.microsoft.com/office/drawing/2014/main" id="{5253B971-F1B2-EF35-5B9D-EBD7260A6E8F}"/>
                  </a:ext>
                </a:extLst>
              </p:cNvPr>
              <p:cNvSpPr/>
              <p:nvPr/>
            </p:nvSpPr>
            <p:spPr>
              <a:xfrm>
                <a:off x="5445392" y="3384529"/>
                <a:ext cx="32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1" h="31" extrusionOk="0">
                    <a:moveTo>
                      <a:pt x="0" y="31"/>
                    </a:moveTo>
                    <a:cubicBezTo>
                      <a:pt x="0" y="1"/>
                      <a:pt x="0" y="1"/>
                      <a:pt x="0" y="1"/>
                    </a:cubicBez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949;p21">
                <a:extLst>
                  <a:ext uri="{FF2B5EF4-FFF2-40B4-BE49-F238E27FC236}">
                    <a16:creationId xmlns:a16="http://schemas.microsoft.com/office/drawing/2014/main" id="{59A0262B-AF2B-190F-51A7-96EAB45AE457}"/>
                  </a:ext>
                </a:extLst>
              </p:cNvPr>
              <p:cNvSpPr/>
              <p:nvPr/>
            </p:nvSpPr>
            <p:spPr>
              <a:xfrm>
                <a:off x="5445392" y="3385488"/>
                <a:ext cx="1983" cy="1023"/>
              </a:xfrm>
              <a:custGeom>
                <a:avLst/>
                <a:gdLst/>
                <a:ahLst/>
                <a:cxnLst/>
                <a:rect l="l" t="t" r="r" b="b"/>
                <a:pathLst>
                  <a:path w="62" h="32" extrusionOk="0">
                    <a:moveTo>
                      <a:pt x="61" y="1"/>
                    </a:moveTo>
                    <a:lnTo>
                      <a:pt x="31" y="1"/>
                    </a:lnTo>
                    <a:cubicBezTo>
                      <a:pt x="0" y="31"/>
                      <a:pt x="31" y="31"/>
                      <a:pt x="6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950;p21">
                <a:extLst>
                  <a:ext uri="{FF2B5EF4-FFF2-40B4-BE49-F238E27FC236}">
                    <a16:creationId xmlns:a16="http://schemas.microsoft.com/office/drawing/2014/main" id="{464E232E-18EC-FCAE-4D6B-ADA01CE1041B}"/>
                  </a:ext>
                </a:extLst>
              </p:cNvPr>
              <p:cNvSpPr/>
              <p:nvPr/>
            </p:nvSpPr>
            <p:spPr>
              <a:xfrm>
                <a:off x="5859468" y="3425364"/>
                <a:ext cx="991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31" h="31" extrusionOk="0">
                    <a:moveTo>
                      <a:pt x="0" y="0"/>
                    </a:moveTo>
                    <a:lnTo>
                      <a:pt x="0" y="31"/>
                    </a:lnTo>
                    <a:lnTo>
                      <a:pt x="30" y="31"/>
                    </a:lnTo>
                    <a:lnTo>
                      <a:pt x="30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951;p21">
                <a:extLst>
                  <a:ext uri="{FF2B5EF4-FFF2-40B4-BE49-F238E27FC236}">
                    <a16:creationId xmlns:a16="http://schemas.microsoft.com/office/drawing/2014/main" id="{08594E2F-A003-F599-D702-96578DAFCF11}"/>
                  </a:ext>
                </a:extLst>
              </p:cNvPr>
              <p:cNvSpPr/>
              <p:nvPr/>
            </p:nvSpPr>
            <p:spPr>
              <a:xfrm>
                <a:off x="5958598" y="3499231"/>
                <a:ext cx="991" cy="1951"/>
              </a:xfrm>
              <a:custGeom>
                <a:avLst/>
                <a:gdLst/>
                <a:ahLst/>
                <a:cxnLst/>
                <a:rect l="l" t="t" r="r" b="b"/>
                <a:pathLst>
                  <a:path w="31" h="61" extrusionOk="0">
                    <a:moveTo>
                      <a:pt x="31" y="61"/>
                    </a:moveTo>
                    <a:lnTo>
                      <a:pt x="31" y="0"/>
                    </a:lnTo>
                    <a:cubicBezTo>
                      <a:pt x="31" y="0"/>
                      <a:pt x="0" y="0"/>
                      <a:pt x="0" y="0"/>
                    </a:cubicBezTo>
                    <a:cubicBezTo>
                      <a:pt x="0" y="0"/>
                      <a:pt x="0" y="61"/>
                      <a:pt x="31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952;p21">
                <a:extLst>
                  <a:ext uri="{FF2B5EF4-FFF2-40B4-BE49-F238E27FC236}">
                    <a16:creationId xmlns:a16="http://schemas.microsoft.com/office/drawing/2014/main" id="{AD9C113F-39D0-16FC-F4C6-BA8D93CB1519}"/>
                  </a:ext>
                </a:extLst>
              </p:cNvPr>
              <p:cNvSpPr/>
              <p:nvPr/>
            </p:nvSpPr>
            <p:spPr>
              <a:xfrm>
                <a:off x="5967328" y="3522543"/>
                <a:ext cx="1983" cy="32"/>
              </a:xfrm>
              <a:custGeom>
                <a:avLst/>
                <a:gdLst/>
                <a:ahLst/>
                <a:cxnLst/>
                <a:rect l="l" t="t" r="r" b="b"/>
                <a:pathLst>
                  <a:path w="62" h="1" extrusionOk="0">
                    <a:moveTo>
                      <a:pt x="1" y="1"/>
                    </a:moveTo>
                    <a:lnTo>
                      <a:pt x="62" y="1"/>
                    </a:lnTo>
                    <a:lnTo>
                      <a:pt x="62" y="1"/>
                    </a:lnTo>
                    <a:lnTo>
                      <a:pt x="6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953;p21">
                <a:extLst>
                  <a:ext uri="{FF2B5EF4-FFF2-40B4-BE49-F238E27FC236}">
                    <a16:creationId xmlns:a16="http://schemas.microsoft.com/office/drawing/2014/main" id="{63752A83-5E38-000D-D3CF-276BBF90AED3}"/>
                  </a:ext>
                </a:extLst>
              </p:cNvPr>
              <p:cNvSpPr/>
              <p:nvPr/>
            </p:nvSpPr>
            <p:spPr>
              <a:xfrm>
                <a:off x="5348181" y="3568238"/>
                <a:ext cx="4893" cy="3901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22" extrusionOk="0">
                    <a:moveTo>
                      <a:pt x="153" y="0"/>
                    </a:moveTo>
                    <a:lnTo>
                      <a:pt x="153" y="0"/>
                    </a:lnTo>
                    <a:lnTo>
                      <a:pt x="153" y="0"/>
                    </a:lnTo>
                    <a:lnTo>
                      <a:pt x="1" y="122"/>
                    </a:lnTo>
                    <a:lnTo>
                      <a:pt x="1" y="122"/>
                    </a:lnTo>
                    <a:lnTo>
                      <a:pt x="1" y="12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954;p21">
                <a:extLst>
                  <a:ext uri="{FF2B5EF4-FFF2-40B4-BE49-F238E27FC236}">
                    <a16:creationId xmlns:a16="http://schemas.microsoft.com/office/drawing/2014/main" id="{30D92FE7-AF49-F720-B942-42A2B6869FB7}"/>
                  </a:ext>
                </a:extLst>
              </p:cNvPr>
              <p:cNvSpPr/>
              <p:nvPr/>
            </p:nvSpPr>
            <p:spPr>
              <a:xfrm>
                <a:off x="4693507" y="3148760"/>
                <a:ext cx="10744" cy="12695"/>
              </a:xfrm>
              <a:custGeom>
                <a:avLst/>
                <a:gdLst/>
                <a:ahLst/>
                <a:cxnLst/>
                <a:rect l="l" t="t" r="r" b="b"/>
                <a:pathLst>
                  <a:path w="336" h="397" extrusionOk="0">
                    <a:moveTo>
                      <a:pt x="122" y="1"/>
                    </a:moveTo>
                    <a:cubicBezTo>
                      <a:pt x="122" y="1"/>
                      <a:pt x="92" y="1"/>
                      <a:pt x="92" y="1"/>
                    </a:cubicBezTo>
                    <a:cubicBezTo>
                      <a:pt x="31" y="31"/>
                      <a:pt x="1" y="62"/>
                      <a:pt x="1" y="92"/>
                    </a:cubicBezTo>
                    <a:cubicBezTo>
                      <a:pt x="1" y="214"/>
                      <a:pt x="61" y="335"/>
                      <a:pt x="183" y="396"/>
                    </a:cubicBezTo>
                    <a:cubicBezTo>
                      <a:pt x="213" y="396"/>
                      <a:pt x="244" y="396"/>
                      <a:pt x="244" y="396"/>
                    </a:cubicBezTo>
                    <a:cubicBezTo>
                      <a:pt x="274" y="366"/>
                      <a:pt x="305" y="335"/>
                      <a:pt x="335" y="305"/>
                    </a:cubicBezTo>
                    <a:cubicBezTo>
                      <a:pt x="335" y="183"/>
                      <a:pt x="244" y="62"/>
                      <a:pt x="1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955;p21">
                <a:extLst>
                  <a:ext uri="{FF2B5EF4-FFF2-40B4-BE49-F238E27FC236}">
                    <a16:creationId xmlns:a16="http://schemas.microsoft.com/office/drawing/2014/main" id="{9F126407-CA0A-4136-298B-7250456AAF53}"/>
                  </a:ext>
                </a:extLst>
              </p:cNvPr>
              <p:cNvSpPr/>
              <p:nvPr/>
            </p:nvSpPr>
            <p:spPr>
              <a:xfrm>
                <a:off x="4717810" y="3195415"/>
                <a:ext cx="10712" cy="11704"/>
              </a:xfrm>
              <a:custGeom>
                <a:avLst/>
                <a:gdLst/>
                <a:ahLst/>
                <a:cxnLst/>
                <a:rect l="l" t="t" r="r" b="b"/>
                <a:pathLst>
                  <a:path w="335" h="366" extrusionOk="0">
                    <a:moveTo>
                      <a:pt x="183" y="1"/>
                    </a:moveTo>
                    <a:cubicBezTo>
                      <a:pt x="122" y="1"/>
                      <a:pt x="92" y="1"/>
                      <a:pt x="31" y="31"/>
                    </a:cubicBezTo>
                    <a:cubicBezTo>
                      <a:pt x="1" y="31"/>
                      <a:pt x="1" y="92"/>
                      <a:pt x="1" y="153"/>
                    </a:cubicBezTo>
                    <a:cubicBezTo>
                      <a:pt x="31" y="244"/>
                      <a:pt x="122" y="335"/>
                      <a:pt x="213" y="366"/>
                    </a:cubicBezTo>
                    <a:lnTo>
                      <a:pt x="274" y="366"/>
                    </a:lnTo>
                    <a:cubicBezTo>
                      <a:pt x="305" y="335"/>
                      <a:pt x="335" y="305"/>
                      <a:pt x="335" y="274"/>
                    </a:cubicBezTo>
                    <a:cubicBezTo>
                      <a:pt x="335" y="153"/>
                      <a:pt x="274" y="62"/>
                      <a:pt x="18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956;p21">
                <a:extLst>
                  <a:ext uri="{FF2B5EF4-FFF2-40B4-BE49-F238E27FC236}">
                    <a16:creationId xmlns:a16="http://schemas.microsoft.com/office/drawing/2014/main" id="{ED2CA635-E9D5-380C-3751-DB808E6E9EFB}"/>
                  </a:ext>
                </a:extLst>
              </p:cNvPr>
              <p:cNvSpPr/>
              <p:nvPr/>
            </p:nvSpPr>
            <p:spPr>
              <a:xfrm>
                <a:off x="4746973" y="3231389"/>
                <a:ext cx="3933" cy="1983"/>
              </a:xfrm>
              <a:custGeom>
                <a:avLst/>
                <a:gdLst/>
                <a:ahLst/>
                <a:cxnLst/>
                <a:rect l="l" t="t" r="r" b="b"/>
                <a:pathLst>
                  <a:path w="123" h="62" extrusionOk="0">
                    <a:moveTo>
                      <a:pt x="61" y="1"/>
                    </a:moveTo>
                    <a:cubicBezTo>
                      <a:pt x="61" y="1"/>
                      <a:pt x="31" y="1"/>
                      <a:pt x="0" y="31"/>
                    </a:cubicBezTo>
                    <a:cubicBezTo>
                      <a:pt x="0" y="61"/>
                      <a:pt x="31" y="61"/>
                      <a:pt x="61" y="61"/>
                    </a:cubicBezTo>
                    <a:cubicBezTo>
                      <a:pt x="61" y="61"/>
                      <a:pt x="92" y="61"/>
                      <a:pt x="92" y="61"/>
                    </a:cubicBezTo>
                    <a:cubicBezTo>
                      <a:pt x="122" y="31"/>
                      <a:pt x="92" y="1"/>
                      <a:pt x="6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" name="Google Shape;957;p21">
              <a:extLst>
                <a:ext uri="{FF2B5EF4-FFF2-40B4-BE49-F238E27FC236}">
                  <a16:creationId xmlns:a16="http://schemas.microsoft.com/office/drawing/2014/main" id="{058938F8-9CDF-A202-E53E-19BC63A5A28F}"/>
                </a:ext>
              </a:extLst>
            </p:cNvPr>
            <p:cNvSpPr/>
            <p:nvPr/>
          </p:nvSpPr>
          <p:spPr>
            <a:xfrm>
              <a:off x="4228196" y="3019249"/>
              <a:ext cx="188535" cy="75471"/>
            </a:xfrm>
            <a:custGeom>
              <a:avLst/>
              <a:gdLst/>
              <a:ahLst/>
              <a:cxnLst/>
              <a:rect l="l" t="t" r="r" b="b"/>
              <a:pathLst>
                <a:path w="5837" h="2311" extrusionOk="0">
                  <a:moveTo>
                    <a:pt x="5715" y="2037"/>
                  </a:moveTo>
                  <a:cubicBezTo>
                    <a:pt x="5806" y="2006"/>
                    <a:pt x="5837" y="1885"/>
                    <a:pt x="5776" y="1824"/>
                  </a:cubicBezTo>
                  <a:cubicBezTo>
                    <a:pt x="5715" y="1733"/>
                    <a:pt x="5624" y="1672"/>
                    <a:pt x="5563" y="1641"/>
                  </a:cubicBezTo>
                  <a:cubicBezTo>
                    <a:pt x="5107" y="1429"/>
                    <a:pt x="4682" y="1186"/>
                    <a:pt x="4195" y="1003"/>
                  </a:cubicBezTo>
                  <a:cubicBezTo>
                    <a:pt x="4043" y="973"/>
                    <a:pt x="3922" y="882"/>
                    <a:pt x="3770" y="821"/>
                  </a:cubicBezTo>
                  <a:cubicBezTo>
                    <a:pt x="3618" y="699"/>
                    <a:pt x="3466" y="638"/>
                    <a:pt x="3283" y="578"/>
                  </a:cubicBezTo>
                  <a:cubicBezTo>
                    <a:pt x="3192" y="547"/>
                    <a:pt x="3131" y="517"/>
                    <a:pt x="3071" y="456"/>
                  </a:cubicBezTo>
                  <a:cubicBezTo>
                    <a:pt x="2888" y="274"/>
                    <a:pt x="2615" y="182"/>
                    <a:pt x="2372" y="182"/>
                  </a:cubicBezTo>
                  <a:cubicBezTo>
                    <a:pt x="2189" y="182"/>
                    <a:pt x="2007" y="152"/>
                    <a:pt x="1855" y="61"/>
                  </a:cubicBezTo>
                  <a:cubicBezTo>
                    <a:pt x="1764" y="30"/>
                    <a:pt x="1642" y="0"/>
                    <a:pt x="1520" y="0"/>
                  </a:cubicBezTo>
                  <a:cubicBezTo>
                    <a:pt x="1217" y="61"/>
                    <a:pt x="913" y="152"/>
                    <a:pt x="609" y="243"/>
                  </a:cubicBezTo>
                  <a:cubicBezTo>
                    <a:pt x="305" y="365"/>
                    <a:pt x="183" y="638"/>
                    <a:pt x="1" y="851"/>
                  </a:cubicBezTo>
                  <a:cubicBezTo>
                    <a:pt x="1" y="851"/>
                    <a:pt x="31" y="882"/>
                    <a:pt x="31" y="882"/>
                  </a:cubicBezTo>
                  <a:cubicBezTo>
                    <a:pt x="122" y="912"/>
                    <a:pt x="213" y="912"/>
                    <a:pt x="305" y="882"/>
                  </a:cubicBezTo>
                  <a:cubicBezTo>
                    <a:pt x="639" y="760"/>
                    <a:pt x="973" y="608"/>
                    <a:pt x="1277" y="456"/>
                  </a:cubicBezTo>
                  <a:cubicBezTo>
                    <a:pt x="1368" y="395"/>
                    <a:pt x="1460" y="426"/>
                    <a:pt x="1520" y="517"/>
                  </a:cubicBezTo>
                  <a:cubicBezTo>
                    <a:pt x="1581" y="608"/>
                    <a:pt x="1672" y="699"/>
                    <a:pt x="1764" y="730"/>
                  </a:cubicBezTo>
                  <a:cubicBezTo>
                    <a:pt x="1946" y="760"/>
                    <a:pt x="2098" y="790"/>
                    <a:pt x="2250" y="821"/>
                  </a:cubicBezTo>
                  <a:cubicBezTo>
                    <a:pt x="2341" y="821"/>
                    <a:pt x="2463" y="851"/>
                    <a:pt x="2554" y="912"/>
                  </a:cubicBezTo>
                  <a:cubicBezTo>
                    <a:pt x="2767" y="1034"/>
                    <a:pt x="2979" y="1094"/>
                    <a:pt x="3223" y="1094"/>
                  </a:cubicBezTo>
                  <a:cubicBezTo>
                    <a:pt x="3314" y="1125"/>
                    <a:pt x="3435" y="1186"/>
                    <a:pt x="3466" y="1307"/>
                  </a:cubicBezTo>
                  <a:cubicBezTo>
                    <a:pt x="3557" y="1520"/>
                    <a:pt x="3770" y="1672"/>
                    <a:pt x="3983" y="1672"/>
                  </a:cubicBezTo>
                  <a:cubicBezTo>
                    <a:pt x="4013" y="1672"/>
                    <a:pt x="4043" y="1702"/>
                    <a:pt x="4043" y="1702"/>
                  </a:cubicBezTo>
                  <a:cubicBezTo>
                    <a:pt x="4135" y="1733"/>
                    <a:pt x="4135" y="1793"/>
                    <a:pt x="4104" y="1885"/>
                  </a:cubicBezTo>
                  <a:lnTo>
                    <a:pt x="4013" y="1976"/>
                  </a:lnTo>
                  <a:cubicBezTo>
                    <a:pt x="3952" y="2067"/>
                    <a:pt x="4013" y="2189"/>
                    <a:pt x="4104" y="2189"/>
                  </a:cubicBezTo>
                  <a:lnTo>
                    <a:pt x="4712" y="2189"/>
                  </a:lnTo>
                  <a:cubicBezTo>
                    <a:pt x="4986" y="2310"/>
                    <a:pt x="5350" y="2128"/>
                    <a:pt x="5715" y="20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7" name="TextBox 506">
            <a:extLst>
              <a:ext uri="{FF2B5EF4-FFF2-40B4-BE49-F238E27FC236}">
                <a16:creationId xmlns:a16="http://schemas.microsoft.com/office/drawing/2014/main" id="{B837B10D-ED77-0A09-0202-3B1677A6C6B1}"/>
              </a:ext>
            </a:extLst>
          </p:cNvPr>
          <p:cNvSpPr txBox="1"/>
          <p:nvPr/>
        </p:nvSpPr>
        <p:spPr>
          <a:xfrm>
            <a:off x="9376611" y="45479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381AE7-B58F-7D71-B5B9-EB08D118AC17}"/>
              </a:ext>
            </a:extLst>
          </p:cNvPr>
          <p:cNvCxnSpPr>
            <a:cxnSpLocks/>
          </p:cNvCxnSpPr>
          <p:nvPr/>
        </p:nvCxnSpPr>
        <p:spPr>
          <a:xfrm>
            <a:off x="3748005" y="3616983"/>
            <a:ext cx="1440000" cy="0"/>
          </a:xfrm>
          <a:prstGeom prst="straightConnector1">
            <a:avLst/>
          </a:prstGeom>
          <a:ln w="28575" cap="sq" cmpd="sng" algn="ctr">
            <a:solidFill>
              <a:schemeClr val="tx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A89110E-67AA-8E46-D685-DBE567DD1113}"/>
              </a:ext>
            </a:extLst>
          </p:cNvPr>
          <p:cNvCxnSpPr>
            <a:cxnSpLocks/>
          </p:cNvCxnSpPr>
          <p:nvPr/>
        </p:nvCxnSpPr>
        <p:spPr>
          <a:xfrm>
            <a:off x="7222855" y="3616983"/>
            <a:ext cx="1440000" cy="0"/>
          </a:xfrm>
          <a:prstGeom prst="straightConnector1">
            <a:avLst/>
          </a:prstGeom>
          <a:ln w="28575" cap="sq" cmpd="sng" algn="ctr">
            <a:solidFill>
              <a:schemeClr val="tx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058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107EA-669A-1DF1-F5C0-D8C9D748E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Potential Solution: Startups like NENNA AI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BD79A-55F3-44CB-0FAD-285B84867CC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2162D5B-250E-4598-A930-B964702EF604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9601E-3D92-EF48-0B3F-D56BAD4B6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Universität Hohenheim, How to host an LLM for sensitive Data, Leonard Hegemann (B.Sc. Digital Business Management)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C64089-80E6-1808-D9C8-75818A7D2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104B226-4361-4E3F-8691-235B281AC8CE}" type="slidenum">
              <a:rPr lang="de-DE" smtClean="0"/>
              <a:pPr/>
              <a:t>3</a:t>
            </a:fld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D90DC4-9117-805C-E4C3-746C07D4E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31" y="1686606"/>
            <a:ext cx="3309218" cy="3860754"/>
          </a:xfrm>
          <a:prstGeom prst="rect">
            <a:avLst/>
          </a:prstGeom>
          <a:ln>
            <a:noFill/>
          </a:ln>
        </p:spPr>
      </p:pic>
      <p:pic>
        <p:nvPicPr>
          <p:cNvPr id="10" name="Graphic 9" descr="Magnifying glass with solid fill">
            <a:extLst>
              <a:ext uri="{FF2B5EF4-FFF2-40B4-BE49-F238E27FC236}">
                <a16:creationId xmlns:a16="http://schemas.microsoft.com/office/drawing/2014/main" id="{22F4CDA2-A4D7-6E2A-5331-ED9D7590BF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332062" y="2743614"/>
            <a:ext cx="1746738" cy="1746738"/>
          </a:xfrm>
          <a:prstGeom prst="rect">
            <a:avLst/>
          </a:prstGeom>
        </p:spPr>
      </p:pic>
      <p:grpSp>
        <p:nvGrpSpPr>
          <p:cNvPr id="500" name="Google Shape;471;p21">
            <a:extLst>
              <a:ext uri="{FF2B5EF4-FFF2-40B4-BE49-F238E27FC236}">
                <a16:creationId xmlns:a16="http://schemas.microsoft.com/office/drawing/2014/main" id="{51E3CBDF-0FAF-87D0-CA7F-5295C2E0CBFB}"/>
              </a:ext>
            </a:extLst>
          </p:cNvPr>
          <p:cNvGrpSpPr/>
          <p:nvPr/>
        </p:nvGrpSpPr>
        <p:grpSpPr>
          <a:xfrm>
            <a:off x="8805600" y="2703600"/>
            <a:ext cx="3070800" cy="1810800"/>
            <a:chOff x="3042223" y="1184846"/>
            <a:chExt cx="5834837" cy="3482664"/>
          </a:xfrm>
          <a:solidFill>
            <a:schemeClr val="accent1"/>
          </a:solidFill>
        </p:grpSpPr>
        <p:grpSp>
          <p:nvGrpSpPr>
            <p:cNvPr id="501" name="Google Shape;472;p21">
              <a:extLst>
                <a:ext uri="{FF2B5EF4-FFF2-40B4-BE49-F238E27FC236}">
                  <a16:creationId xmlns:a16="http://schemas.microsoft.com/office/drawing/2014/main" id="{3A377889-E1C6-1748-3D87-70C999987BC7}"/>
                </a:ext>
              </a:extLst>
            </p:cNvPr>
            <p:cNvGrpSpPr/>
            <p:nvPr/>
          </p:nvGrpSpPr>
          <p:grpSpPr>
            <a:xfrm>
              <a:off x="3042223" y="1184846"/>
              <a:ext cx="5834837" cy="3482664"/>
              <a:chOff x="457205" y="1113072"/>
              <a:chExt cx="5776495" cy="3409697"/>
            </a:xfrm>
            <a:grpFill/>
          </p:grpSpPr>
          <p:grpSp>
            <p:nvGrpSpPr>
              <p:cNvPr id="503" name="Google Shape;473;p21">
                <a:extLst>
                  <a:ext uri="{FF2B5EF4-FFF2-40B4-BE49-F238E27FC236}">
                    <a16:creationId xmlns:a16="http://schemas.microsoft.com/office/drawing/2014/main" id="{3734F4FC-871F-7446-F469-3992E4780F4D}"/>
                  </a:ext>
                </a:extLst>
              </p:cNvPr>
              <p:cNvGrpSpPr/>
              <p:nvPr/>
            </p:nvGrpSpPr>
            <p:grpSpPr>
              <a:xfrm>
                <a:off x="457205" y="1113072"/>
                <a:ext cx="5446024" cy="3409697"/>
                <a:chOff x="2145100" y="2263675"/>
                <a:chExt cx="4257700" cy="2665700"/>
              </a:xfrm>
              <a:grpFill/>
            </p:grpSpPr>
            <p:sp>
              <p:nvSpPr>
                <p:cNvPr id="2194" name="Google Shape;474;p21">
                  <a:extLst>
                    <a:ext uri="{FF2B5EF4-FFF2-40B4-BE49-F238E27FC236}">
                      <a16:creationId xmlns:a16="http://schemas.microsoft.com/office/drawing/2014/main" id="{D4E0443B-597F-BF8F-3275-B397E5E7F5D1}"/>
                    </a:ext>
                  </a:extLst>
                </p:cNvPr>
                <p:cNvSpPr/>
                <p:nvPr/>
              </p:nvSpPr>
              <p:spPr>
                <a:xfrm>
                  <a:off x="5029650" y="2282650"/>
                  <a:ext cx="117050" cy="99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2" h="3983" extrusionOk="0">
                      <a:moveTo>
                        <a:pt x="244" y="2007"/>
                      </a:moveTo>
                      <a:cubicBezTo>
                        <a:pt x="244" y="2068"/>
                        <a:pt x="274" y="2129"/>
                        <a:pt x="366" y="2129"/>
                      </a:cubicBezTo>
                      <a:cubicBezTo>
                        <a:pt x="457" y="2159"/>
                        <a:pt x="517" y="2129"/>
                        <a:pt x="548" y="2159"/>
                      </a:cubicBezTo>
                      <a:cubicBezTo>
                        <a:pt x="669" y="2281"/>
                        <a:pt x="821" y="2311"/>
                        <a:pt x="1004" y="2341"/>
                      </a:cubicBezTo>
                      <a:cubicBezTo>
                        <a:pt x="1004" y="2341"/>
                        <a:pt x="1034" y="2341"/>
                        <a:pt x="1065" y="2372"/>
                      </a:cubicBezTo>
                      <a:cubicBezTo>
                        <a:pt x="1095" y="2402"/>
                        <a:pt x="1065" y="2433"/>
                        <a:pt x="1004" y="2433"/>
                      </a:cubicBezTo>
                      <a:lnTo>
                        <a:pt x="730" y="2463"/>
                      </a:lnTo>
                      <a:cubicBezTo>
                        <a:pt x="639" y="2493"/>
                        <a:pt x="548" y="2524"/>
                        <a:pt x="487" y="2615"/>
                      </a:cubicBezTo>
                      <a:cubicBezTo>
                        <a:pt x="457" y="2645"/>
                        <a:pt x="487" y="2737"/>
                        <a:pt x="609" y="2828"/>
                      </a:cubicBezTo>
                      <a:cubicBezTo>
                        <a:pt x="700" y="2919"/>
                        <a:pt x="852" y="3071"/>
                        <a:pt x="973" y="3192"/>
                      </a:cubicBezTo>
                      <a:cubicBezTo>
                        <a:pt x="1004" y="3223"/>
                        <a:pt x="1065" y="3253"/>
                        <a:pt x="1095" y="3253"/>
                      </a:cubicBezTo>
                      <a:cubicBezTo>
                        <a:pt x="1369" y="3192"/>
                        <a:pt x="1551" y="2889"/>
                        <a:pt x="1490" y="2645"/>
                      </a:cubicBezTo>
                      <a:cubicBezTo>
                        <a:pt x="1490" y="2585"/>
                        <a:pt x="1429" y="2524"/>
                        <a:pt x="1460" y="2433"/>
                      </a:cubicBezTo>
                      <a:cubicBezTo>
                        <a:pt x="1460" y="2402"/>
                        <a:pt x="1490" y="2402"/>
                        <a:pt x="1521" y="2402"/>
                      </a:cubicBezTo>
                      <a:lnTo>
                        <a:pt x="1581" y="2402"/>
                      </a:lnTo>
                      <a:cubicBezTo>
                        <a:pt x="1703" y="2493"/>
                        <a:pt x="1764" y="2645"/>
                        <a:pt x="1764" y="2828"/>
                      </a:cubicBezTo>
                      <a:cubicBezTo>
                        <a:pt x="1764" y="2919"/>
                        <a:pt x="1733" y="3010"/>
                        <a:pt x="1733" y="3101"/>
                      </a:cubicBezTo>
                      <a:cubicBezTo>
                        <a:pt x="1703" y="3314"/>
                        <a:pt x="1703" y="3314"/>
                        <a:pt x="1885" y="3344"/>
                      </a:cubicBezTo>
                      <a:cubicBezTo>
                        <a:pt x="2037" y="3314"/>
                        <a:pt x="2189" y="3405"/>
                        <a:pt x="2280" y="3527"/>
                      </a:cubicBezTo>
                      <a:cubicBezTo>
                        <a:pt x="2402" y="3740"/>
                        <a:pt x="2615" y="3831"/>
                        <a:pt x="2858" y="3831"/>
                      </a:cubicBezTo>
                      <a:cubicBezTo>
                        <a:pt x="3253" y="3831"/>
                        <a:pt x="3618" y="3861"/>
                        <a:pt x="3983" y="3983"/>
                      </a:cubicBezTo>
                      <a:cubicBezTo>
                        <a:pt x="4043" y="3983"/>
                        <a:pt x="4135" y="3983"/>
                        <a:pt x="4195" y="3983"/>
                      </a:cubicBezTo>
                      <a:cubicBezTo>
                        <a:pt x="4347" y="3922"/>
                        <a:pt x="4499" y="3800"/>
                        <a:pt x="4621" y="3679"/>
                      </a:cubicBezTo>
                      <a:cubicBezTo>
                        <a:pt x="4682" y="3588"/>
                        <a:pt x="4682" y="3496"/>
                        <a:pt x="4621" y="3405"/>
                      </a:cubicBezTo>
                      <a:cubicBezTo>
                        <a:pt x="4621" y="3375"/>
                        <a:pt x="4591" y="3344"/>
                        <a:pt x="4560" y="3314"/>
                      </a:cubicBezTo>
                      <a:cubicBezTo>
                        <a:pt x="4469" y="3253"/>
                        <a:pt x="4408" y="3192"/>
                        <a:pt x="4347" y="3132"/>
                      </a:cubicBezTo>
                      <a:cubicBezTo>
                        <a:pt x="4256" y="3101"/>
                        <a:pt x="4195" y="3010"/>
                        <a:pt x="4226" y="2919"/>
                      </a:cubicBezTo>
                      <a:cubicBezTo>
                        <a:pt x="4287" y="2706"/>
                        <a:pt x="4074" y="2585"/>
                        <a:pt x="4043" y="2433"/>
                      </a:cubicBezTo>
                      <a:cubicBezTo>
                        <a:pt x="3952" y="2098"/>
                        <a:pt x="3739" y="1855"/>
                        <a:pt x="3466" y="1703"/>
                      </a:cubicBezTo>
                      <a:cubicBezTo>
                        <a:pt x="3344" y="1642"/>
                        <a:pt x="3192" y="1642"/>
                        <a:pt x="3071" y="1703"/>
                      </a:cubicBezTo>
                      <a:cubicBezTo>
                        <a:pt x="2980" y="1794"/>
                        <a:pt x="2858" y="1794"/>
                        <a:pt x="2767" y="1703"/>
                      </a:cubicBezTo>
                      <a:cubicBezTo>
                        <a:pt x="2645" y="1612"/>
                        <a:pt x="2463" y="1612"/>
                        <a:pt x="2341" y="1733"/>
                      </a:cubicBezTo>
                      <a:cubicBezTo>
                        <a:pt x="2280" y="1764"/>
                        <a:pt x="2250" y="1764"/>
                        <a:pt x="2220" y="1794"/>
                      </a:cubicBezTo>
                      <a:lnTo>
                        <a:pt x="2220" y="1794"/>
                      </a:lnTo>
                      <a:lnTo>
                        <a:pt x="2189" y="1794"/>
                      </a:lnTo>
                      <a:cubicBezTo>
                        <a:pt x="2098" y="1916"/>
                        <a:pt x="1976" y="2007"/>
                        <a:pt x="1885" y="2098"/>
                      </a:cubicBezTo>
                      <a:cubicBezTo>
                        <a:pt x="1855" y="2159"/>
                        <a:pt x="1794" y="2159"/>
                        <a:pt x="1794" y="2098"/>
                      </a:cubicBezTo>
                      <a:cubicBezTo>
                        <a:pt x="1764" y="2098"/>
                        <a:pt x="1764" y="2068"/>
                        <a:pt x="1794" y="2037"/>
                      </a:cubicBezTo>
                      <a:cubicBezTo>
                        <a:pt x="1855" y="1916"/>
                        <a:pt x="2007" y="1825"/>
                        <a:pt x="2159" y="1825"/>
                      </a:cubicBezTo>
                      <a:lnTo>
                        <a:pt x="2189" y="1825"/>
                      </a:lnTo>
                      <a:lnTo>
                        <a:pt x="2189" y="1825"/>
                      </a:lnTo>
                      <a:cubicBezTo>
                        <a:pt x="2220" y="1642"/>
                        <a:pt x="2159" y="1430"/>
                        <a:pt x="2007" y="1308"/>
                      </a:cubicBezTo>
                      <a:cubicBezTo>
                        <a:pt x="1855" y="1186"/>
                        <a:pt x="1764" y="1004"/>
                        <a:pt x="1794" y="822"/>
                      </a:cubicBezTo>
                      <a:cubicBezTo>
                        <a:pt x="1794" y="730"/>
                        <a:pt x="1703" y="639"/>
                        <a:pt x="1612" y="639"/>
                      </a:cubicBezTo>
                      <a:cubicBezTo>
                        <a:pt x="1338" y="609"/>
                        <a:pt x="1095" y="457"/>
                        <a:pt x="943" y="244"/>
                      </a:cubicBezTo>
                      <a:cubicBezTo>
                        <a:pt x="852" y="153"/>
                        <a:pt x="761" y="92"/>
                        <a:pt x="639" y="62"/>
                      </a:cubicBezTo>
                      <a:cubicBezTo>
                        <a:pt x="578" y="1"/>
                        <a:pt x="457" y="62"/>
                        <a:pt x="426" y="123"/>
                      </a:cubicBezTo>
                      <a:cubicBezTo>
                        <a:pt x="366" y="305"/>
                        <a:pt x="305" y="487"/>
                        <a:pt x="214" y="639"/>
                      </a:cubicBezTo>
                      <a:cubicBezTo>
                        <a:pt x="62" y="852"/>
                        <a:pt x="1" y="1156"/>
                        <a:pt x="122" y="1399"/>
                      </a:cubicBezTo>
                      <a:cubicBezTo>
                        <a:pt x="214" y="1582"/>
                        <a:pt x="274" y="1794"/>
                        <a:pt x="244" y="200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5" name="Google Shape;475;p21">
                  <a:extLst>
                    <a:ext uri="{FF2B5EF4-FFF2-40B4-BE49-F238E27FC236}">
                      <a16:creationId xmlns:a16="http://schemas.microsoft.com/office/drawing/2014/main" id="{446A6643-591E-A48D-4F96-8276A5C60379}"/>
                    </a:ext>
                  </a:extLst>
                </p:cNvPr>
                <p:cNvSpPr/>
                <p:nvPr/>
              </p:nvSpPr>
              <p:spPr>
                <a:xfrm>
                  <a:off x="5582850" y="2338900"/>
                  <a:ext cx="97300" cy="6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2" h="2797" extrusionOk="0">
                      <a:moveTo>
                        <a:pt x="274" y="1611"/>
                      </a:moveTo>
                      <a:cubicBezTo>
                        <a:pt x="396" y="1733"/>
                        <a:pt x="487" y="1885"/>
                        <a:pt x="518" y="2067"/>
                      </a:cubicBezTo>
                      <a:cubicBezTo>
                        <a:pt x="518" y="2128"/>
                        <a:pt x="578" y="2189"/>
                        <a:pt x="639" y="2219"/>
                      </a:cubicBezTo>
                      <a:cubicBezTo>
                        <a:pt x="761" y="2280"/>
                        <a:pt x="882" y="2341"/>
                        <a:pt x="1004" y="2401"/>
                      </a:cubicBezTo>
                      <a:cubicBezTo>
                        <a:pt x="1156" y="2432"/>
                        <a:pt x="1308" y="2523"/>
                        <a:pt x="1429" y="2614"/>
                      </a:cubicBezTo>
                      <a:cubicBezTo>
                        <a:pt x="1521" y="2736"/>
                        <a:pt x="1673" y="2797"/>
                        <a:pt x="1794" y="2736"/>
                      </a:cubicBezTo>
                      <a:lnTo>
                        <a:pt x="2129" y="2736"/>
                      </a:lnTo>
                      <a:cubicBezTo>
                        <a:pt x="2189" y="2736"/>
                        <a:pt x="2250" y="2705"/>
                        <a:pt x="2281" y="2645"/>
                      </a:cubicBezTo>
                      <a:cubicBezTo>
                        <a:pt x="2341" y="2553"/>
                        <a:pt x="2341" y="2432"/>
                        <a:pt x="2463" y="2371"/>
                      </a:cubicBezTo>
                      <a:cubicBezTo>
                        <a:pt x="2554" y="2280"/>
                        <a:pt x="2615" y="2219"/>
                        <a:pt x="2676" y="2098"/>
                      </a:cubicBezTo>
                      <a:cubicBezTo>
                        <a:pt x="2767" y="1915"/>
                        <a:pt x="2980" y="1824"/>
                        <a:pt x="3192" y="1885"/>
                      </a:cubicBezTo>
                      <a:cubicBezTo>
                        <a:pt x="3253" y="1885"/>
                        <a:pt x="3314" y="1885"/>
                        <a:pt x="3375" y="1854"/>
                      </a:cubicBezTo>
                      <a:cubicBezTo>
                        <a:pt x="3436" y="1824"/>
                        <a:pt x="3496" y="1763"/>
                        <a:pt x="3527" y="1702"/>
                      </a:cubicBezTo>
                      <a:cubicBezTo>
                        <a:pt x="3557" y="1672"/>
                        <a:pt x="3588" y="1642"/>
                        <a:pt x="3588" y="1581"/>
                      </a:cubicBezTo>
                      <a:cubicBezTo>
                        <a:pt x="3588" y="1490"/>
                        <a:pt x="3618" y="1459"/>
                        <a:pt x="3679" y="1429"/>
                      </a:cubicBezTo>
                      <a:cubicBezTo>
                        <a:pt x="3709" y="1398"/>
                        <a:pt x="3740" y="1368"/>
                        <a:pt x="3770" y="1338"/>
                      </a:cubicBezTo>
                      <a:cubicBezTo>
                        <a:pt x="3831" y="1277"/>
                        <a:pt x="3861" y="1216"/>
                        <a:pt x="3861" y="1155"/>
                      </a:cubicBezTo>
                      <a:cubicBezTo>
                        <a:pt x="3891" y="1064"/>
                        <a:pt x="3891" y="973"/>
                        <a:pt x="3861" y="882"/>
                      </a:cubicBezTo>
                      <a:cubicBezTo>
                        <a:pt x="3831" y="790"/>
                        <a:pt x="3800" y="699"/>
                        <a:pt x="3740" y="578"/>
                      </a:cubicBezTo>
                      <a:cubicBezTo>
                        <a:pt x="3800" y="365"/>
                        <a:pt x="3679" y="304"/>
                        <a:pt x="3527" y="274"/>
                      </a:cubicBezTo>
                      <a:lnTo>
                        <a:pt x="2645" y="91"/>
                      </a:lnTo>
                      <a:cubicBezTo>
                        <a:pt x="2645" y="91"/>
                        <a:pt x="2615" y="91"/>
                        <a:pt x="2584" y="91"/>
                      </a:cubicBezTo>
                      <a:cubicBezTo>
                        <a:pt x="2524" y="122"/>
                        <a:pt x="2463" y="152"/>
                        <a:pt x="2432" y="183"/>
                      </a:cubicBezTo>
                      <a:cubicBezTo>
                        <a:pt x="2402" y="213"/>
                        <a:pt x="2402" y="274"/>
                        <a:pt x="2432" y="304"/>
                      </a:cubicBezTo>
                      <a:cubicBezTo>
                        <a:pt x="2554" y="487"/>
                        <a:pt x="2615" y="730"/>
                        <a:pt x="2584" y="942"/>
                      </a:cubicBezTo>
                      <a:cubicBezTo>
                        <a:pt x="2584" y="1003"/>
                        <a:pt x="2615" y="1064"/>
                        <a:pt x="2615" y="1125"/>
                      </a:cubicBezTo>
                      <a:lnTo>
                        <a:pt x="2645" y="1125"/>
                      </a:lnTo>
                      <a:lnTo>
                        <a:pt x="2676" y="1155"/>
                      </a:lnTo>
                      <a:lnTo>
                        <a:pt x="2615" y="1125"/>
                      </a:lnTo>
                      <a:lnTo>
                        <a:pt x="2615" y="1094"/>
                      </a:lnTo>
                      <a:cubicBezTo>
                        <a:pt x="2584" y="1094"/>
                        <a:pt x="2554" y="1064"/>
                        <a:pt x="2554" y="1034"/>
                      </a:cubicBezTo>
                      <a:cubicBezTo>
                        <a:pt x="2402" y="851"/>
                        <a:pt x="2281" y="608"/>
                        <a:pt x="2250" y="365"/>
                      </a:cubicBezTo>
                      <a:cubicBezTo>
                        <a:pt x="2250" y="213"/>
                        <a:pt x="2129" y="122"/>
                        <a:pt x="2007" y="91"/>
                      </a:cubicBezTo>
                      <a:cubicBezTo>
                        <a:pt x="1885" y="61"/>
                        <a:pt x="1733" y="31"/>
                        <a:pt x="1612" y="0"/>
                      </a:cubicBezTo>
                      <a:cubicBezTo>
                        <a:pt x="1581" y="31"/>
                        <a:pt x="1521" y="31"/>
                        <a:pt x="1521" y="61"/>
                      </a:cubicBezTo>
                      <a:cubicBezTo>
                        <a:pt x="1460" y="152"/>
                        <a:pt x="1429" y="243"/>
                        <a:pt x="1399" y="335"/>
                      </a:cubicBezTo>
                      <a:cubicBezTo>
                        <a:pt x="1399" y="456"/>
                        <a:pt x="1399" y="578"/>
                        <a:pt x="1399" y="699"/>
                      </a:cubicBezTo>
                      <a:lnTo>
                        <a:pt x="1429" y="699"/>
                      </a:lnTo>
                      <a:cubicBezTo>
                        <a:pt x="1460" y="730"/>
                        <a:pt x="1460" y="760"/>
                        <a:pt x="1490" y="790"/>
                      </a:cubicBezTo>
                      <a:lnTo>
                        <a:pt x="1399" y="730"/>
                      </a:lnTo>
                      <a:lnTo>
                        <a:pt x="1399" y="699"/>
                      </a:lnTo>
                      <a:cubicBezTo>
                        <a:pt x="1217" y="639"/>
                        <a:pt x="1034" y="639"/>
                        <a:pt x="882" y="456"/>
                      </a:cubicBezTo>
                      <a:cubicBezTo>
                        <a:pt x="761" y="335"/>
                        <a:pt x="609" y="243"/>
                        <a:pt x="426" y="213"/>
                      </a:cubicBezTo>
                      <a:cubicBezTo>
                        <a:pt x="335" y="183"/>
                        <a:pt x="244" y="243"/>
                        <a:pt x="183" y="335"/>
                      </a:cubicBezTo>
                      <a:cubicBezTo>
                        <a:pt x="153" y="487"/>
                        <a:pt x="92" y="669"/>
                        <a:pt x="31" y="851"/>
                      </a:cubicBezTo>
                      <a:cubicBezTo>
                        <a:pt x="1" y="912"/>
                        <a:pt x="1" y="973"/>
                        <a:pt x="31" y="1034"/>
                      </a:cubicBezTo>
                      <a:cubicBezTo>
                        <a:pt x="92" y="1246"/>
                        <a:pt x="183" y="1429"/>
                        <a:pt x="274" y="1611"/>
                      </a:cubicBezTo>
                      <a:close/>
                      <a:moveTo>
                        <a:pt x="2736" y="1277"/>
                      </a:moveTo>
                      <a:lnTo>
                        <a:pt x="2767" y="1307"/>
                      </a:lnTo>
                      <a:lnTo>
                        <a:pt x="2736" y="1307"/>
                      </a:lnTo>
                      <a:cubicBezTo>
                        <a:pt x="2736" y="1277"/>
                        <a:pt x="2706" y="1277"/>
                        <a:pt x="2706" y="1246"/>
                      </a:cubicBezTo>
                      <a:cubicBezTo>
                        <a:pt x="2706" y="1277"/>
                        <a:pt x="2736" y="1277"/>
                        <a:pt x="2736" y="1277"/>
                      </a:cubicBezTo>
                      <a:close/>
                      <a:moveTo>
                        <a:pt x="1521" y="851"/>
                      </a:moveTo>
                      <a:lnTo>
                        <a:pt x="1521" y="912"/>
                      </a:lnTo>
                      <a:lnTo>
                        <a:pt x="1521" y="912"/>
                      </a:lnTo>
                      <a:lnTo>
                        <a:pt x="1460" y="851"/>
                      </a:lnTo>
                      <a:cubicBezTo>
                        <a:pt x="1490" y="851"/>
                        <a:pt x="1521" y="851"/>
                        <a:pt x="1521" y="85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6" name="Google Shape;476;p21">
                  <a:extLst>
                    <a:ext uri="{FF2B5EF4-FFF2-40B4-BE49-F238E27FC236}">
                      <a16:creationId xmlns:a16="http://schemas.microsoft.com/office/drawing/2014/main" id="{134C9225-1123-4479-240A-68D1B3475DB8}"/>
                    </a:ext>
                  </a:extLst>
                </p:cNvPr>
                <p:cNvSpPr/>
                <p:nvPr/>
              </p:nvSpPr>
              <p:spPr>
                <a:xfrm>
                  <a:off x="5153525" y="2342700"/>
                  <a:ext cx="57000" cy="6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0" h="2736" extrusionOk="0">
                      <a:moveTo>
                        <a:pt x="274" y="1125"/>
                      </a:moveTo>
                      <a:cubicBezTo>
                        <a:pt x="274" y="1155"/>
                        <a:pt x="274" y="1186"/>
                        <a:pt x="274" y="1246"/>
                      </a:cubicBezTo>
                      <a:cubicBezTo>
                        <a:pt x="274" y="1338"/>
                        <a:pt x="274" y="1429"/>
                        <a:pt x="274" y="1520"/>
                      </a:cubicBezTo>
                      <a:cubicBezTo>
                        <a:pt x="335" y="1763"/>
                        <a:pt x="365" y="2006"/>
                        <a:pt x="426" y="2249"/>
                      </a:cubicBezTo>
                      <a:cubicBezTo>
                        <a:pt x="487" y="2432"/>
                        <a:pt x="578" y="2584"/>
                        <a:pt x="699" y="2705"/>
                      </a:cubicBezTo>
                      <a:cubicBezTo>
                        <a:pt x="730" y="2736"/>
                        <a:pt x="791" y="2736"/>
                        <a:pt x="821" y="2736"/>
                      </a:cubicBezTo>
                      <a:cubicBezTo>
                        <a:pt x="851" y="2736"/>
                        <a:pt x="912" y="2705"/>
                        <a:pt x="943" y="2675"/>
                      </a:cubicBezTo>
                      <a:cubicBezTo>
                        <a:pt x="1125" y="2371"/>
                        <a:pt x="1398" y="2158"/>
                        <a:pt x="1702" y="2006"/>
                      </a:cubicBezTo>
                      <a:cubicBezTo>
                        <a:pt x="1824" y="1946"/>
                        <a:pt x="1946" y="1824"/>
                        <a:pt x="2067" y="1702"/>
                      </a:cubicBezTo>
                      <a:cubicBezTo>
                        <a:pt x="2158" y="1642"/>
                        <a:pt x="2219" y="1550"/>
                        <a:pt x="2250" y="1429"/>
                      </a:cubicBezTo>
                      <a:cubicBezTo>
                        <a:pt x="2280" y="1368"/>
                        <a:pt x="2280" y="1307"/>
                        <a:pt x="2250" y="1246"/>
                      </a:cubicBezTo>
                      <a:cubicBezTo>
                        <a:pt x="2219" y="1125"/>
                        <a:pt x="2158" y="1034"/>
                        <a:pt x="2098" y="942"/>
                      </a:cubicBezTo>
                      <a:cubicBezTo>
                        <a:pt x="2037" y="790"/>
                        <a:pt x="1915" y="669"/>
                        <a:pt x="1763" y="638"/>
                      </a:cubicBezTo>
                      <a:cubicBezTo>
                        <a:pt x="1550" y="547"/>
                        <a:pt x="1338" y="456"/>
                        <a:pt x="1155" y="335"/>
                      </a:cubicBezTo>
                      <a:cubicBezTo>
                        <a:pt x="943" y="274"/>
                        <a:pt x="730" y="183"/>
                        <a:pt x="547" y="61"/>
                      </a:cubicBezTo>
                      <a:cubicBezTo>
                        <a:pt x="456" y="31"/>
                        <a:pt x="365" y="0"/>
                        <a:pt x="274" y="0"/>
                      </a:cubicBezTo>
                      <a:cubicBezTo>
                        <a:pt x="243" y="0"/>
                        <a:pt x="183" y="0"/>
                        <a:pt x="152" y="61"/>
                      </a:cubicBezTo>
                      <a:cubicBezTo>
                        <a:pt x="31" y="243"/>
                        <a:pt x="0" y="487"/>
                        <a:pt x="91" y="699"/>
                      </a:cubicBezTo>
                      <a:cubicBezTo>
                        <a:pt x="183" y="821"/>
                        <a:pt x="213" y="973"/>
                        <a:pt x="274" y="11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7" name="Google Shape;477;p21">
                  <a:extLst>
                    <a:ext uri="{FF2B5EF4-FFF2-40B4-BE49-F238E27FC236}">
                      <a16:creationId xmlns:a16="http://schemas.microsoft.com/office/drawing/2014/main" id="{90BFD4B0-415B-0DA1-7E01-EE79D8F4BC36}"/>
                    </a:ext>
                  </a:extLst>
                </p:cNvPr>
                <p:cNvSpPr/>
                <p:nvPr/>
              </p:nvSpPr>
              <p:spPr>
                <a:xfrm>
                  <a:off x="5693050" y="2342700"/>
                  <a:ext cx="51700" cy="2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8" h="882" extrusionOk="0">
                      <a:moveTo>
                        <a:pt x="335" y="608"/>
                      </a:moveTo>
                      <a:cubicBezTo>
                        <a:pt x="669" y="760"/>
                        <a:pt x="1003" y="821"/>
                        <a:pt x="1368" y="882"/>
                      </a:cubicBezTo>
                      <a:cubicBezTo>
                        <a:pt x="1459" y="851"/>
                        <a:pt x="1550" y="851"/>
                        <a:pt x="1642" y="821"/>
                      </a:cubicBezTo>
                      <a:cubicBezTo>
                        <a:pt x="1824" y="790"/>
                        <a:pt x="1976" y="669"/>
                        <a:pt x="2037" y="487"/>
                      </a:cubicBezTo>
                      <a:cubicBezTo>
                        <a:pt x="2067" y="426"/>
                        <a:pt x="2067" y="365"/>
                        <a:pt x="2037" y="304"/>
                      </a:cubicBezTo>
                      <a:cubicBezTo>
                        <a:pt x="1946" y="91"/>
                        <a:pt x="1763" y="0"/>
                        <a:pt x="1550" y="0"/>
                      </a:cubicBezTo>
                      <a:cubicBezTo>
                        <a:pt x="1398" y="0"/>
                        <a:pt x="1246" y="61"/>
                        <a:pt x="1094" y="61"/>
                      </a:cubicBezTo>
                      <a:cubicBezTo>
                        <a:pt x="912" y="61"/>
                        <a:pt x="730" y="61"/>
                        <a:pt x="547" y="31"/>
                      </a:cubicBezTo>
                      <a:cubicBezTo>
                        <a:pt x="517" y="31"/>
                        <a:pt x="456" y="61"/>
                        <a:pt x="426" y="61"/>
                      </a:cubicBezTo>
                      <a:cubicBezTo>
                        <a:pt x="335" y="122"/>
                        <a:pt x="213" y="152"/>
                        <a:pt x="91" y="122"/>
                      </a:cubicBezTo>
                      <a:cubicBezTo>
                        <a:pt x="31" y="122"/>
                        <a:pt x="0" y="213"/>
                        <a:pt x="31" y="274"/>
                      </a:cubicBezTo>
                      <a:cubicBezTo>
                        <a:pt x="91" y="426"/>
                        <a:pt x="213" y="547"/>
                        <a:pt x="335" y="60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8" name="Google Shape;478;p21">
                  <a:extLst>
                    <a:ext uri="{FF2B5EF4-FFF2-40B4-BE49-F238E27FC236}">
                      <a16:creationId xmlns:a16="http://schemas.microsoft.com/office/drawing/2014/main" id="{F88885E7-E09A-DD3E-B2FD-75CAAA44B773}"/>
                    </a:ext>
                  </a:extLst>
                </p:cNvPr>
                <p:cNvSpPr/>
                <p:nvPr/>
              </p:nvSpPr>
              <p:spPr>
                <a:xfrm>
                  <a:off x="5680875" y="2424750"/>
                  <a:ext cx="41075" cy="27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3" h="1096" extrusionOk="0">
                      <a:moveTo>
                        <a:pt x="31" y="1065"/>
                      </a:moveTo>
                      <a:cubicBezTo>
                        <a:pt x="31" y="1065"/>
                        <a:pt x="92" y="1095"/>
                        <a:pt x="92" y="1065"/>
                      </a:cubicBezTo>
                      <a:cubicBezTo>
                        <a:pt x="274" y="943"/>
                        <a:pt x="487" y="882"/>
                        <a:pt x="730" y="913"/>
                      </a:cubicBezTo>
                      <a:cubicBezTo>
                        <a:pt x="974" y="882"/>
                        <a:pt x="1217" y="882"/>
                        <a:pt x="1460" y="822"/>
                      </a:cubicBezTo>
                      <a:cubicBezTo>
                        <a:pt x="1581" y="791"/>
                        <a:pt x="1642" y="670"/>
                        <a:pt x="1551" y="578"/>
                      </a:cubicBezTo>
                      <a:cubicBezTo>
                        <a:pt x="1460" y="366"/>
                        <a:pt x="1278" y="214"/>
                        <a:pt x="1065" y="122"/>
                      </a:cubicBezTo>
                      <a:cubicBezTo>
                        <a:pt x="943" y="92"/>
                        <a:pt x="852" y="62"/>
                        <a:pt x="730" y="31"/>
                      </a:cubicBezTo>
                      <a:cubicBezTo>
                        <a:pt x="639" y="1"/>
                        <a:pt x="518" y="1"/>
                        <a:pt x="396" y="1"/>
                      </a:cubicBezTo>
                      <a:cubicBezTo>
                        <a:pt x="305" y="31"/>
                        <a:pt x="183" y="92"/>
                        <a:pt x="153" y="214"/>
                      </a:cubicBezTo>
                      <a:cubicBezTo>
                        <a:pt x="122" y="335"/>
                        <a:pt x="92" y="487"/>
                        <a:pt x="62" y="761"/>
                      </a:cubicBezTo>
                      <a:cubicBezTo>
                        <a:pt x="62" y="761"/>
                        <a:pt x="31" y="882"/>
                        <a:pt x="1" y="1004"/>
                      </a:cubicBezTo>
                      <a:cubicBezTo>
                        <a:pt x="1" y="1034"/>
                        <a:pt x="1" y="1065"/>
                        <a:pt x="31" y="106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9" name="Google Shape;479;p21">
                  <a:extLst>
                    <a:ext uri="{FF2B5EF4-FFF2-40B4-BE49-F238E27FC236}">
                      <a16:creationId xmlns:a16="http://schemas.microsoft.com/office/drawing/2014/main" id="{BD8060DA-9826-DD73-8513-2FB5FC5A7536}"/>
                    </a:ext>
                  </a:extLst>
                </p:cNvPr>
                <p:cNvSpPr/>
                <p:nvPr/>
              </p:nvSpPr>
              <p:spPr>
                <a:xfrm>
                  <a:off x="5374650" y="2496950"/>
                  <a:ext cx="20550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822" extrusionOk="0">
                      <a:moveTo>
                        <a:pt x="274" y="760"/>
                      </a:moveTo>
                      <a:cubicBezTo>
                        <a:pt x="335" y="760"/>
                        <a:pt x="396" y="791"/>
                        <a:pt x="456" y="791"/>
                      </a:cubicBezTo>
                      <a:lnTo>
                        <a:pt x="517" y="791"/>
                      </a:lnTo>
                      <a:cubicBezTo>
                        <a:pt x="700" y="821"/>
                        <a:pt x="821" y="669"/>
                        <a:pt x="791" y="487"/>
                      </a:cubicBezTo>
                      <a:cubicBezTo>
                        <a:pt x="791" y="365"/>
                        <a:pt x="730" y="213"/>
                        <a:pt x="669" y="122"/>
                      </a:cubicBezTo>
                      <a:cubicBezTo>
                        <a:pt x="608" y="31"/>
                        <a:pt x="517" y="0"/>
                        <a:pt x="426" y="31"/>
                      </a:cubicBezTo>
                      <a:cubicBezTo>
                        <a:pt x="335" y="61"/>
                        <a:pt x="213" y="122"/>
                        <a:pt x="122" y="152"/>
                      </a:cubicBezTo>
                      <a:cubicBezTo>
                        <a:pt x="31" y="213"/>
                        <a:pt x="0" y="304"/>
                        <a:pt x="31" y="396"/>
                      </a:cubicBezTo>
                      <a:cubicBezTo>
                        <a:pt x="31" y="396"/>
                        <a:pt x="31" y="426"/>
                        <a:pt x="31" y="456"/>
                      </a:cubicBezTo>
                      <a:cubicBezTo>
                        <a:pt x="31" y="639"/>
                        <a:pt x="122" y="700"/>
                        <a:pt x="274" y="76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0" name="Google Shape;480;p21">
                  <a:extLst>
                    <a:ext uri="{FF2B5EF4-FFF2-40B4-BE49-F238E27FC236}">
                      <a16:creationId xmlns:a16="http://schemas.microsoft.com/office/drawing/2014/main" id="{905956A8-D6F0-91B8-A068-9998F709B23F}"/>
                    </a:ext>
                  </a:extLst>
                </p:cNvPr>
                <p:cNvSpPr/>
                <p:nvPr/>
              </p:nvSpPr>
              <p:spPr>
                <a:xfrm>
                  <a:off x="5663400" y="2414875"/>
                  <a:ext cx="12950" cy="1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640" extrusionOk="0">
                      <a:moveTo>
                        <a:pt x="62" y="62"/>
                      </a:moveTo>
                      <a:cubicBezTo>
                        <a:pt x="31" y="92"/>
                        <a:pt x="1" y="153"/>
                        <a:pt x="1" y="214"/>
                      </a:cubicBezTo>
                      <a:cubicBezTo>
                        <a:pt x="1" y="396"/>
                        <a:pt x="122" y="548"/>
                        <a:pt x="305" y="639"/>
                      </a:cubicBezTo>
                      <a:cubicBezTo>
                        <a:pt x="366" y="639"/>
                        <a:pt x="426" y="609"/>
                        <a:pt x="457" y="578"/>
                      </a:cubicBezTo>
                      <a:cubicBezTo>
                        <a:pt x="487" y="517"/>
                        <a:pt x="518" y="457"/>
                        <a:pt x="518" y="396"/>
                      </a:cubicBezTo>
                      <a:cubicBezTo>
                        <a:pt x="518" y="214"/>
                        <a:pt x="426" y="92"/>
                        <a:pt x="244" y="31"/>
                      </a:cubicBezTo>
                      <a:cubicBezTo>
                        <a:pt x="183" y="1"/>
                        <a:pt x="122" y="1"/>
                        <a:pt x="62" y="6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1" name="Google Shape;481;p21">
                  <a:extLst>
                    <a:ext uri="{FF2B5EF4-FFF2-40B4-BE49-F238E27FC236}">
                      <a16:creationId xmlns:a16="http://schemas.microsoft.com/office/drawing/2014/main" id="{165709AC-0169-A9DF-1EFD-E4ABBE7B7772}"/>
                    </a:ext>
                  </a:extLst>
                </p:cNvPr>
                <p:cNvSpPr/>
                <p:nvPr/>
              </p:nvSpPr>
              <p:spPr>
                <a:xfrm>
                  <a:off x="5567650" y="2373100"/>
                  <a:ext cx="15225" cy="1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791" extrusionOk="0">
                      <a:moveTo>
                        <a:pt x="487" y="760"/>
                      </a:moveTo>
                      <a:cubicBezTo>
                        <a:pt x="487" y="790"/>
                        <a:pt x="518" y="790"/>
                        <a:pt x="548" y="760"/>
                      </a:cubicBezTo>
                      <a:cubicBezTo>
                        <a:pt x="578" y="730"/>
                        <a:pt x="609" y="699"/>
                        <a:pt x="609" y="669"/>
                      </a:cubicBezTo>
                      <a:cubicBezTo>
                        <a:pt x="609" y="608"/>
                        <a:pt x="609" y="547"/>
                        <a:pt x="578" y="486"/>
                      </a:cubicBezTo>
                      <a:cubicBezTo>
                        <a:pt x="548" y="304"/>
                        <a:pt x="396" y="152"/>
                        <a:pt x="244" y="91"/>
                      </a:cubicBezTo>
                      <a:cubicBezTo>
                        <a:pt x="183" y="91"/>
                        <a:pt x="153" y="61"/>
                        <a:pt x="123" y="30"/>
                      </a:cubicBezTo>
                      <a:cubicBezTo>
                        <a:pt x="62" y="0"/>
                        <a:pt x="31" y="0"/>
                        <a:pt x="1" y="30"/>
                      </a:cubicBezTo>
                      <a:cubicBezTo>
                        <a:pt x="1" y="61"/>
                        <a:pt x="1" y="61"/>
                        <a:pt x="1" y="91"/>
                      </a:cubicBezTo>
                      <a:cubicBezTo>
                        <a:pt x="153" y="334"/>
                        <a:pt x="305" y="547"/>
                        <a:pt x="487" y="76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2" name="Google Shape;482;p21">
                  <a:extLst>
                    <a:ext uri="{FF2B5EF4-FFF2-40B4-BE49-F238E27FC236}">
                      <a16:creationId xmlns:a16="http://schemas.microsoft.com/office/drawing/2014/main" id="{31A6F9FB-324F-F5DF-9780-50017E15D3DB}"/>
                    </a:ext>
                  </a:extLst>
                </p:cNvPr>
                <p:cNvSpPr/>
                <p:nvPr/>
              </p:nvSpPr>
              <p:spPr>
                <a:xfrm>
                  <a:off x="5057025" y="2634500"/>
                  <a:ext cx="12175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548" extrusionOk="0">
                      <a:moveTo>
                        <a:pt x="274" y="30"/>
                      </a:moveTo>
                      <a:cubicBezTo>
                        <a:pt x="243" y="0"/>
                        <a:pt x="213" y="0"/>
                        <a:pt x="152" y="30"/>
                      </a:cubicBezTo>
                      <a:cubicBezTo>
                        <a:pt x="30" y="122"/>
                        <a:pt x="0" y="304"/>
                        <a:pt x="91" y="426"/>
                      </a:cubicBezTo>
                      <a:cubicBezTo>
                        <a:pt x="152" y="517"/>
                        <a:pt x="274" y="547"/>
                        <a:pt x="395" y="517"/>
                      </a:cubicBezTo>
                      <a:cubicBezTo>
                        <a:pt x="426" y="517"/>
                        <a:pt x="456" y="486"/>
                        <a:pt x="486" y="456"/>
                      </a:cubicBezTo>
                      <a:cubicBezTo>
                        <a:pt x="486" y="274"/>
                        <a:pt x="426" y="122"/>
                        <a:pt x="274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3" name="Google Shape;483;p21">
                  <a:extLst>
                    <a:ext uri="{FF2B5EF4-FFF2-40B4-BE49-F238E27FC236}">
                      <a16:creationId xmlns:a16="http://schemas.microsoft.com/office/drawing/2014/main" id="{38890791-2D9F-397C-EA04-2B6945F14E21}"/>
                    </a:ext>
                  </a:extLst>
                </p:cNvPr>
                <p:cNvSpPr/>
                <p:nvPr/>
              </p:nvSpPr>
              <p:spPr>
                <a:xfrm>
                  <a:off x="5152000" y="2449825"/>
                  <a:ext cx="11425" cy="1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" h="427" extrusionOk="0">
                      <a:moveTo>
                        <a:pt x="61" y="396"/>
                      </a:moveTo>
                      <a:cubicBezTo>
                        <a:pt x="274" y="427"/>
                        <a:pt x="426" y="305"/>
                        <a:pt x="456" y="92"/>
                      </a:cubicBezTo>
                      <a:cubicBezTo>
                        <a:pt x="426" y="62"/>
                        <a:pt x="426" y="31"/>
                        <a:pt x="396" y="1"/>
                      </a:cubicBezTo>
                      <a:lnTo>
                        <a:pt x="335" y="1"/>
                      </a:lnTo>
                      <a:cubicBezTo>
                        <a:pt x="244" y="62"/>
                        <a:pt x="152" y="123"/>
                        <a:pt x="61" y="183"/>
                      </a:cubicBezTo>
                      <a:cubicBezTo>
                        <a:pt x="31" y="214"/>
                        <a:pt x="0" y="244"/>
                        <a:pt x="31" y="305"/>
                      </a:cubicBezTo>
                      <a:cubicBezTo>
                        <a:pt x="31" y="335"/>
                        <a:pt x="31" y="366"/>
                        <a:pt x="61" y="39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4" name="Google Shape;484;p21">
                  <a:extLst>
                    <a:ext uri="{FF2B5EF4-FFF2-40B4-BE49-F238E27FC236}">
                      <a16:creationId xmlns:a16="http://schemas.microsoft.com/office/drawing/2014/main" id="{C93A6487-D602-920A-EFCA-CB5A57676C1C}"/>
                    </a:ext>
                  </a:extLst>
                </p:cNvPr>
                <p:cNvSpPr/>
                <p:nvPr/>
              </p:nvSpPr>
              <p:spPr>
                <a:xfrm>
                  <a:off x="5225700" y="2376125"/>
                  <a:ext cx="16000" cy="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" h="335" extrusionOk="0">
                      <a:moveTo>
                        <a:pt x="578" y="213"/>
                      </a:moveTo>
                      <a:cubicBezTo>
                        <a:pt x="609" y="213"/>
                        <a:pt x="609" y="183"/>
                        <a:pt x="609" y="153"/>
                      </a:cubicBezTo>
                      <a:cubicBezTo>
                        <a:pt x="639" y="153"/>
                        <a:pt x="578" y="61"/>
                        <a:pt x="548" y="61"/>
                      </a:cubicBezTo>
                      <a:cubicBezTo>
                        <a:pt x="396" y="1"/>
                        <a:pt x="214" y="122"/>
                        <a:pt x="62" y="31"/>
                      </a:cubicBezTo>
                      <a:cubicBezTo>
                        <a:pt x="62" y="31"/>
                        <a:pt x="31" y="61"/>
                        <a:pt x="1" y="61"/>
                      </a:cubicBezTo>
                      <a:cubicBezTo>
                        <a:pt x="1" y="92"/>
                        <a:pt x="1" y="122"/>
                        <a:pt x="1" y="122"/>
                      </a:cubicBezTo>
                      <a:cubicBezTo>
                        <a:pt x="153" y="305"/>
                        <a:pt x="396" y="335"/>
                        <a:pt x="578" y="2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5" name="Google Shape;485;p21">
                  <a:extLst>
                    <a:ext uri="{FF2B5EF4-FFF2-40B4-BE49-F238E27FC236}">
                      <a16:creationId xmlns:a16="http://schemas.microsoft.com/office/drawing/2014/main" id="{E4E46B47-12BE-3477-F560-A9779367DC4C}"/>
                    </a:ext>
                  </a:extLst>
                </p:cNvPr>
                <p:cNvSpPr/>
                <p:nvPr/>
              </p:nvSpPr>
              <p:spPr>
                <a:xfrm>
                  <a:off x="5050175" y="2545575"/>
                  <a:ext cx="6100" cy="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" h="336" extrusionOk="0">
                      <a:moveTo>
                        <a:pt x="122" y="305"/>
                      </a:moveTo>
                      <a:cubicBezTo>
                        <a:pt x="183" y="335"/>
                        <a:pt x="244" y="274"/>
                        <a:pt x="244" y="183"/>
                      </a:cubicBezTo>
                      <a:cubicBezTo>
                        <a:pt x="244" y="122"/>
                        <a:pt x="213" y="62"/>
                        <a:pt x="183" y="31"/>
                      </a:cubicBezTo>
                      <a:cubicBezTo>
                        <a:pt x="122" y="1"/>
                        <a:pt x="0" y="92"/>
                        <a:pt x="0" y="183"/>
                      </a:cubicBezTo>
                      <a:cubicBezTo>
                        <a:pt x="0" y="244"/>
                        <a:pt x="31" y="305"/>
                        <a:pt x="122" y="30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6" name="Google Shape;486;p21">
                  <a:extLst>
                    <a:ext uri="{FF2B5EF4-FFF2-40B4-BE49-F238E27FC236}">
                      <a16:creationId xmlns:a16="http://schemas.microsoft.com/office/drawing/2014/main" id="{EEE6E796-102F-9152-8E5C-94845E403A69}"/>
                    </a:ext>
                  </a:extLst>
                </p:cNvPr>
                <p:cNvSpPr/>
                <p:nvPr/>
              </p:nvSpPr>
              <p:spPr>
                <a:xfrm>
                  <a:off x="5010650" y="2645125"/>
                  <a:ext cx="6125" cy="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" h="305" extrusionOk="0">
                      <a:moveTo>
                        <a:pt x="214" y="305"/>
                      </a:moveTo>
                      <a:cubicBezTo>
                        <a:pt x="214" y="305"/>
                        <a:pt x="244" y="274"/>
                        <a:pt x="244" y="244"/>
                      </a:cubicBezTo>
                      <a:cubicBezTo>
                        <a:pt x="244" y="183"/>
                        <a:pt x="214" y="122"/>
                        <a:pt x="214" y="61"/>
                      </a:cubicBezTo>
                      <a:cubicBezTo>
                        <a:pt x="183" y="31"/>
                        <a:pt x="153" y="1"/>
                        <a:pt x="122" y="1"/>
                      </a:cubicBezTo>
                      <a:cubicBezTo>
                        <a:pt x="92" y="1"/>
                        <a:pt x="62" y="31"/>
                        <a:pt x="31" y="61"/>
                      </a:cubicBezTo>
                      <a:cubicBezTo>
                        <a:pt x="1" y="153"/>
                        <a:pt x="1" y="244"/>
                        <a:pt x="92" y="305"/>
                      </a:cubicBezTo>
                      <a:cubicBezTo>
                        <a:pt x="122" y="305"/>
                        <a:pt x="183" y="305"/>
                        <a:pt x="214" y="30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7" name="Google Shape;487;p21">
                  <a:extLst>
                    <a:ext uri="{FF2B5EF4-FFF2-40B4-BE49-F238E27FC236}">
                      <a16:creationId xmlns:a16="http://schemas.microsoft.com/office/drawing/2014/main" id="{38B98687-E187-39C8-1DB9-731D28F8D236}"/>
                    </a:ext>
                  </a:extLst>
                </p:cNvPr>
                <p:cNvSpPr/>
                <p:nvPr/>
              </p:nvSpPr>
              <p:spPr>
                <a:xfrm>
                  <a:off x="5087400" y="2459725"/>
                  <a:ext cx="6100" cy="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" h="244" extrusionOk="0">
                      <a:moveTo>
                        <a:pt x="31" y="91"/>
                      </a:moveTo>
                      <a:cubicBezTo>
                        <a:pt x="1" y="152"/>
                        <a:pt x="31" y="213"/>
                        <a:pt x="92" y="243"/>
                      </a:cubicBezTo>
                      <a:cubicBezTo>
                        <a:pt x="122" y="243"/>
                        <a:pt x="183" y="213"/>
                        <a:pt x="214" y="182"/>
                      </a:cubicBezTo>
                      <a:cubicBezTo>
                        <a:pt x="244" y="152"/>
                        <a:pt x="214" y="61"/>
                        <a:pt x="153" y="31"/>
                      </a:cubicBezTo>
                      <a:cubicBezTo>
                        <a:pt x="122" y="0"/>
                        <a:pt x="62" y="31"/>
                        <a:pt x="31" y="9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8" name="Google Shape;488;p21">
                  <a:extLst>
                    <a:ext uri="{FF2B5EF4-FFF2-40B4-BE49-F238E27FC236}">
                      <a16:creationId xmlns:a16="http://schemas.microsoft.com/office/drawing/2014/main" id="{54452923-4651-55FB-A161-5F92715493A3}"/>
                    </a:ext>
                  </a:extLst>
                </p:cNvPr>
                <p:cNvSpPr/>
                <p:nvPr/>
              </p:nvSpPr>
              <p:spPr>
                <a:xfrm>
                  <a:off x="5620850" y="2441475"/>
                  <a:ext cx="7625" cy="5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14" extrusionOk="0">
                      <a:moveTo>
                        <a:pt x="1" y="61"/>
                      </a:moveTo>
                      <a:cubicBezTo>
                        <a:pt x="31" y="183"/>
                        <a:pt x="153" y="213"/>
                        <a:pt x="305" y="213"/>
                      </a:cubicBezTo>
                      <a:cubicBezTo>
                        <a:pt x="305" y="213"/>
                        <a:pt x="305" y="183"/>
                        <a:pt x="305" y="153"/>
                      </a:cubicBezTo>
                      <a:cubicBezTo>
                        <a:pt x="305" y="122"/>
                        <a:pt x="305" y="122"/>
                        <a:pt x="305" y="92"/>
                      </a:cubicBezTo>
                      <a:cubicBezTo>
                        <a:pt x="213" y="31"/>
                        <a:pt x="92" y="1"/>
                        <a:pt x="1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9" name="Google Shape;489;p21">
                  <a:extLst>
                    <a:ext uri="{FF2B5EF4-FFF2-40B4-BE49-F238E27FC236}">
                      <a16:creationId xmlns:a16="http://schemas.microsoft.com/office/drawing/2014/main" id="{EADDB1DF-6674-F65A-0924-F0E52220958B}"/>
                    </a:ext>
                  </a:extLst>
                </p:cNvPr>
                <p:cNvSpPr/>
                <p:nvPr/>
              </p:nvSpPr>
              <p:spPr>
                <a:xfrm>
                  <a:off x="5258375" y="2408050"/>
                  <a:ext cx="5350" cy="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" h="244" extrusionOk="0">
                      <a:moveTo>
                        <a:pt x="183" y="183"/>
                      </a:moveTo>
                      <a:cubicBezTo>
                        <a:pt x="214" y="152"/>
                        <a:pt x="183" y="61"/>
                        <a:pt x="122" y="31"/>
                      </a:cubicBezTo>
                      <a:cubicBezTo>
                        <a:pt x="92" y="0"/>
                        <a:pt x="31" y="31"/>
                        <a:pt x="31" y="61"/>
                      </a:cubicBezTo>
                      <a:cubicBezTo>
                        <a:pt x="1" y="122"/>
                        <a:pt x="1" y="213"/>
                        <a:pt x="62" y="243"/>
                      </a:cubicBezTo>
                      <a:cubicBezTo>
                        <a:pt x="122" y="243"/>
                        <a:pt x="153" y="213"/>
                        <a:pt x="183" y="18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0" name="Google Shape;490;p21">
                  <a:extLst>
                    <a:ext uri="{FF2B5EF4-FFF2-40B4-BE49-F238E27FC236}">
                      <a16:creationId xmlns:a16="http://schemas.microsoft.com/office/drawing/2014/main" id="{ED883F5A-F0B7-DF30-6D5F-B60DB6BFE4DD}"/>
                    </a:ext>
                  </a:extLst>
                </p:cNvPr>
                <p:cNvSpPr/>
                <p:nvPr/>
              </p:nvSpPr>
              <p:spPr>
                <a:xfrm>
                  <a:off x="5013700" y="2627650"/>
                  <a:ext cx="3825" cy="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183" extrusionOk="0">
                      <a:moveTo>
                        <a:pt x="152" y="92"/>
                      </a:moveTo>
                      <a:lnTo>
                        <a:pt x="152" y="31"/>
                      </a:lnTo>
                      <a:cubicBezTo>
                        <a:pt x="152" y="31"/>
                        <a:pt x="122" y="1"/>
                        <a:pt x="122" y="1"/>
                      </a:cubicBezTo>
                      <a:cubicBezTo>
                        <a:pt x="92" y="1"/>
                        <a:pt x="61" y="31"/>
                        <a:pt x="31" y="61"/>
                      </a:cubicBezTo>
                      <a:cubicBezTo>
                        <a:pt x="0" y="122"/>
                        <a:pt x="31" y="153"/>
                        <a:pt x="61" y="153"/>
                      </a:cubicBezTo>
                      <a:cubicBezTo>
                        <a:pt x="92" y="183"/>
                        <a:pt x="122" y="122"/>
                        <a:pt x="152" y="9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1" name="Google Shape;491;p21">
                  <a:extLst>
                    <a:ext uri="{FF2B5EF4-FFF2-40B4-BE49-F238E27FC236}">
                      <a16:creationId xmlns:a16="http://schemas.microsoft.com/office/drawing/2014/main" id="{9A624C80-AE68-8BC5-EE1E-8297D57C04E6}"/>
                    </a:ext>
                  </a:extLst>
                </p:cNvPr>
                <p:cNvSpPr/>
                <p:nvPr/>
              </p:nvSpPr>
              <p:spPr>
                <a:xfrm>
                  <a:off x="5168725" y="2469600"/>
                  <a:ext cx="3825" cy="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153" extrusionOk="0">
                      <a:moveTo>
                        <a:pt x="0" y="61"/>
                      </a:moveTo>
                      <a:cubicBezTo>
                        <a:pt x="0" y="122"/>
                        <a:pt x="31" y="152"/>
                        <a:pt x="61" y="152"/>
                      </a:cubicBezTo>
                      <a:cubicBezTo>
                        <a:pt x="122" y="152"/>
                        <a:pt x="152" y="122"/>
                        <a:pt x="152" y="61"/>
                      </a:cubicBezTo>
                      <a:cubicBezTo>
                        <a:pt x="152" y="31"/>
                        <a:pt x="91" y="0"/>
                        <a:pt x="61" y="31"/>
                      </a:cubicBezTo>
                      <a:cubicBezTo>
                        <a:pt x="31" y="31"/>
                        <a:pt x="0" y="61"/>
                        <a:pt x="0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2" name="Google Shape;492;p21">
                  <a:extLst>
                    <a:ext uri="{FF2B5EF4-FFF2-40B4-BE49-F238E27FC236}">
                      <a16:creationId xmlns:a16="http://schemas.microsoft.com/office/drawing/2014/main" id="{11C32D79-387C-F468-E090-94E2DB3FC2F4}"/>
                    </a:ext>
                  </a:extLst>
                </p:cNvPr>
                <p:cNvSpPr/>
                <p:nvPr/>
              </p:nvSpPr>
              <p:spPr>
                <a:xfrm>
                  <a:off x="5098050" y="2565350"/>
                  <a:ext cx="2300" cy="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61" extrusionOk="0">
                      <a:moveTo>
                        <a:pt x="61" y="61"/>
                      </a:moveTo>
                      <a:cubicBezTo>
                        <a:pt x="92" y="0"/>
                        <a:pt x="61" y="0"/>
                        <a:pt x="31" y="0"/>
                      </a:cubicBezTo>
                      <a:cubicBezTo>
                        <a:pt x="0" y="0"/>
                        <a:pt x="31" y="30"/>
                        <a:pt x="31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3" name="Google Shape;493;p21">
                  <a:extLst>
                    <a:ext uri="{FF2B5EF4-FFF2-40B4-BE49-F238E27FC236}">
                      <a16:creationId xmlns:a16="http://schemas.microsoft.com/office/drawing/2014/main" id="{EE0F1784-5326-C789-8203-BF51C3A50436}"/>
                    </a:ext>
                  </a:extLst>
                </p:cNvPr>
                <p:cNvSpPr/>
                <p:nvPr/>
              </p:nvSpPr>
              <p:spPr>
                <a:xfrm>
                  <a:off x="5096525" y="2577500"/>
                  <a:ext cx="1550" cy="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31" extrusionOk="0">
                      <a:moveTo>
                        <a:pt x="61" y="31"/>
                      </a:moveTo>
                      <a:lnTo>
                        <a:pt x="31" y="0"/>
                      </a:lnTo>
                      <a:lnTo>
                        <a:pt x="1" y="3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4" name="Google Shape;494;p21">
                  <a:extLst>
                    <a:ext uri="{FF2B5EF4-FFF2-40B4-BE49-F238E27FC236}">
                      <a16:creationId xmlns:a16="http://schemas.microsoft.com/office/drawing/2014/main" id="{1D0639BE-5047-EF83-7367-9C19B1FC5D4D}"/>
                    </a:ext>
                  </a:extLst>
                </p:cNvPr>
                <p:cNvSpPr/>
                <p:nvPr/>
              </p:nvSpPr>
              <p:spPr>
                <a:xfrm>
                  <a:off x="5038775" y="2580550"/>
                  <a:ext cx="3075" cy="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152" extrusionOk="0">
                      <a:moveTo>
                        <a:pt x="31" y="61"/>
                      </a:moveTo>
                      <a:cubicBezTo>
                        <a:pt x="1" y="91"/>
                        <a:pt x="31" y="152"/>
                        <a:pt x="61" y="152"/>
                      </a:cubicBezTo>
                      <a:cubicBezTo>
                        <a:pt x="61" y="152"/>
                        <a:pt x="122" y="122"/>
                        <a:pt x="122" y="122"/>
                      </a:cubicBezTo>
                      <a:cubicBezTo>
                        <a:pt x="122" y="91"/>
                        <a:pt x="122" y="30"/>
                        <a:pt x="61" y="0"/>
                      </a:cubicBezTo>
                      <a:cubicBezTo>
                        <a:pt x="61" y="0"/>
                        <a:pt x="31" y="30"/>
                        <a:pt x="31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5" name="Google Shape;495;p21">
                  <a:extLst>
                    <a:ext uri="{FF2B5EF4-FFF2-40B4-BE49-F238E27FC236}">
                      <a16:creationId xmlns:a16="http://schemas.microsoft.com/office/drawing/2014/main" id="{6431F3F0-D6F9-DA69-A178-07EA04947F48}"/>
                    </a:ext>
                  </a:extLst>
                </p:cNvPr>
                <p:cNvSpPr/>
                <p:nvPr/>
              </p:nvSpPr>
              <p:spPr>
                <a:xfrm>
                  <a:off x="5086650" y="2593450"/>
                  <a:ext cx="1550" cy="1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62" extrusionOk="0">
                      <a:moveTo>
                        <a:pt x="0" y="62"/>
                      </a:moveTo>
                      <a:lnTo>
                        <a:pt x="61" y="62"/>
                      </a:lnTo>
                      <a:cubicBezTo>
                        <a:pt x="61" y="62"/>
                        <a:pt x="61" y="31"/>
                        <a:pt x="61" y="31"/>
                      </a:cubicBezTo>
                      <a:cubicBezTo>
                        <a:pt x="61" y="1"/>
                        <a:pt x="0" y="31"/>
                        <a:pt x="0" y="6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6" name="Google Shape;496;p21">
                  <a:extLst>
                    <a:ext uri="{FF2B5EF4-FFF2-40B4-BE49-F238E27FC236}">
                      <a16:creationId xmlns:a16="http://schemas.microsoft.com/office/drawing/2014/main" id="{CC512BA5-3683-D11F-BE67-D366673CFA9A}"/>
                    </a:ext>
                  </a:extLst>
                </p:cNvPr>
                <p:cNvSpPr/>
                <p:nvPr/>
              </p:nvSpPr>
              <p:spPr>
                <a:xfrm>
                  <a:off x="5027375" y="2638300"/>
                  <a:ext cx="3075" cy="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61" extrusionOk="0">
                      <a:moveTo>
                        <a:pt x="92" y="0"/>
                      </a:moveTo>
                      <a:cubicBezTo>
                        <a:pt x="92" y="0"/>
                        <a:pt x="61" y="0"/>
                        <a:pt x="61" y="0"/>
                      </a:cubicBezTo>
                      <a:cubicBezTo>
                        <a:pt x="31" y="0"/>
                        <a:pt x="31" y="0"/>
                        <a:pt x="1" y="30"/>
                      </a:cubicBezTo>
                      <a:cubicBezTo>
                        <a:pt x="1" y="30"/>
                        <a:pt x="1" y="61"/>
                        <a:pt x="31" y="61"/>
                      </a:cubicBezTo>
                      <a:cubicBezTo>
                        <a:pt x="61" y="61"/>
                        <a:pt x="122" y="61"/>
                        <a:pt x="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7" name="Google Shape;497;p21">
                  <a:extLst>
                    <a:ext uri="{FF2B5EF4-FFF2-40B4-BE49-F238E27FC236}">
                      <a16:creationId xmlns:a16="http://schemas.microsoft.com/office/drawing/2014/main" id="{48280D18-2732-11CF-A2C4-53A3DB215241}"/>
                    </a:ext>
                  </a:extLst>
                </p:cNvPr>
                <p:cNvSpPr/>
                <p:nvPr/>
              </p:nvSpPr>
              <p:spPr>
                <a:xfrm>
                  <a:off x="5616300" y="2439200"/>
                  <a:ext cx="3825" cy="3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123" extrusionOk="0">
                      <a:moveTo>
                        <a:pt x="91" y="31"/>
                      </a:moveTo>
                      <a:cubicBezTo>
                        <a:pt x="61" y="0"/>
                        <a:pt x="0" y="31"/>
                        <a:pt x="0" y="92"/>
                      </a:cubicBezTo>
                      <a:cubicBezTo>
                        <a:pt x="0" y="92"/>
                        <a:pt x="31" y="122"/>
                        <a:pt x="31" y="122"/>
                      </a:cubicBezTo>
                      <a:cubicBezTo>
                        <a:pt x="91" y="122"/>
                        <a:pt x="122" y="122"/>
                        <a:pt x="152" y="122"/>
                      </a:cubicBezTo>
                      <a:cubicBezTo>
                        <a:pt x="152" y="92"/>
                        <a:pt x="152" y="31"/>
                        <a:pt x="91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8" name="Google Shape;498;p21">
                  <a:extLst>
                    <a:ext uri="{FF2B5EF4-FFF2-40B4-BE49-F238E27FC236}">
                      <a16:creationId xmlns:a16="http://schemas.microsoft.com/office/drawing/2014/main" id="{C07404C4-B655-5A39-9F03-7672DEE96EEF}"/>
                    </a:ext>
                  </a:extLst>
                </p:cNvPr>
                <p:cNvSpPr/>
                <p:nvPr/>
              </p:nvSpPr>
              <p:spPr>
                <a:xfrm>
                  <a:off x="5620100" y="244225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9" name="Google Shape;499;p21">
                  <a:extLst>
                    <a:ext uri="{FF2B5EF4-FFF2-40B4-BE49-F238E27FC236}">
                      <a16:creationId xmlns:a16="http://schemas.microsoft.com/office/drawing/2014/main" id="{BE9D1FB4-58B2-87C1-9F3C-52E251F1ADFA}"/>
                    </a:ext>
                  </a:extLst>
                </p:cNvPr>
                <p:cNvSpPr/>
                <p:nvPr/>
              </p:nvSpPr>
              <p:spPr>
                <a:xfrm>
                  <a:off x="5050925" y="2528875"/>
                  <a:ext cx="3075" cy="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92" extrusionOk="0">
                      <a:moveTo>
                        <a:pt x="122" y="61"/>
                      </a:moveTo>
                      <a:lnTo>
                        <a:pt x="122" y="0"/>
                      </a:lnTo>
                      <a:cubicBezTo>
                        <a:pt x="122" y="0"/>
                        <a:pt x="62" y="0"/>
                        <a:pt x="62" y="0"/>
                      </a:cubicBezTo>
                      <a:cubicBezTo>
                        <a:pt x="62" y="0"/>
                        <a:pt x="1" y="61"/>
                        <a:pt x="62" y="91"/>
                      </a:cubicBezTo>
                      <a:cubicBezTo>
                        <a:pt x="122" y="91"/>
                        <a:pt x="92" y="61"/>
                        <a:pt x="122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0" name="Google Shape;500;p21">
                  <a:extLst>
                    <a:ext uri="{FF2B5EF4-FFF2-40B4-BE49-F238E27FC236}">
                      <a16:creationId xmlns:a16="http://schemas.microsoft.com/office/drawing/2014/main" id="{2557B132-A22E-1E1A-AB5B-F5C284B534CA}"/>
                    </a:ext>
                  </a:extLst>
                </p:cNvPr>
                <p:cNvSpPr/>
                <p:nvPr/>
              </p:nvSpPr>
              <p:spPr>
                <a:xfrm>
                  <a:off x="5041825" y="2531900"/>
                  <a:ext cx="2300" cy="3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23" extrusionOk="0">
                      <a:moveTo>
                        <a:pt x="91" y="61"/>
                      </a:moveTo>
                      <a:lnTo>
                        <a:pt x="91" y="31"/>
                      </a:lnTo>
                      <a:cubicBezTo>
                        <a:pt x="91" y="1"/>
                        <a:pt x="0" y="1"/>
                        <a:pt x="0" y="61"/>
                      </a:cubicBezTo>
                      <a:cubicBezTo>
                        <a:pt x="30" y="122"/>
                        <a:pt x="61" y="61"/>
                        <a:pt x="91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1" name="Google Shape;501;p21">
                  <a:extLst>
                    <a:ext uri="{FF2B5EF4-FFF2-40B4-BE49-F238E27FC236}">
                      <a16:creationId xmlns:a16="http://schemas.microsoft.com/office/drawing/2014/main" id="{F02ABE46-0C98-8C91-ACFC-3450BA41963F}"/>
                    </a:ext>
                  </a:extLst>
                </p:cNvPr>
                <p:cNvSpPr/>
                <p:nvPr/>
              </p:nvSpPr>
              <p:spPr>
                <a:xfrm>
                  <a:off x="5179350" y="2463525"/>
                  <a:ext cx="1550" cy="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31" extrusionOk="0">
                      <a:moveTo>
                        <a:pt x="1" y="30"/>
                      </a:moveTo>
                      <a:lnTo>
                        <a:pt x="62" y="3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2" name="Google Shape;502;p21">
                  <a:extLst>
                    <a:ext uri="{FF2B5EF4-FFF2-40B4-BE49-F238E27FC236}">
                      <a16:creationId xmlns:a16="http://schemas.microsoft.com/office/drawing/2014/main" id="{0DCFA0BE-A120-1C63-6267-9C2B750CCA45}"/>
                    </a:ext>
                  </a:extLst>
                </p:cNvPr>
                <p:cNvSpPr/>
                <p:nvPr/>
              </p:nvSpPr>
              <p:spPr>
                <a:xfrm>
                  <a:off x="5517500" y="2490875"/>
                  <a:ext cx="3075" cy="1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62" extrusionOk="0">
                      <a:moveTo>
                        <a:pt x="62" y="61"/>
                      </a:moveTo>
                      <a:lnTo>
                        <a:pt x="122" y="31"/>
                      </a:lnTo>
                      <a:cubicBezTo>
                        <a:pt x="122" y="31"/>
                        <a:pt x="92" y="0"/>
                        <a:pt x="62" y="0"/>
                      </a:cubicBezTo>
                      <a:cubicBezTo>
                        <a:pt x="62" y="0"/>
                        <a:pt x="31" y="0"/>
                        <a:pt x="31" y="31"/>
                      </a:cubicBezTo>
                      <a:cubicBezTo>
                        <a:pt x="1" y="31"/>
                        <a:pt x="62" y="61"/>
                        <a:pt x="62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3" name="Google Shape;503;p21">
                  <a:extLst>
                    <a:ext uri="{FF2B5EF4-FFF2-40B4-BE49-F238E27FC236}">
                      <a16:creationId xmlns:a16="http://schemas.microsoft.com/office/drawing/2014/main" id="{01B38C92-A074-C261-9522-BD8D5ED8C40B}"/>
                    </a:ext>
                  </a:extLst>
                </p:cNvPr>
                <p:cNvSpPr/>
                <p:nvPr/>
              </p:nvSpPr>
              <p:spPr>
                <a:xfrm>
                  <a:off x="5401250" y="2526575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4" name="Google Shape;504;p21">
                  <a:extLst>
                    <a:ext uri="{FF2B5EF4-FFF2-40B4-BE49-F238E27FC236}">
                      <a16:creationId xmlns:a16="http://schemas.microsoft.com/office/drawing/2014/main" id="{54B2B080-053A-5221-3027-CFE6D317DA70}"/>
                    </a:ext>
                  </a:extLst>
                </p:cNvPr>
                <p:cNvSpPr/>
                <p:nvPr/>
              </p:nvSpPr>
              <p:spPr>
                <a:xfrm>
                  <a:off x="5400475" y="2525075"/>
                  <a:ext cx="800" cy="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31" extrusionOk="0">
                      <a:moveTo>
                        <a:pt x="1" y="31"/>
                      </a:moveTo>
                      <a:lnTo>
                        <a:pt x="31" y="31"/>
                      </a:lnTo>
                      <a:cubicBezTo>
                        <a:pt x="1" y="31"/>
                        <a:pt x="1" y="0"/>
                        <a:pt x="1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5" name="Google Shape;505;p21">
                  <a:extLst>
                    <a:ext uri="{FF2B5EF4-FFF2-40B4-BE49-F238E27FC236}">
                      <a16:creationId xmlns:a16="http://schemas.microsoft.com/office/drawing/2014/main" id="{B7AE24AA-54C2-D9D5-46DA-23E09B3B2405}"/>
                    </a:ext>
                  </a:extLst>
                </p:cNvPr>
                <p:cNvSpPr/>
                <p:nvPr/>
              </p:nvSpPr>
              <p:spPr>
                <a:xfrm>
                  <a:off x="5077525" y="2594225"/>
                  <a:ext cx="1550" cy="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61" extrusionOk="0">
                      <a:moveTo>
                        <a:pt x="61" y="0"/>
                      </a:moveTo>
                      <a:lnTo>
                        <a:pt x="1" y="31"/>
                      </a:lnTo>
                      <a:lnTo>
                        <a:pt x="31" y="6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226" name="Google Shape;506;p21">
                  <a:extLst>
                    <a:ext uri="{FF2B5EF4-FFF2-40B4-BE49-F238E27FC236}">
                      <a16:creationId xmlns:a16="http://schemas.microsoft.com/office/drawing/2014/main" id="{4DC31CC5-4E24-106C-56DC-A258B562419A}"/>
                    </a:ext>
                  </a:extLst>
                </p:cNvPr>
                <p:cNvGrpSpPr/>
                <p:nvPr/>
              </p:nvGrpSpPr>
              <p:grpSpPr>
                <a:xfrm>
                  <a:off x="2145100" y="2263675"/>
                  <a:ext cx="4257700" cy="2665700"/>
                  <a:chOff x="2145100" y="2263675"/>
                  <a:chExt cx="4257700" cy="2665700"/>
                </a:xfrm>
                <a:grpFill/>
              </p:grpSpPr>
              <p:sp>
                <p:nvSpPr>
                  <p:cNvPr id="2227" name="Google Shape;507;p21">
                    <a:extLst>
                      <a:ext uri="{FF2B5EF4-FFF2-40B4-BE49-F238E27FC236}">
                        <a16:creationId xmlns:a16="http://schemas.microsoft.com/office/drawing/2014/main" id="{430CAE83-8C31-AE0D-67A0-1CCDB8D56787}"/>
                      </a:ext>
                    </a:extLst>
                  </p:cNvPr>
                  <p:cNvSpPr/>
                  <p:nvPr/>
                </p:nvSpPr>
                <p:spPr>
                  <a:xfrm>
                    <a:off x="4515200" y="345060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8" name="Google Shape;508;p21">
                    <a:extLst>
                      <a:ext uri="{FF2B5EF4-FFF2-40B4-BE49-F238E27FC236}">
                        <a16:creationId xmlns:a16="http://schemas.microsoft.com/office/drawing/2014/main" id="{B54DBBDD-15CF-B9E3-2147-DE84D2B7C507}"/>
                      </a:ext>
                    </a:extLst>
                  </p:cNvPr>
                  <p:cNvSpPr/>
                  <p:nvPr/>
                </p:nvSpPr>
                <p:spPr>
                  <a:xfrm>
                    <a:off x="3544825" y="4011400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31" y="1"/>
                        </a:moveTo>
                        <a:lnTo>
                          <a:pt x="3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9" name="Google Shape;509;p21">
                    <a:extLst>
                      <a:ext uri="{FF2B5EF4-FFF2-40B4-BE49-F238E27FC236}">
                        <a16:creationId xmlns:a16="http://schemas.microsoft.com/office/drawing/2014/main" id="{9D8AB6CF-274D-6F35-67DF-32D0679E7233}"/>
                      </a:ext>
                    </a:extLst>
                  </p:cNvPr>
                  <p:cNvSpPr/>
                  <p:nvPr/>
                </p:nvSpPr>
                <p:spPr>
                  <a:xfrm>
                    <a:off x="3183875" y="2697550"/>
                    <a:ext cx="77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2" extrusionOk="0">
                        <a:moveTo>
                          <a:pt x="31" y="1"/>
                        </a:moveTo>
                        <a:lnTo>
                          <a:pt x="1" y="1"/>
                        </a:lnTo>
                        <a:lnTo>
                          <a:pt x="1" y="31"/>
                        </a:lnTo>
                        <a:lnTo>
                          <a:pt x="31" y="31"/>
                        </a:lnTo>
                        <a:cubicBezTo>
                          <a:pt x="31" y="31"/>
                          <a:pt x="31" y="31"/>
                          <a:pt x="31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0" name="Google Shape;510;p21">
                    <a:extLst>
                      <a:ext uri="{FF2B5EF4-FFF2-40B4-BE49-F238E27FC236}">
                        <a16:creationId xmlns:a16="http://schemas.microsoft.com/office/drawing/2014/main" id="{B4F4DA0A-6696-33AE-653D-0CD788B7BE31}"/>
                      </a:ext>
                    </a:extLst>
                  </p:cNvPr>
                  <p:cNvSpPr/>
                  <p:nvPr/>
                </p:nvSpPr>
                <p:spPr>
                  <a:xfrm>
                    <a:off x="3217325" y="2822950"/>
                    <a:ext cx="76750" cy="76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0" h="3040" extrusionOk="0">
                        <a:moveTo>
                          <a:pt x="973" y="213"/>
                        </a:moveTo>
                        <a:lnTo>
                          <a:pt x="973" y="213"/>
                        </a:lnTo>
                        <a:lnTo>
                          <a:pt x="1003" y="183"/>
                        </a:lnTo>
                        <a:lnTo>
                          <a:pt x="881" y="578"/>
                        </a:lnTo>
                        <a:cubicBezTo>
                          <a:pt x="730" y="973"/>
                          <a:pt x="486" y="1338"/>
                          <a:pt x="395" y="1763"/>
                        </a:cubicBezTo>
                        <a:cubicBezTo>
                          <a:pt x="365" y="1854"/>
                          <a:pt x="274" y="1885"/>
                          <a:pt x="213" y="1946"/>
                        </a:cubicBezTo>
                        <a:cubicBezTo>
                          <a:pt x="152" y="1976"/>
                          <a:pt x="91" y="2037"/>
                          <a:pt x="61" y="2067"/>
                        </a:cubicBezTo>
                        <a:cubicBezTo>
                          <a:pt x="0" y="2189"/>
                          <a:pt x="30" y="2310"/>
                          <a:pt x="122" y="2371"/>
                        </a:cubicBezTo>
                        <a:cubicBezTo>
                          <a:pt x="152" y="2401"/>
                          <a:pt x="213" y="2401"/>
                          <a:pt x="243" y="2432"/>
                        </a:cubicBezTo>
                        <a:cubicBezTo>
                          <a:pt x="334" y="2432"/>
                          <a:pt x="395" y="2523"/>
                          <a:pt x="395" y="2614"/>
                        </a:cubicBezTo>
                        <a:cubicBezTo>
                          <a:pt x="365" y="2675"/>
                          <a:pt x="365" y="2705"/>
                          <a:pt x="395" y="2766"/>
                        </a:cubicBezTo>
                        <a:cubicBezTo>
                          <a:pt x="365" y="2918"/>
                          <a:pt x="517" y="3040"/>
                          <a:pt x="638" y="2979"/>
                        </a:cubicBezTo>
                        <a:cubicBezTo>
                          <a:pt x="730" y="2949"/>
                          <a:pt x="851" y="2918"/>
                          <a:pt x="881" y="2888"/>
                        </a:cubicBezTo>
                        <a:cubicBezTo>
                          <a:pt x="1125" y="2614"/>
                          <a:pt x="1489" y="2523"/>
                          <a:pt x="1641" y="2189"/>
                        </a:cubicBezTo>
                        <a:cubicBezTo>
                          <a:pt x="1641" y="2158"/>
                          <a:pt x="1733" y="2158"/>
                          <a:pt x="1763" y="2158"/>
                        </a:cubicBezTo>
                        <a:cubicBezTo>
                          <a:pt x="1885" y="2249"/>
                          <a:pt x="2037" y="2341"/>
                          <a:pt x="2037" y="2523"/>
                        </a:cubicBezTo>
                        <a:cubicBezTo>
                          <a:pt x="2037" y="2584"/>
                          <a:pt x="2067" y="2645"/>
                          <a:pt x="2128" y="2675"/>
                        </a:cubicBezTo>
                        <a:cubicBezTo>
                          <a:pt x="2310" y="2736"/>
                          <a:pt x="2462" y="2827"/>
                          <a:pt x="2644" y="2857"/>
                        </a:cubicBezTo>
                        <a:cubicBezTo>
                          <a:pt x="2675" y="2888"/>
                          <a:pt x="2736" y="2888"/>
                          <a:pt x="2766" y="2857"/>
                        </a:cubicBezTo>
                        <a:cubicBezTo>
                          <a:pt x="2857" y="2766"/>
                          <a:pt x="2948" y="2705"/>
                          <a:pt x="3009" y="2614"/>
                        </a:cubicBezTo>
                        <a:cubicBezTo>
                          <a:pt x="3070" y="2523"/>
                          <a:pt x="3040" y="2401"/>
                          <a:pt x="2948" y="2341"/>
                        </a:cubicBezTo>
                        <a:cubicBezTo>
                          <a:pt x="2918" y="2310"/>
                          <a:pt x="2888" y="2310"/>
                          <a:pt x="2888" y="2310"/>
                        </a:cubicBezTo>
                        <a:cubicBezTo>
                          <a:pt x="2736" y="2280"/>
                          <a:pt x="2644" y="2158"/>
                          <a:pt x="2644" y="2006"/>
                        </a:cubicBezTo>
                        <a:cubicBezTo>
                          <a:pt x="2644" y="1824"/>
                          <a:pt x="2584" y="1642"/>
                          <a:pt x="2462" y="1520"/>
                        </a:cubicBezTo>
                        <a:cubicBezTo>
                          <a:pt x="2371" y="1429"/>
                          <a:pt x="2310" y="1338"/>
                          <a:pt x="2249" y="1246"/>
                        </a:cubicBezTo>
                        <a:cubicBezTo>
                          <a:pt x="2158" y="973"/>
                          <a:pt x="1854" y="882"/>
                          <a:pt x="1733" y="638"/>
                        </a:cubicBezTo>
                        <a:cubicBezTo>
                          <a:pt x="1733" y="608"/>
                          <a:pt x="1641" y="608"/>
                          <a:pt x="1611" y="578"/>
                        </a:cubicBezTo>
                        <a:cubicBezTo>
                          <a:pt x="1459" y="547"/>
                          <a:pt x="1459" y="517"/>
                          <a:pt x="1550" y="426"/>
                        </a:cubicBezTo>
                        <a:cubicBezTo>
                          <a:pt x="1641" y="365"/>
                          <a:pt x="1702" y="274"/>
                          <a:pt x="1763" y="183"/>
                        </a:cubicBezTo>
                        <a:cubicBezTo>
                          <a:pt x="1793" y="152"/>
                          <a:pt x="1793" y="91"/>
                          <a:pt x="1763" y="61"/>
                        </a:cubicBezTo>
                        <a:cubicBezTo>
                          <a:pt x="1763" y="0"/>
                          <a:pt x="1702" y="0"/>
                          <a:pt x="1672" y="31"/>
                        </a:cubicBezTo>
                        <a:cubicBezTo>
                          <a:pt x="1581" y="91"/>
                          <a:pt x="1489" y="122"/>
                          <a:pt x="1398" y="91"/>
                        </a:cubicBezTo>
                        <a:cubicBezTo>
                          <a:pt x="1307" y="61"/>
                          <a:pt x="1216" y="61"/>
                          <a:pt x="1125" y="61"/>
                        </a:cubicBezTo>
                        <a:lnTo>
                          <a:pt x="1003" y="183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1" name="Google Shape;511;p21">
                    <a:extLst>
                      <a:ext uri="{FF2B5EF4-FFF2-40B4-BE49-F238E27FC236}">
                        <a16:creationId xmlns:a16="http://schemas.microsoft.com/office/drawing/2014/main" id="{467CE02B-4AF2-30D9-54CF-0654D05DCBE0}"/>
                      </a:ext>
                    </a:extLst>
                  </p:cNvPr>
                  <p:cNvSpPr/>
                  <p:nvPr/>
                </p:nvSpPr>
                <p:spPr>
                  <a:xfrm>
                    <a:off x="3321425" y="4900475"/>
                    <a:ext cx="77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2" extrusionOk="0">
                        <a:moveTo>
                          <a:pt x="0" y="31"/>
                        </a:moveTo>
                        <a:lnTo>
                          <a:pt x="0" y="31"/>
                        </a:lnTo>
                        <a:lnTo>
                          <a:pt x="31" y="31"/>
                        </a:lnTo>
                        <a:lnTo>
                          <a:pt x="3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2" name="Google Shape;512;p21">
                    <a:extLst>
                      <a:ext uri="{FF2B5EF4-FFF2-40B4-BE49-F238E27FC236}">
                        <a16:creationId xmlns:a16="http://schemas.microsoft.com/office/drawing/2014/main" id="{015B3110-AFCC-943C-23A7-97DA8350B44A}"/>
                      </a:ext>
                    </a:extLst>
                  </p:cNvPr>
                  <p:cNvSpPr/>
                  <p:nvPr/>
                </p:nvSpPr>
                <p:spPr>
                  <a:xfrm>
                    <a:off x="3317625" y="271580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3" name="Google Shape;513;p21">
                    <a:extLst>
                      <a:ext uri="{FF2B5EF4-FFF2-40B4-BE49-F238E27FC236}">
                        <a16:creationId xmlns:a16="http://schemas.microsoft.com/office/drawing/2014/main" id="{4C11E77E-4DEF-4C6E-6D63-B14182B98D47}"/>
                      </a:ext>
                    </a:extLst>
                  </p:cNvPr>
                  <p:cNvSpPr/>
                  <p:nvPr/>
                </p:nvSpPr>
                <p:spPr>
                  <a:xfrm>
                    <a:off x="3423250" y="3293325"/>
                    <a:ext cx="77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1" extrusionOk="0">
                        <a:moveTo>
                          <a:pt x="0" y="30"/>
                        </a:moveTo>
                        <a:lnTo>
                          <a:pt x="31" y="0"/>
                        </a:lnTo>
                        <a:lnTo>
                          <a:pt x="0" y="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4" name="Google Shape;514;p21">
                    <a:extLst>
                      <a:ext uri="{FF2B5EF4-FFF2-40B4-BE49-F238E27FC236}">
                        <a16:creationId xmlns:a16="http://schemas.microsoft.com/office/drawing/2014/main" id="{CDA10FBC-9C59-52A7-40D0-90701E70F04E}"/>
                      </a:ext>
                    </a:extLst>
                  </p:cNvPr>
                  <p:cNvSpPr/>
                  <p:nvPr/>
                </p:nvSpPr>
                <p:spPr>
                  <a:xfrm>
                    <a:off x="3348775" y="49217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1"/>
                        </a:move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5" name="Google Shape;515;p21">
                    <a:extLst>
                      <a:ext uri="{FF2B5EF4-FFF2-40B4-BE49-F238E27FC236}">
                        <a16:creationId xmlns:a16="http://schemas.microsoft.com/office/drawing/2014/main" id="{3152B89F-1B71-4EC9-43BE-983D6C484000}"/>
                      </a:ext>
                    </a:extLst>
                  </p:cNvPr>
                  <p:cNvSpPr/>
                  <p:nvPr/>
                </p:nvSpPr>
                <p:spPr>
                  <a:xfrm>
                    <a:off x="2435375" y="2829775"/>
                    <a:ext cx="2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2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31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6" name="Google Shape;516;p21">
                    <a:extLst>
                      <a:ext uri="{FF2B5EF4-FFF2-40B4-BE49-F238E27FC236}">
                        <a16:creationId xmlns:a16="http://schemas.microsoft.com/office/drawing/2014/main" id="{BD03EE2D-2511-4289-72B4-AE002C22445F}"/>
                      </a:ext>
                    </a:extLst>
                  </p:cNvPr>
                  <p:cNvSpPr/>
                  <p:nvPr/>
                </p:nvSpPr>
                <p:spPr>
                  <a:xfrm>
                    <a:off x="2145100" y="2443750"/>
                    <a:ext cx="1611000" cy="248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440" h="99425" extrusionOk="0">
                        <a:moveTo>
                          <a:pt x="64044" y="65898"/>
                        </a:moveTo>
                        <a:cubicBezTo>
                          <a:pt x="64014" y="65838"/>
                          <a:pt x="63984" y="65807"/>
                          <a:pt x="63923" y="65777"/>
                        </a:cubicBezTo>
                        <a:cubicBezTo>
                          <a:pt x="63801" y="65716"/>
                          <a:pt x="63710" y="65686"/>
                          <a:pt x="63588" y="65686"/>
                        </a:cubicBezTo>
                        <a:cubicBezTo>
                          <a:pt x="63406" y="65716"/>
                          <a:pt x="63224" y="65625"/>
                          <a:pt x="63102" y="65503"/>
                        </a:cubicBezTo>
                        <a:cubicBezTo>
                          <a:pt x="62920" y="65382"/>
                          <a:pt x="62677" y="65321"/>
                          <a:pt x="62555" y="65108"/>
                        </a:cubicBezTo>
                        <a:cubicBezTo>
                          <a:pt x="62312" y="64835"/>
                          <a:pt x="62008" y="64622"/>
                          <a:pt x="61674" y="64470"/>
                        </a:cubicBezTo>
                        <a:cubicBezTo>
                          <a:pt x="61552" y="64379"/>
                          <a:pt x="61370" y="64348"/>
                          <a:pt x="61218" y="64348"/>
                        </a:cubicBezTo>
                        <a:cubicBezTo>
                          <a:pt x="60671" y="64348"/>
                          <a:pt x="60123" y="64287"/>
                          <a:pt x="59607" y="64105"/>
                        </a:cubicBezTo>
                        <a:cubicBezTo>
                          <a:pt x="59546" y="64105"/>
                          <a:pt x="59485" y="64105"/>
                          <a:pt x="59424" y="64135"/>
                        </a:cubicBezTo>
                        <a:cubicBezTo>
                          <a:pt x="59333" y="64166"/>
                          <a:pt x="59242" y="64227"/>
                          <a:pt x="59181" y="64257"/>
                        </a:cubicBezTo>
                        <a:cubicBezTo>
                          <a:pt x="59090" y="64287"/>
                          <a:pt x="59060" y="64257"/>
                          <a:pt x="59029" y="64166"/>
                        </a:cubicBezTo>
                        <a:cubicBezTo>
                          <a:pt x="58968" y="64075"/>
                          <a:pt x="58938" y="63953"/>
                          <a:pt x="58908" y="63862"/>
                        </a:cubicBezTo>
                        <a:cubicBezTo>
                          <a:pt x="58847" y="63771"/>
                          <a:pt x="58786" y="63680"/>
                          <a:pt x="58695" y="63680"/>
                        </a:cubicBezTo>
                        <a:cubicBezTo>
                          <a:pt x="58421" y="63619"/>
                          <a:pt x="58148" y="63528"/>
                          <a:pt x="57874" y="63376"/>
                        </a:cubicBezTo>
                        <a:cubicBezTo>
                          <a:pt x="57692" y="63254"/>
                          <a:pt x="57449" y="63224"/>
                          <a:pt x="57236" y="63193"/>
                        </a:cubicBezTo>
                        <a:cubicBezTo>
                          <a:pt x="57053" y="63163"/>
                          <a:pt x="56871" y="63254"/>
                          <a:pt x="56780" y="63406"/>
                        </a:cubicBezTo>
                        <a:cubicBezTo>
                          <a:pt x="56749" y="63436"/>
                          <a:pt x="56749" y="63436"/>
                          <a:pt x="56719" y="63436"/>
                        </a:cubicBezTo>
                        <a:cubicBezTo>
                          <a:pt x="56689" y="63436"/>
                          <a:pt x="56658" y="63406"/>
                          <a:pt x="56689" y="63345"/>
                        </a:cubicBezTo>
                        <a:cubicBezTo>
                          <a:pt x="56689" y="63284"/>
                          <a:pt x="56689" y="63254"/>
                          <a:pt x="56719" y="63224"/>
                        </a:cubicBezTo>
                        <a:cubicBezTo>
                          <a:pt x="56749" y="63072"/>
                          <a:pt x="56658" y="62920"/>
                          <a:pt x="56537" y="62889"/>
                        </a:cubicBezTo>
                        <a:cubicBezTo>
                          <a:pt x="56354" y="62828"/>
                          <a:pt x="56202" y="62768"/>
                          <a:pt x="56020" y="62707"/>
                        </a:cubicBezTo>
                        <a:cubicBezTo>
                          <a:pt x="56020" y="62768"/>
                          <a:pt x="56020" y="62798"/>
                          <a:pt x="55990" y="62828"/>
                        </a:cubicBezTo>
                        <a:lnTo>
                          <a:pt x="55990" y="62828"/>
                        </a:lnTo>
                        <a:lnTo>
                          <a:pt x="56020" y="62859"/>
                        </a:lnTo>
                        <a:lnTo>
                          <a:pt x="55990" y="62859"/>
                        </a:lnTo>
                        <a:lnTo>
                          <a:pt x="55990" y="62859"/>
                        </a:lnTo>
                        <a:cubicBezTo>
                          <a:pt x="55807" y="62798"/>
                          <a:pt x="55594" y="62859"/>
                          <a:pt x="55442" y="62980"/>
                        </a:cubicBezTo>
                        <a:cubicBezTo>
                          <a:pt x="55412" y="62859"/>
                          <a:pt x="55290" y="62859"/>
                          <a:pt x="55199" y="62859"/>
                        </a:cubicBezTo>
                        <a:cubicBezTo>
                          <a:pt x="55351" y="62707"/>
                          <a:pt x="55534" y="62616"/>
                          <a:pt x="55716" y="62585"/>
                        </a:cubicBezTo>
                        <a:cubicBezTo>
                          <a:pt x="55777" y="62403"/>
                          <a:pt x="55838" y="62251"/>
                          <a:pt x="55868" y="62069"/>
                        </a:cubicBezTo>
                        <a:cubicBezTo>
                          <a:pt x="55898" y="61947"/>
                          <a:pt x="55868" y="61856"/>
                          <a:pt x="55807" y="61734"/>
                        </a:cubicBezTo>
                        <a:cubicBezTo>
                          <a:pt x="55716" y="61643"/>
                          <a:pt x="55686" y="61521"/>
                          <a:pt x="55564" y="61400"/>
                        </a:cubicBezTo>
                        <a:cubicBezTo>
                          <a:pt x="55382" y="61217"/>
                          <a:pt x="55260" y="60974"/>
                          <a:pt x="55199" y="60701"/>
                        </a:cubicBezTo>
                        <a:cubicBezTo>
                          <a:pt x="55169" y="60549"/>
                          <a:pt x="55108" y="60427"/>
                          <a:pt x="55017" y="60336"/>
                        </a:cubicBezTo>
                        <a:cubicBezTo>
                          <a:pt x="54683" y="59910"/>
                          <a:pt x="54257" y="59607"/>
                          <a:pt x="53740" y="59485"/>
                        </a:cubicBezTo>
                        <a:cubicBezTo>
                          <a:pt x="53679" y="59455"/>
                          <a:pt x="53619" y="59424"/>
                          <a:pt x="53558" y="59394"/>
                        </a:cubicBezTo>
                        <a:cubicBezTo>
                          <a:pt x="53315" y="59303"/>
                          <a:pt x="53072" y="59242"/>
                          <a:pt x="52828" y="59272"/>
                        </a:cubicBezTo>
                        <a:lnTo>
                          <a:pt x="52069" y="59272"/>
                        </a:lnTo>
                        <a:cubicBezTo>
                          <a:pt x="52008" y="59272"/>
                          <a:pt x="51917" y="59242"/>
                          <a:pt x="51886" y="59211"/>
                        </a:cubicBezTo>
                        <a:cubicBezTo>
                          <a:pt x="51673" y="59029"/>
                          <a:pt x="51430" y="58877"/>
                          <a:pt x="51187" y="58786"/>
                        </a:cubicBezTo>
                        <a:cubicBezTo>
                          <a:pt x="51157" y="58786"/>
                          <a:pt x="51096" y="58725"/>
                          <a:pt x="51096" y="58695"/>
                        </a:cubicBezTo>
                        <a:cubicBezTo>
                          <a:pt x="51065" y="58573"/>
                          <a:pt x="51005" y="58482"/>
                          <a:pt x="50944" y="58391"/>
                        </a:cubicBezTo>
                        <a:cubicBezTo>
                          <a:pt x="50792" y="58239"/>
                          <a:pt x="50670" y="58087"/>
                          <a:pt x="50488" y="57965"/>
                        </a:cubicBezTo>
                        <a:cubicBezTo>
                          <a:pt x="50397" y="57874"/>
                          <a:pt x="50275" y="57813"/>
                          <a:pt x="50154" y="57783"/>
                        </a:cubicBezTo>
                        <a:cubicBezTo>
                          <a:pt x="50032" y="57752"/>
                          <a:pt x="49910" y="57752"/>
                          <a:pt x="49819" y="57722"/>
                        </a:cubicBezTo>
                        <a:cubicBezTo>
                          <a:pt x="49728" y="57722"/>
                          <a:pt x="49667" y="57692"/>
                          <a:pt x="49698" y="57600"/>
                        </a:cubicBezTo>
                        <a:cubicBezTo>
                          <a:pt x="49698" y="57418"/>
                          <a:pt x="49576" y="57236"/>
                          <a:pt x="49394" y="57175"/>
                        </a:cubicBezTo>
                        <a:cubicBezTo>
                          <a:pt x="49242" y="57114"/>
                          <a:pt x="49059" y="57053"/>
                          <a:pt x="48907" y="56962"/>
                        </a:cubicBezTo>
                        <a:cubicBezTo>
                          <a:pt x="48847" y="56932"/>
                          <a:pt x="48786" y="56871"/>
                          <a:pt x="48755" y="56810"/>
                        </a:cubicBezTo>
                        <a:cubicBezTo>
                          <a:pt x="48755" y="56749"/>
                          <a:pt x="48847" y="56749"/>
                          <a:pt x="48907" y="56719"/>
                        </a:cubicBezTo>
                        <a:cubicBezTo>
                          <a:pt x="48907" y="56719"/>
                          <a:pt x="48938" y="56719"/>
                          <a:pt x="48968" y="56689"/>
                        </a:cubicBezTo>
                        <a:cubicBezTo>
                          <a:pt x="48999" y="56658"/>
                          <a:pt x="49029" y="56628"/>
                          <a:pt x="48999" y="56597"/>
                        </a:cubicBezTo>
                        <a:cubicBezTo>
                          <a:pt x="48999" y="56567"/>
                          <a:pt x="48968" y="56567"/>
                          <a:pt x="48938" y="56567"/>
                        </a:cubicBezTo>
                        <a:cubicBezTo>
                          <a:pt x="48755" y="56506"/>
                          <a:pt x="48543" y="56506"/>
                          <a:pt x="48330" y="56537"/>
                        </a:cubicBezTo>
                        <a:cubicBezTo>
                          <a:pt x="48239" y="56537"/>
                          <a:pt x="48117" y="56476"/>
                          <a:pt x="48056" y="56385"/>
                        </a:cubicBezTo>
                        <a:cubicBezTo>
                          <a:pt x="47995" y="56354"/>
                          <a:pt x="47935" y="56385"/>
                          <a:pt x="47935" y="56415"/>
                        </a:cubicBezTo>
                        <a:cubicBezTo>
                          <a:pt x="47904" y="56476"/>
                          <a:pt x="47904" y="56567"/>
                          <a:pt x="47844" y="56597"/>
                        </a:cubicBezTo>
                        <a:cubicBezTo>
                          <a:pt x="47661" y="56841"/>
                          <a:pt x="47296" y="56901"/>
                          <a:pt x="47053" y="56749"/>
                        </a:cubicBezTo>
                        <a:cubicBezTo>
                          <a:pt x="46901" y="56628"/>
                          <a:pt x="46719" y="56597"/>
                          <a:pt x="46537" y="56628"/>
                        </a:cubicBezTo>
                        <a:cubicBezTo>
                          <a:pt x="46324" y="56658"/>
                          <a:pt x="46111" y="56658"/>
                          <a:pt x="45929" y="56658"/>
                        </a:cubicBezTo>
                        <a:cubicBezTo>
                          <a:pt x="45837" y="56689"/>
                          <a:pt x="45746" y="56628"/>
                          <a:pt x="45716" y="56506"/>
                        </a:cubicBezTo>
                        <a:cubicBezTo>
                          <a:pt x="45716" y="56506"/>
                          <a:pt x="45716" y="56476"/>
                          <a:pt x="45716" y="56445"/>
                        </a:cubicBezTo>
                        <a:cubicBezTo>
                          <a:pt x="45685" y="56324"/>
                          <a:pt x="45594" y="56202"/>
                          <a:pt x="45442" y="56172"/>
                        </a:cubicBezTo>
                        <a:cubicBezTo>
                          <a:pt x="45351" y="56172"/>
                          <a:pt x="45290" y="56141"/>
                          <a:pt x="45199" y="56141"/>
                        </a:cubicBezTo>
                        <a:cubicBezTo>
                          <a:pt x="45017" y="56111"/>
                          <a:pt x="44895" y="55989"/>
                          <a:pt x="44834" y="55837"/>
                        </a:cubicBezTo>
                        <a:cubicBezTo>
                          <a:pt x="44834" y="55777"/>
                          <a:pt x="44774" y="55716"/>
                          <a:pt x="44713" y="55716"/>
                        </a:cubicBezTo>
                        <a:cubicBezTo>
                          <a:pt x="44622" y="55716"/>
                          <a:pt x="44530" y="55777"/>
                          <a:pt x="44470" y="55837"/>
                        </a:cubicBezTo>
                        <a:cubicBezTo>
                          <a:pt x="44470" y="55898"/>
                          <a:pt x="44439" y="55929"/>
                          <a:pt x="44439" y="55989"/>
                        </a:cubicBezTo>
                        <a:cubicBezTo>
                          <a:pt x="44439" y="56111"/>
                          <a:pt x="44348" y="56233"/>
                          <a:pt x="44196" y="56263"/>
                        </a:cubicBezTo>
                        <a:cubicBezTo>
                          <a:pt x="44074" y="56293"/>
                          <a:pt x="43983" y="56354"/>
                          <a:pt x="43892" y="56385"/>
                        </a:cubicBezTo>
                        <a:cubicBezTo>
                          <a:pt x="43831" y="56415"/>
                          <a:pt x="43770" y="56385"/>
                          <a:pt x="43710" y="56324"/>
                        </a:cubicBezTo>
                        <a:cubicBezTo>
                          <a:pt x="43679" y="56233"/>
                          <a:pt x="43649" y="56202"/>
                          <a:pt x="43710" y="56111"/>
                        </a:cubicBezTo>
                        <a:cubicBezTo>
                          <a:pt x="43801" y="56050"/>
                          <a:pt x="43922" y="55929"/>
                          <a:pt x="44014" y="55837"/>
                        </a:cubicBezTo>
                        <a:cubicBezTo>
                          <a:pt x="44105" y="55746"/>
                          <a:pt x="44014" y="55655"/>
                          <a:pt x="43953" y="55594"/>
                        </a:cubicBezTo>
                        <a:cubicBezTo>
                          <a:pt x="43892" y="55594"/>
                          <a:pt x="43831" y="55564"/>
                          <a:pt x="43740" y="55564"/>
                        </a:cubicBezTo>
                        <a:cubicBezTo>
                          <a:pt x="43588" y="55594"/>
                          <a:pt x="43436" y="55655"/>
                          <a:pt x="43345" y="55777"/>
                        </a:cubicBezTo>
                        <a:cubicBezTo>
                          <a:pt x="43193" y="55929"/>
                          <a:pt x="43011" y="56020"/>
                          <a:pt x="42798" y="56081"/>
                        </a:cubicBezTo>
                        <a:cubicBezTo>
                          <a:pt x="42585" y="56111"/>
                          <a:pt x="42372" y="56172"/>
                          <a:pt x="42190" y="56293"/>
                        </a:cubicBezTo>
                        <a:cubicBezTo>
                          <a:pt x="42160" y="56324"/>
                          <a:pt x="42099" y="56293"/>
                          <a:pt x="42038" y="56293"/>
                        </a:cubicBezTo>
                        <a:cubicBezTo>
                          <a:pt x="41916" y="56293"/>
                          <a:pt x="41764" y="56354"/>
                          <a:pt x="41673" y="56445"/>
                        </a:cubicBezTo>
                        <a:cubicBezTo>
                          <a:pt x="41552" y="56567"/>
                          <a:pt x="41460" y="56749"/>
                          <a:pt x="41430" y="56932"/>
                        </a:cubicBezTo>
                        <a:cubicBezTo>
                          <a:pt x="41400" y="57084"/>
                          <a:pt x="41308" y="57236"/>
                          <a:pt x="41187" y="57296"/>
                        </a:cubicBezTo>
                        <a:cubicBezTo>
                          <a:pt x="41035" y="57388"/>
                          <a:pt x="40913" y="57509"/>
                          <a:pt x="40822" y="57631"/>
                        </a:cubicBezTo>
                        <a:cubicBezTo>
                          <a:pt x="40761" y="57692"/>
                          <a:pt x="40731" y="57752"/>
                          <a:pt x="40731" y="57844"/>
                        </a:cubicBezTo>
                        <a:lnTo>
                          <a:pt x="40731" y="57844"/>
                        </a:lnTo>
                        <a:lnTo>
                          <a:pt x="40731" y="57874"/>
                        </a:lnTo>
                        <a:lnTo>
                          <a:pt x="40731" y="57874"/>
                        </a:lnTo>
                        <a:cubicBezTo>
                          <a:pt x="40731" y="57874"/>
                          <a:pt x="40731" y="57844"/>
                          <a:pt x="40731" y="57844"/>
                        </a:cubicBezTo>
                        <a:cubicBezTo>
                          <a:pt x="40701" y="57844"/>
                          <a:pt x="40640" y="57813"/>
                          <a:pt x="40609" y="57813"/>
                        </a:cubicBezTo>
                        <a:cubicBezTo>
                          <a:pt x="40518" y="57692"/>
                          <a:pt x="40397" y="57600"/>
                          <a:pt x="40275" y="57479"/>
                        </a:cubicBezTo>
                        <a:cubicBezTo>
                          <a:pt x="39910" y="57175"/>
                          <a:pt x="39394" y="57084"/>
                          <a:pt x="38968" y="57296"/>
                        </a:cubicBezTo>
                        <a:cubicBezTo>
                          <a:pt x="38877" y="57327"/>
                          <a:pt x="38786" y="57357"/>
                          <a:pt x="38694" y="57418"/>
                        </a:cubicBezTo>
                        <a:cubicBezTo>
                          <a:pt x="38542" y="57540"/>
                          <a:pt x="38330" y="57570"/>
                          <a:pt x="38147" y="57448"/>
                        </a:cubicBezTo>
                        <a:cubicBezTo>
                          <a:pt x="37783" y="57388"/>
                          <a:pt x="37509" y="57175"/>
                          <a:pt x="37327" y="56901"/>
                        </a:cubicBezTo>
                        <a:cubicBezTo>
                          <a:pt x="37205" y="56719"/>
                          <a:pt x="37114" y="56567"/>
                          <a:pt x="37023" y="56385"/>
                        </a:cubicBezTo>
                        <a:cubicBezTo>
                          <a:pt x="36962" y="56324"/>
                          <a:pt x="36962" y="56233"/>
                          <a:pt x="36962" y="56172"/>
                        </a:cubicBezTo>
                        <a:cubicBezTo>
                          <a:pt x="36931" y="55959"/>
                          <a:pt x="36992" y="55716"/>
                          <a:pt x="37114" y="55534"/>
                        </a:cubicBezTo>
                        <a:cubicBezTo>
                          <a:pt x="37144" y="55473"/>
                          <a:pt x="37175" y="55382"/>
                          <a:pt x="37175" y="55290"/>
                        </a:cubicBezTo>
                        <a:cubicBezTo>
                          <a:pt x="37205" y="55047"/>
                          <a:pt x="37235" y="54834"/>
                          <a:pt x="37327" y="54622"/>
                        </a:cubicBezTo>
                        <a:cubicBezTo>
                          <a:pt x="37357" y="54409"/>
                          <a:pt x="37387" y="54166"/>
                          <a:pt x="37387" y="53953"/>
                        </a:cubicBezTo>
                        <a:cubicBezTo>
                          <a:pt x="37387" y="53923"/>
                          <a:pt x="37357" y="53862"/>
                          <a:pt x="37327" y="53831"/>
                        </a:cubicBezTo>
                        <a:cubicBezTo>
                          <a:pt x="37235" y="53801"/>
                          <a:pt x="37144" y="53771"/>
                          <a:pt x="37053" y="53740"/>
                        </a:cubicBezTo>
                        <a:lnTo>
                          <a:pt x="37053" y="53740"/>
                        </a:lnTo>
                        <a:lnTo>
                          <a:pt x="37053" y="53740"/>
                        </a:lnTo>
                        <a:lnTo>
                          <a:pt x="37023" y="53740"/>
                        </a:lnTo>
                        <a:lnTo>
                          <a:pt x="37053" y="53710"/>
                        </a:lnTo>
                        <a:cubicBezTo>
                          <a:pt x="36901" y="53588"/>
                          <a:pt x="36719" y="53497"/>
                          <a:pt x="36536" y="53467"/>
                        </a:cubicBezTo>
                        <a:cubicBezTo>
                          <a:pt x="36324" y="53467"/>
                          <a:pt x="36111" y="53436"/>
                          <a:pt x="35928" y="53406"/>
                        </a:cubicBezTo>
                        <a:cubicBezTo>
                          <a:pt x="35685" y="53345"/>
                          <a:pt x="35472" y="53467"/>
                          <a:pt x="35260" y="53436"/>
                        </a:cubicBezTo>
                        <a:cubicBezTo>
                          <a:pt x="35017" y="53436"/>
                          <a:pt x="34865" y="53467"/>
                          <a:pt x="34713" y="53467"/>
                        </a:cubicBezTo>
                        <a:cubicBezTo>
                          <a:pt x="34591" y="53467"/>
                          <a:pt x="34500" y="53467"/>
                          <a:pt x="34378" y="53406"/>
                        </a:cubicBezTo>
                        <a:cubicBezTo>
                          <a:pt x="34317" y="53406"/>
                          <a:pt x="34287" y="53345"/>
                          <a:pt x="34317" y="53315"/>
                        </a:cubicBezTo>
                        <a:cubicBezTo>
                          <a:pt x="34530" y="53132"/>
                          <a:pt x="34652" y="52859"/>
                          <a:pt x="34621" y="52585"/>
                        </a:cubicBezTo>
                        <a:cubicBezTo>
                          <a:pt x="34621" y="52464"/>
                          <a:pt x="34621" y="52312"/>
                          <a:pt x="34652" y="52190"/>
                        </a:cubicBezTo>
                        <a:cubicBezTo>
                          <a:pt x="34652" y="52129"/>
                          <a:pt x="34713" y="52068"/>
                          <a:pt x="34773" y="52068"/>
                        </a:cubicBezTo>
                        <a:cubicBezTo>
                          <a:pt x="34925" y="52068"/>
                          <a:pt x="35047" y="51947"/>
                          <a:pt x="35047" y="51795"/>
                        </a:cubicBezTo>
                        <a:cubicBezTo>
                          <a:pt x="35108" y="51643"/>
                          <a:pt x="35108" y="51491"/>
                          <a:pt x="35108" y="51339"/>
                        </a:cubicBezTo>
                        <a:cubicBezTo>
                          <a:pt x="35108" y="51126"/>
                          <a:pt x="35169" y="50944"/>
                          <a:pt x="35320" y="50792"/>
                        </a:cubicBezTo>
                        <a:cubicBezTo>
                          <a:pt x="35412" y="50670"/>
                          <a:pt x="35503" y="50579"/>
                          <a:pt x="35564" y="50457"/>
                        </a:cubicBezTo>
                        <a:cubicBezTo>
                          <a:pt x="35594" y="50397"/>
                          <a:pt x="35624" y="50336"/>
                          <a:pt x="35655" y="50275"/>
                        </a:cubicBezTo>
                        <a:cubicBezTo>
                          <a:pt x="35685" y="50123"/>
                          <a:pt x="35594" y="50002"/>
                          <a:pt x="35442" y="49971"/>
                        </a:cubicBezTo>
                        <a:cubicBezTo>
                          <a:pt x="35169" y="49941"/>
                          <a:pt x="34895" y="49941"/>
                          <a:pt x="34652" y="50032"/>
                        </a:cubicBezTo>
                        <a:cubicBezTo>
                          <a:pt x="34439" y="50123"/>
                          <a:pt x="34196" y="50154"/>
                          <a:pt x="33983" y="50154"/>
                        </a:cubicBezTo>
                        <a:cubicBezTo>
                          <a:pt x="33801" y="50154"/>
                          <a:pt x="33618" y="50275"/>
                          <a:pt x="33558" y="50427"/>
                        </a:cubicBezTo>
                        <a:cubicBezTo>
                          <a:pt x="33497" y="50549"/>
                          <a:pt x="33466" y="50640"/>
                          <a:pt x="33436" y="50761"/>
                        </a:cubicBezTo>
                        <a:cubicBezTo>
                          <a:pt x="33375" y="51096"/>
                          <a:pt x="33193" y="51400"/>
                          <a:pt x="32950" y="51612"/>
                        </a:cubicBezTo>
                        <a:cubicBezTo>
                          <a:pt x="32858" y="51886"/>
                          <a:pt x="32706" y="51886"/>
                          <a:pt x="32463" y="51795"/>
                        </a:cubicBezTo>
                        <a:cubicBezTo>
                          <a:pt x="32372" y="51764"/>
                          <a:pt x="32251" y="51764"/>
                          <a:pt x="32129" y="51795"/>
                        </a:cubicBezTo>
                        <a:cubicBezTo>
                          <a:pt x="31916" y="51856"/>
                          <a:pt x="31703" y="51947"/>
                          <a:pt x="31491" y="52008"/>
                        </a:cubicBezTo>
                        <a:cubicBezTo>
                          <a:pt x="31308" y="52068"/>
                          <a:pt x="31126" y="52008"/>
                          <a:pt x="30974" y="51886"/>
                        </a:cubicBezTo>
                        <a:cubicBezTo>
                          <a:pt x="30883" y="51764"/>
                          <a:pt x="30731" y="51673"/>
                          <a:pt x="30579" y="51643"/>
                        </a:cubicBezTo>
                        <a:cubicBezTo>
                          <a:pt x="30396" y="51582"/>
                          <a:pt x="30275" y="51430"/>
                          <a:pt x="30214" y="51248"/>
                        </a:cubicBezTo>
                        <a:cubicBezTo>
                          <a:pt x="30123" y="51005"/>
                          <a:pt x="30001" y="50792"/>
                          <a:pt x="29819" y="50609"/>
                        </a:cubicBezTo>
                        <a:cubicBezTo>
                          <a:pt x="29758" y="50518"/>
                          <a:pt x="29697" y="50427"/>
                          <a:pt x="29697" y="50305"/>
                        </a:cubicBezTo>
                        <a:cubicBezTo>
                          <a:pt x="29667" y="50093"/>
                          <a:pt x="29606" y="49910"/>
                          <a:pt x="29576" y="49698"/>
                        </a:cubicBezTo>
                        <a:cubicBezTo>
                          <a:pt x="29576" y="49576"/>
                          <a:pt x="29545" y="49424"/>
                          <a:pt x="29576" y="49302"/>
                        </a:cubicBezTo>
                        <a:cubicBezTo>
                          <a:pt x="29576" y="48816"/>
                          <a:pt x="29667" y="48360"/>
                          <a:pt x="29758" y="47874"/>
                        </a:cubicBezTo>
                        <a:cubicBezTo>
                          <a:pt x="29758" y="47783"/>
                          <a:pt x="29788" y="47691"/>
                          <a:pt x="29849" y="47631"/>
                        </a:cubicBezTo>
                        <a:cubicBezTo>
                          <a:pt x="30001" y="47448"/>
                          <a:pt x="30062" y="47236"/>
                          <a:pt x="30032" y="46992"/>
                        </a:cubicBezTo>
                        <a:cubicBezTo>
                          <a:pt x="30001" y="46688"/>
                          <a:pt x="30062" y="46354"/>
                          <a:pt x="30184" y="46050"/>
                        </a:cubicBezTo>
                        <a:cubicBezTo>
                          <a:pt x="30244" y="45807"/>
                          <a:pt x="30457" y="45594"/>
                          <a:pt x="30731" y="45503"/>
                        </a:cubicBezTo>
                        <a:cubicBezTo>
                          <a:pt x="31035" y="45473"/>
                          <a:pt x="31339" y="45351"/>
                          <a:pt x="31582" y="45138"/>
                        </a:cubicBezTo>
                        <a:cubicBezTo>
                          <a:pt x="31764" y="45017"/>
                          <a:pt x="31977" y="44925"/>
                          <a:pt x="32190" y="44865"/>
                        </a:cubicBezTo>
                        <a:cubicBezTo>
                          <a:pt x="32372" y="44804"/>
                          <a:pt x="32554" y="44834"/>
                          <a:pt x="32706" y="44895"/>
                        </a:cubicBezTo>
                        <a:cubicBezTo>
                          <a:pt x="32828" y="44956"/>
                          <a:pt x="32980" y="44986"/>
                          <a:pt x="33102" y="44925"/>
                        </a:cubicBezTo>
                        <a:cubicBezTo>
                          <a:pt x="33254" y="44865"/>
                          <a:pt x="33406" y="44895"/>
                          <a:pt x="33466" y="45017"/>
                        </a:cubicBezTo>
                        <a:cubicBezTo>
                          <a:pt x="33618" y="45229"/>
                          <a:pt x="33892" y="45321"/>
                          <a:pt x="34135" y="45229"/>
                        </a:cubicBezTo>
                        <a:cubicBezTo>
                          <a:pt x="34257" y="45199"/>
                          <a:pt x="34378" y="45169"/>
                          <a:pt x="34500" y="45108"/>
                        </a:cubicBezTo>
                        <a:cubicBezTo>
                          <a:pt x="34561" y="44986"/>
                          <a:pt x="34591" y="44834"/>
                          <a:pt x="34591" y="44713"/>
                        </a:cubicBezTo>
                        <a:cubicBezTo>
                          <a:pt x="34591" y="44561"/>
                          <a:pt x="34713" y="44530"/>
                          <a:pt x="34804" y="44500"/>
                        </a:cubicBezTo>
                        <a:cubicBezTo>
                          <a:pt x="34895" y="44470"/>
                          <a:pt x="34986" y="44470"/>
                          <a:pt x="35077" y="44439"/>
                        </a:cubicBezTo>
                        <a:cubicBezTo>
                          <a:pt x="35412" y="44439"/>
                          <a:pt x="35716" y="44439"/>
                          <a:pt x="36020" y="44439"/>
                        </a:cubicBezTo>
                        <a:cubicBezTo>
                          <a:pt x="36384" y="44409"/>
                          <a:pt x="36719" y="44530"/>
                          <a:pt x="36962" y="44804"/>
                        </a:cubicBezTo>
                        <a:cubicBezTo>
                          <a:pt x="37053" y="44865"/>
                          <a:pt x="37175" y="44895"/>
                          <a:pt x="37266" y="44834"/>
                        </a:cubicBezTo>
                        <a:lnTo>
                          <a:pt x="37509" y="44743"/>
                        </a:lnTo>
                        <a:cubicBezTo>
                          <a:pt x="37600" y="44713"/>
                          <a:pt x="37722" y="44713"/>
                          <a:pt x="37783" y="44804"/>
                        </a:cubicBezTo>
                        <a:cubicBezTo>
                          <a:pt x="37904" y="44956"/>
                          <a:pt x="38056" y="45138"/>
                          <a:pt x="38208" y="45321"/>
                        </a:cubicBezTo>
                        <a:cubicBezTo>
                          <a:pt x="38269" y="45412"/>
                          <a:pt x="38269" y="45533"/>
                          <a:pt x="38238" y="45655"/>
                        </a:cubicBezTo>
                        <a:cubicBezTo>
                          <a:pt x="38208" y="45716"/>
                          <a:pt x="38208" y="45777"/>
                          <a:pt x="38178" y="45837"/>
                        </a:cubicBezTo>
                        <a:cubicBezTo>
                          <a:pt x="38086" y="45959"/>
                          <a:pt x="38117" y="46111"/>
                          <a:pt x="38208" y="46232"/>
                        </a:cubicBezTo>
                        <a:cubicBezTo>
                          <a:pt x="38330" y="46597"/>
                          <a:pt x="38482" y="46932"/>
                          <a:pt x="38634" y="47296"/>
                        </a:cubicBezTo>
                        <a:cubicBezTo>
                          <a:pt x="38725" y="47448"/>
                          <a:pt x="38846" y="47600"/>
                          <a:pt x="38968" y="47722"/>
                        </a:cubicBezTo>
                        <a:cubicBezTo>
                          <a:pt x="39090" y="47843"/>
                          <a:pt x="39272" y="47813"/>
                          <a:pt x="39363" y="47691"/>
                        </a:cubicBezTo>
                        <a:cubicBezTo>
                          <a:pt x="39545" y="47418"/>
                          <a:pt x="39667" y="47114"/>
                          <a:pt x="39667" y="46780"/>
                        </a:cubicBezTo>
                        <a:cubicBezTo>
                          <a:pt x="39697" y="46749"/>
                          <a:pt x="39697" y="46688"/>
                          <a:pt x="39667" y="46658"/>
                        </a:cubicBezTo>
                        <a:cubicBezTo>
                          <a:pt x="39637" y="46476"/>
                          <a:pt x="39545" y="46324"/>
                          <a:pt x="39515" y="46141"/>
                        </a:cubicBezTo>
                        <a:cubicBezTo>
                          <a:pt x="39485" y="45959"/>
                          <a:pt x="39485" y="45777"/>
                          <a:pt x="39454" y="45594"/>
                        </a:cubicBezTo>
                        <a:cubicBezTo>
                          <a:pt x="39454" y="45564"/>
                          <a:pt x="39454" y="45564"/>
                          <a:pt x="39454" y="45533"/>
                        </a:cubicBezTo>
                        <a:cubicBezTo>
                          <a:pt x="39272" y="45017"/>
                          <a:pt x="39242" y="44470"/>
                          <a:pt x="39333" y="43922"/>
                        </a:cubicBezTo>
                        <a:cubicBezTo>
                          <a:pt x="39333" y="43831"/>
                          <a:pt x="39363" y="43740"/>
                          <a:pt x="39424" y="43679"/>
                        </a:cubicBezTo>
                        <a:cubicBezTo>
                          <a:pt x="39606" y="43375"/>
                          <a:pt x="39910" y="43132"/>
                          <a:pt x="40245" y="43011"/>
                        </a:cubicBezTo>
                        <a:lnTo>
                          <a:pt x="40397" y="42950"/>
                        </a:lnTo>
                        <a:cubicBezTo>
                          <a:pt x="40518" y="42919"/>
                          <a:pt x="40640" y="42828"/>
                          <a:pt x="40701" y="42737"/>
                        </a:cubicBezTo>
                        <a:cubicBezTo>
                          <a:pt x="40792" y="42646"/>
                          <a:pt x="40853" y="42555"/>
                          <a:pt x="40913" y="42463"/>
                        </a:cubicBezTo>
                        <a:cubicBezTo>
                          <a:pt x="40974" y="42403"/>
                          <a:pt x="41065" y="42342"/>
                          <a:pt x="41126" y="42311"/>
                        </a:cubicBezTo>
                        <a:cubicBezTo>
                          <a:pt x="41278" y="42251"/>
                          <a:pt x="41430" y="42159"/>
                          <a:pt x="41521" y="42038"/>
                        </a:cubicBezTo>
                        <a:cubicBezTo>
                          <a:pt x="41704" y="41886"/>
                          <a:pt x="41947" y="41764"/>
                          <a:pt x="42190" y="41704"/>
                        </a:cubicBezTo>
                        <a:cubicBezTo>
                          <a:pt x="42311" y="41673"/>
                          <a:pt x="42403" y="41582"/>
                          <a:pt x="42372" y="41460"/>
                        </a:cubicBezTo>
                        <a:cubicBezTo>
                          <a:pt x="42372" y="41369"/>
                          <a:pt x="42463" y="41339"/>
                          <a:pt x="42494" y="41308"/>
                        </a:cubicBezTo>
                        <a:cubicBezTo>
                          <a:pt x="42585" y="41278"/>
                          <a:pt x="42646" y="41217"/>
                          <a:pt x="42737" y="41156"/>
                        </a:cubicBezTo>
                        <a:cubicBezTo>
                          <a:pt x="42767" y="41096"/>
                          <a:pt x="42798" y="41035"/>
                          <a:pt x="42767" y="40974"/>
                        </a:cubicBezTo>
                        <a:cubicBezTo>
                          <a:pt x="42707" y="40883"/>
                          <a:pt x="42676" y="40761"/>
                          <a:pt x="42737" y="40670"/>
                        </a:cubicBezTo>
                        <a:cubicBezTo>
                          <a:pt x="42828" y="40518"/>
                          <a:pt x="42828" y="40305"/>
                          <a:pt x="42737" y="40153"/>
                        </a:cubicBezTo>
                        <a:cubicBezTo>
                          <a:pt x="42707" y="40093"/>
                          <a:pt x="42676" y="40032"/>
                          <a:pt x="42676" y="39941"/>
                        </a:cubicBezTo>
                        <a:cubicBezTo>
                          <a:pt x="42676" y="39758"/>
                          <a:pt x="42707" y="39545"/>
                          <a:pt x="42737" y="39333"/>
                        </a:cubicBezTo>
                        <a:cubicBezTo>
                          <a:pt x="42737" y="39333"/>
                          <a:pt x="42767" y="39333"/>
                          <a:pt x="42767" y="39333"/>
                        </a:cubicBezTo>
                        <a:cubicBezTo>
                          <a:pt x="42798" y="39333"/>
                          <a:pt x="42828" y="39333"/>
                          <a:pt x="42828" y="39333"/>
                        </a:cubicBezTo>
                        <a:cubicBezTo>
                          <a:pt x="42950" y="39424"/>
                          <a:pt x="42919" y="39545"/>
                          <a:pt x="42919" y="39667"/>
                        </a:cubicBezTo>
                        <a:cubicBezTo>
                          <a:pt x="42919" y="39697"/>
                          <a:pt x="42950" y="39728"/>
                          <a:pt x="42980" y="39758"/>
                        </a:cubicBezTo>
                        <a:cubicBezTo>
                          <a:pt x="43011" y="39758"/>
                          <a:pt x="43041" y="39758"/>
                          <a:pt x="43041" y="39728"/>
                        </a:cubicBezTo>
                        <a:cubicBezTo>
                          <a:pt x="43163" y="39545"/>
                          <a:pt x="43284" y="39393"/>
                          <a:pt x="43406" y="39211"/>
                        </a:cubicBezTo>
                        <a:cubicBezTo>
                          <a:pt x="43436" y="39150"/>
                          <a:pt x="43467" y="39059"/>
                          <a:pt x="43467" y="38968"/>
                        </a:cubicBezTo>
                        <a:cubicBezTo>
                          <a:pt x="43467" y="38907"/>
                          <a:pt x="43467" y="38816"/>
                          <a:pt x="43467" y="38755"/>
                        </a:cubicBezTo>
                        <a:cubicBezTo>
                          <a:pt x="43467" y="38694"/>
                          <a:pt x="43497" y="38694"/>
                          <a:pt x="43558" y="38694"/>
                        </a:cubicBezTo>
                        <a:cubicBezTo>
                          <a:pt x="43679" y="38694"/>
                          <a:pt x="43770" y="38634"/>
                          <a:pt x="43862" y="38542"/>
                        </a:cubicBezTo>
                        <a:cubicBezTo>
                          <a:pt x="44044" y="38360"/>
                          <a:pt x="44196" y="38086"/>
                          <a:pt x="44226" y="37813"/>
                        </a:cubicBezTo>
                        <a:cubicBezTo>
                          <a:pt x="44287" y="37600"/>
                          <a:pt x="44409" y="37539"/>
                          <a:pt x="44622" y="37539"/>
                        </a:cubicBezTo>
                        <a:cubicBezTo>
                          <a:pt x="44743" y="37509"/>
                          <a:pt x="44895" y="37479"/>
                          <a:pt x="45017" y="37448"/>
                        </a:cubicBezTo>
                        <a:cubicBezTo>
                          <a:pt x="45078" y="37448"/>
                          <a:pt x="45138" y="37418"/>
                          <a:pt x="45199" y="37357"/>
                        </a:cubicBezTo>
                        <a:cubicBezTo>
                          <a:pt x="45199" y="37357"/>
                          <a:pt x="45229" y="37327"/>
                          <a:pt x="45229" y="37327"/>
                        </a:cubicBezTo>
                        <a:cubicBezTo>
                          <a:pt x="45229" y="37296"/>
                          <a:pt x="45229" y="37266"/>
                          <a:pt x="45199" y="37266"/>
                        </a:cubicBezTo>
                        <a:cubicBezTo>
                          <a:pt x="45169" y="37235"/>
                          <a:pt x="45108" y="37235"/>
                          <a:pt x="45078" y="37235"/>
                        </a:cubicBezTo>
                        <a:cubicBezTo>
                          <a:pt x="45017" y="37235"/>
                          <a:pt x="44986" y="37205"/>
                          <a:pt x="44986" y="37144"/>
                        </a:cubicBezTo>
                        <a:cubicBezTo>
                          <a:pt x="45017" y="37083"/>
                          <a:pt x="45047" y="37144"/>
                          <a:pt x="45047" y="37144"/>
                        </a:cubicBezTo>
                        <a:lnTo>
                          <a:pt x="45138" y="37144"/>
                        </a:lnTo>
                        <a:cubicBezTo>
                          <a:pt x="45503" y="37205"/>
                          <a:pt x="45898" y="37023"/>
                          <a:pt x="46263" y="37023"/>
                        </a:cubicBezTo>
                        <a:cubicBezTo>
                          <a:pt x="46324" y="37023"/>
                          <a:pt x="46385" y="36962"/>
                          <a:pt x="46445" y="36901"/>
                        </a:cubicBezTo>
                        <a:cubicBezTo>
                          <a:pt x="46567" y="36810"/>
                          <a:pt x="46567" y="36749"/>
                          <a:pt x="46415" y="36627"/>
                        </a:cubicBezTo>
                        <a:cubicBezTo>
                          <a:pt x="46293" y="36567"/>
                          <a:pt x="46233" y="36445"/>
                          <a:pt x="46233" y="36293"/>
                        </a:cubicBezTo>
                        <a:cubicBezTo>
                          <a:pt x="46293" y="36141"/>
                          <a:pt x="46324" y="36020"/>
                          <a:pt x="46385" y="35868"/>
                        </a:cubicBezTo>
                        <a:cubicBezTo>
                          <a:pt x="46506" y="35594"/>
                          <a:pt x="46719" y="35412"/>
                          <a:pt x="46962" y="35290"/>
                        </a:cubicBezTo>
                        <a:cubicBezTo>
                          <a:pt x="47114" y="35260"/>
                          <a:pt x="47266" y="35168"/>
                          <a:pt x="47388" y="35077"/>
                        </a:cubicBezTo>
                        <a:cubicBezTo>
                          <a:pt x="47448" y="34986"/>
                          <a:pt x="47570" y="34956"/>
                          <a:pt x="47692" y="34956"/>
                        </a:cubicBezTo>
                        <a:cubicBezTo>
                          <a:pt x="47995" y="34956"/>
                          <a:pt x="48269" y="34895"/>
                          <a:pt x="48543" y="34804"/>
                        </a:cubicBezTo>
                        <a:cubicBezTo>
                          <a:pt x="48664" y="34773"/>
                          <a:pt x="48664" y="34682"/>
                          <a:pt x="48725" y="34591"/>
                        </a:cubicBezTo>
                        <a:cubicBezTo>
                          <a:pt x="48755" y="34530"/>
                          <a:pt x="48786" y="34500"/>
                          <a:pt x="48847" y="34469"/>
                        </a:cubicBezTo>
                        <a:cubicBezTo>
                          <a:pt x="49059" y="34409"/>
                          <a:pt x="49303" y="34378"/>
                          <a:pt x="49515" y="34317"/>
                        </a:cubicBezTo>
                        <a:cubicBezTo>
                          <a:pt x="49546" y="34348"/>
                          <a:pt x="49546" y="34348"/>
                          <a:pt x="49576" y="34348"/>
                        </a:cubicBezTo>
                        <a:cubicBezTo>
                          <a:pt x="49576" y="34378"/>
                          <a:pt x="49576" y="34439"/>
                          <a:pt x="49546" y="34469"/>
                        </a:cubicBezTo>
                        <a:cubicBezTo>
                          <a:pt x="49485" y="34469"/>
                          <a:pt x="49363" y="34530"/>
                          <a:pt x="49272" y="34561"/>
                        </a:cubicBezTo>
                        <a:cubicBezTo>
                          <a:pt x="49090" y="34652"/>
                          <a:pt x="48938" y="34804"/>
                          <a:pt x="48877" y="34986"/>
                        </a:cubicBezTo>
                        <a:cubicBezTo>
                          <a:pt x="48816" y="35077"/>
                          <a:pt x="48816" y="35168"/>
                          <a:pt x="48816" y="35260"/>
                        </a:cubicBezTo>
                        <a:cubicBezTo>
                          <a:pt x="48847" y="35381"/>
                          <a:pt x="48938" y="35503"/>
                          <a:pt x="49059" y="35594"/>
                        </a:cubicBezTo>
                        <a:cubicBezTo>
                          <a:pt x="49090" y="35594"/>
                          <a:pt x="49151" y="35624"/>
                          <a:pt x="49181" y="35594"/>
                        </a:cubicBezTo>
                        <a:cubicBezTo>
                          <a:pt x="49485" y="35503"/>
                          <a:pt x="49728" y="35320"/>
                          <a:pt x="49910" y="35077"/>
                        </a:cubicBezTo>
                        <a:cubicBezTo>
                          <a:pt x="49971" y="34956"/>
                          <a:pt x="50154" y="34895"/>
                          <a:pt x="50306" y="34925"/>
                        </a:cubicBezTo>
                        <a:lnTo>
                          <a:pt x="51339" y="34591"/>
                        </a:lnTo>
                        <a:lnTo>
                          <a:pt x="51643" y="34469"/>
                        </a:lnTo>
                        <a:cubicBezTo>
                          <a:pt x="51704" y="34226"/>
                          <a:pt x="51947" y="34317"/>
                          <a:pt x="52099" y="34226"/>
                        </a:cubicBezTo>
                        <a:cubicBezTo>
                          <a:pt x="52160" y="34196"/>
                          <a:pt x="52221" y="34165"/>
                          <a:pt x="52281" y="34135"/>
                        </a:cubicBezTo>
                        <a:cubicBezTo>
                          <a:pt x="52312" y="34135"/>
                          <a:pt x="52372" y="34105"/>
                          <a:pt x="52403" y="34074"/>
                        </a:cubicBezTo>
                        <a:cubicBezTo>
                          <a:pt x="52433" y="34044"/>
                          <a:pt x="52464" y="33922"/>
                          <a:pt x="52433" y="33892"/>
                        </a:cubicBezTo>
                        <a:cubicBezTo>
                          <a:pt x="52281" y="33770"/>
                          <a:pt x="52190" y="33618"/>
                          <a:pt x="52251" y="33406"/>
                        </a:cubicBezTo>
                        <a:cubicBezTo>
                          <a:pt x="52251" y="33406"/>
                          <a:pt x="52251" y="33375"/>
                          <a:pt x="52251" y="33345"/>
                        </a:cubicBezTo>
                        <a:cubicBezTo>
                          <a:pt x="52221" y="33345"/>
                          <a:pt x="52099" y="33254"/>
                          <a:pt x="52069" y="33284"/>
                        </a:cubicBezTo>
                        <a:cubicBezTo>
                          <a:pt x="51856" y="33497"/>
                          <a:pt x="51673" y="33709"/>
                          <a:pt x="51491" y="33953"/>
                        </a:cubicBezTo>
                        <a:cubicBezTo>
                          <a:pt x="51461" y="34044"/>
                          <a:pt x="51369" y="34105"/>
                          <a:pt x="51278" y="34044"/>
                        </a:cubicBezTo>
                        <a:cubicBezTo>
                          <a:pt x="51217" y="34044"/>
                          <a:pt x="51157" y="34013"/>
                          <a:pt x="51096" y="34013"/>
                        </a:cubicBezTo>
                        <a:cubicBezTo>
                          <a:pt x="51065" y="34074"/>
                          <a:pt x="51035" y="34105"/>
                          <a:pt x="50974" y="34074"/>
                        </a:cubicBezTo>
                        <a:cubicBezTo>
                          <a:pt x="50913" y="34074"/>
                          <a:pt x="50883" y="34044"/>
                          <a:pt x="50822" y="34013"/>
                        </a:cubicBezTo>
                        <a:lnTo>
                          <a:pt x="50640" y="33983"/>
                        </a:lnTo>
                        <a:cubicBezTo>
                          <a:pt x="50488" y="33983"/>
                          <a:pt x="50397" y="33861"/>
                          <a:pt x="50397" y="33740"/>
                        </a:cubicBezTo>
                        <a:cubicBezTo>
                          <a:pt x="50184" y="33709"/>
                          <a:pt x="50002" y="33527"/>
                          <a:pt x="50002" y="33314"/>
                        </a:cubicBezTo>
                        <a:cubicBezTo>
                          <a:pt x="49941" y="33102"/>
                          <a:pt x="49971" y="32858"/>
                          <a:pt x="50062" y="32646"/>
                        </a:cubicBezTo>
                        <a:cubicBezTo>
                          <a:pt x="50123" y="32585"/>
                          <a:pt x="50062" y="32494"/>
                          <a:pt x="49941" y="32463"/>
                        </a:cubicBezTo>
                        <a:lnTo>
                          <a:pt x="49819" y="32463"/>
                        </a:lnTo>
                        <a:cubicBezTo>
                          <a:pt x="49789" y="32463"/>
                          <a:pt x="49758" y="32463"/>
                          <a:pt x="49758" y="32433"/>
                        </a:cubicBezTo>
                        <a:lnTo>
                          <a:pt x="49880" y="32402"/>
                        </a:lnTo>
                        <a:cubicBezTo>
                          <a:pt x="50032" y="32342"/>
                          <a:pt x="50184" y="32251"/>
                          <a:pt x="50336" y="32129"/>
                        </a:cubicBezTo>
                        <a:cubicBezTo>
                          <a:pt x="50427" y="32068"/>
                          <a:pt x="50427" y="31947"/>
                          <a:pt x="50397" y="31825"/>
                        </a:cubicBezTo>
                        <a:cubicBezTo>
                          <a:pt x="50366" y="31734"/>
                          <a:pt x="50306" y="31673"/>
                          <a:pt x="50245" y="31612"/>
                        </a:cubicBezTo>
                        <a:cubicBezTo>
                          <a:pt x="50062" y="31460"/>
                          <a:pt x="49819" y="31399"/>
                          <a:pt x="49606" y="31460"/>
                        </a:cubicBezTo>
                        <a:cubicBezTo>
                          <a:pt x="48999" y="31551"/>
                          <a:pt x="48391" y="31764"/>
                          <a:pt x="47844" y="32068"/>
                        </a:cubicBezTo>
                        <a:lnTo>
                          <a:pt x="47844" y="32099"/>
                        </a:lnTo>
                        <a:lnTo>
                          <a:pt x="47813" y="32099"/>
                        </a:lnTo>
                        <a:lnTo>
                          <a:pt x="47600" y="32342"/>
                        </a:lnTo>
                        <a:lnTo>
                          <a:pt x="47600" y="32372"/>
                        </a:lnTo>
                        <a:lnTo>
                          <a:pt x="47296" y="32494"/>
                        </a:lnTo>
                        <a:lnTo>
                          <a:pt x="47144" y="32615"/>
                        </a:lnTo>
                        <a:lnTo>
                          <a:pt x="47144" y="32646"/>
                        </a:lnTo>
                        <a:lnTo>
                          <a:pt x="47144" y="32585"/>
                        </a:lnTo>
                        <a:lnTo>
                          <a:pt x="47296" y="32463"/>
                        </a:lnTo>
                        <a:lnTo>
                          <a:pt x="47570" y="32342"/>
                        </a:lnTo>
                        <a:lnTo>
                          <a:pt x="47600" y="32342"/>
                        </a:lnTo>
                        <a:cubicBezTo>
                          <a:pt x="47631" y="32159"/>
                          <a:pt x="47661" y="32129"/>
                          <a:pt x="47813" y="32099"/>
                        </a:cubicBezTo>
                        <a:lnTo>
                          <a:pt x="47844" y="32068"/>
                        </a:lnTo>
                        <a:lnTo>
                          <a:pt x="47844" y="32068"/>
                        </a:lnTo>
                        <a:cubicBezTo>
                          <a:pt x="47844" y="31977"/>
                          <a:pt x="47904" y="31886"/>
                          <a:pt x="47965" y="31795"/>
                        </a:cubicBezTo>
                        <a:cubicBezTo>
                          <a:pt x="48208" y="31612"/>
                          <a:pt x="48451" y="31460"/>
                          <a:pt x="48725" y="31369"/>
                        </a:cubicBezTo>
                        <a:cubicBezTo>
                          <a:pt x="48907" y="31339"/>
                          <a:pt x="49059" y="31247"/>
                          <a:pt x="49151" y="31065"/>
                        </a:cubicBezTo>
                        <a:cubicBezTo>
                          <a:pt x="49181" y="31035"/>
                          <a:pt x="49181" y="30974"/>
                          <a:pt x="49242" y="30943"/>
                        </a:cubicBezTo>
                        <a:cubicBezTo>
                          <a:pt x="49363" y="30822"/>
                          <a:pt x="49515" y="30731"/>
                          <a:pt x="49637" y="30609"/>
                        </a:cubicBezTo>
                        <a:cubicBezTo>
                          <a:pt x="49789" y="30518"/>
                          <a:pt x="49941" y="30609"/>
                          <a:pt x="50123" y="30609"/>
                        </a:cubicBezTo>
                        <a:cubicBezTo>
                          <a:pt x="50762" y="30640"/>
                          <a:pt x="51369" y="30700"/>
                          <a:pt x="52008" y="30822"/>
                        </a:cubicBezTo>
                        <a:cubicBezTo>
                          <a:pt x="52281" y="30852"/>
                          <a:pt x="52555" y="30731"/>
                          <a:pt x="52828" y="30761"/>
                        </a:cubicBezTo>
                        <a:cubicBezTo>
                          <a:pt x="52889" y="30792"/>
                          <a:pt x="52950" y="30761"/>
                          <a:pt x="53011" y="30731"/>
                        </a:cubicBezTo>
                        <a:cubicBezTo>
                          <a:pt x="53072" y="30731"/>
                          <a:pt x="53132" y="30700"/>
                          <a:pt x="53193" y="30670"/>
                        </a:cubicBezTo>
                        <a:cubicBezTo>
                          <a:pt x="53376" y="30579"/>
                          <a:pt x="53528" y="30457"/>
                          <a:pt x="53649" y="30275"/>
                        </a:cubicBezTo>
                        <a:cubicBezTo>
                          <a:pt x="53771" y="30153"/>
                          <a:pt x="53892" y="30062"/>
                          <a:pt x="54075" y="30062"/>
                        </a:cubicBezTo>
                        <a:cubicBezTo>
                          <a:pt x="54166" y="30032"/>
                          <a:pt x="54287" y="30001"/>
                          <a:pt x="54409" y="30001"/>
                        </a:cubicBezTo>
                        <a:cubicBezTo>
                          <a:pt x="54713" y="29971"/>
                          <a:pt x="55017" y="29849"/>
                          <a:pt x="55260" y="29636"/>
                        </a:cubicBezTo>
                        <a:cubicBezTo>
                          <a:pt x="55412" y="29545"/>
                          <a:pt x="55473" y="29363"/>
                          <a:pt x="55412" y="29211"/>
                        </a:cubicBezTo>
                        <a:cubicBezTo>
                          <a:pt x="55351" y="29120"/>
                          <a:pt x="55351" y="28998"/>
                          <a:pt x="55412" y="28877"/>
                        </a:cubicBezTo>
                        <a:cubicBezTo>
                          <a:pt x="55442" y="28816"/>
                          <a:pt x="55473" y="28725"/>
                          <a:pt x="55473" y="28633"/>
                        </a:cubicBezTo>
                        <a:cubicBezTo>
                          <a:pt x="55503" y="28573"/>
                          <a:pt x="55503" y="28512"/>
                          <a:pt x="55473" y="28451"/>
                        </a:cubicBezTo>
                        <a:cubicBezTo>
                          <a:pt x="55382" y="28238"/>
                          <a:pt x="55199" y="28147"/>
                          <a:pt x="54987" y="28147"/>
                        </a:cubicBezTo>
                        <a:lnTo>
                          <a:pt x="54987" y="28147"/>
                        </a:lnTo>
                        <a:lnTo>
                          <a:pt x="54926" y="28177"/>
                        </a:lnTo>
                        <a:lnTo>
                          <a:pt x="54956" y="28147"/>
                        </a:lnTo>
                        <a:lnTo>
                          <a:pt x="54956" y="28147"/>
                        </a:lnTo>
                        <a:cubicBezTo>
                          <a:pt x="54956" y="28086"/>
                          <a:pt x="54956" y="28026"/>
                          <a:pt x="54926" y="27965"/>
                        </a:cubicBezTo>
                        <a:cubicBezTo>
                          <a:pt x="54926" y="27843"/>
                          <a:pt x="54835" y="27752"/>
                          <a:pt x="54713" y="27722"/>
                        </a:cubicBezTo>
                        <a:cubicBezTo>
                          <a:pt x="54652" y="27722"/>
                          <a:pt x="54561" y="27722"/>
                          <a:pt x="54500" y="27722"/>
                        </a:cubicBezTo>
                        <a:cubicBezTo>
                          <a:pt x="54500" y="27722"/>
                          <a:pt x="54470" y="27722"/>
                          <a:pt x="54439" y="27722"/>
                        </a:cubicBezTo>
                        <a:cubicBezTo>
                          <a:pt x="54470" y="27691"/>
                          <a:pt x="54500" y="27661"/>
                          <a:pt x="54531" y="27630"/>
                        </a:cubicBezTo>
                        <a:cubicBezTo>
                          <a:pt x="54591" y="27630"/>
                          <a:pt x="54652" y="27600"/>
                          <a:pt x="54713" y="27570"/>
                        </a:cubicBezTo>
                        <a:cubicBezTo>
                          <a:pt x="54804" y="27539"/>
                          <a:pt x="54804" y="27418"/>
                          <a:pt x="54743" y="27326"/>
                        </a:cubicBezTo>
                        <a:cubicBezTo>
                          <a:pt x="54683" y="27235"/>
                          <a:pt x="54622" y="27144"/>
                          <a:pt x="54470" y="27174"/>
                        </a:cubicBezTo>
                        <a:lnTo>
                          <a:pt x="54348" y="27174"/>
                        </a:lnTo>
                        <a:cubicBezTo>
                          <a:pt x="54166" y="26992"/>
                          <a:pt x="53953" y="26870"/>
                          <a:pt x="53740" y="26779"/>
                        </a:cubicBezTo>
                        <a:cubicBezTo>
                          <a:pt x="53679" y="26779"/>
                          <a:pt x="53649" y="26749"/>
                          <a:pt x="53649" y="26688"/>
                        </a:cubicBezTo>
                        <a:cubicBezTo>
                          <a:pt x="53558" y="26475"/>
                          <a:pt x="53436" y="26293"/>
                          <a:pt x="53254" y="26141"/>
                        </a:cubicBezTo>
                        <a:cubicBezTo>
                          <a:pt x="53193" y="26080"/>
                          <a:pt x="53102" y="25989"/>
                          <a:pt x="53041" y="25898"/>
                        </a:cubicBezTo>
                        <a:cubicBezTo>
                          <a:pt x="52980" y="25837"/>
                          <a:pt x="52980" y="25715"/>
                          <a:pt x="53041" y="25655"/>
                        </a:cubicBezTo>
                        <a:cubicBezTo>
                          <a:pt x="53102" y="25563"/>
                          <a:pt x="53193" y="25503"/>
                          <a:pt x="53284" y="25412"/>
                        </a:cubicBezTo>
                        <a:cubicBezTo>
                          <a:pt x="53345" y="25351"/>
                          <a:pt x="53345" y="25229"/>
                          <a:pt x="53284" y="25168"/>
                        </a:cubicBezTo>
                        <a:cubicBezTo>
                          <a:pt x="53193" y="25016"/>
                          <a:pt x="53132" y="24834"/>
                          <a:pt x="53163" y="24652"/>
                        </a:cubicBezTo>
                        <a:cubicBezTo>
                          <a:pt x="53163" y="24591"/>
                          <a:pt x="53132" y="24530"/>
                          <a:pt x="53072" y="24469"/>
                        </a:cubicBezTo>
                        <a:cubicBezTo>
                          <a:pt x="53041" y="24439"/>
                          <a:pt x="53072" y="24256"/>
                          <a:pt x="52950" y="24196"/>
                        </a:cubicBezTo>
                        <a:cubicBezTo>
                          <a:pt x="52828" y="24104"/>
                          <a:pt x="52950" y="24013"/>
                          <a:pt x="52920" y="23922"/>
                        </a:cubicBezTo>
                        <a:cubicBezTo>
                          <a:pt x="52889" y="23831"/>
                          <a:pt x="52889" y="23709"/>
                          <a:pt x="52889" y="23618"/>
                        </a:cubicBezTo>
                        <a:cubicBezTo>
                          <a:pt x="52859" y="23466"/>
                          <a:pt x="52828" y="23345"/>
                          <a:pt x="52768" y="23223"/>
                        </a:cubicBezTo>
                        <a:cubicBezTo>
                          <a:pt x="52676" y="22919"/>
                          <a:pt x="52616" y="22615"/>
                          <a:pt x="52585" y="22311"/>
                        </a:cubicBezTo>
                        <a:cubicBezTo>
                          <a:pt x="52585" y="22220"/>
                          <a:pt x="52555" y="22129"/>
                          <a:pt x="52524" y="22038"/>
                        </a:cubicBezTo>
                        <a:cubicBezTo>
                          <a:pt x="52524" y="22007"/>
                          <a:pt x="52464" y="21977"/>
                          <a:pt x="52433" y="21977"/>
                        </a:cubicBezTo>
                        <a:cubicBezTo>
                          <a:pt x="52403" y="21946"/>
                          <a:pt x="52403" y="21946"/>
                          <a:pt x="52372" y="21977"/>
                        </a:cubicBezTo>
                        <a:cubicBezTo>
                          <a:pt x="52190" y="22220"/>
                          <a:pt x="52008" y="22494"/>
                          <a:pt x="51856" y="22737"/>
                        </a:cubicBezTo>
                        <a:cubicBezTo>
                          <a:pt x="51734" y="23041"/>
                          <a:pt x="51521" y="23284"/>
                          <a:pt x="51217" y="23436"/>
                        </a:cubicBezTo>
                        <a:cubicBezTo>
                          <a:pt x="51126" y="23466"/>
                          <a:pt x="51065" y="23557"/>
                          <a:pt x="51005" y="23588"/>
                        </a:cubicBezTo>
                        <a:cubicBezTo>
                          <a:pt x="50913" y="23649"/>
                          <a:pt x="50792" y="23709"/>
                          <a:pt x="50701" y="23740"/>
                        </a:cubicBezTo>
                        <a:cubicBezTo>
                          <a:pt x="50579" y="23770"/>
                          <a:pt x="50458" y="23740"/>
                          <a:pt x="50366" y="23679"/>
                        </a:cubicBezTo>
                        <a:cubicBezTo>
                          <a:pt x="50306" y="23618"/>
                          <a:pt x="50245" y="23527"/>
                          <a:pt x="50214" y="23436"/>
                        </a:cubicBezTo>
                        <a:cubicBezTo>
                          <a:pt x="50184" y="23345"/>
                          <a:pt x="50093" y="23253"/>
                          <a:pt x="50002" y="23193"/>
                        </a:cubicBezTo>
                        <a:cubicBezTo>
                          <a:pt x="49880" y="23132"/>
                          <a:pt x="49819" y="22980"/>
                          <a:pt x="49850" y="22858"/>
                        </a:cubicBezTo>
                        <a:cubicBezTo>
                          <a:pt x="49850" y="22646"/>
                          <a:pt x="50002" y="22433"/>
                          <a:pt x="49910" y="22190"/>
                        </a:cubicBezTo>
                        <a:cubicBezTo>
                          <a:pt x="49910" y="22159"/>
                          <a:pt x="49971" y="22068"/>
                          <a:pt x="49971" y="22007"/>
                        </a:cubicBezTo>
                        <a:cubicBezTo>
                          <a:pt x="50062" y="21794"/>
                          <a:pt x="50154" y="21582"/>
                          <a:pt x="50275" y="21399"/>
                        </a:cubicBezTo>
                        <a:cubicBezTo>
                          <a:pt x="50306" y="21338"/>
                          <a:pt x="50275" y="21247"/>
                          <a:pt x="50184" y="21217"/>
                        </a:cubicBezTo>
                        <a:cubicBezTo>
                          <a:pt x="50002" y="21187"/>
                          <a:pt x="49850" y="21004"/>
                          <a:pt x="49637" y="21004"/>
                        </a:cubicBezTo>
                        <a:cubicBezTo>
                          <a:pt x="49546" y="21004"/>
                          <a:pt x="49485" y="20913"/>
                          <a:pt x="49394" y="20883"/>
                        </a:cubicBezTo>
                        <a:cubicBezTo>
                          <a:pt x="49333" y="20852"/>
                          <a:pt x="49303" y="20791"/>
                          <a:pt x="49303" y="20700"/>
                        </a:cubicBezTo>
                        <a:cubicBezTo>
                          <a:pt x="49303" y="20639"/>
                          <a:pt x="49333" y="20579"/>
                          <a:pt x="49303" y="20518"/>
                        </a:cubicBezTo>
                        <a:cubicBezTo>
                          <a:pt x="49181" y="20366"/>
                          <a:pt x="49090" y="20214"/>
                          <a:pt x="49029" y="20031"/>
                        </a:cubicBezTo>
                        <a:cubicBezTo>
                          <a:pt x="48968" y="19940"/>
                          <a:pt x="48907" y="19849"/>
                          <a:pt x="48847" y="19758"/>
                        </a:cubicBezTo>
                        <a:cubicBezTo>
                          <a:pt x="48755" y="19606"/>
                          <a:pt x="48543" y="19545"/>
                          <a:pt x="48360" y="19606"/>
                        </a:cubicBezTo>
                        <a:cubicBezTo>
                          <a:pt x="48299" y="19636"/>
                          <a:pt x="48208" y="19636"/>
                          <a:pt x="48117" y="19636"/>
                        </a:cubicBezTo>
                        <a:cubicBezTo>
                          <a:pt x="47844" y="19606"/>
                          <a:pt x="47570" y="19515"/>
                          <a:pt x="47357" y="19393"/>
                        </a:cubicBezTo>
                        <a:cubicBezTo>
                          <a:pt x="47266" y="19332"/>
                          <a:pt x="47144" y="19302"/>
                          <a:pt x="47053" y="19272"/>
                        </a:cubicBezTo>
                        <a:cubicBezTo>
                          <a:pt x="46749" y="19180"/>
                          <a:pt x="46476" y="19332"/>
                          <a:pt x="46385" y="19606"/>
                        </a:cubicBezTo>
                        <a:cubicBezTo>
                          <a:pt x="46293" y="19758"/>
                          <a:pt x="46293" y="19940"/>
                          <a:pt x="46385" y="20062"/>
                        </a:cubicBezTo>
                        <a:cubicBezTo>
                          <a:pt x="46445" y="20153"/>
                          <a:pt x="46445" y="20305"/>
                          <a:pt x="46385" y="20396"/>
                        </a:cubicBezTo>
                        <a:cubicBezTo>
                          <a:pt x="46263" y="20518"/>
                          <a:pt x="46141" y="20670"/>
                          <a:pt x="46050" y="20822"/>
                        </a:cubicBezTo>
                        <a:cubicBezTo>
                          <a:pt x="45989" y="21004"/>
                          <a:pt x="46141" y="21217"/>
                          <a:pt x="46111" y="21430"/>
                        </a:cubicBezTo>
                        <a:cubicBezTo>
                          <a:pt x="46081" y="21521"/>
                          <a:pt x="46111" y="21612"/>
                          <a:pt x="46141" y="21673"/>
                        </a:cubicBezTo>
                        <a:cubicBezTo>
                          <a:pt x="46172" y="21855"/>
                          <a:pt x="46111" y="21946"/>
                          <a:pt x="45989" y="22007"/>
                        </a:cubicBezTo>
                        <a:cubicBezTo>
                          <a:pt x="45929" y="22038"/>
                          <a:pt x="45837" y="22068"/>
                          <a:pt x="45807" y="22129"/>
                        </a:cubicBezTo>
                        <a:cubicBezTo>
                          <a:pt x="45655" y="22372"/>
                          <a:pt x="45473" y="22615"/>
                          <a:pt x="45229" y="22797"/>
                        </a:cubicBezTo>
                        <a:cubicBezTo>
                          <a:pt x="45138" y="22889"/>
                          <a:pt x="45138" y="23071"/>
                          <a:pt x="45229" y="23162"/>
                        </a:cubicBezTo>
                        <a:cubicBezTo>
                          <a:pt x="45290" y="23284"/>
                          <a:pt x="45381" y="23345"/>
                          <a:pt x="45442" y="23436"/>
                        </a:cubicBezTo>
                        <a:cubicBezTo>
                          <a:pt x="45503" y="23527"/>
                          <a:pt x="45533" y="23618"/>
                          <a:pt x="45564" y="23679"/>
                        </a:cubicBezTo>
                        <a:cubicBezTo>
                          <a:pt x="45594" y="23922"/>
                          <a:pt x="45625" y="24196"/>
                          <a:pt x="45655" y="24439"/>
                        </a:cubicBezTo>
                        <a:cubicBezTo>
                          <a:pt x="45716" y="24682"/>
                          <a:pt x="45533" y="24956"/>
                          <a:pt x="45625" y="25229"/>
                        </a:cubicBezTo>
                        <a:cubicBezTo>
                          <a:pt x="45625" y="25260"/>
                          <a:pt x="45594" y="25320"/>
                          <a:pt x="45533" y="25351"/>
                        </a:cubicBezTo>
                        <a:cubicBezTo>
                          <a:pt x="45442" y="25412"/>
                          <a:pt x="45351" y="25472"/>
                          <a:pt x="45260" y="25533"/>
                        </a:cubicBezTo>
                        <a:cubicBezTo>
                          <a:pt x="44986" y="25807"/>
                          <a:pt x="44652" y="26019"/>
                          <a:pt x="44287" y="26141"/>
                        </a:cubicBezTo>
                        <a:lnTo>
                          <a:pt x="43770" y="26323"/>
                        </a:lnTo>
                        <a:cubicBezTo>
                          <a:pt x="43679" y="26384"/>
                          <a:pt x="43619" y="26475"/>
                          <a:pt x="43619" y="26597"/>
                        </a:cubicBezTo>
                        <a:cubicBezTo>
                          <a:pt x="43649" y="26870"/>
                          <a:pt x="43649" y="27144"/>
                          <a:pt x="43619" y="27418"/>
                        </a:cubicBezTo>
                        <a:cubicBezTo>
                          <a:pt x="43588" y="27600"/>
                          <a:pt x="43558" y="27782"/>
                          <a:pt x="43558" y="27965"/>
                        </a:cubicBezTo>
                        <a:cubicBezTo>
                          <a:pt x="43558" y="28147"/>
                          <a:pt x="43558" y="28329"/>
                          <a:pt x="43588" y="28481"/>
                        </a:cubicBezTo>
                        <a:cubicBezTo>
                          <a:pt x="43588" y="28573"/>
                          <a:pt x="43558" y="28633"/>
                          <a:pt x="43558" y="28694"/>
                        </a:cubicBezTo>
                        <a:cubicBezTo>
                          <a:pt x="43497" y="28816"/>
                          <a:pt x="43406" y="28937"/>
                          <a:pt x="43345" y="29059"/>
                        </a:cubicBezTo>
                        <a:cubicBezTo>
                          <a:pt x="43315" y="29089"/>
                          <a:pt x="43284" y="29089"/>
                          <a:pt x="43254" y="29089"/>
                        </a:cubicBezTo>
                        <a:cubicBezTo>
                          <a:pt x="43071" y="29059"/>
                          <a:pt x="43011" y="29181"/>
                          <a:pt x="42889" y="29272"/>
                        </a:cubicBezTo>
                        <a:cubicBezTo>
                          <a:pt x="42798" y="29302"/>
                          <a:pt x="42707" y="29302"/>
                          <a:pt x="42646" y="29211"/>
                        </a:cubicBezTo>
                        <a:cubicBezTo>
                          <a:pt x="42615" y="29150"/>
                          <a:pt x="42585" y="29089"/>
                          <a:pt x="42585" y="29029"/>
                        </a:cubicBezTo>
                        <a:cubicBezTo>
                          <a:pt x="42555" y="28968"/>
                          <a:pt x="42524" y="28785"/>
                          <a:pt x="42433" y="28725"/>
                        </a:cubicBezTo>
                        <a:cubicBezTo>
                          <a:pt x="42251" y="28512"/>
                          <a:pt x="42099" y="28238"/>
                          <a:pt x="41977" y="27965"/>
                        </a:cubicBezTo>
                        <a:cubicBezTo>
                          <a:pt x="41916" y="27904"/>
                          <a:pt x="41916" y="27782"/>
                          <a:pt x="41977" y="27722"/>
                        </a:cubicBezTo>
                        <a:cubicBezTo>
                          <a:pt x="42160" y="27418"/>
                          <a:pt x="42251" y="27083"/>
                          <a:pt x="42281" y="26749"/>
                        </a:cubicBezTo>
                        <a:cubicBezTo>
                          <a:pt x="42281" y="26627"/>
                          <a:pt x="42311" y="26536"/>
                          <a:pt x="42372" y="26415"/>
                        </a:cubicBezTo>
                        <a:cubicBezTo>
                          <a:pt x="42403" y="26323"/>
                          <a:pt x="42433" y="26202"/>
                          <a:pt x="42463" y="26111"/>
                        </a:cubicBezTo>
                        <a:cubicBezTo>
                          <a:pt x="42494" y="25989"/>
                          <a:pt x="42433" y="25928"/>
                          <a:pt x="42372" y="25928"/>
                        </a:cubicBezTo>
                        <a:cubicBezTo>
                          <a:pt x="42008" y="25837"/>
                          <a:pt x="41673" y="25776"/>
                          <a:pt x="41308" y="25746"/>
                        </a:cubicBezTo>
                        <a:cubicBezTo>
                          <a:pt x="41217" y="25746"/>
                          <a:pt x="41126" y="25715"/>
                          <a:pt x="41065" y="25624"/>
                        </a:cubicBezTo>
                        <a:cubicBezTo>
                          <a:pt x="40913" y="25412"/>
                          <a:pt x="40701" y="25229"/>
                          <a:pt x="40457" y="25108"/>
                        </a:cubicBezTo>
                        <a:cubicBezTo>
                          <a:pt x="40214" y="25016"/>
                          <a:pt x="40032" y="24834"/>
                          <a:pt x="39941" y="24591"/>
                        </a:cubicBezTo>
                        <a:cubicBezTo>
                          <a:pt x="39789" y="24348"/>
                          <a:pt x="39606" y="24165"/>
                          <a:pt x="39363" y="24013"/>
                        </a:cubicBezTo>
                        <a:cubicBezTo>
                          <a:pt x="39150" y="23892"/>
                          <a:pt x="38938" y="23770"/>
                          <a:pt x="38725" y="23649"/>
                        </a:cubicBezTo>
                        <a:cubicBezTo>
                          <a:pt x="38603" y="23588"/>
                          <a:pt x="38482" y="23557"/>
                          <a:pt x="38390" y="23588"/>
                        </a:cubicBezTo>
                        <a:cubicBezTo>
                          <a:pt x="38208" y="23679"/>
                          <a:pt x="37995" y="23709"/>
                          <a:pt x="37813" y="23679"/>
                        </a:cubicBezTo>
                        <a:lnTo>
                          <a:pt x="37783" y="23679"/>
                        </a:lnTo>
                        <a:lnTo>
                          <a:pt x="37783" y="23649"/>
                        </a:lnTo>
                        <a:lnTo>
                          <a:pt x="37813" y="23649"/>
                        </a:lnTo>
                        <a:cubicBezTo>
                          <a:pt x="37935" y="23497"/>
                          <a:pt x="37995" y="23314"/>
                          <a:pt x="37965" y="23101"/>
                        </a:cubicBezTo>
                        <a:cubicBezTo>
                          <a:pt x="37965" y="22858"/>
                          <a:pt x="37965" y="22615"/>
                          <a:pt x="37965" y="22342"/>
                        </a:cubicBezTo>
                        <a:cubicBezTo>
                          <a:pt x="37965" y="22250"/>
                          <a:pt x="37965" y="22159"/>
                          <a:pt x="37935" y="22068"/>
                        </a:cubicBezTo>
                        <a:cubicBezTo>
                          <a:pt x="37935" y="22038"/>
                          <a:pt x="37874" y="22007"/>
                          <a:pt x="37843" y="22007"/>
                        </a:cubicBezTo>
                        <a:cubicBezTo>
                          <a:pt x="37752" y="21977"/>
                          <a:pt x="37661" y="21977"/>
                          <a:pt x="37570" y="21977"/>
                        </a:cubicBezTo>
                        <a:cubicBezTo>
                          <a:pt x="37479" y="21977"/>
                          <a:pt x="37418" y="21916"/>
                          <a:pt x="37387" y="21825"/>
                        </a:cubicBezTo>
                        <a:cubicBezTo>
                          <a:pt x="37387" y="21764"/>
                          <a:pt x="37387" y="21673"/>
                          <a:pt x="37387" y="21612"/>
                        </a:cubicBezTo>
                        <a:cubicBezTo>
                          <a:pt x="37418" y="21490"/>
                          <a:pt x="37479" y="21369"/>
                          <a:pt x="37509" y="21247"/>
                        </a:cubicBezTo>
                        <a:cubicBezTo>
                          <a:pt x="37600" y="20670"/>
                          <a:pt x="37904" y="20153"/>
                          <a:pt x="38330" y="19788"/>
                        </a:cubicBezTo>
                        <a:cubicBezTo>
                          <a:pt x="38421" y="19697"/>
                          <a:pt x="38512" y="19606"/>
                          <a:pt x="38573" y="19484"/>
                        </a:cubicBezTo>
                        <a:cubicBezTo>
                          <a:pt x="38786" y="19120"/>
                          <a:pt x="39090" y="18846"/>
                          <a:pt x="39485" y="18694"/>
                        </a:cubicBezTo>
                        <a:cubicBezTo>
                          <a:pt x="39667" y="18512"/>
                          <a:pt x="39880" y="18390"/>
                          <a:pt x="39941" y="18147"/>
                        </a:cubicBezTo>
                        <a:cubicBezTo>
                          <a:pt x="39971" y="18056"/>
                          <a:pt x="40032" y="18025"/>
                          <a:pt x="40093" y="18025"/>
                        </a:cubicBezTo>
                        <a:cubicBezTo>
                          <a:pt x="40184" y="18056"/>
                          <a:pt x="40275" y="18086"/>
                          <a:pt x="40366" y="18086"/>
                        </a:cubicBezTo>
                        <a:cubicBezTo>
                          <a:pt x="40579" y="18117"/>
                          <a:pt x="40761" y="17934"/>
                          <a:pt x="40761" y="17691"/>
                        </a:cubicBezTo>
                        <a:cubicBezTo>
                          <a:pt x="40761" y="17600"/>
                          <a:pt x="40761" y="17478"/>
                          <a:pt x="40761" y="17387"/>
                        </a:cubicBezTo>
                        <a:lnTo>
                          <a:pt x="40761" y="17387"/>
                        </a:lnTo>
                        <a:lnTo>
                          <a:pt x="40731" y="17357"/>
                        </a:lnTo>
                        <a:lnTo>
                          <a:pt x="40761" y="17357"/>
                        </a:lnTo>
                        <a:cubicBezTo>
                          <a:pt x="41065" y="17417"/>
                          <a:pt x="41339" y="17265"/>
                          <a:pt x="41460" y="16992"/>
                        </a:cubicBezTo>
                        <a:cubicBezTo>
                          <a:pt x="41491" y="16931"/>
                          <a:pt x="41552" y="16901"/>
                          <a:pt x="41612" y="16931"/>
                        </a:cubicBezTo>
                        <a:cubicBezTo>
                          <a:pt x="41734" y="16962"/>
                          <a:pt x="41825" y="17022"/>
                          <a:pt x="41947" y="17053"/>
                        </a:cubicBezTo>
                        <a:cubicBezTo>
                          <a:pt x="42038" y="17083"/>
                          <a:pt x="42160" y="17083"/>
                          <a:pt x="42251" y="16992"/>
                        </a:cubicBezTo>
                        <a:cubicBezTo>
                          <a:pt x="42615" y="16688"/>
                          <a:pt x="42950" y="16354"/>
                          <a:pt x="43284" y="16050"/>
                        </a:cubicBezTo>
                        <a:cubicBezTo>
                          <a:pt x="43315" y="16019"/>
                          <a:pt x="43345" y="15958"/>
                          <a:pt x="43345" y="15928"/>
                        </a:cubicBezTo>
                        <a:cubicBezTo>
                          <a:pt x="43315" y="15837"/>
                          <a:pt x="43345" y="15746"/>
                          <a:pt x="43436" y="15685"/>
                        </a:cubicBezTo>
                        <a:lnTo>
                          <a:pt x="43892" y="15320"/>
                        </a:lnTo>
                        <a:lnTo>
                          <a:pt x="44014" y="15168"/>
                        </a:lnTo>
                        <a:lnTo>
                          <a:pt x="44014" y="15168"/>
                        </a:lnTo>
                        <a:cubicBezTo>
                          <a:pt x="44044" y="15168"/>
                          <a:pt x="44074" y="15138"/>
                          <a:pt x="44105" y="15107"/>
                        </a:cubicBezTo>
                        <a:cubicBezTo>
                          <a:pt x="44287" y="14925"/>
                          <a:pt x="44287" y="14925"/>
                          <a:pt x="44166" y="14712"/>
                        </a:cubicBezTo>
                        <a:cubicBezTo>
                          <a:pt x="44166" y="14712"/>
                          <a:pt x="44166" y="14682"/>
                          <a:pt x="44135" y="14651"/>
                        </a:cubicBezTo>
                        <a:cubicBezTo>
                          <a:pt x="44135" y="14591"/>
                          <a:pt x="44135" y="14560"/>
                          <a:pt x="44196" y="14560"/>
                        </a:cubicBezTo>
                        <a:cubicBezTo>
                          <a:pt x="44409" y="14530"/>
                          <a:pt x="44622" y="14499"/>
                          <a:pt x="44682" y="14773"/>
                        </a:cubicBezTo>
                        <a:cubicBezTo>
                          <a:pt x="44713" y="14803"/>
                          <a:pt x="44713" y="14803"/>
                          <a:pt x="44743" y="14803"/>
                        </a:cubicBezTo>
                        <a:cubicBezTo>
                          <a:pt x="45047" y="14955"/>
                          <a:pt x="45412" y="14986"/>
                          <a:pt x="45716" y="14834"/>
                        </a:cubicBezTo>
                        <a:cubicBezTo>
                          <a:pt x="45959" y="14743"/>
                          <a:pt x="46172" y="14591"/>
                          <a:pt x="46354" y="14439"/>
                        </a:cubicBezTo>
                        <a:cubicBezTo>
                          <a:pt x="46415" y="14378"/>
                          <a:pt x="46476" y="14317"/>
                          <a:pt x="46567" y="14287"/>
                        </a:cubicBezTo>
                        <a:cubicBezTo>
                          <a:pt x="46749" y="14256"/>
                          <a:pt x="46810" y="14104"/>
                          <a:pt x="46901" y="13983"/>
                        </a:cubicBezTo>
                        <a:cubicBezTo>
                          <a:pt x="46962" y="13892"/>
                          <a:pt x="46992" y="13770"/>
                          <a:pt x="46962" y="13648"/>
                        </a:cubicBezTo>
                        <a:cubicBezTo>
                          <a:pt x="46932" y="13557"/>
                          <a:pt x="46901" y="13496"/>
                          <a:pt x="46871" y="13405"/>
                        </a:cubicBezTo>
                        <a:cubicBezTo>
                          <a:pt x="46810" y="13284"/>
                          <a:pt x="46810" y="13132"/>
                          <a:pt x="46840" y="13010"/>
                        </a:cubicBezTo>
                        <a:cubicBezTo>
                          <a:pt x="46901" y="12889"/>
                          <a:pt x="46901" y="12767"/>
                          <a:pt x="46932" y="12645"/>
                        </a:cubicBezTo>
                        <a:lnTo>
                          <a:pt x="46932" y="12645"/>
                        </a:lnTo>
                        <a:lnTo>
                          <a:pt x="46901" y="12645"/>
                        </a:lnTo>
                        <a:lnTo>
                          <a:pt x="46962" y="12645"/>
                        </a:lnTo>
                        <a:lnTo>
                          <a:pt x="46962" y="12645"/>
                        </a:lnTo>
                        <a:cubicBezTo>
                          <a:pt x="47053" y="12676"/>
                          <a:pt x="47114" y="12676"/>
                          <a:pt x="47205" y="12676"/>
                        </a:cubicBezTo>
                        <a:cubicBezTo>
                          <a:pt x="47448" y="12676"/>
                          <a:pt x="47540" y="12554"/>
                          <a:pt x="47570" y="12281"/>
                        </a:cubicBezTo>
                        <a:cubicBezTo>
                          <a:pt x="47570" y="12220"/>
                          <a:pt x="47600" y="12129"/>
                          <a:pt x="47631" y="12037"/>
                        </a:cubicBezTo>
                        <a:cubicBezTo>
                          <a:pt x="47752" y="11916"/>
                          <a:pt x="47692" y="11825"/>
                          <a:pt x="47600" y="11703"/>
                        </a:cubicBezTo>
                        <a:cubicBezTo>
                          <a:pt x="47448" y="11642"/>
                          <a:pt x="47327" y="11490"/>
                          <a:pt x="47357" y="11308"/>
                        </a:cubicBezTo>
                        <a:cubicBezTo>
                          <a:pt x="47357" y="11156"/>
                          <a:pt x="47296" y="11095"/>
                          <a:pt x="47114" y="11095"/>
                        </a:cubicBezTo>
                        <a:cubicBezTo>
                          <a:pt x="46932" y="11095"/>
                          <a:pt x="46932" y="10974"/>
                          <a:pt x="46932" y="10882"/>
                        </a:cubicBezTo>
                        <a:cubicBezTo>
                          <a:pt x="46780" y="10882"/>
                          <a:pt x="46628" y="10852"/>
                          <a:pt x="46537" y="10730"/>
                        </a:cubicBezTo>
                        <a:lnTo>
                          <a:pt x="46537" y="10730"/>
                        </a:lnTo>
                        <a:lnTo>
                          <a:pt x="46506" y="10730"/>
                        </a:lnTo>
                        <a:lnTo>
                          <a:pt x="46537" y="10761"/>
                        </a:lnTo>
                        <a:cubicBezTo>
                          <a:pt x="46476" y="10791"/>
                          <a:pt x="46445" y="10791"/>
                          <a:pt x="46385" y="10791"/>
                        </a:cubicBezTo>
                        <a:cubicBezTo>
                          <a:pt x="46202" y="10791"/>
                          <a:pt x="46050" y="10913"/>
                          <a:pt x="46020" y="11095"/>
                        </a:cubicBezTo>
                        <a:cubicBezTo>
                          <a:pt x="45959" y="11278"/>
                          <a:pt x="45837" y="11460"/>
                          <a:pt x="45898" y="11673"/>
                        </a:cubicBezTo>
                        <a:cubicBezTo>
                          <a:pt x="45929" y="11703"/>
                          <a:pt x="45929" y="11764"/>
                          <a:pt x="45868" y="11794"/>
                        </a:cubicBezTo>
                        <a:lnTo>
                          <a:pt x="45655" y="12037"/>
                        </a:lnTo>
                        <a:cubicBezTo>
                          <a:pt x="45442" y="12037"/>
                          <a:pt x="45351" y="12189"/>
                          <a:pt x="45260" y="12372"/>
                        </a:cubicBezTo>
                        <a:cubicBezTo>
                          <a:pt x="45229" y="12463"/>
                          <a:pt x="45169" y="12554"/>
                          <a:pt x="45108" y="12645"/>
                        </a:cubicBezTo>
                        <a:cubicBezTo>
                          <a:pt x="45047" y="12737"/>
                          <a:pt x="44956" y="12767"/>
                          <a:pt x="44865" y="12767"/>
                        </a:cubicBezTo>
                        <a:lnTo>
                          <a:pt x="44865" y="12767"/>
                        </a:lnTo>
                        <a:lnTo>
                          <a:pt x="44865" y="12797"/>
                        </a:lnTo>
                        <a:lnTo>
                          <a:pt x="44865" y="12767"/>
                        </a:lnTo>
                        <a:lnTo>
                          <a:pt x="44865" y="12767"/>
                        </a:lnTo>
                        <a:cubicBezTo>
                          <a:pt x="44804" y="12676"/>
                          <a:pt x="44804" y="12585"/>
                          <a:pt x="44713" y="12585"/>
                        </a:cubicBezTo>
                        <a:cubicBezTo>
                          <a:pt x="44622" y="12554"/>
                          <a:pt x="44561" y="12645"/>
                          <a:pt x="44530" y="12828"/>
                        </a:cubicBezTo>
                        <a:cubicBezTo>
                          <a:pt x="44500" y="12889"/>
                          <a:pt x="44500" y="13010"/>
                          <a:pt x="44530" y="13071"/>
                        </a:cubicBezTo>
                        <a:cubicBezTo>
                          <a:pt x="44561" y="13162"/>
                          <a:pt x="44530" y="13253"/>
                          <a:pt x="44470" y="13344"/>
                        </a:cubicBezTo>
                        <a:cubicBezTo>
                          <a:pt x="44409" y="13405"/>
                          <a:pt x="44318" y="13436"/>
                          <a:pt x="44226" y="13405"/>
                        </a:cubicBezTo>
                        <a:cubicBezTo>
                          <a:pt x="44166" y="13405"/>
                          <a:pt x="44105" y="13344"/>
                          <a:pt x="44074" y="13284"/>
                        </a:cubicBezTo>
                        <a:cubicBezTo>
                          <a:pt x="44044" y="13162"/>
                          <a:pt x="44014" y="13041"/>
                          <a:pt x="43983" y="12919"/>
                        </a:cubicBezTo>
                        <a:cubicBezTo>
                          <a:pt x="43953" y="12676"/>
                          <a:pt x="44044" y="12402"/>
                          <a:pt x="44226" y="12250"/>
                        </a:cubicBezTo>
                        <a:cubicBezTo>
                          <a:pt x="44287" y="12189"/>
                          <a:pt x="44348" y="12098"/>
                          <a:pt x="44348" y="12007"/>
                        </a:cubicBezTo>
                        <a:cubicBezTo>
                          <a:pt x="44378" y="11703"/>
                          <a:pt x="44318" y="11399"/>
                          <a:pt x="44135" y="11156"/>
                        </a:cubicBezTo>
                        <a:cubicBezTo>
                          <a:pt x="44105" y="11095"/>
                          <a:pt x="44014" y="11095"/>
                          <a:pt x="43953" y="11156"/>
                        </a:cubicBezTo>
                        <a:cubicBezTo>
                          <a:pt x="43801" y="11308"/>
                          <a:pt x="43710" y="11460"/>
                          <a:pt x="43619" y="11642"/>
                        </a:cubicBezTo>
                        <a:cubicBezTo>
                          <a:pt x="43588" y="11764"/>
                          <a:pt x="43497" y="11855"/>
                          <a:pt x="43406" y="11916"/>
                        </a:cubicBezTo>
                        <a:cubicBezTo>
                          <a:pt x="43406" y="11946"/>
                          <a:pt x="43375" y="11946"/>
                          <a:pt x="43345" y="11946"/>
                        </a:cubicBezTo>
                        <a:cubicBezTo>
                          <a:pt x="43284" y="11946"/>
                          <a:pt x="43254" y="11916"/>
                          <a:pt x="43284" y="11855"/>
                        </a:cubicBezTo>
                        <a:cubicBezTo>
                          <a:pt x="43375" y="11642"/>
                          <a:pt x="43406" y="11430"/>
                          <a:pt x="43406" y="11217"/>
                        </a:cubicBezTo>
                        <a:cubicBezTo>
                          <a:pt x="43406" y="11065"/>
                          <a:pt x="43497" y="11065"/>
                          <a:pt x="43558" y="11034"/>
                        </a:cubicBezTo>
                        <a:cubicBezTo>
                          <a:pt x="43710" y="11004"/>
                          <a:pt x="43710" y="10822"/>
                          <a:pt x="43619" y="10761"/>
                        </a:cubicBezTo>
                        <a:cubicBezTo>
                          <a:pt x="43497" y="10670"/>
                          <a:pt x="43375" y="10609"/>
                          <a:pt x="43254" y="10578"/>
                        </a:cubicBezTo>
                        <a:cubicBezTo>
                          <a:pt x="43132" y="10548"/>
                          <a:pt x="43041" y="10518"/>
                          <a:pt x="42950" y="10426"/>
                        </a:cubicBezTo>
                        <a:cubicBezTo>
                          <a:pt x="42919" y="10396"/>
                          <a:pt x="42889" y="10366"/>
                          <a:pt x="42919" y="10305"/>
                        </a:cubicBezTo>
                        <a:cubicBezTo>
                          <a:pt x="43041" y="10183"/>
                          <a:pt x="43163" y="10062"/>
                          <a:pt x="43315" y="9940"/>
                        </a:cubicBezTo>
                        <a:cubicBezTo>
                          <a:pt x="43345" y="9910"/>
                          <a:pt x="43375" y="9910"/>
                          <a:pt x="43436" y="9910"/>
                        </a:cubicBezTo>
                        <a:cubicBezTo>
                          <a:pt x="43588" y="9849"/>
                          <a:pt x="43649" y="9788"/>
                          <a:pt x="43619" y="9667"/>
                        </a:cubicBezTo>
                        <a:cubicBezTo>
                          <a:pt x="43467" y="9271"/>
                          <a:pt x="43467" y="8816"/>
                          <a:pt x="43619" y="8420"/>
                        </a:cubicBezTo>
                        <a:cubicBezTo>
                          <a:pt x="43619" y="8329"/>
                          <a:pt x="43619" y="8268"/>
                          <a:pt x="43619" y="8208"/>
                        </a:cubicBezTo>
                        <a:cubicBezTo>
                          <a:pt x="43558" y="7934"/>
                          <a:pt x="43497" y="7691"/>
                          <a:pt x="43436" y="7417"/>
                        </a:cubicBezTo>
                        <a:cubicBezTo>
                          <a:pt x="43375" y="7326"/>
                          <a:pt x="43436" y="7265"/>
                          <a:pt x="43527" y="7205"/>
                        </a:cubicBezTo>
                        <a:cubicBezTo>
                          <a:pt x="43679" y="7083"/>
                          <a:pt x="43862" y="6931"/>
                          <a:pt x="44014" y="6809"/>
                        </a:cubicBezTo>
                        <a:cubicBezTo>
                          <a:pt x="44135" y="6718"/>
                          <a:pt x="44196" y="6597"/>
                          <a:pt x="44196" y="6475"/>
                        </a:cubicBezTo>
                        <a:cubicBezTo>
                          <a:pt x="44226" y="6414"/>
                          <a:pt x="44226" y="6384"/>
                          <a:pt x="44257" y="6353"/>
                        </a:cubicBezTo>
                        <a:cubicBezTo>
                          <a:pt x="44287" y="6323"/>
                          <a:pt x="44348" y="6262"/>
                          <a:pt x="44348" y="6293"/>
                        </a:cubicBezTo>
                        <a:cubicBezTo>
                          <a:pt x="44470" y="6323"/>
                          <a:pt x="44561" y="6384"/>
                          <a:pt x="44652" y="6445"/>
                        </a:cubicBezTo>
                        <a:cubicBezTo>
                          <a:pt x="44804" y="6505"/>
                          <a:pt x="44926" y="6475"/>
                          <a:pt x="45047" y="6414"/>
                        </a:cubicBezTo>
                        <a:cubicBezTo>
                          <a:pt x="45108" y="6353"/>
                          <a:pt x="45199" y="6293"/>
                          <a:pt x="45260" y="6232"/>
                        </a:cubicBezTo>
                        <a:cubicBezTo>
                          <a:pt x="45564" y="5928"/>
                          <a:pt x="45898" y="5654"/>
                          <a:pt x="46202" y="5350"/>
                        </a:cubicBezTo>
                        <a:cubicBezTo>
                          <a:pt x="46263" y="5290"/>
                          <a:pt x="46324" y="5198"/>
                          <a:pt x="46354" y="5138"/>
                        </a:cubicBezTo>
                        <a:cubicBezTo>
                          <a:pt x="46415" y="5016"/>
                          <a:pt x="46385" y="4864"/>
                          <a:pt x="46263" y="4773"/>
                        </a:cubicBezTo>
                        <a:cubicBezTo>
                          <a:pt x="46233" y="4773"/>
                          <a:pt x="46233" y="4743"/>
                          <a:pt x="46202" y="4743"/>
                        </a:cubicBezTo>
                        <a:cubicBezTo>
                          <a:pt x="45929" y="4712"/>
                          <a:pt x="45685" y="4591"/>
                          <a:pt x="45473" y="4408"/>
                        </a:cubicBezTo>
                        <a:cubicBezTo>
                          <a:pt x="45412" y="4347"/>
                          <a:pt x="45321" y="4317"/>
                          <a:pt x="45229" y="4317"/>
                        </a:cubicBezTo>
                        <a:cubicBezTo>
                          <a:pt x="45047" y="4256"/>
                          <a:pt x="44834" y="4256"/>
                          <a:pt x="44622" y="4317"/>
                        </a:cubicBezTo>
                        <a:cubicBezTo>
                          <a:pt x="44561" y="4317"/>
                          <a:pt x="44500" y="4347"/>
                          <a:pt x="44439" y="4408"/>
                        </a:cubicBezTo>
                        <a:cubicBezTo>
                          <a:pt x="44348" y="4499"/>
                          <a:pt x="44287" y="4651"/>
                          <a:pt x="44105" y="4712"/>
                        </a:cubicBezTo>
                        <a:cubicBezTo>
                          <a:pt x="44014" y="4834"/>
                          <a:pt x="43953" y="4986"/>
                          <a:pt x="43862" y="5107"/>
                        </a:cubicBezTo>
                        <a:cubicBezTo>
                          <a:pt x="43740" y="5320"/>
                          <a:pt x="43619" y="5563"/>
                          <a:pt x="43497" y="5776"/>
                        </a:cubicBezTo>
                        <a:cubicBezTo>
                          <a:pt x="43436" y="5898"/>
                          <a:pt x="43406" y="6019"/>
                          <a:pt x="43375" y="6141"/>
                        </a:cubicBezTo>
                        <a:cubicBezTo>
                          <a:pt x="43345" y="6445"/>
                          <a:pt x="43254" y="6718"/>
                          <a:pt x="43132" y="6992"/>
                        </a:cubicBezTo>
                        <a:cubicBezTo>
                          <a:pt x="43102" y="7053"/>
                          <a:pt x="43071" y="7113"/>
                          <a:pt x="43011" y="7144"/>
                        </a:cubicBezTo>
                        <a:cubicBezTo>
                          <a:pt x="42889" y="7235"/>
                          <a:pt x="42767" y="7326"/>
                          <a:pt x="42646" y="7417"/>
                        </a:cubicBezTo>
                        <a:cubicBezTo>
                          <a:pt x="42524" y="7509"/>
                          <a:pt x="42524" y="7600"/>
                          <a:pt x="42524" y="7721"/>
                        </a:cubicBezTo>
                        <a:lnTo>
                          <a:pt x="42555" y="7721"/>
                        </a:lnTo>
                        <a:lnTo>
                          <a:pt x="42555" y="7752"/>
                        </a:lnTo>
                        <a:lnTo>
                          <a:pt x="42585" y="7752"/>
                        </a:lnTo>
                        <a:cubicBezTo>
                          <a:pt x="42555" y="7752"/>
                          <a:pt x="42555" y="7752"/>
                          <a:pt x="42555" y="7752"/>
                        </a:cubicBezTo>
                        <a:lnTo>
                          <a:pt x="42524" y="7752"/>
                        </a:lnTo>
                        <a:lnTo>
                          <a:pt x="42524" y="7752"/>
                        </a:lnTo>
                        <a:cubicBezTo>
                          <a:pt x="42433" y="7752"/>
                          <a:pt x="42342" y="7782"/>
                          <a:pt x="42251" y="7843"/>
                        </a:cubicBezTo>
                        <a:cubicBezTo>
                          <a:pt x="41947" y="8025"/>
                          <a:pt x="41764" y="8299"/>
                          <a:pt x="41704" y="8633"/>
                        </a:cubicBezTo>
                        <a:cubicBezTo>
                          <a:pt x="41704" y="8785"/>
                          <a:pt x="41643" y="8907"/>
                          <a:pt x="41552" y="8998"/>
                        </a:cubicBezTo>
                        <a:cubicBezTo>
                          <a:pt x="41521" y="9028"/>
                          <a:pt x="41491" y="9059"/>
                          <a:pt x="41460" y="9089"/>
                        </a:cubicBezTo>
                        <a:cubicBezTo>
                          <a:pt x="41369" y="9211"/>
                          <a:pt x="41308" y="9393"/>
                          <a:pt x="41339" y="9545"/>
                        </a:cubicBezTo>
                        <a:cubicBezTo>
                          <a:pt x="41339" y="9697"/>
                          <a:pt x="41400" y="9849"/>
                          <a:pt x="41491" y="9971"/>
                        </a:cubicBezTo>
                        <a:cubicBezTo>
                          <a:pt x="41521" y="10062"/>
                          <a:pt x="41552" y="10123"/>
                          <a:pt x="41582" y="10183"/>
                        </a:cubicBezTo>
                        <a:cubicBezTo>
                          <a:pt x="41643" y="10214"/>
                          <a:pt x="41704" y="10244"/>
                          <a:pt x="41764" y="10244"/>
                        </a:cubicBezTo>
                        <a:cubicBezTo>
                          <a:pt x="41886" y="10335"/>
                          <a:pt x="42008" y="10426"/>
                          <a:pt x="42129" y="10518"/>
                        </a:cubicBezTo>
                        <a:cubicBezTo>
                          <a:pt x="42160" y="10518"/>
                          <a:pt x="42160" y="10548"/>
                          <a:pt x="42190" y="10578"/>
                        </a:cubicBezTo>
                        <a:cubicBezTo>
                          <a:pt x="42190" y="10609"/>
                          <a:pt x="42129" y="10609"/>
                          <a:pt x="42099" y="10639"/>
                        </a:cubicBezTo>
                        <a:cubicBezTo>
                          <a:pt x="42038" y="10639"/>
                          <a:pt x="41977" y="10670"/>
                          <a:pt x="41916" y="10700"/>
                        </a:cubicBezTo>
                        <a:cubicBezTo>
                          <a:pt x="41795" y="10822"/>
                          <a:pt x="41704" y="10943"/>
                          <a:pt x="41612" y="11065"/>
                        </a:cubicBezTo>
                        <a:cubicBezTo>
                          <a:pt x="41582" y="11156"/>
                          <a:pt x="41612" y="11217"/>
                          <a:pt x="41704" y="11278"/>
                        </a:cubicBezTo>
                        <a:cubicBezTo>
                          <a:pt x="41734" y="11308"/>
                          <a:pt x="41795" y="11308"/>
                          <a:pt x="41825" y="11308"/>
                        </a:cubicBezTo>
                        <a:lnTo>
                          <a:pt x="41825" y="11308"/>
                        </a:lnTo>
                        <a:lnTo>
                          <a:pt x="41886" y="11308"/>
                        </a:lnTo>
                        <a:lnTo>
                          <a:pt x="41825" y="11338"/>
                        </a:lnTo>
                        <a:lnTo>
                          <a:pt x="41825" y="11338"/>
                        </a:lnTo>
                        <a:cubicBezTo>
                          <a:pt x="41856" y="11430"/>
                          <a:pt x="41856" y="11521"/>
                          <a:pt x="41795" y="11582"/>
                        </a:cubicBezTo>
                        <a:cubicBezTo>
                          <a:pt x="41673" y="11703"/>
                          <a:pt x="41552" y="11794"/>
                          <a:pt x="41430" y="11885"/>
                        </a:cubicBezTo>
                        <a:cubicBezTo>
                          <a:pt x="41308" y="12037"/>
                          <a:pt x="41126" y="12098"/>
                          <a:pt x="40944" y="12098"/>
                        </a:cubicBezTo>
                        <a:cubicBezTo>
                          <a:pt x="40701" y="12098"/>
                          <a:pt x="40609" y="12281"/>
                          <a:pt x="40549" y="12493"/>
                        </a:cubicBezTo>
                        <a:cubicBezTo>
                          <a:pt x="40488" y="12706"/>
                          <a:pt x="40488" y="12797"/>
                          <a:pt x="40457" y="12949"/>
                        </a:cubicBezTo>
                        <a:cubicBezTo>
                          <a:pt x="40457" y="12980"/>
                          <a:pt x="40427" y="13010"/>
                          <a:pt x="40397" y="13041"/>
                        </a:cubicBezTo>
                        <a:lnTo>
                          <a:pt x="40336" y="13010"/>
                        </a:lnTo>
                        <a:lnTo>
                          <a:pt x="40214" y="12767"/>
                        </a:lnTo>
                        <a:cubicBezTo>
                          <a:pt x="40123" y="12706"/>
                          <a:pt x="40123" y="12554"/>
                          <a:pt x="40214" y="12463"/>
                        </a:cubicBezTo>
                        <a:lnTo>
                          <a:pt x="40579" y="11977"/>
                        </a:lnTo>
                        <a:cubicBezTo>
                          <a:pt x="40609" y="11946"/>
                          <a:pt x="40579" y="11825"/>
                          <a:pt x="40518" y="11825"/>
                        </a:cubicBezTo>
                        <a:cubicBezTo>
                          <a:pt x="40275" y="11794"/>
                          <a:pt x="40214" y="11642"/>
                          <a:pt x="40214" y="11430"/>
                        </a:cubicBezTo>
                        <a:lnTo>
                          <a:pt x="40153" y="11369"/>
                        </a:lnTo>
                        <a:lnTo>
                          <a:pt x="40214" y="11430"/>
                        </a:lnTo>
                        <a:lnTo>
                          <a:pt x="40214" y="11430"/>
                        </a:lnTo>
                        <a:lnTo>
                          <a:pt x="40214" y="11430"/>
                        </a:lnTo>
                        <a:lnTo>
                          <a:pt x="40214" y="11430"/>
                        </a:lnTo>
                        <a:lnTo>
                          <a:pt x="40457" y="11490"/>
                        </a:lnTo>
                        <a:cubicBezTo>
                          <a:pt x="40549" y="11521"/>
                          <a:pt x="40640" y="11521"/>
                          <a:pt x="40731" y="11490"/>
                        </a:cubicBezTo>
                        <a:cubicBezTo>
                          <a:pt x="40883" y="11430"/>
                          <a:pt x="41035" y="11369"/>
                          <a:pt x="41156" y="11308"/>
                        </a:cubicBezTo>
                        <a:cubicBezTo>
                          <a:pt x="41187" y="11278"/>
                          <a:pt x="41217" y="11217"/>
                          <a:pt x="41217" y="11186"/>
                        </a:cubicBezTo>
                        <a:cubicBezTo>
                          <a:pt x="41217" y="11034"/>
                          <a:pt x="41217" y="10882"/>
                          <a:pt x="41187" y="10700"/>
                        </a:cubicBezTo>
                        <a:cubicBezTo>
                          <a:pt x="41187" y="10548"/>
                          <a:pt x="41187" y="10578"/>
                          <a:pt x="41339" y="10548"/>
                        </a:cubicBezTo>
                        <a:cubicBezTo>
                          <a:pt x="41491" y="10518"/>
                          <a:pt x="41552" y="10366"/>
                          <a:pt x="41582" y="10214"/>
                        </a:cubicBezTo>
                        <a:lnTo>
                          <a:pt x="41460" y="10214"/>
                        </a:lnTo>
                        <a:cubicBezTo>
                          <a:pt x="41187" y="10275"/>
                          <a:pt x="40913" y="10092"/>
                          <a:pt x="40822" y="9849"/>
                        </a:cubicBezTo>
                        <a:cubicBezTo>
                          <a:pt x="40822" y="9788"/>
                          <a:pt x="40792" y="9758"/>
                          <a:pt x="40761" y="9727"/>
                        </a:cubicBezTo>
                        <a:cubicBezTo>
                          <a:pt x="40731" y="9667"/>
                          <a:pt x="40640" y="9667"/>
                          <a:pt x="40579" y="9697"/>
                        </a:cubicBezTo>
                        <a:cubicBezTo>
                          <a:pt x="40488" y="9758"/>
                          <a:pt x="40427" y="9849"/>
                          <a:pt x="40336" y="9910"/>
                        </a:cubicBezTo>
                        <a:cubicBezTo>
                          <a:pt x="40184" y="10183"/>
                          <a:pt x="39941" y="10366"/>
                          <a:pt x="39637" y="10396"/>
                        </a:cubicBezTo>
                        <a:cubicBezTo>
                          <a:pt x="39606" y="10426"/>
                          <a:pt x="39576" y="10426"/>
                          <a:pt x="39515" y="10457"/>
                        </a:cubicBezTo>
                        <a:cubicBezTo>
                          <a:pt x="39515" y="10457"/>
                          <a:pt x="39515" y="10487"/>
                          <a:pt x="39485" y="10518"/>
                        </a:cubicBezTo>
                        <a:cubicBezTo>
                          <a:pt x="39454" y="10578"/>
                          <a:pt x="39454" y="10639"/>
                          <a:pt x="39485" y="10700"/>
                        </a:cubicBezTo>
                        <a:cubicBezTo>
                          <a:pt x="39728" y="10852"/>
                          <a:pt x="39941" y="11065"/>
                          <a:pt x="40093" y="11308"/>
                        </a:cubicBezTo>
                        <a:lnTo>
                          <a:pt x="40062" y="11308"/>
                        </a:lnTo>
                        <a:cubicBezTo>
                          <a:pt x="40093" y="11308"/>
                          <a:pt x="40093" y="11308"/>
                          <a:pt x="40093" y="11338"/>
                        </a:cubicBezTo>
                        <a:cubicBezTo>
                          <a:pt x="39971" y="11369"/>
                          <a:pt x="39880" y="11369"/>
                          <a:pt x="39758" y="11399"/>
                        </a:cubicBezTo>
                        <a:cubicBezTo>
                          <a:pt x="39637" y="11399"/>
                          <a:pt x="39545" y="11399"/>
                          <a:pt x="39485" y="11521"/>
                        </a:cubicBezTo>
                        <a:cubicBezTo>
                          <a:pt x="39454" y="11612"/>
                          <a:pt x="39394" y="11673"/>
                          <a:pt x="39302" y="11703"/>
                        </a:cubicBezTo>
                        <a:cubicBezTo>
                          <a:pt x="39242" y="11764"/>
                          <a:pt x="39211" y="11825"/>
                          <a:pt x="39211" y="11885"/>
                        </a:cubicBezTo>
                        <a:cubicBezTo>
                          <a:pt x="39242" y="11946"/>
                          <a:pt x="39211" y="12007"/>
                          <a:pt x="39150" y="12068"/>
                        </a:cubicBezTo>
                        <a:cubicBezTo>
                          <a:pt x="39059" y="12098"/>
                          <a:pt x="38968" y="12098"/>
                          <a:pt x="38877" y="12068"/>
                        </a:cubicBezTo>
                        <a:cubicBezTo>
                          <a:pt x="38786" y="12037"/>
                          <a:pt x="38725" y="11977"/>
                          <a:pt x="38634" y="11946"/>
                        </a:cubicBezTo>
                        <a:cubicBezTo>
                          <a:pt x="38482" y="11885"/>
                          <a:pt x="38330" y="11885"/>
                          <a:pt x="38178" y="11946"/>
                        </a:cubicBezTo>
                        <a:cubicBezTo>
                          <a:pt x="38117" y="11977"/>
                          <a:pt x="38056" y="11977"/>
                          <a:pt x="37965" y="12007"/>
                        </a:cubicBezTo>
                        <a:cubicBezTo>
                          <a:pt x="37904" y="12007"/>
                          <a:pt x="37813" y="12007"/>
                          <a:pt x="37722" y="11946"/>
                        </a:cubicBezTo>
                        <a:cubicBezTo>
                          <a:pt x="37570" y="11885"/>
                          <a:pt x="37448" y="11794"/>
                          <a:pt x="37357" y="11642"/>
                        </a:cubicBezTo>
                        <a:cubicBezTo>
                          <a:pt x="37266" y="11460"/>
                          <a:pt x="37114" y="11338"/>
                          <a:pt x="36901" y="11278"/>
                        </a:cubicBezTo>
                        <a:cubicBezTo>
                          <a:pt x="36810" y="11278"/>
                          <a:pt x="36749" y="11186"/>
                          <a:pt x="36719" y="11095"/>
                        </a:cubicBezTo>
                        <a:cubicBezTo>
                          <a:pt x="36597" y="10913"/>
                          <a:pt x="36567" y="10670"/>
                          <a:pt x="36567" y="10457"/>
                        </a:cubicBezTo>
                        <a:cubicBezTo>
                          <a:pt x="36567" y="10396"/>
                          <a:pt x="36567" y="10305"/>
                          <a:pt x="36567" y="10244"/>
                        </a:cubicBezTo>
                        <a:cubicBezTo>
                          <a:pt x="36536" y="10092"/>
                          <a:pt x="36415" y="9971"/>
                          <a:pt x="36232" y="9971"/>
                        </a:cubicBezTo>
                        <a:cubicBezTo>
                          <a:pt x="35928" y="10031"/>
                          <a:pt x="35624" y="10062"/>
                          <a:pt x="35290" y="10062"/>
                        </a:cubicBezTo>
                        <a:cubicBezTo>
                          <a:pt x="35169" y="10092"/>
                          <a:pt x="35047" y="10214"/>
                          <a:pt x="35017" y="10335"/>
                        </a:cubicBezTo>
                        <a:cubicBezTo>
                          <a:pt x="34956" y="10457"/>
                          <a:pt x="35017" y="10578"/>
                          <a:pt x="35108" y="10639"/>
                        </a:cubicBezTo>
                        <a:cubicBezTo>
                          <a:pt x="35169" y="10700"/>
                          <a:pt x="35229" y="10700"/>
                          <a:pt x="35290" y="10670"/>
                        </a:cubicBezTo>
                        <a:cubicBezTo>
                          <a:pt x="35320" y="10639"/>
                          <a:pt x="35351" y="10578"/>
                          <a:pt x="35412" y="10578"/>
                        </a:cubicBezTo>
                        <a:cubicBezTo>
                          <a:pt x="35533" y="10548"/>
                          <a:pt x="35685" y="10548"/>
                          <a:pt x="35807" y="10518"/>
                        </a:cubicBezTo>
                        <a:cubicBezTo>
                          <a:pt x="35928" y="10487"/>
                          <a:pt x="36050" y="10457"/>
                          <a:pt x="36202" y="10396"/>
                        </a:cubicBezTo>
                        <a:cubicBezTo>
                          <a:pt x="36202" y="10396"/>
                          <a:pt x="36263" y="10457"/>
                          <a:pt x="36263" y="10487"/>
                        </a:cubicBezTo>
                        <a:cubicBezTo>
                          <a:pt x="36263" y="10487"/>
                          <a:pt x="36263" y="10518"/>
                          <a:pt x="36232" y="10518"/>
                        </a:cubicBezTo>
                        <a:cubicBezTo>
                          <a:pt x="36111" y="10578"/>
                          <a:pt x="35989" y="10609"/>
                          <a:pt x="35868" y="10670"/>
                        </a:cubicBezTo>
                        <a:cubicBezTo>
                          <a:pt x="35716" y="10791"/>
                          <a:pt x="35564" y="10852"/>
                          <a:pt x="35381" y="10882"/>
                        </a:cubicBezTo>
                        <a:cubicBezTo>
                          <a:pt x="35290" y="10913"/>
                          <a:pt x="35199" y="10943"/>
                          <a:pt x="35108" y="10974"/>
                        </a:cubicBezTo>
                        <a:cubicBezTo>
                          <a:pt x="34986" y="11004"/>
                          <a:pt x="34865" y="11126"/>
                          <a:pt x="34834" y="11247"/>
                        </a:cubicBezTo>
                        <a:cubicBezTo>
                          <a:pt x="34773" y="11460"/>
                          <a:pt x="34713" y="11703"/>
                          <a:pt x="34682" y="11916"/>
                        </a:cubicBezTo>
                        <a:cubicBezTo>
                          <a:pt x="34682" y="11977"/>
                          <a:pt x="34652" y="12037"/>
                          <a:pt x="34591" y="12068"/>
                        </a:cubicBezTo>
                        <a:cubicBezTo>
                          <a:pt x="34530" y="12129"/>
                          <a:pt x="34469" y="12189"/>
                          <a:pt x="34409" y="12159"/>
                        </a:cubicBezTo>
                        <a:cubicBezTo>
                          <a:pt x="34378" y="12129"/>
                          <a:pt x="34378" y="12037"/>
                          <a:pt x="34409" y="11977"/>
                        </a:cubicBezTo>
                        <a:cubicBezTo>
                          <a:pt x="34469" y="11885"/>
                          <a:pt x="34469" y="11764"/>
                          <a:pt x="34409" y="11673"/>
                        </a:cubicBezTo>
                        <a:cubicBezTo>
                          <a:pt x="34348" y="11521"/>
                          <a:pt x="34287" y="11369"/>
                          <a:pt x="34226" y="11217"/>
                        </a:cubicBezTo>
                        <a:cubicBezTo>
                          <a:pt x="34165" y="11095"/>
                          <a:pt x="34105" y="10974"/>
                          <a:pt x="34044" y="10852"/>
                        </a:cubicBezTo>
                        <a:cubicBezTo>
                          <a:pt x="33983" y="10761"/>
                          <a:pt x="33922" y="10730"/>
                          <a:pt x="33801" y="10730"/>
                        </a:cubicBezTo>
                        <a:lnTo>
                          <a:pt x="33558" y="10791"/>
                        </a:lnTo>
                        <a:cubicBezTo>
                          <a:pt x="32889" y="10974"/>
                          <a:pt x="32220" y="10791"/>
                          <a:pt x="31703" y="10366"/>
                        </a:cubicBezTo>
                        <a:cubicBezTo>
                          <a:pt x="31673" y="10305"/>
                          <a:pt x="31673" y="10244"/>
                          <a:pt x="31703" y="10183"/>
                        </a:cubicBezTo>
                        <a:cubicBezTo>
                          <a:pt x="31764" y="10062"/>
                          <a:pt x="31886" y="9971"/>
                          <a:pt x="32007" y="9971"/>
                        </a:cubicBezTo>
                        <a:lnTo>
                          <a:pt x="32220" y="9971"/>
                        </a:lnTo>
                        <a:cubicBezTo>
                          <a:pt x="32524" y="9971"/>
                          <a:pt x="32646" y="9819"/>
                          <a:pt x="32585" y="9545"/>
                        </a:cubicBezTo>
                        <a:cubicBezTo>
                          <a:pt x="32554" y="9423"/>
                          <a:pt x="32524" y="9271"/>
                          <a:pt x="32433" y="9150"/>
                        </a:cubicBezTo>
                        <a:cubicBezTo>
                          <a:pt x="32372" y="8998"/>
                          <a:pt x="32190" y="8876"/>
                          <a:pt x="32007" y="8876"/>
                        </a:cubicBezTo>
                        <a:cubicBezTo>
                          <a:pt x="31795" y="8907"/>
                          <a:pt x="31551" y="8846"/>
                          <a:pt x="31399" y="8664"/>
                        </a:cubicBezTo>
                        <a:cubicBezTo>
                          <a:pt x="31126" y="8481"/>
                          <a:pt x="30883" y="8268"/>
                          <a:pt x="30640" y="8086"/>
                        </a:cubicBezTo>
                        <a:cubicBezTo>
                          <a:pt x="30457" y="7964"/>
                          <a:pt x="30336" y="7812"/>
                          <a:pt x="30275" y="7600"/>
                        </a:cubicBezTo>
                        <a:cubicBezTo>
                          <a:pt x="30244" y="7357"/>
                          <a:pt x="30062" y="7144"/>
                          <a:pt x="29819" y="7083"/>
                        </a:cubicBezTo>
                        <a:cubicBezTo>
                          <a:pt x="29636" y="6961"/>
                          <a:pt x="29393" y="7022"/>
                          <a:pt x="29272" y="7174"/>
                        </a:cubicBezTo>
                        <a:cubicBezTo>
                          <a:pt x="29211" y="7265"/>
                          <a:pt x="29150" y="7326"/>
                          <a:pt x="29059" y="7357"/>
                        </a:cubicBezTo>
                        <a:cubicBezTo>
                          <a:pt x="28998" y="7387"/>
                          <a:pt x="28937" y="7387"/>
                          <a:pt x="28877" y="7387"/>
                        </a:cubicBezTo>
                        <a:cubicBezTo>
                          <a:pt x="28785" y="7387"/>
                          <a:pt x="28725" y="7296"/>
                          <a:pt x="28755" y="7265"/>
                        </a:cubicBezTo>
                        <a:cubicBezTo>
                          <a:pt x="28907" y="7053"/>
                          <a:pt x="28998" y="6779"/>
                          <a:pt x="29029" y="6505"/>
                        </a:cubicBezTo>
                        <a:cubicBezTo>
                          <a:pt x="29029" y="6475"/>
                          <a:pt x="28998" y="6475"/>
                          <a:pt x="28998" y="6445"/>
                        </a:cubicBezTo>
                        <a:cubicBezTo>
                          <a:pt x="28968" y="6445"/>
                          <a:pt x="28968" y="6414"/>
                          <a:pt x="28937" y="6414"/>
                        </a:cubicBezTo>
                        <a:cubicBezTo>
                          <a:pt x="28877" y="6445"/>
                          <a:pt x="28816" y="6475"/>
                          <a:pt x="28755" y="6536"/>
                        </a:cubicBezTo>
                        <a:cubicBezTo>
                          <a:pt x="28573" y="6688"/>
                          <a:pt x="28390" y="6840"/>
                          <a:pt x="28177" y="6992"/>
                        </a:cubicBezTo>
                        <a:cubicBezTo>
                          <a:pt x="28147" y="7022"/>
                          <a:pt x="28086" y="7022"/>
                          <a:pt x="28056" y="6992"/>
                        </a:cubicBezTo>
                        <a:cubicBezTo>
                          <a:pt x="28026" y="6992"/>
                          <a:pt x="27995" y="6961"/>
                          <a:pt x="27965" y="6901"/>
                        </a:cubicBezTo>
                        <a:cubicBezTo>
                          <a:pt x="27934" y="6718"/>
                          <a:pt x="27965" y="6536"/>
                          <a:pt x="27995" y="6384"/>
                        </a:cubicBezTo>
                        <a:cubicBezTo>
                          <a:pt x="28086" y="6050"/>
                          <a:pt x="28117" y="5746"/>
                          <a:pt x="28086" y="5411"/>
                        </a:cubicBezTo>
                        <a:cubicBezTo>
                          <a:pt x="28086" y="5350"/>
                          <a:pt x="28056" y="5290"/>
                          <a:pt x="28026" y="5229"/>
                        </a:cubicBezTo>
                        <a:cubicBezTo>
                          <a:pt x="27995" y="5229"/>
                          <a:pt x="27965" y="5229"/>
                          <a:pt x="27934" y="5229"/>
                        </a:cubicBezTo>
                        <a:cubicBezTo>
                          <a:pt x="27843" y="5290"/>
                          <a:pt x="27782" y="5411"/>
                          <a:pt x="27782" y="5533"/>
                        </a:cubicBezTo>
                        <a:cubicBezTo>
                          <a:pt x="27782" y="5624"/>
                          <a:pt x="27722" y="5746"/>
                          <a:pt x="27600" y="5806"/>
                        </a:cubicBezTo>
                        <a:cubicBezTo>
                          <a:pt x="27478" y="5867"/>
                          <a:pt x="27357" y="5958"/>
                          <a:pt x="27205" y="6050"/>
                        </a:cubicBezTo>
                        <a:cubicBezTo>
                          <a:pt x="27114" y="6080"/>
                          <a:pt x="27022" y="6050"/>
                          <a:pt x="26962" y="5989"/>
                        </a:cubicBezTo>
                        <a:lnTo>
                          <a:pt x="26870" y="5898"/>
                        </a:lnTo>
                        <a:lnTo>
                          <a:pt x="26870" y="5898"/>
                        </a:lnTo>
                        <a:lnTo>
                          <a:pt x="26810" y="5898"/>
                        </a:lnTo>
                        <a:cubicBezTo>
                          <a:pt x="26779" y="5928"/>
                          <a:pt x="26749" y="5958"/>
                          <a:pt x="26688" y="5989"/>
                        </a:cubicBezTo>
                        <a:cubicBezTo>
                          <a:pt x="26688" y="5989"/>
                          <a:pt x="26658" y="5989"/>
                          <a:pt x="26627" y="5989"/>
                        </a:cubicBezTo>
                        <a:cubicBezTo>
                          <a:pt x="26597" y="5958"/>
                          <a:pt x="26597" y="5928"/>
                          <a:pt x="26688" y="5928"/>
                        </a:cubicBezTo>
                        <a:lnTo>
                          <a:pt x="26810" y="5928"/>
                        </a:lnTo>
                        <a:lnTo>
                          <a:pt x="26840" y="5898"/>
                        </a:lnTo>
                        <a:lnTo>
                          <a:pt x="26840" y="5898"/>
                        </a:lnTo>
                        <a:cubicBezTo>
                          <a:pt x="26840" y="5837"/>
                          <a:pt x="26901" y="5776"/>
                          <a:pt x="26901" y="5715"/>
                        </a:cubicBezTo>
                        <a:cubicBezTo>
                          <a:pt x="26931" y="5654"/>
                          <a:pt x="26901" y="5563"/>
                          <a:pt x="26840" y="5563"/>
                        </a:cubicBezTo>
                        <a:cubicBezTo>
                          <a:pt x="26688" y="5502"/>
                          <a:pt x="26506" y="5472"/>
                          <a:pt x="26354" y="5533"/>
                        </a:cubicBezTo>
                        <a:cubicBezTo>
                          <a:pt x="26050" y="5685"/>
                          <a:pt x="25685" y="5776"/>
                          <a:pt x="25320" y="5776"/>
                        </a:cubicBezTo>
                        <a:cubicBezTo>
                          <a:pt x="25199" y="5776"/>
                          <a:pt x="25108" y="5806"/>
                          <a:pt x="25016" y="5867"/>
                        </a:cubicBezTo>
                        <a:cubicBezTo>
                          <a:pt x="24834" y="6019"/>
                          <a:pt x="24591" y="6050"/>
                          <a:pt x="24378" y="5989"/>
                        </a:cubicBezTo>
                        <a:lnTo>
                          <a:pt x="24378" y="5989"/>
                        </a:lnTo>
                        <a:lnTo>
                          <a:pt x="24378" y="6019"/>
                        </a:lnTo>
                        <a:lnTo>
                          <a:pt x="24378" y="5989"/>
                        </a:lnTo>
                        <a:lnTo>
                          <a:pt x="24378" y="5989"/>
                        </a:lnTo>
                        <a:lnTo>
                          <a:pt x="24408" y="5958"/>
                        </a:lnTo>
                        <a:cubicBezTo>
                          <a:pt x="24469" y="5867"/>
                          <a:pt x="24469" y="5776"/>
                          <a:pt x="24408" y="5715"/>
                        </a:cubicBezTo>
                        <a:cubicBezTo>
                          <a:pt x="24348" y="5624"/>
                          <a:pt x="24287" y="5624"/>
                          <a:pt x="24196" y="5685"/>
                        </a:cubicBezTo>
                        <a:cubicBezTo>
                          <a:pt x="24104" y="5746"/>
                          <a:pt x="24044" y="5776"/>
                          <a:pt x="23952" y="5776"/>
                        </a:cubicBezTo>
                        <a:cubicBezTo>
                          <a:pt x="23801" y="5806"/>
                          <a:pt x="23649" y="5837"/>
                          <a:pt x="23497" y="5898"/>
                        </a:cubicBezTo>
                        <a:cubicBezTo>
                          <a:pt x="23314" y="5928"/>
                          <a:pt x="23162" y="6080"/>
                          <a:pt x="23132" y="6262"/>
                        </a:cubicBezTo>
                        <a:cubicBezTo>
                          <a:pt x="23132" y="6353"/>
                          <a:pt x="23041" y="6384"/>
                          <a:pt x="23010" y="6353"/>
                        </a:cubicBezTo>
                        <a:lnTo>
                          <a:pt x="22737" y="6171"/>
                        </a:lnTo>
                        <a:cubicBezTo>
                          <a:pt x="22585" y="6080"/>
                          <a:pt x="22494" y="5928"/>
                          <a:pt x="22463" y="5776"/>
                        </a:cubicBezTo>
                        <a:cubicBezTo>
                          <a:pt x="22402" y="5624"/>
                          <a:pt x="22372" y="5472"/>
                          <a:pt x="22311" y="5350"/>
                        </a:cubicBezTo>
                        <a:cubicBezTo>
                          <a:pt x="22281" y="5229"/>
                          <a:pt x="22220" y="5138"/>
                          <a:pt x="22159" y="5046"/>
                        </a:cubicBezTo>
                        <a:cubicBezTo>
                          <a:pt x="22007" y="4894"/>
                          <a:pt x="21825" y="4773"/>
                          <a:pt x="21642" y="4651"/>
                        </a:cubicBezTo>
                        <a:cubicBezTo>
                          <a:pt x="21338" y="4499"/>
                          <a:pt x="21095" y="4256"/>
                          <a:pt x="20974" y="3922"/>
                        </a:cubicBezTo>
                        <a:cubicBezTo>
                          <a:pt x="20943" y="3891"/>
                          <a:pt x="20913" y="3831"/>
                          <a:pt x="20883" y="3800"/>
                        </a:cubicBezTo>
                        <a:cubicBezTo>
                          <a:pt x="20852" y="3739"/>
                          <a:pt x="20761" y="3679"/>
                          <a:pt x="20670" y="3679"/>
                        </a:cubicBezTo>
                        <a:cubicBezTo>
                          <a:pt x="20579" y="3679"/>
                          <a:pt x="20487" y="3679"/>
                          <a:pt x="20396" y="3679"/>
                        </a:cubicBezTo>
                        <a:cubicBezTo>
                          <a:pt x="20214" y="3679"/>
                          <a:pt x="20031" y="3587"/>
                          <a:pt x="19910" y="3466"/>
                        </a:cubicBezTo>
                        <a:cubicBezTo>
                          <a:pt x="19697" y="3284"/>
                          <a:pt x="19484" y="3132"/>
                          <a:pt x="19211" y="3010"/>
                        </a:cubicBezTo>
                        <a:cubicBezTo>
                          <a:pt x="19089" y="2980"/>
                          <a:pt x="18998" y="2888"/>
                          <a:pt x="18907" y="2767"/>
                        </a:cubicBezTo>
                        <a:cubicBezTo>
                          <a:pt x="18785" y="2676"/>
                          <a:pt x="18694" y="2554"/>
                          <a:pt x="18633" y="2402"/>
                        </a:cubicBezTo>
                        <a:cubicBezTo>
                          <a:pt x="18572" y="2250"/>
                          <a:pt x="18420" y="2159"/>
                          <a:pt x="18238" y="2189"/>
                        </a:cubicBezTo>
                        <a:lnTo>
                          <a:pt x="17934" y="2280"/>
                        </a:lnTo>
                        <a:cubicBezTo>
                          <a:pt x="17843" y="2280"/>
                          <a:pt x="17782" y="2250"/>
                          <a:pt x="17752" y="2189"/>
                        </a:cubicBezTo>
                        <a:cubicBezTo>
                          <a:pt x="17630" y="2037"/>
                          <a:pt x="17661" y="1825"/>
                          <a:pt x="17539" y="1642"/>
                        </a:cubicBezTo>
                        <a:cubicBezTo>
                          <a:pt x="17539" y="1642"/>
                          <a:pt x="17569" y="1551"/>
                          <a:pt x="17600" y="1521"/>
                        </a:cubicBezTo>
                        <a:cubicBezTo>
                          <a:pt x="17661" y="1460"/>
                          <a:pt x="17661" y="1399"/>
                          <a:pt x="17630" y="1338"/>
                        </a:cubicBezTo>
                        <a:cubicBezTo>
                          <a:pt x="17630" y="1277"/>
                          <a:pt x="17569" y="1217"/>
                          <a:pt x="17509" y="1186"/>
                        </a:cubicBezTo>
                        <a:cubicBezTo>
                          <a:pt x="17417" y="1125"/>
                          <a:pt x="17296" y="1095"/>
                          <a:pt x="17205" y="1065"/>
                        </a:cubicBezTo>
                        <a:cubicBezTo>
                          <a:pt x="17144" y="1034"/>
                          <a:pt x="17053" y="1034"/>
                          <a:pt x="16992" y="1034"/>
                        </a:cubicBezTo>
                        <a:cubicBezTo>
                          <a:pt x="16901" y="1034"/>
                          <a:pt x="16870" y="973"/>
                          <a:pt x="16901" y="821"/>
                        </a:cubicBezTo>
                        <a:cubicBezTo>
                          <a:pt x="16901" y="670"/>
                          <a:pt x="16901" y="609"/>
                          <a:pt x="16779" y="548"/>
                        </a:cubicBezTo>
                        <a:lnTo>
                          <a:pt x="16779" y="548"/>
                        </a:lnTo>
                        <a:lnTo>
                          <a:pt x="16749" y="548"/>
                        </a:lnTo>
                        <a:lnTo>
                          <a:pt x="16536" y="609"/>
                        </a:lnTo>
                        <a:lnTo>
                          <a:pt x="16475" y="670"/>
                        </a:lnTo>
                        <a:lnTo>
                          <a:pt x="16445" y="670"/>
                        </a:lnTo>
                        <a:cubicBezTo>
                          <a:pt x="16445" y="700"/>
                          <a:pt x="16445" y="730"/>
                          <a:pt x="16414" y="791"/>
                        </a:cubicBezTo>
                        <a:cubicBezTo>
                          <a:pt x="16384" y="882"/>
                          <a:pt x="16293" y="913"/>
                          <a:pt x="16202" y="852"/>
                        </a:cubicBezTo>
                        <a:cubicBezTo>
                          <a:pt x="16171" y="852"/>
                          <a:pt x="16171" y="761"/>
                          <a:pt x="16141" y="730"/>
                        </a:cubicBezTo>
                        <a:cubicBezTo>
                          <a:pt x="16141" y="700"/>
                          <a:pt x="16171" y="700"/>
                          <a:pt x="16202" y="700"/>
                        </a:cubicBezTo>
                        <a:cubicBezTo>
                          <a:pt x="16293" y="700"/>
                          <a:pt x="16354" y="670"/>
                          <a:pt x="16445" y="670"/>
                        </a:cubicBezTo>
                        <a:lnTo>
                          <a:pt x="16445" y="639"/>
                        </a:lnTo>
                        <a:lnTo>
                          <a:pt x="16536" y="609"/>
                        </a:lnTo>
                        <a:cubicBezTo>
                          <a:pt x="16597" y="578"/>
                          <a:pt x="16658" y="548"/>
                          <a:pt x="16749" y="548"/>
                        </a:cubicBezTo>
                        <a:lnTo>
                          <a:pt x="16779" y="548"/>
                        </a:lnTo>
                        <a:lnTo>
                          <a:pt x="16779" y="548"/>
                        </a:lnTo>
                        <a:cubicBezTo>
                          <a:pt x="16718" y="396"/>
                          <a:pt x="16627" y="214"/>
                          <a:pt x="16506" y="92"/>
                        </a:cubicBezTo>
                        <a:cubicBezTo>
                          <a:pt x="16445" y="31"/>
                          <a:pt x="16354" y="1"/>
                          <a:pt x="16262" y="31"/>
                        </a:cubicBezTo>
                        <a:cubicBezTo>
                          <a:pt x="16110" y="92"/>
                          <a:pt x="15958" y="153"/>
                          <a:pt x="15837" y="244"/>
                        </a:cubicBezTo>
                        <a:cubicBezTo>
                          <a:pt x="15654" y="396"/>
                          <a:pt x="15411" y="426"/>
                          <a:pt x="15168" y="335"/>
                        </a:cubicBezTo>
                        <a:lnTo>
                          <a:pt x="14803" y="214"/>
                        </a:lnTo>
                        <a:cubicBezTo>
                          <a:pt x="14591" y="153"/>
                          <a:pt x="14378" y="244"/>
                          <a:pt x="14256" y="396"/>
                        </a:cubicBezTo>
                        <a:cubicBezTo>
                          <a:pt x="14195" y="426"/>
                          <a:pt x="14195" y="518"/>
                          <a:pt x="14135" y="578"/>
                        </a:cubicBezTo>
                        <a:cubicBezTo>
                          <a:pt x="14104" y="609"/>
                          <a:pt x="14043" y="670"/>
                          <a:pt x="13983" y="700"/>
                        </a:cubicBezTo>
                        <a:cubicBezTo>
                          <a:pt x="13831" y="761"/>
                          <a:pt x="13648" y="761"/>
                          <a:pt x="13466" y="730"/>
                        </a:cubicBezTo>
                        <a:cubicBezTo>
                          <a:pt x="13223" y="670"/>
                          <a:pt x="12949" y="730"/>
                          <a:pt x="12736" y="882"/>
                        </a:cubicBezTo>
                        <a:cubicBezTo>
                          <a:pt x="12341" y="1125"/>
                          <a:pt x="11946" y="1369"/>
                          <a:pt x="11581" y="1703"/>
                        </a:cubicBezTo>
                        <a:cubicBezTo>
                          <a:pt x="11521" y="1733"/>
                          <a:pt x="11460" y="1794"/>
                          <a:pt x="11429" y="1825"/>
                        </a:cubicBezTo>
                        <a:cubicBezTo>
                          <a:pt x="10974" y="2068"/>
                          <a:pt x="10518" y="2311"/>
                          <a:pt x="10001" y="2007"/>
                        </a:cubicBezTo>
                        <a:lnTo>
                          <a:pt x="9940" y="1977"/>
                        </a:lnTo>
                        <a:cubicBezTo>
                          <a:pt x="9788" y="1885"/>
                          <a:pt x="9575" y="1946"/>
                          <a:pt x="9454" y="2098"/>
                        </a:cubicBezTo>
                        <a:cubicBezTo>
                          <a:pt x="9363" y="2250"/>
                          <a:pt x="9271" y="2372"/>
                          <a:pt x="9150" y="2493"/>
                        </a:cubicBezTo>
                        <a:cubicBezTo>
                          <a:pt x="8967" y="2615"/>
                          <a:pt x="8907" y="2828"/>
                          <a:pt x="9028" y="3010"/>
                        </a:cubicBezTo>
                        <a:cubicBezTo>
                          <a:pt x="9059" y="3162"/>
                          <a:pt x="9089" y="3314"/>
                          <a:pt x="9150" y="3466"/>
                        </a:cubicBezTo>
                        <a:cubicBezTo>
                          <a:pt x="9332" y="3891"/>
                          <a:pt x="9302" y="4347"/>
                          <a:pt x="9089" y="4712"/>
                        </a:cubicBezTo>
                        <a:cubicBezTo>
                          <a:pt x="9059" y="4834"/>
                          <a:pt x="9119" y="4955"/>
                          <a:pt x="9211" y="5016"/>
                        </a:cubicBezTo>
                        <a:cubicBezTo>
                          <a:pt x="9302" y="5107"/>
                          <a:pt x="9454" y="5168"/>
                          <a:pt x="9545" y="5229"/>
                        </a:cubicBezTo>
                        <a:cubicBezTo>
                          <a:pt x="9575" y="5259"/>
                          <a:pt x="9575" y="5320"/>
                          <a:pt x="9575" y="5350"/>
                        </a:cubicBezTo>
                        <a:lnTo>
                          <a:pt x="9515" y="5381"/>
                        </a:lnTo>
                        <a:cubicBezTo>
                          <a:pt x="9454" y="5381"/>
                          <a:pt x="9393" y="5411"/>
                          <a:pt x="9363" y="5472"/>
                        </a:cubicBezTo>
                        <a:cubicBezTo>
                          <a:pt x="9332" y="5654"/>
                          <a:pt x="9332" y="5837"/>
                          <a:pt x="9332" y="6019"/>
                        </a:cubicBezTo>
                        <a:cubicBezTo>
                          <a:pt x="9332" y="6050"/>
                          <a:pt x="9393" y="6080"/>
                          <a:pt x="9423" y="6110"/>
                        </a:cubicBezTo>
                        <a:cubicBezTo>
                          <a:pt x="9484" y="6110"/>
                          <a:pt x="9545" y="6110"/>
                          <a:pt x="9606" y="6110"/>
                        </a:cubicBezTo>
                        <a:lnTo>
                          <a:pt x="9606" y="6080"/>
                        </a:lnTo>
                        <a:lnTo>
                          <a:pt x="9606" y="6080"/>
                        </a:lnTo>
                        <a:lnTo>
                          <a:pt x="9606" y="5958"/>
                        </a:lnTo>
                        <a:lnTo>
                          <a:pt x="9606" y="5958"/>
                        </a:lnTo>
                        <a:lnTo>
                          <a:pt x="9606" y="5928"/>
                        </a:lnTo>
                        <a:lnTo>
                          <a:pt x="9636" y="5958"/>
                        </a:lnTo>
                        <a:lnTo>
                          <a:pt x="9636" y="5958"/>
                        </a:lnTo>
                        <a:cubicBezTo>
                          <a:pt x="9818" y="5898"/>
                          <a:pt x="10031" y="5928"/>
                          <a:pt x="10214" y="5989"/>
                        </a:cubicBezTo>
                        <a:cubicBezTo>
                          <a:pt x="10244" y="6050"/>
                          <a:pt x="10274" y="6110"/>
                          <a:pt x="10244" y="6171"/>
                        </a:cubicBezTo>
                        <a:cubicBezTo>
                          <a:pt x="10214" y="6201"/>
                          <a:pt x="10183" y="6232"/>
                          <a:pt x="10153" y="6232"/>
                        </a:cubicBezTo>
                        <a:cubicBezTo>
                          <a:pt x="9970" y="6201"/>
                          <a:pt x="9788" y="6141"/>
                          <a:pt x="9606" y="6050"/>
                        </a:cubicBezTo>
                        <a:lnTo>
                          <a:pt x="9606" y="6050"/>
                        </a:lnTo>
                        <a:lnTo>
                          <a:pt x="9575" y="6050"/>
                        </a:lnTo>
                        <a:cubicBezTo>
                          <a:pt x="9575" y="6141"/>
                          <a:pt x="9575" y="6232"/>
                          <a:pt x="9454" y="6262"/>
                        </a:cubicBezTo>
                        <a:cubicBezTo>
                          <a:pt x="9332" y="6262"/>
                          <a:pt x="9211" y="6323"/>
                          <a:pt x="9089" y="6384"/>
                        </a:cubicBezTo>
                        <a:cubicBezTo>
                          <a:pt x="8967" y="6475"/>
                          <a:pt x="8815" y="6475"/>
                          <a:pt x="8694" y="6384"/>
                        </a:cubicBezTo>
                        <a:cubicBezTo>
                          <a:pt x="8572" y="6323"/>
                          <a:pt x="8420" y="6232"/>
                          <a:pt x="8299" y="6171"/>
                        </a:cubicBezTo>
                        <a:cubicBezTo>
                          <a:pt x="8208" y="6110"/>
                          <a:pt x="8177" y="6019"/>
                          <a:pt x="8238" y="5928"/>
                        </a:cubicBezTo>
                        <a:cubicBezTo>
                          <a:pt x="8268" y="5867"/>
                          <a:pt x="8329" y="5776"/>
                          <a:pt x="8390" y="5715"/>
                        </a:cubicBezTo>
                        <a:cubicBezTo>
                          <a:pt x="8451" y="5563"/>
                          <a:pt x="8359" y="5381"/>
                          <a:pt x="8177" y="5350"/>
                        </a:cubicBezTo>
                        <a:cubicBezTo>
                          <a:pt x="7995" y="5350"/>
                          <a:pt x="7812" y="5350"/>
                          <a:pt x="7660" y="5381"/>
                        </a:cubicBezTo>
                        <a:cubicBezTo>
                          <a:pt x="7539" y="5411"/>
                          <a:pt x="7417" y="5442"/>
                          <a:pt x="7356" y="5533"/>
                        </a:cubicBezTo>
                        <a:cubicBezTo>
                          <a:pt x="7265" y="5624"/>
                          <a:pt x="7113" y="5685"/>
                          <a:pt x="6992" y="5624"/>
                        </a:cubicBezTo>
                        <a:cubicBezTo>
                          <a:pt x="6870" y="5654"/>
                          <a:pt x="6749" y="5654"/>
                          <a:pt x="6657" y="5685"/>
                        </a:cubicBezTo>
                        <a:cubicBezTo>
                          <a:pt x="6353" y="5776"/>
                          <a:pt x="6049" y="5898"/>
                          <a:pt x="5776" y="6050"/>
                        </a:cubicBezTo>
                        <a:cubicBezTo>
                          <a:pt x="5685" y="6110"/>
                          <a:pt x="5624" y="6262"/>
                          <a:pt x="5715" y="6353"/>
                        </a:cubicBezTo>
                        <a:cubicBezTo>
                          <a:pt x="5806" y="6505"/>
                          <a:pt x="5928" y="6627"/>
                          <a:pt x="6019" y="6779"/>
                        </a:cubicBezTo>
                        <a:cubicBezTo>
                          <a:pt x="6049" y="6840"/>
                          <a:pt x="6019" y="6870"/>
                          <a:pt x="5928" y="6931"/>
                        </a:cubicBezTo>
                        <a:cubicBezTo>
                          <a:pt x="5897" y="6931"/>
                          <a:pt x="5806" y="6961"/>
                          <a:pt x="5806" y="6992"/>
                        </a:cubicBezTo>
                        <a:cubicBezTo>
                          <a:pt x="5776" y="7205"/>
                          <a:pt x="5654" y="7387"/>
                          <a:pt x="5593" y="7600"/>
                        </a:cubicBezTo>
                        <a:cubicBezTo>
                          <a:pt x="5563" y="7691"/>
                          <a:pt x="5563" y="7782"/>
                          <a:pt x="5624" y="7873"/>
                        </a:cubicBezTo>
                        <a:cubicBezTo>
                          <a:pt x="5745" y="8116"/>
                          <a:pt x="5989" y="8299"/>
                          <a:pt x="6293" y="8238"/>
                        </a:cubicBezTo>
                        <a:cubicBezTo>
                          <a:pt x="6536" y="8208"/>
                          <a:pt x="6779" y="8268"/>
                          <a:pt x="6992" y="8420"/>
                        </a:cubicBezTo>
                        <a:cubicBezTo>
                          <a:pt x="7083" y="8512"/>
                          <a:pt x="7235" y="8512"/>
                          <a:pt x="7356" y="8451"/>
                        </a:cubicBezTo>
                        <a:cubicBezTo>
                          <a:pt x="7600" y="8329"/>
                          <a:pt x="7812" y="8238"/>
                          <a:pt x="8056" y="8177"/>
                        </a:cubicBezTo>
                        <a:cubicBezTo>
                          <a:pt x="8116" y="8147"/>
                          <a:pt x="8177" y="8147"/>
                          <a:pt x="8268" y="8177"/>
                        </a:cubicBezTo>
                        <a:cubicBezTo>
                          <a:pt x="8268" y="8177"/>
                          <a:pt x="8299" y="8177"/>
                          <a:pt x="8299" y="8208"/>
                        </a:cubicBezTo>
                        <a:cubicBezTo>
                          <a:pt x="8299" y="8238"/>
                          <a:pt x="8299" y="8238"/>
                          <a:pt x="8299" y="8268"/>
                        </a:cubicBezTo>
                        <a:cubicBezTo>
                          <a:pt x="8268" y="8299"/>
                          <a:pt x="8238" y="8329"/>
                          <a:pt x="8177" y="8329"/>
                        </a:cubicBezTo>
                        <a:cubicBezTo>
                          <a:pt x="8056" y="8360"/>
                          <a:pt x="7964" y="8420"/>
                          <a:pt x="7995" y="8572"/>
                        </a:cubicBezTo>
                        <a:cubicBezTo>
                          <a:pt x="8025" y="8633"/>
                          <a:pt x="8025" y="8694"/>
                          <a:pt x="7995" y="8755"/>
                        </a:cubicBezTo>
                        <a:cubicBezTo>
                          <a:pt x="7904" y="8937"/>
                          <a:pt x="7843" y="9119"/>
                          <a:pt x="7782" y="9332"/>
                        </a:cubicBezTo>
                        <a:cubicBezTo>
                          <a:pt x="7691" y="9575"/>
                          <a:pt x="7448" y="9758"/>
                          <a:pt x="7174" y="9788"/>
                        </a:cubicBezTo>
                        <a:cubicBezTo>
                          <a:pt x="7113" y="9788"/>
                          <a:pt x="7083" y="9758"/>
                          <a:pt x="7052" y="9727"/>
                        </a:cubicBezTo>
                        <a:cubicBezTo>
                          <a:pt x="6961" y="9697"/>
                          <a:pt x="6901" y="9636"/>
                          <a:pt x="6840" y="9575"/>
                        </a:cubicBezTo>
                        <a:cubicBezTo>
                          <a:pt x="6779" y="9545"/>
                          <a:pt x="6749" y="9454"/>
                          <a:pt x="6688" y="9454"/>
                        </a:cubicBezTo>
                        <a:cubicBezTo>
                          <a:pt x="6657" y="9423"/>
                          <a:pt x="6627" y="9545"/>
                          <a:pt x="6597" y="9606"/>
                        </a:cubicBezTo>
                        <a:cubicBezTo>
                          <a:pt x="6505" y="9849"/>
                          <a:pt x="6293" y="10001"/>
                          <a:pt x="6049" y="10031"/>
                        </a:cubicBezTo>
                        <a:cubicBezTo>
                          <a:pt x="5989" y="10031"/>
                          <a:pt x="5958" y="10001"/>
                          <a:pt x="5928" y="9971"/>
                        </a:cubicBezTo>
                        <a:cubicBezTo>
                          <a:pt x="5897" y="9940"/>
                          <a:pt x="5867" y="9910"/>
                          <a:pt x="5837" y="9849"/>
                        </a:cubicBezTo>
                        <a:cubicBezTo>
                          <a:pt x="5715" y="9697"/>
                          <a:pt x="5593" y="9636"/>
                          <a:pt x="5472" y="9727"/>
                        </a:cubicBezTo>
                        <a:cubicBezTo>
                          <a:pt x="5198" y="9879"/>
                          <a:pt x="4955" y="10001"/>
                          <a:pt x="4864" y="10335"/>
                        </a:cubicBezTo>
                        <a:cubicBezTo>
                          <a:pt x="4834" y="10366"/>
                          <a:pt x="4803" y="10426"/>
                          <a:pt x="4773" y="10426"/>
                        </a:cubicBezTo>
                        <a:cubicBezTo>
                          <a:pt x="4408" y="10700"/>
                          <a:pt x="4074" y="10974"/>
                          <a:pt x="3739" y="11308"/>
                        </a:cubicBezTo>
                        <a:cubicBezTo>
                          <a:pt x="3496" y="11460"/>
                          <a:pt x="3375" y="11733"/>
                          <a:pt x="3466" y="12007"/>
                        </a:cubicBezTo>
                        <a:cubicBezTo>
                          <a:pt x="3496" y="12129"/>
                          <a:pt x="3527" y="12220"/>
                          <a:pt x="3557" y="12341"/>
                        </a:cubicBezTo>
                        <a:cubicBezTo>
                          <a:pt x="3587" y="12463"/>
                          <a:pt x="3557" y="12585"/>
                          <a:pt x="3496" y="12645"/>
                        </a:cubicBezTo>
                        <a:cubicBezTo>
                          <a:pt x="3314" y="12828"/>
                          <a:pt x="3253" y="13101"/>
                          <a:pt x="3344" y="13344"/>
                        </a:cubicBezTo>
                        <a:cubicBezTo>
                          <a:pt x="3375" y="13496"/>
                          <a:pt x="3405" y="13648"/>
                          <a:pt x="3466" y="13800"/>
                        </a:cubicBezTo>
                        <a:cubicBezTo>
                          <a:pt x="3496" y="13892"/>
                          <a:pt x="3557" y="13952"/>
                          <a:pt x="3648" y="13983"/>
                        </a:cubicBezTo>
                        <a:cubicBezTo>
                          <a:pt x="3739" y="14013"/>
                          <a:pt x="3831" y="14044"/>
                          <a:pt x="3922" y="14044"/>
                        </a:cubicBezTo>
                        <a:cubicBezTo>
                          <a:pt x="4074" y="13983"/>
                          <a:pt x="4256" y="13952"/>
                          <a:pt x="4438" y="13983"/>
                        </a:cubicBezTo>
                        <a:lnTo>
                          <a:pt x="4438" y="13983"/>
                        </a:lnTo>
                        <a:lnTo>
                          <a:pt x="4438" y="13922"/>
                        </a:lnTo>
                        <a:lnTo>
                          <a:pt x="4438" y="13800"/>
                        </a:lnTo>
                        <a:lnTo>
                          <a:pt x="4438" y="13740"/>
                        </a:lnTo>
                        <a:cubicBezTo>
                          <a:pt x="4438" y="13709"/>
                          <a:pt x="4499" y="13740"/>
                          <a:pt x="4469" y="13800"/>
                        </a:cubicBezTo>
                        <a:cubicBezTo>
                          <a:pt x="4438" y="13861"/>
                          <a:pt x="4438" y="13892"/>
                          <a:pt x="4408" y="13922"/>
                        </a:cubicBezTo>
                        <a:lnTo>
                          <a:pt x="4408" y="13983"/>
                        </a:lnTo>
                        <a:lnTo>
                          <a:pt x="4408" y="13983"/>
                        </a:lnTo>
                        <a:cubicBezTo>
                          <a:pt x="4378" y="14104"/>
                          <a:pt x="4378" y="14196"/>
                          <a:pt x="4347" y="14317"/>
                        </a:cubicBezTo>
                        <a:cubicBezTo>
                          <a:pt x="4347" y="14469"/>
                          <a:pt x="4286" y="14621"/>
                          <a:pt x="4134" y="14712"/>
                        </a:cubicBezTo>
                        <a:cubicBezTo>
                          <a:pt x="4043" y="14803"/>
                          <a:pt x="4043" y="14925"/>
                          <a:pt x="4104" y="15016"/>
                        </a:cubicBezTo>
                        <a:cubicBezTo>
                          <a:pt x="4134" y="15107"/>
                          <a:pt x="4134" y="15199"/>
                          <a:pt x="4074" y="15290"/>
                        </a:cubicBezTo>
                        <a:cubicBezTo>
                          <a:pt x="4043" y="15351"/>
                          <a:pt x="4013" y="15381"/>
                          <a:pt x="3983" y="15442"/>
                        </a:cubicBezTo>
                        <a:cubicBezTo>
                          <a:pt x="3952" y="15503"/>
                          <a:pt x="3952" y="15563"/>
                          <a:pt x="4013" y="15594"/>
                        </a:cubicBezTo>
                        <a:cubicBezTo>
                          <a:pt x="4195" y="15655"/>
                          <a:pt x="4378" y="15715"/>
                          <a:pt x="4530" y="15472"/>
                        </a:cubicBezTo>
                        <a:cubicBezTo>
                          <a:pt x="4530" y="15472"/>
                          <a:pt x="4590" y="15442"/>
                          <a:pt x="4590" y="15442"/>
                        </a:cubicBezTo>
                        <a:cubicBezTo>
                          <a:pt x="4773" y="15624"/>
                          <a:pt x="5016" y="15746"/>
                          <a:pt x="5077" y="16019"/>
                        </a:cubicBezTo>
                        <a:cubicBezTo>
                          <a:pt x="5077" y="16080"/>
                          <a:pt x="5168" y="16080"/>
                          <a:pt x="5229" y="16019"/>
                        </a:cubicBezTo>
                        <a:cubicBezTo>
                          <a:pt x="5259" y="15958"/>
                          <a:pt x="5229" y="15989"/>
                          <a:pt x="5259" y="15989"/>
                        </a:cubicBezTo>
                        <a:cubicBezTo>
                          <a:pt x="5350" y="15837"/>
                          <a:pt x="5350" y="15837"/>
                          <a:pt x="5563" y="15928"/>
                        </a:cubicBezTo>
                        <a:cubicBezTo>
                          <a:pt x="5624" y="15958"/>
                          <a:pt x="5685" y="15958"/>
                          <a:pt x="5776" y="15958"/>
                        </a:cubicBezTo>
                        <a:cubicBezTo>
                          <a:pt x="5837" y="15958"/>
                          <a:pt x="5897" y="15928"/>
                          <a:pt x="5958" y="15928"/>
                        </a:cubicBezTo>
                        <a:cubicBezTo>
                          <a:pt x="5989" y="15928"/>
                          <a:pt x="6019" y="15928"/>
                          <a:pt x="6019" y="15928"/>
                        </a:cubicBezTo>
                        <a:cubicBezTo>
                          <a:pt x="6080" y="15958"/>
                          <a:pt x="6080" y="15989"/>
                          <a:pt x="6019" y="16019"/>
                        </a:cubicBezTo>
                        <a:cubicBezTo>
                          <a:pt x="5837" y="16171"/>
                          <a:pt x="5715" y="16354"/>
                          <a:pt x="5624" y="16536"/>
                        </a:cubicBezTo>
                        <a:cubicBezTo>
                          <a:pt x="5381" y="17022"/>
                          <a:pt x="5016" y="17417"/>
                          <a:pt x="4560" y="17691"/>
                        </a:cubicBezTo>
                        <a:cubicBezTo>
                          <a:pt x="4408" y="17752"/>
                          <a:pt x="4286" y="17873"/>
                          <a:pt x="4104" y="17965"/>
                        </a:cubicBezTo>
                        <a:cubicBezTo>
                          <a:pt x="3831" y="18056"/>
                          <a:pt x="3587" y="18238"/>
                          <a:pt x="3314" y="18360"/>
                        </a:cubicBezTo>
                        <a:cubicBezTo>
                          <a:pt x="3162" y="18451"/>
                          <a:pt x="3010" y="18572"/>
                          <a:pt x="2919" y="18694"/>
                        </a:cubicBezTo>
                        <a:cubicBezTo>
                          <a:pt x="2858" y="18785"/>
                          <a:pt x="2736" y="18816"/>
                          <a:pt x="2676" y="18755"/>
                        </a:cubicBezTo>
                        <a:cubicBezTo>
                          <a:pt x="2463" y="18694"/>
                          <a:pt x="2250" y="18755"/>
                          <a:pt x="2068" y="18846"/>
                        </a:cubicBezTo>
                        <a:cubicBezTo>
                          <a:pt x="1916" y="18968"/>
                          <a:pt x="1764" y="19059"/>
                          <a:pt x="1642" y="19180"/>
                        </a:cubicBezTo>
                        <a:cubicBezTo>
                          <a:pt x="1429" y="19393"/>
                          <a:pt x="1125" y="19515"/>
                          <a:pt x="852" y="19515"/>
                        </a:cubicBezTo>
                        <a:cubicBezTo>
                          <a:pt x="730" y="19515"/>
                          <a:pt x="609" y="19545"/>
                          <a:pt x="487" y="19545"/>
                        </a:cubicBezTo>
                        <a:cubicBezTo>
                          <a:pt x="305" y="19576"/>
                          <a:pt x="122" y="19697"/>
                          <a:pt x="31" y="19880"/>
                        </a:cubicBezTo>
                        <a:cubicBezTo>
                          <a:pt x="1" y="19940"/>
                          <a:pt x="1" y="19971"/>
                          <a:pt x="31" y="20001"/>
                        </a:cubicBezTo>
                        <a:cubicBezTo>
                          <a:pt x="31" y="20062"/>
                          <a:pt x="92" y="20062"/>
                          <a:pt x="122" y="20092"/>
                        </a:cubicBezTo>
                        <a:cubicBezTo>
                          <a:pt x="183" y="20092"/>
                          <a:pt x="244" y="20062"/>
                          <a:pt x="335" y="20031"/>
                        </a:cubicBezTo>
                        <a:cubicBezTo>
                          <a:pt x="457" y="20001"/>
                          <a:pt x="609" y="20031"/>
                          <a:pt x="730" y="20001"/>
                        </a:cubicBezTo>
                        <a:cubicBezTo>
                          <a:pt x="821" y="20001"/>
                          <a:pt x="913" y="19971"/>
                          <a:pt x="973" y="19910"/>
                        </a:cubicBezTo>
                        <a:cubicBezTo>
                          <a:pt x="1125" y="19758"/>
                          <a:pt x="1308" y="19667"/>
                          <a:pt x="1520" y="19697"/>
                        </a:cubicBezTo>
                        <a:cubicBezTo>
                          <a:pt x="1794" y="19697"/>
                          <a:pt x="2037" y="19515"/>
                          <a:pt x="2159" y="19272"/>
                        </a:cubicBezTo>
                        <a:lnTo>
                          <a:pt x="2159" y="19241"/>
                        </a:lnTo>
                        <a:lnTo>
                          <a:pt x="2220" y="19241"/>
                        </a:lnTo>
                        <a:lnTo>
                          <a:pt x="2189" y="19272"/>
                        </a:lnTo>
                        <a:lnTo>
                          <a:pt x="2341" y="19545"/>
                        </a:lnTo>
                        <a:cubicBezTo>
                          <a:pt x="2402" y="19606"/>
                          <a:pt x="2402" y="19606"/>
                          <a:pt x="2463" y="19484"/>
                        </a:cubicBezTo>
                        <a:cubicBezTo>
                          <a:pt x="2493" y="19454"/>
                          <a:pt x="2493" y="19393"/>
                          <a:pt x="2524" y="19393"/>
                        </a:cubicBezTo>
                        <a:cubicBezTo>
                          <a:pt x="2736" y="19332"/>
                          <a:pt x="2919" y="19272"/>
                          <a:pt x="3131" y="19272"/>
                        </a:cubicBezTo>
                        <a:cubicBezTo>
                          <a:pt x="3223" y="19272"/>
                          <a:pt x="3283" y="19332"/>
                          <a:pt x="3375" y="19241"/>
                        </a:cubicBezTo>
                        <a:cubicBezTo>
                          <a:pt x="3466" y="19180"/>
                          <a:pt x="3587" y="19120"/>
                          <a:pt x="3739" y="19059"/>
                        </a:cubicBezTo>
                        <a:cubicBezTo>
                          <a:pt x="3922" y="18968"/>
                          <a:pt x="4165" y="18937"/>
                          <a:pt x="4256" y="18694"/>
                        </a:cubicBezTo>
                        <a:cubicBezTo>
                          <a:pt x="4408" y="18603"/>
                          <a:pt x="4560" y="18512"/>
                          <a:pt x="4742" y="18421"/>
                        </a:cubicBezTo>
                        <a:cubicBezTo>
                          <a:pt x="4773" y="18390"/>
                          <a:pt x="4864" y="18421"/>
                          <a:pt x="4925" y="18451"/>
                        </a:cubicBezTo>
                        <a:cubicBezTo>
                          <a:pt x="4955" y="18390"/>
                          <a:pt x="4986" y="18299"/>
                          <a:pt x="5016" y="18299"/>
                        </a:cubicBezTo>
                        <a:cubicBezTo>
                          <a:pt x="5168" y="18238"/>
                          <a:pt x="5320" y="18177"/>
                          <a:pt x="5472" y="18117"/>
                        </a:cubicBezTo>
                        <a:cubicBezTo>
                          <a:pt x="5593" y="18056"/>
                          <a:pt x="5745" y="17934"/>
                          <a:pt x="5806" y="17782"/>
                        </a:cubicBezTo>
                        <a:cubicBezTo>
                          <a:pt x="5837" y="17752"/>
                          <a:pt x="5867" y="17691"/>
                          <a:pt x="5928" y="17661"/>
                        </a:cubicBezTo>
                        <a:cubicBezTo>
                          <a:pt x="6232" y="17448"/>
                          <a:pt x="6566" y="17296"/>
                          <a:pt x="6901" y="17174"/>
                        </a:cubicBezTo>
                        <a:cubicBezTo>
                          <a:pt x="7144" y="17144"/>
                          <a:pt x="7356" y="16992"/>
                          <a:pt x="7508" y="16810"/>
                        </a:cubicBezTo>
                        <a:cubicBezTo>
                          <a:pt x="7569" y="16718"/>
                          <a:pt x="7660" y="16658"/>
                          <a:pt x="7782" y="16597"/>
                        </a:cubicBezTo>
                        <a:cubicBezTo>
                          <a:pt x="7843" y="16566"/>
                          <a:pt x="7934" y="16536"/>
                          <a:pt x="8025" y="16475"/>
                        </a:cubicBezTo>
                        <a:cubicBezTo>
                          <a:pt x="8147" y="16414"/>
                          <a:pt x="8177" y="16262"/>
                          <a:pt x="8116" y="16141"/>
                        </a:cubicBezTo>
                        <a:cubicBezTo>
                          <a:pt x="8086" y="16080"/>
                          <a:pt x="8056" y="16019"/>
                          <a:pt x="8025" y="15958"/>
                        </a:cubicBezTo>
                        <a:cubicBezTo>
                          <a:pt x="7964" y="15867"/>
                          <a:pt x="7995" y="15776"/>
                          <a:pt x="8056" y="15715"/>
                        </a:cubicBezTo>
                        <a:cubicBezTo>
                          <a:pt x="8177" y="15563"/>
                          <a:pt x="8359" y="15503"/>
                          <a:pt x="8542" y="15533"/>
                        </a:cubicBezTo>
                        <a:cubicBezTo>
                          <a:pt x="8663" y="15563"/>
                          <a:pt x="8785" y="15533"/>
                          <a:pt x="8876" y="15472"/>
                        </a:cubicBezTo>
                        <a:cubicBezTo>
                          <a:pt x="8998" y="15351"/>
                          <a:pt x="9150" y="15259"/>
                          <a:pt x="9211" y="15047"/>
                        </a:cubicBezTo>
                        <a:cubicBezTo>
                          <a:pt x="9241" y="14955"/>
                          <a:pt x="9332" y="14864"/>
                          <a:pt x="9454" y="14864"/>
                        </a:cubicBezTo>
                        <a:cubicBezTo>
                          <a:pt x="9545" y="14864"/>
                          <a:pt x="9636" y="14834"/>
                          <a:pt x="9697" y="14743"/>
                        </a:cubicBezTo>
                        <a:cubicBezTo>
                          <a:pt x="9910" y="14348"/>
                          <a:pt x="10335" y="14226"/>
                          <a:pt x="10730" y="14044"/>
                        </a:cubicBezTo>
                        <a:cubicBezTo>
                          <a:pt x="10852" y="13983"/>
                          <a:pt x="11004" y="14074"/>
                          <a:pt x="11004" y="14226"/>
                        </a:cubicBezTo>
                        <a:cubicBezTo>
                          <a:pt x="11034" y="14287"/>
                          <a:pt x="11034" y="14378"/>
                          <a:pt x="11004" y="14439"/>
                        </a:cubicBezTo>
                        <a:cubicBezTo>
                          <a:pt x="11004" y="14469"/>
                          <a:pt x="10943" y="14499"/>
                          <a:pt x="10913" y="14499"/>
                        </a:cubicBezTo>
                        <a:cubicBezTo>
                          <a:pt x="10670" y="14348"/>
                          <a:pt x="10396" y="14378"/>
                          <a:pt x="10153" y="14530"/>
                        </a:cubicBezTo>
                        <a:cubicBezTo>
                          <a:pt x="10092" y="14560"/>
                          <a:pt x="10062" y="14621"/>
                          <a:pt x="10031" y="14682"/>
                        </a:cubicBezTo>
                        <a:cubicBezTo>
                          <a:pt x="9879" y="14986"/>
                          <a:pt x="9667" y="15259"/>
                          <a:pt x="9423" y="15472"/>
                        </a:cubicBezTo>
                        <a:cubicBezTo>
                          <a:pt x="9332" y="15563"/>
                          <a:pt x="9332" y="15715"/>
                          <a:pt x="9423" y="15776"/>
                        </a:cubicBezTo>
                        <a:cubicBezTo>
                          <a:pt x="9454" y="15837"/>
                          <a:pt x="9454" y="15837"/>
                          <a:pt x="9423" y="15867"/>
                        </a:cubicBezTo>
                        <a:lnTo>
                          <a:pt x="9059" y="16080"/>
                        </a:lnTo>
                        <a:cubicBezTo>
                          <a:pt x="8998" y="16110"/>
                          <a:pt x="8967" y="16202"/>
                          <a:pt x="9028" y="16262"/>
                        </a:cubicBezTo>
                        <a:cubicBezTo>
                          <a:pt x="9059" y="16293"/>
                          <a:pt x="9119" y="16354"/>
                          <a:pt x="9150" y="16354"/>
                        </a:cubicBezTo>
                        <a:cubicBezTo>
                          <a:pt x="9271" y="16384"/>
                          <a:pt x="9393" y="16354"/>
                          <a:pt x="9484" y="16293"/>
                        </a:cubicBezTo>
                        <a:cubicBezTo>
                          <a:pt x="9697" y="16202"/>
                          <a:pt x="9910" y="16110"/>
                          <a:pt x="10122" y="16050"/>
                        </a:cubicBezTo>
                        <a:cubicBezTo>
                          <a:pt x="10214" y="16019"/>
                          <a:pt x="10274" y="15989"/>
                          <a:pt x="10366" y="15958"/>
                        </a:cubicBezTo>
                        <a:cubicBezTo>
                          <a:pt x="10548" y="15806"/>
                          <a:pt x="10791" y="15746"/>
                          <a:pt x="11004" y="15776"/>
                        </a:cubicBezTo>
                        <a:cubicBezTo>
                          <a:pt x="11065" y="15776"/>
                          <a:pt x="11126" y="15746"/>
                          <a:pt x="11186" y="15715"/>
                        </a:cubicBezTo>
                        <a:cubicBezTo>
                          <a:pt x="11308" y="15655"/>
                          <a:pt x="11369" y="15594"/>
                          <a:pt x="11460" y="15503"/>
                        </a:cubicBezTo>
                        <a:cubicBezTo>
                          <a:pt x="11521" y="15411"/>
                          <a:pt x="11581" y="15442"/>
                          <a:pt x="11673" y="15503"/>
                        </a:cubicBezTo>
                        <a:lnTo>
                          <a:pt x="11794" y="15503"/>
                        </a:lnTo>
                        <a:cubicBezTo>
                          <a:pt x="11825" y="15381"/>
                          <a:pt x="11855" y="15290"/>
                          <a:pt x="11764" y="15229"/>
                        </a:cubicBezTo>
                        <a:cubicBezTo>
                          <a:pt x="11673" y="15168"/>
                          <a:pt x="11642" y="15077"/>
                          <a:pt x="11612" y="15016"/>
                        </a:cubicBezTo>
                        <a:cubicBezTo>
                          <a:pt x="11551" y="14864"/>
                          <a:pt x="11612" y="14743"/>
                          <a:pt x="11703" y="14651"/>
                        </a:cubicBezTo>
                        <a:cubicBezTo>
                          <a:pt x="11764" y="14591"/>
                          <a:pt x="11855" y="14591"/>
                          <a:pt x="11885" y="14651"/>
                        </a:cubicBezTo>
                        <a:cubicBezTo>
                          <a:pt x="11916" y="14773"/>
                          <a:pt x="11977" y="14895"/>
                          <a:pt x="12159" y="14834"/>
                        </a:cubicBezTo>
                        <a:cubicBezTo>
                          <a:pt x="12250" y="14834"/>
                          <a:pt x="12372" y="14834"/>
                          <a:pt x="12463" y="14834"/>
                        </a:cubicBezTo>
                        <a:lnTo>
                          <a:pt x="12463" y="14834"/>
                        </a:lnTo>
                        <a:lnTo>
                          <a:pt x="12493" y="14803"/>
                        </a:lnTo>
                        <a:lnTo>
                          <a:pt x="12493" y="14834"/>
                        </a:lnTo>
                        <a:lnTo>
                          <a:pt x="12493" y="14834"/>
                        </a:lnTo>
                        <a:cubicBezTo>
                          <a:pt x="12463" y="14895"/>
                          <a:pt x="12463" y="14955"/>
                          <a:pt x="12493" y="15016"/>
                        </a:cubicBezTo>
                        <a:cubicBezTo>
                          <a:pt x="12493" y="15290"/>
                          <a:pt x="12676" y="15503"/>
                          <a:pt x="12919" y="15594"/>
                        </a:cubicBezTo>
                        <a:cubicBezTo>
                          <a:pt x="13071" y="15655"/>
                          <a:pt x="13192" y="15776"/>
                          <a:pt x="13253" y="15928"/>
                        </a:cubicBezTo>
                        <a:cubicBezTo>
                          <a:pt x="13284" y="15989"/>
                          <a:pt x="13284" y="16050"/>
                          <a:pt x="13314" y="16110"/>
                        </a:cubicBezTo>
                        <a:cubicBezTo>
                          <a:pt x="13344" y="16202"/>
                          <a:pt x="13436" y="16262"/>
                          <a:pt x="13527" y="16262"/>
                        </a:cubicBezTo>
                        <a:cubicBezTo>
                          <a:pt x="13618" y="16293"/>
                          <a:pt x="13709" y="16293"/>
                          <a:pt x="13800" y="16293"/>
                        </a:cubicBezTo>
                        <a:cubicBezTo>
                          <a:pt x="14013" y="16293"/>
                          <a:pt x="14195" y="16384"/>
                          <a:pt x="14347" y="16506"/>
                        </a:cubicBezTo>
                        <a:cubicBezTo>
                          <a:pt x="14408" y="16566"/>
                          <a:pt x="14469" y="16597"/>
                          <a:pt x="14530" y="16627"/>
                        </a:cubicBezTo>
                        <a:lnTo>
                          <a:pt x="14530" y="16627"/>
                        </a:lnTo>
                        <a:lnTo>
                          <a:pt x="14560" y="16627"/>
                        </a:lnTo>
                        <a:lnTo>
                          <a:pt x="14560" y="16658"/>
                        </a:lnTo>
                        <a:lnTo>
                          <a:pt x="14560" y="16658"/>
                        </a:lnTo>
                        <a:cubicBezTo>
                          <a:pt x="14591" y="16688"/>
                          <a:pt x="14621" y="16749"/>
                          <a:pt x="14682" y="16810"/>
                        </a:cubicBezTo>
                        <a:cubicBezTo>
                          <a:pt x="14803" y="16962"/>
                          <a:pt x="15016" y="17053"/>
                          <a:pt x="15199" y="16992"/>
                        </a:cubicBezTo>
                        <a:cubicBezTo>
                          <a:pt x="15229" y="16992"/>
                          <a:pt x="15259" y="16992"/>
                          <a:pt x="15259" y="16992"/>
                        </a:cubicBezTo>
                        <a:cubicBezTo>
                          <a:pt x="15320" y="17022"/>
                          <a:pt x="15351" y="17083"/>
                          <a:pt x="15320" y="17114"/>
                        </a:cubicBezTo>
                        <a:cubicBezTo>
                          <a:pt x="15168" y="17205"/>
                          <a:pt x="15168" y="17417"/>
                          <a:pt x="15320" y="17509"/>
                        </a:cubicBezTo>
                        <a:cubicBezTo>
                          <a:pt x="15381" y="17600"/>
                          <a:pt x="15442" y="17661"/>
                          <a:pt x="15502" y="17721"/>
                        </a:cubicBezTo>
                        <a:cubicBezTo>
                          <a:pt x="15594" y="17782"/>
                          <a:pt x="15685" y="17813"/>
                          <a:pt x="15685" y="17965"/>
                        </a:cubicBezTo>
                        <a:cubicBezTo>
                          <a:pt x="15685" y="18056"/>
                          <a:pt x="15685" y="18147"/>
                          <a:pt x="15715" y="18238"/>
                        </a:cubicBezTo>
                        <a:cubicBezTo>
                          <a:pt x="15746" y="18421"/>
                          <a:pt x="15837" y="18603"/>
                          <a:pt x="15989" y="18755"/>
                        </a:cubicBezTo>
                        <a:cubicBezTo>
                          <a:pt x="16050" y="18846"/>
                          <a:pt x="16171" y="18907"/>
                          <a:pt x="16293" y="18876"/>
                        </a:cubicBezTo>
                        <a:cubicBezTo>
                          <a:pt x="16384" y="18876"/>
                          <a:pt x="16445" y="18785"/>
                          <a:pt x="16414" y="18694"/>
                        </a:cubicBezTo>
                        <a:cubicBezTo>
                          <a:pt x="16414" y="18633"/>
                          <a:pt x="16384" y="18572"/>
                          <a:pt x="16384" y="18512"/>
                        </a:cubicBezTo>
                        <a:cubicBezTo>
                          <a:pt x="16354" y="18481"/>
                          <a:pt x="16354" y="18451"/>
                          <a:pt x="16384" y="18451"/>
                        </a:cubicBezTo>
                        <a:cubicBezTo>
                          <a:pt x="16414" y="18390"/>
                          <a:pt x="16445" y="18390"/>
                          <a:pt x="16445" y="18481"/>
                        </a:cubicBezTo>
                        <a:cubicBezTo>
                          <a:pt x="16506" y="18542"/>
                          <a:pt x="16536" y="18633"/>
                          <a:pt x="16536" y="18724"/>
                        </a:cubicBezTo>
                        <a:cubicBezTo>
                          <a:pt x="16566" y="18846"/>
                          <a:pt x="16627" y="18968"/>
                          <a:pt x="16749" y="19059"/>
                        </a:cubicBezTo>
                        <a:cubicBezTo>
                          <a:pt x="16749" y="19089"/>
                          <a:pt x="16749" y="19120"/>
                          <a:pt x="16749" y="19120"/>
                        </a:cubicBezTo>
                        <a:cubicBezTo>
                          <a:pt x="16718" y="19180"/>
                          <a:pt x="16658" y="19180"/>
                          <a:pt x="16627" y="19150"/>
                        </a:cubicBezTo>
                        <a:cubicBezTo>
                          <a:pt x="16597" y="19120"/>
                          <a:pt x="16536" y="19089"/>
                          <a:pt x="16506" y="19089"/>
                        </a:cubicBezTo>
                        <a:cubicBezTo>
                          <a:pt x="16354" y="19059"/>
                          <a:pt x="16232" y="19120"/>
                          <a:pt x="16171" y="19241"/>
                        </a:cubicBezTo>
                        <a:cubicBezTo>
                          <a:pt x="16110" y="19363"/>
                          <a:pt x="16080" y="19484"/>
                          <a:pt x="16080" y="19606"/>
                        </a:cubicBezTo>
                        <a:cubicBezTo>
                          <a:pt x="16110" y="19758"/>
                          <a:pt x="16141" y="19880"/>
                          <a:pt x="16171" y="20001"/>
                        </a:cubicBezTo>
                        <a:lnTo>
                          <a:pt x="16141" y="20001"/>
                        </a:lnTo>
                        <a:lnTo>
                          <a:pt x="16141" y="20062"/>
                        </a:lnTo>
                        <a:lnTo>
                          <a:pt x="16141" y="20031"/>
                        </a:lnTo>
                        <a:cubicBezTo>
                          <a:pt x="16232" y="20123"/>
                          <a:pt x="16262" y="20275"/>
                          <a:pt x="16232" y="20396"/>
                        </a:cubicBezTo>
                        <a:cubicBezTo>
                          <a:pt x="16141" y="20609"/>
                          <a:pt x="16110" y="20822"/>
                          <a:pt x="16141" y="21065"/>
                        </a:cubicBezTo>
                        <a:cubicBezTo>
                          <a:pt x="16141" y="21065"/>
                          <a:pt x="16171" y="21126"/>
                          <a:pt x="16171" y="21126"/>
                        </a:cubicBezTo>
                        <a:cubicBezTo>
                          <a:pt x="16202" y="21126"/>
                          <a:pt x="16293" y="21126"/>
                          <a:pt x="16293" y="21065"/>
                        </a:cubicBezTo>
                        <a:cubicBezTo>
                          <a:pt x="16384" y="20943"/>
                          <a:pt x="16445" y="20791"/>
                          <a:pt x="16536" y="20639"/>
                        </a:cubicBezTo>
                        <a:lnTo>
                          <a:pt x="16536" y="20579"/>
                        </a:lnTo>
                        <a:lnTo>
                          <a:pt x="16566" y="20579"/>
                        </a:lnTo>
                        <a:cubicBezTo>
                          <a:pt x="16627" y="20487"/>
                          <a:pt x="16718" y="20457"/>
                          <a:pt x="16810" y="20457"/>
                        </a:cubicBezTo>
                        <a:lnTo>
                          <a:pt x="16810" y="20457"/>
                        </a:lnTo>
                        <a:lnTo>
                          <a:pt x="16810" y="20457"/>
                        </a:lnTo>
                        <a:cubicBezTo>
                          <a:pt x="16810" y="20457"/>
                          <a:pt x="16810" y="20427"/>
                          <a:pt x="16810" y="20427"/>
                        </a:cubicBezTo>
                        <a:cubicBezTo>
                          <a:pt x="17022" y="20183"/>
                          <a:pt x="17174" y="19910"/>
                          <a:pt x="17296" y="19636"/>
                        </a:cubicBezTo>
                        <a:cubicBezTo>
                          <a:pt x="17296" y="19606"/>
                          <a:pt x="17357" y="19606"/>
                          <a:pt x="17387" y="19606"/>
                        </a:cubicBezTo>
                        <a:cubicBezTo>
                          <a:pt x="17448" y="19606"/>
                          <a:pt x="17448" y="19636"/>
                          <a:pt x="17448" y="19667"/>
                        </a:cubicBezTo>
                        <a:cubicBezTo>
                          <a:pt x="17448" y="19728"/>
                          <a:pt x="17448" y="19788"/>
                          <a:pt x="17448" y="19849"/>
                        </a:cubicBezTo>
                        <a:cubicBezTo>
                          <a:pt x="17387" y="20001"/>
                          <a:pt x="17326" y="20153"/>
                          <a:pt x="17265" y="20275"/>
                        </a:cubicBezTo>
                        <a:cubicBezTo>
                          <a:pt x="17235" y="20396"/>
                          <a:pt x="17265" y="20487"/>
                          <a:pt x="17326" y="20579"/>
                        </a:cubicBezTo>
                        <a:lnTo>
                          <a:pt x="17357" y="20579"/>
                        </a:lnTo>
                        <a:lnTo>
                          <a:pt x="17357" y="20609"/>
                        </a:lnTo>
                        <a:cubicBezTo>
                          <a:pt x="17417" y="20670"/>
                          <a:pt x="17448" y="20761"/>
                          <a:pt x="17448" y="20852"/>
                        </a:cubicBezTo>
                        <a:lnTo>
                          <a:pt x="17478" y="20852"/>
                        </a:lnTo>
                        <a:lnTo>
                          <a:pt x="17478" y="20883"/>
                        </a:lnTo>
                        <a:lnTo>
                          <a:pt x="17448" y="20883"/>
                        </a:lnTo>
                        <a:cubicBezTo>
                          <a:pt x="17448" y="20883"/>
                          <a:pt x="17448" y="20852"/>
                          <a:pt x="17448" y="20852"/>
                        </a:cubicBezTo>
                        <a:cubicBezTo>
                          <a:pt x="17387" y="20791"/>
                          <a:pt x="17357" y="20700"/>
                          <a:pt x="17357" y="20639"/>
                        </a:cubicBezTo>
                        <a:lnTo>
                          <a:pt x="17357" y="20609"/>
                        </a:lnTo>
                        <a:lnTo>
                          <a:pt x="17357" y="20579"/>
                        </a:lnTo>
                        <a:cubicBezTo>
                          <a:pt x="17296" y="20579"/>
                          <a:pt x="17205" y="20548"/>
                          <a:pt x="17144" y="20518"/>
                        </a:cubicBezTo>
                        <a:cubicBezTo>
                          <a:pt x="17053" y="20487"/>
                          <a:pt x="16931" y="20487"/>
                          <a:pt x="16840" y="20487"/>
                        </a:cubicBezTo>
                        <a:lnTo>
                          <a:pt x="16810" y="20487"/>
                        </a:lnTo>
                        <a:cubicBezTo>
                          <a:pt x="16749" y="20548"/>
                          <a:pt x="16658" y="20609"/>
                          <a:pt x="16566" y="20579"/>
                        </a:cubicBezTo>
                        <a:lnTo>
                          <a:pt x="16566" y="20609"/>
                        </a:lnTo>
                        <a:lnTo>
                          <a:pt x="16536" y="20639"/>
                        </a:lnTo>
                        <a:cubicBezTo>
                          <a:pt x="16536" y="20852"/>
                          <a:pt x="16506" y="21035"/>
                          <a:pt x="16445" y="21217"/>
                        </a:cubicBezTo>
                        <a:cubicBezTo>
                          <a:pt x="16414" y="21308"/>
                          <a:pt x="16475" y="21399"/>
                          <a:pt x="16566" y="21430"/>
                        </a:cubicBezTo>
                        <a:cubicBezTo>
                          <a:pt x="16627" y="21430"/>
                          <a:pt x="16658" y="21430"/>
                          <a:pt x="16688" y="21430"/>
                        </a:cubicBezTo>
                        <a:lnTo>
                          <a:pt x="16688" y="21430"/>
                        </a:lnTo>
                        <a:lnTo>
                          <a:pt x="16718" y="21399"/>
                        </a:lnTo>
                        <a:cubicBezTo>
                          <a:pt x="16749" y="21369"/>
                          <a:pt x="16749" y="21338"/>
                          <a:pt x="16749" y="21308"/>
                        </a:cubicBezTo>
                        <a:cubicBezTo>
                          <a:pt x="16749" y="21338"/>
                          <a:pt x="16779" y="21338"/>
                          <a:pt x="16749" y="21369"/>
                        </a:cubicBezTo>
                        <a:lnTo>
                          <a:pt x="16718" y="21399"/>
                        </a:lnTo>
                        <a:cubicBezTo>
                          <a:pt x="16718" y="21430"/>
                          <a:pt x="16718" y="21430"/>
                          <a:pt x="16688" y="21460"/>
                        </a:cubicBezTo>
                        <a:lnTo>
                          <a:pt x="16658" y="21460"/>
                        </a:lnTo>
                        <a:cubicBezTo>
                          <a:pt x="16658" y="21521"/>
                          <a:pt x="16627" y="21582"/>
                          <a:pt x="16658" y="21642"/>
                        </a:cubicBezTo>
                        <a:cubicBezTo>
                          <a:pt x="16749" y="21734"/>
                          <a:pt x="16779" y="21825"/>
                          <a:pt x="16749" y="21946"/>
                        </a:cubicBezTo>
                        <a:cubicBezTo>
                          <a:pt x="16718" y="22038"/>
                          <a:pt x="16688" y="22098"/>
                          <a:pt x="16658" y="22190"/>
                        </a:cubicBezTo>
                        <a:cubicBezTo>
                          <a:pt x="16658" y="22250"/>
                          <a:pt x="16627" y="22342"/>
                          <a:pt x="16658" y="22402"/>
                        </a:cubicBezTo>
                        <a:cubicBezTo>
                          <a:pt x="16779" y="22554"/>
                          <a:pt x="16749" y="22737"/>
                          <a:pt x="16840" y="22889"/>
                        </a:cubicBezTo>
                        <a:cubicBezTo>
                          <a:pt x="16870" y="22919"/>
                          <a:pt x="16901" y="22949"/>
                          <a:pt x="16961" y="22949"/>
                        </a:cubicBezTo>
                        <a:cubicBezTo>
                          <a:pt x="16992" y="22949"/>
                          <a:pt x="17022" y="22919"/>
                          <a:pt x="17053" y="22889"/>
                        </a:cubicBezTo>
                        <a:cubicBezTo>
                          <a:pt x="17174" y="22706"/>
                          <a:pt x="17235" y="22494"/>
                          <a:pt x="17265" y="22281"/>
                        </a:cubicBezTo>
                        <a:lnTo>
                          <a:pt x="17265" y="22281"/>
                        </a:lnTo>
                        <a:cubicBezTo>
                          <a:pt x="17265" y="22250"/>
                          <a:pt x="17265" y="22250"/>
                          <a:pt x="17265" y="22220"/>
                        </a:cubicBezTo>
                        <a:lnTo>
                          <a:pt x="17205" y="22190"/>
                        </a:lnTo>
                        <a:lnTo>
                          <a:pt x="17235" y="22190"/>
                        </a:lnTo>
                        <a:lnTo>
                          <a:pt x="17265" y="22220"/>
                        </a:lnTo>
                        <a:lnTo>
                          <a:pt x="17265" y="22220"/>
                        </a:lnTo>
                        <a:lnTo>
                          <a:pt x="17387" y="22220"/>
                        </a:lnTo>
                        <a:lnTo>
                          <a:pt x="17387" y="22220"/>
                        </a:lnTo>
                        <a:lnTo>
                          <a:pt x="17417" y="22190"/>
                        </a:lnTo>
                        <a:lnTo>
                          <a:pt x="17417" y="22250"/>
                        </a:lnTo>
                        <a:lnTo>
                          <a:pt x="17417" y="22250"/>
                        </a:lnTo>
                        <a:cubicBezTo>
                          <a:pt x="17478" y="22311"/>
                          <a:pt x="17509" y="22402"/>
                          <a:pt x="17569" y="22463"/>
                        </a:cubicBezTo>
                        <a:lnTo>
                          <a:pt x="17569" y="22463"/>
                        </a:lnTo>
                        <a:cubicBezTo>
                          <a:pt x="17569" y="22494"/>
                          <a:pt x="17569" y="22524"/>
                          <a:pt x="17569" y="22524"/>
                        </a:cubicBezTo>
                        <a:cubicBezTo>
                          <a:pt x="17600" y="22554"/>
                          <a:pt x="17600" y="22585"/>
                          <a:pt x="17600" y="22615"/>
                        </a:cubicBezTo>
                        <a:cubicBezTo>
                          <a:pt x="17600" y="22676"/>
                          <a:pt x="17600" y="22676"/>
                          <a:pt x="17569" y="22615"/>
                        </a:cubicBezTo>
                        <a:cubicBezTo>
                          <a:pt x="17569" y="22585"/>
                          <a:pt x="17569" y="22554"/>
                          <a:pt x="17569" y="22554"/>
                        </a:cubicBezTo>
                        <a:lnTo>
                          <a:pt x="17569" y="22554"/>
                        </a:lnTo>
                        <a:lnTo>
                          <a:pt x="17539" y="22524"/>
                        </a:lnTo>
                        <a:lnTo>
                          <a:pt x="17539" y="22524"/>
                        </a:lnTo>
                        <a:cubicBezTo>
                          <a:pt x="17448" y="22554"/>
                          <a:pt x="17417" y="22676"/>
                          <a:pt x="17448" y="22767"/>
                        </a:cubicBezTo>
                        <a:cubicBezTo>
                          <a:pt x="17448" y="22889"/>
                          <a:pt x="17509" y="22949"/>
                          <a:pt x="17600" y="22980"/>
                        </a:cubicBezTo>
                        <a:cubicBezTo>
                          <a:pt x="17661" y="23010"/>
                          <a:pt x="17721" y="23041"/>
                          <a:pt x="17782" y="23041"/>
                        </a:cubicBezTo>
                        <a:cubicBezTo>
                          <a:pt x="17873" y="23041"/>
                          <a:pt x="17904" y="23101"/>
                          <a:pt x="17843" y="23162"/>
                        </a:cubicBezTo>
                        <a:cubicBezTo>
                          <a:pt x="17721" y="23284"/>
                          <a:pt x="17630" y="23466"/>
                          <a:pt x="17630" y="23649"/>
                        </a:cubicBezTo>
                        <a:cubicBezTo>
                          <a:pt x="17630" y="23740"/>
                          <a:pt x="17539" y="23709"/>
                          <a:pt x="17478" y="23740"/>
                        </a:cubicBezTo>
                        <a:cubicBezTo>
                          <a:pt x="17417" y="23770"/>
                          <a:pt x="17387" y="23831"/>
                          <a:pt x="17448" y="23892"/>
                        </a:cubicBezTo>
                        <a:cubicBezTo>
                          <a:pt x="17600" y="24074"/>
                          <a:pt x="17569" y="24135"/>
                          <a:pt x="17387" y="24226"/>
                        </a:cubicBezTo>
                        <a:cubicBezTo>
                          <a:pt x="17357" y="24256"/>
                          <a:pt x="17296" y="24256"/>
                          <a:pt x="17296" y="24317"/>
                        </a:cubicBezTo>
                        <a:cubicBezTo>
                          <a:pt x="17357" y="24469"/>
                          <a:pt x="17478" y="24591"/>
                          <a:pt x="17600" y="24530"/>
                        </a:cubicBezTo>
                        <a:cubicBezTo>
                          <a:pt x="17721" y="24469"/>
                          <a:pt x="17904" y="24439"/>
                          <a:pt x="18056" y="24439"/>
                        </a:cubicBezTo>
                        <a:cubicBezTo>
                          <a:pt x="18056" y="24439"/>
                          <a:pt x="18117" y="24439"/>
                          <a:pt x="18117" y="24469"/>
                        </a:cubicBezTo>
                        <a:lnTo>
                          <a:pt x="18117" y="24560"/>
                        </a:lnTo>
                        <a:cubicBezTo>
                          <a:pt x="18056" y="24621"/>
                          <a:pt x="17965" y="24682"/>
                          <a:pt x="17904" y="24743"/>
                        </a:cubicBezTo>
                        <a:cubicBezTo>
                          <a:pt x="17782" y="24864"/>
                          <a:pt x="17721" y="25016"/>
                          <a:pt x="17752" y="25168"/>
                        </a:cubicBezTo>
                        <a:cubicBezTo>
                          <a:pt x="17752" y="25199"/>
                          <a:pt x="17782" y="25229"/>
                          <a:pt x="17813" y="25260"/>
                        </a:cubicBezTo>
                        <a:lnTo>
                          <a:pt x="17813" y="25260"/>
                        </a:lnTo>
                        <a:lnTo>
                          <a:pt x="17752" y="25260"/>
                        </a:lnTo>
                        <a:lnTo>
                          <a:pt x="17752" y="25229"/>
                        </a:lnTo>
                        <a:cubicBezTo>
                          <a:pt x="17782" y="25260"/>
                          <a:pt x="17752" y="25260"/>
                          <a:pt x="17752" y="25260"/>
                        </a:cubicBezTo>
                        <a:lnTo>
                          <a:pt x="17752" y="25290"/>
                        </a:lnTo>
                        <a:lnTo>
                          <a:pt x="18086" y="25655"/>
                        </a:lnTo>
                        <a:cubicBezTo>
                          <a:pt x="18147" y="25715"/>
                          <a:pt x="18147" y="25807"/>
                          <a:pt x="18117" y="25898"/>
                        </a:cubicBezTo>
                        <a:cubicBezTo>
                          <a:pt x="18086" y="25959"/>
                          <a:pt x="18056" y="26050"/>
                          <a:pt x="18025" y="26111"/>
                        </a:cubicBezTo>
                        <a:lnTo>
                          <a:pt x="18025" y="26111"/>
                        </a:lnTo>
                        <a:lnTo>
                          <a:pt x="18025" y="26111"/>
                        </a:lnTo>
                        <a:lnTo>
                          <a:pt x="18025" y="26111"/>
                        </a:lnTo>
                        <a:cubicBezTo>
                          <a:pt x="17995" y="26202"/>
                          <a:pt x="17995" y="26263"/>
                          <a:pt x="18025" y="26323"/>
                        </a:cubicBezTo>
                        <a:cubicBezTo>
                          <a:pt x="18056" y="26445"/>
                          <a:pt x="18056" y="26567"/>
                          <a:pt x="17965" y="26627"/>
                        </a:cubicBezTo>
                        <a:cubicBezTo>
                          <a:pt x="17965" y="26658"/>
                          <a:pt x="17965" y="26688"/>
                          <a:pt x="17934" y="26688"/>
                        </a:cubicBezTo>
                        <a:lnTo>
                          <a:pt x="18147" y="27083"/>
                        </a:lnTo>
                        <a:cubicBezTo>
                          <a:pt x="18268" y="27144"/>
                          <a:pt x="18390" y="27205"/>
                          <a:pt x="18451" y="27326"/>
                        </a:cubicBezTo>
                        <a:cubicBezTo>
                          <a:pt x="18542" y="27448"/>
                          <a:pt x="18664" y="27509"/>
                          <a:pt x="18785" y="27570"/>
                        </a:cubicBezTo>
                        <a:cubicBezTo>
                          <a:pt x="18876" y="27600"/>
                          <a:pt x="18998" y="27661"/>
                          <a:pt x="19089" y="27722"/>
                        </a:cubicBezTo>
                        <a:cubicBezTo>
                          <a:pt x="19150" y="27752"/>
                          <a:pt x="19180" y="27813"/>
                          <a:pt x="19150" y="27874"/>
                        </a:cubicBezTo>
                        <a:cubicBezTo>
                          <a:pt x="19089" y="28026"/>
                          <a:pt x="19089" y="28147"/>
                          <a:pt x="19120" y="28299"/>
                        </a:cubicBezTo>
                        <a:cubicBezTo>
                          <a:pt x="19150" y="28329"/>
                          <a:pt x="19180" y="28390"/>
                          <a:pt x="19211" y="28421"/>
                        </a:cubicBezTo>
                        <a:lnTo>
                          <a:pt x="19241" y="28421"/>
                        </a:lnTo>
                        <a:lnTo>
                          <a:pt x="19241" y="28451"/>
                        </a:lnTo>
                        <a:lnTo>
                          <a:pt x="19241" y="28451"/>
                        </a:lnTo>
                        <a:lnTo>
                          <a:pt x="19241" y="28451"/>
                        </a:lnTo>
                        <a:cubicBezTo>
                          <a:pt x="19241" y="28512"/>
                          <a:pt x="19241" y="28542"/>
                          <a:pt x="19272" y="28603"/>
                        </a:cubicBezTo>
                        <a:cubicBezTo>
                          <a:pt x="19302" y="28633"/>
                          <a:pt x="19393" y="28603"/>
                          <a:pt x="19454" y="28633"/>
                        </a:cubicBezTo>
                        <a:cubicBezTo>
                          <a:pt x="19545" y="28633"/>
                          <a:pt x="19606" y="28694"/>
                          <a:pt x="19636" y="28785"/>
                        </a:cubicBezTo>
                        <a:cubicBezTo>
                          <a:pt x="19697" y="28937"/>
                          <a:pt x="19727" y="29089"/>
                          <a:pt x="19819" y="29211"/>
                        </a:cubicBezTo>
                        <a:cubicBezTo>
                          <a:pt x="19879" y="29363"/>
                          <a:pt x="19849" y="29485"/>
                          <a:pt x="19758" y="29606"/>
                        </a:cubicBezTo>
                        <a:cubicBezTo>
                          <a:pt x="19758" y="29636"/>
                          <a:pt x="19727" y="29697"/>
                          <a:pt x="19697" y="29697"/>
                        </a:cubicBezTo>
                        <a:cubicBezTo>
                          <a:pt x="19636" y="29758"/>
                          <a:pt x="19545" y="29788"/>
                          <a:pt x="19515" y="29788"/>
                        </a:cubicBezTo>
                        <a:cubicBezTo>
                          <a:pt x="19302" y="29758"/>
                          <a:pt x="19120" y="29667"/>
                          <a:pt x="18968" y="29545"/>
                        </a:cubicBezTo>
                        <a:lnTo>
                          <a:pt x="18998" y="29545"/>
                        </a:lnTo>
                        <a:lnTo>
                          <a:pt x="18998" y="29545"/>
                        </a:lnTo>
                        <a:cubicBezTo>
                          <a:pt x="19059" y="29576"/>
                          <a:pt x="19120" y="29576"/>
                          <a:pt x="19180" y="29576"/>
                        </a:cubicBezTo>
                        <a:cubicBezTo>
                          <a:pt x="19302" y="29606"/>
                          <a:pt x="19393" y="29485"/>
                          <a:pt x="19393" y="29393"/>
                        </a:cubicBezTo>
                        <a:cubicBezTo>
                          <a:pt x="19424" y="29120"/>
                          <a:pt x="19363" y="28877"/>
                          <a:pt x="19272" y="28633"/>
                        </a:cubicBezTo>
                        <a:cubicBezTo>
                          <a:pt x="19180" y="28573"/>
                          <a:pt x="19089" y="28512"/>
                          <a:pt x="19059" y="28390"/>
                        </a:cubicBezTo>
                        <a:cubicBezTo>
                          <a:pt x="19028" y="28269"/>
                          <a:pt x="18968" y="28177"/>
                          <a:pt x="18937" y="28086"/>
                        </a:cubicBezTo>
                        <a:cubicBezTo>
                          <a:pt x="18968" y="27782"/>
                          <a:pt x="18724" y="27509"/>
                          <a:pt x="18420" y="27478"/>
                        </a:cubicBezTo>
                        <a:cubicBezTo>
                          <a:pt x="18238" y="27418"/>
                          <a:pt x="18086" y="27326"/>
                          <a:pt x="17965" y="27205"/>
                        </a:cubicBezTo>
                        <a:cubicBezTo>
                          <a:pt x="17873" y="27144"/>
                          <a:pt x="17782" y="27053"/>
                          <a:pt x="17691" y="26992"/>
                        </a:cubicBezTo>
                        <a:cubicBezTo>
                          <a:pt x="17630" y="26962"/>
                          <a:pt x="17569" y="26962"/>
                          <a:pt x="17509" y="26962"/>
                        </a:cubicBezTo>
                        <a:cubicBezTo>
                          <a:pt x="17448" y="26962"/>
                          <a:pt x="17357" y="27022"/>
                          <a:pt x="17357" y="27053"/>
                        </a:cubicBezTo>
                        <a:cubicBezTo>
                          <a:pt x="17387" y="27205"/>
                          <a:pt x="17417" y="27326"/>
                          <a:pt x="17417" y="27478"/>
                        </a:cubicBezTo>
                        <a:cubicBezTo>
                          <a:pt x="17417" y="27539"/>
                          <a:pt x="17448" y="27600"/>
                          <a:pt x="17478" y="27661"/>
                        </a:cubicBezTo>
                        <a:cubicBezTo>
                          <a:pt x="17569" y="27782"/>
                          <a:pt x="17691" y="27904"/>
                          <a:pt x="17782" y="28026"/>
                        </a:cubicBezTo>
                        <a:cubicBezTo>
                          <a:pt x="18056" y="28451"/>
                          <a:pt x="18390" y="28755"/>
                          <a:pt x="18633" y="29181"/>
                        </a:cubicBezTo>
                        <a:cubicBezTo>
                          <a:pt x="18694" y="29241"/>
                          <a:pt x="18724" y="29272"/>
                          <a:pt x="18785" y="29302"/>
                        </a:cubicBezTo>
                        <a:lnTo>
                          <a:pt x="18785" y="29302"/>
                        </a:lnTo>
                        <a:lnTo>
                          <a:pt x="18785" y="29302"/>
                        </a:lnTo>
                        <a:cubicBezTo>
                          <a:pt x="18603" y="29363"/>
                          <a:pt x="18481" y="29515"/>
                          <a:pt x="18481" y="29728"/>
                        </a:cubicBezTo>
                        <a:lnTo>
                          <a:pt x="18481" y="30609"/>
                        </a:lnTo>
                        <a:cubicBezTo>
                          <a:pt x="18481" y="30974"/>
                          <a:pt x="18420" y="31339"/>
                          <a:pt x="18299" y="31673"/>
                        </a:cubicBezTo>
                        <a:cubicBezTo>
                          <a:pt x="18117" y="32007"/>
                          <a:pt x="17995" y="32372"/>
                          <a:pt x="17873" y="32767"/>
                        </a:cubicBezTo>
                        <a:cubicBezTo>
                          <a:pt x="17813" y="33102"/>
                          <a:pt x="17661" y="33436"/>
                          <a:pt x="17448" y="33740"/>
                        </a:cubicBezTo>
                        <a:cubicBezTo>
                          <a:pt x="17296" y="34013"/>
                          <a:pt x="17205" y="34317"/>
                          <a:pt x="17205" y="34652"/>
                        </a:cubicBezTo>
                        <a:lnTo>
                          <a:pt x="17205" y="34865"/>
                        </a:lnTo>
                        <a:cubicBezTo>
                          <a:pt x="17235" y="35229"/>
                          <a:pt x="17144" y="35594"/>
                          <a:pt x="16961" y="35898"/>
                        </a:cubicBezTo>
                        <a:cubicBezTo>
                          <a:pt x="16870" y="35989"/>
                          <a:pt x="16870" y="36111"/>
                          <a:pt x="16931" y="36232"/>
                        </a:cubicBezTo>
                        <a:cubicBezTo>
                          <a:pt x="17022" y="36445"/>
                          <a:pt x="17053" y="36688"/>
                          <a:pt x="16992" y="36931"/>
                        </a:cubicBezTo>
                        <a:cubicBezTo>
                          <a:pt x="16992" y="37053"/>
                          <a:pt x="16992" y="37175"/>
                          <a:pt x="16992" y="37296"/>
                        </a:cubicBezTo>
                        <a:cubicBezTo>
                          <a:pt x="16992" y="37357"/>
                          <a:pt x="16992" y="37418"/>
                          <a:pt x="17022" y="37479"/>
                        </a:cubicBezTo>
                        <a:cubicBezTo>
                          <a:pt x="17113" y="37661"/>
                          <a:pt x="17174" y="37874"/>
                          <a:pt x="17265" y="38056"/>
                        </a:cubicBezTo>
                        <a:cubicBezTo>
                          <a:pt x="17296" y="38086"/>
                          <a:pt x="17357" y="38147"/>
                          <a:pt x="17417" y="38178"/>
                        </a:cubicBezTo>
                        <a:cubicBezTo>
                          <a:pt x="17539" y="38238"/>
                          <a:pt x="17539" y="38238"/>
                          <a:pt x="17509" y="38360"/>
                        </a:cubicBezTo>
                        <a:cubicBezTo>
                          <a:pt x="17478" y="38421"/>
                          <a:pt x="17448" y="38482"/>
                          <a:pt x="17417" y="38542"/>
                        </a:cubicBezTo>
                        <a:cubicBezTo>
                          <a:pt x="17417" y="38603"/>
                          <a:pt x="17417" y="38664"/>
                          <a:pt x="17417" y="38755"/>
                        </a:cubicBezTo>
                        <a:cubicBezTo>
                          <a:pt x="17478" y="38938"/>
                          <a:pt x="17600" y="39120"/>
                          <a:pt x="17509" y="39333"/>
                        </a:cubicBezTo>
                        <a:cubicBezTo>
                          <a:pt x="17509" y="39393"/>
                          <a:pt x="17509" y="39454"/>
                          <a:pt x="17539" y="39515"/>
                        </a:cubicBezTo>
                        <a:cubicBezTo>
                          <a:pt x="17661" y="39758"/>
                          <a:pt x="17782" y="40032"/>
                          <a:pt x="17873" y="40275"/>
                        </a:cubicBezTo>
                        <a:cubicBezTo>
                          <a:pt x="17934" y="40397"/>
                          <a:pt x="17965" y="40518"/>
                          <a:pt x="17965" y="40670"/>
                        </a:cubicBezTo>
                        <a:cubicBezTo>
                          <a:pt x="17965" y="40822"/>
                          <a:pt x="17995" y="40913"/>
                          <a:pt x="18117" y="40913"/>
                        </a:cubicBezTo>
                        <a:cubicBezTo>
                          <a:pt x="18481" y="41035"/>
                          <a:pt x="18846" y="41187"/>
                          <a:pt x="19150" y="41430"/>
                        </a:cubicBezTo>
                        <a:cubicBezTo>
                          <a:pt x="19393" y="41582"/>
                          <a:pt x="19576" y="41856"/>
                          <a:pt x="19576" y="42159"/>
                        </a:cubicBezTo>
                        <a:cubicBezTo>
                          <a:pt x="19606" y="42403"/>
                          <a:pt x="19636" y="42646"/>
                          <a:pt x="19727" y="42889"/>
                        </a:cubicBezTo>
                        <a:cubicBezTo>
                          <a:pt x="19879" y="43284"/>
                          <a:pt x="20001" y="43710"/>
                          <a:pt x="20092" y="44135"/>
                        </a:cubicBezTo>
                        <a:cubicBezTo>
                          <a:pt x="20123" y="44257"/>
                          <a:pt x="20183" y="44378"/>
                          <a:pt x="20305" y="44470"/>
                        </a:cubicBezTo>
                        <a:cubicBezTo>
                          <a:pt x="20487" y="44652"/>
                          <a:pt x="20670" y="44895"/>
                          <a:pt x="20761" y="45138"/>
                        </a:cubicBezTo>
                        <a:cubicBezTo>
                          <a:pt x="20822" y="45260"/>
                          <a:pt x="20822" y="45412"/>
                          <a:pt x="20761" y="45503"/>
                        </a:cubicBezTo>
                        <a:cubicBezTo>
                          <a:pt x="20700" y="45594"/>
                          <a:pt x="20609" y="45625"/>
                          <a:pt x="20518" y="45625"/>
                        </a:cubicBezTo>
                        <a:lnTo>
                          <a:pt x="20457" y="45625"/>
                        </a:lnTo>
                        <a:cubicBezTo>
                          <a:pt x="20396" y="45655"/>
                          <a:pt x="20366" y="45716"/>
                          <a:pt x="20366" y="45777"/>
                        </a:cubicBezTo>
                        <a:cubicBezTo>
                          <a:pt x="20487" y="45989"/>
                          <a:pt x="20639" y="46141"/>
                          <a:pt x="20852" y="46263"/>
                        </a:cubicBezTo>
                        <a:cubicBezTo>
                          <a:pt x="21095" y="46415"/>
                          <a:pt x="21338" y="46597"/>
                          <a:pt x="21521" y="46810"/>
                        </a:cubicBezTo>
                        <a:cubicBezTo>
                          <a:pt x="21612" y="46871"/>
                          <a:pt x="21673" y="46992"/>
                          <a:pt x="21642" y="47114"/>
                        </a:cubicBezTo>
                        <a:cubicBezTo>
                          <a:pt x="21673" y="47236"/>
                          <a:pt x="21642" y="47327"/>
                          <a:pt x="21612" y="47448"/>
                        </a:cubicBezTo>
                        <a:cubicBezTo>
                          <a:pt x="21582" y="47570"/>
                          <a:pt x="21642" y="47722"/>
                          <a:pt x="21734" y="47813"/>
                        </a:cubicBezTo>
                        <a:cubicBezTo>
                          <a:pt x="22098" y="48117"/>
                          <a:pt x="22433" y="48482"/>
                          <a:pt x="22676" y="48877"/>
                        </a:cubicBezTo>
                        <a:cubicBezTo>
                          <a:pt x="22706" y="48968"/>
                          <a:pt x="22858" y="48968"/>
                          <a:pt x="22919" y="48877"/>
                        </a:cubicBezTo>
                        <a:cubicBezTo>
                          <a:pt x="23010" y="48816"/>
                          <a:pt x="23071" y="48695"/>
                          <a:pt x="23041" y="48603"/>
                        </a:cubicBezTo>
                        <a:cubicBezTo>
                          <a:pt x="23010" y="48421"/>
                          <a:pt x="22919" y="48299"/>
                          <a:pt x="22797" y="48178"/>
                        </a:cubicBezTo>
                        <a:cubicBezTo>
                          <a:pt x="22645" y="47965"/>
                          <a:pt x="22524" y="47722"/>
                          <a:pt x="22402" y="47479"/>
                        </a:cubicBezTo>
                        <a:cubicBezTo>
                          <a:pt x="22372" y="47357"/>
                          <a:pt x="22342" y="47266"/>
                          <a:pt x="22311" y="47144"/>
                        </a:cubicBezTo>
                        <a:cubicBezTo>
                          <a:pt x="22281" y="46962"/>
                          <a:pt x="22250" y="46780"/>
                          <a:pt x="22220" y="46597"/>
                        </a:cubicBezTo>
                        <a:cubicBezTo>
                          <a:pt x="22190" y="46445"/>
                          <a:pt x="21977" y="46293"/>
                          <a:pt x="21916" y="46080"/>
                        </a:cubicBezTo>
                        <a:cubicBezTo>
                          <a:pt x="21825" y="45777"/>
                          <a:pt x="21673" y="45503"/>
                          <a:pt x="21521" y="45229"/>
                        </a:cubicBezTo>
                        <a:cubicBezTo>
                          <a:pt x="21369" y="44925"/>
                          <a:pt x="21186" y="44622"/>
                          <a:pt x="21004" y="44348"/>
                        </a:cubicBezTo>
                        <a:cubicBezTo>
                          <a:pt x="20974" y="44287"/>
                          <a:pt x="20943" y="44226"/>
                          <a:pt x="20913" y="44166"/>
                        </a:cubicBezTo>
                        <a:cubicBezTo>
                          <a:pt x="20852" y="43831"/>
                          <a:pt x="20852" y="43497"/>
                          <a:pt x="20913" y="43163"/>
                        </a:cubicBezTo>
                        <a:cubicBezTo>
                          <a:pt x="20913" y="43102"/>
                          <a:pt x="20974" y="43071"/>
                          <a:pt x="21035" y="43102"/>
                        </a:cubicBezTo>
                        <a:lnTo>
                          <a:pt x="21399" y="43254"/>
                        </a:lnTo>
                        <a:cubicBezTo>
                          <a:pt x="21521" y="43314"/>
                          <a:pt x="21612" y="43436"/>
                          <a:pt x="21642" y="43558"/>
                        </a:cubicBezTo>
                        <a:cubicBezTo>
                          <a:pt x="21673" y="43862"/>
                          <a:pt x="21734" y="44166"/>
                          <a:pt x="21825" y="44439"/>
                        </a:cubicBezTo>
                        <a:cubicBezTo>
                          <a:pt x="21977" y="44865"/>
                          <a:pt x="22220" y="45260"/>
                          <a:pt x="22494" y="45625"/>
                        </a:cubicBezTo>
                        <a:cubicBezTo>
                          <a:pt x="22554" y="45685"/>
                          <a:pt x="22645" y="45746"/>
                          <a:pt x="22645" y="45837"/>
                        </a:cubicBezTo>
                        <a:cubicBezTo>
                          <a:pt x="22706" y="46020"/>
                          <a:pt x="22828" y="46202"/>
                          <a:pt x="23010" y="46324"/>
                        </a:cubicBezTo>
                        <a:cubicBezTo>
                          <a:pt x="23101" y="46415"/>
                          <a:pt x="23223" y="46476"/>
                          <a:pt x="23314" y="46597"/>
                        </a:cubicBezTo>
                        <a:cubicBezTo>
                          <a:pt x="23345" y="46628"/>
                          <a:pt x="23345" y="46719"/>
                          <a:pt x="23314" y="46780"/>
                        </a:cubicBezTo>
                        <a:lnTo>
                          <a:pt x="23223" y="46871"/>
                        </a:lnTo>
                        <a:cubicBezTo>
                          <a:pt x="23162" y="46992"/>
                          <a:pt x="23193" y="47114"/>
                          <a:pt x="23284" y="47205"/>
                        </a:cubicBezTo>
                        <a:cubicBezTo>
                          <a:pt x="23405" y="47296"/>
                          <a:pt x="23527" y="47388"/>
                          <a:pt x="23649" y="47448"/>
                        </a:cubicBezTo>
                        <a:cubicBezTo>
                          <a:pt x="23801" y="47509"/>
                          <a:pt x="23922" y="47661"/>
                          <a:pt x="23922" y="47813"/>
                        </a:cubicBezTo>
                        <a:cubicBezTo>
                          <a:pt x="23952" y="47904"/>
                          <a:pt x="23983" y="47995"/>
                          <a:pt x="24074" y="48056"/>
                        </a:cubicBezTo>
                        <a:cubicBezTo>
                          <a:pt x="24621" y="48543"/>
                          <a:pt x="25016" y="49242"/>
                          <a:pt x="25138" y="49971"/>
                        </a:cubicBezTo>
                        <a:cubicBezTo>
                          <a:pt x="25168" y="50032"/>
                          <a:pt x="25168" y="50093"/>
                          <a:pt x="25138" y="50154"/>
                        </a:cubicBezTo>
                        <a:cubicBezTo>
                          <a:pt x="25138" y="50245"/>
                          <a:pt x="25077" y="50336"/>
                          <a:pt x="25047" y="50397"/>
                        </a:cubicBezTo>
                        <a:cubicBezTo>
                          <a:pt x="24895" y="50609"/>
                          <a:pt x="24925" y="50853"/>
                          <a:pt x="25047" y="51035"/>
                        </a:cubicBezTo>
                        <a:cubicBezTo>
                          <a:pt x="25138" y="51248"/>
                          <a:pt x="25290" y="51369"/>
                          <a:pt x="25503" y="51461"/>
                        </a:cubicBezTo>
                        <a:cubicBezTo>
                          <a:pt x="25685" y="51521"/>
                          <a:pt x="25867" y="51643"/>
                          <a:pt x="25959" y="51825"/>
                        </a:cubicBezTo>
                        <a:cubicBezTo>
                          <a:pt x="26080" y="52008"/>
                          <a:pt x="26263" y="52129"/>
                          <a:pt x="26475" y="52160"/>
                        </a:cubicBezTo>
                        <a:cubicBezTo>
                          <a:pt x="26567" y="52160"/>
                          <a:pt x="26658" y="52190"/>
                          <a:pt x="26749" y="52220"/>
                        </a:cubicBezTo>
                        <a:cubicBezTo>
                          <a:pt x="26840" y="52220"/>
                          <a:pt x="26901" y="52281"/>
                          <a:pt x="26992" y="52312"/>
                        </a:cubicBezTo>
                        <a:cubicBezTo>
                          <a:pt x="27266" y="52585"/>
                          <a:pt x="27600" y="52798"/>
                          <a:pt x="27995" y="52889"/>
                        </a:cubicBezTo>
                        <a:cubicBezTo>
                          <a:pt x="28177" y="52950"/>
                          <a:pt x="28360" y="53041"/>
                          <a:pt x="28542" y="53132"/>
                        </a:cubicBezTo>
                        <a:cubicBezTo>
                          <a:pt x="28725" y="53254"/>
                          <a:pt x="28937" y="53345"/>
                          <a:pt x="29181" y="53406"/>
                        </a:cubicBezTo>
                        <a:cubicBezTo>
                          <a:pt x="29940" y="53619"/>
                          <a:pt x="29940" y="53619"/>
                          <a:pt x="30700" y="53345"/>
                        </a:cubicBezTo>
                        <a:cubicBezTo>
                          <a:pt x="30883" y="53254"/>
                          <a:pt x="31095" y="53315"/>
                          <a:pt x="31247" y="53436"/>
                        </a:cubicBezTo>
                        <a:cubicBezTo>
                          <a:pt x="31643" y="53740"/>
                          <a:pt x="31977" y="54075"/>
                          <a:pt x="32311" y="54409"/>
                        </a:cubicBezTo>
                        <a:cubicBezTo>
                          <a:pt x="32463" y="54561"/>
                          <a:pt x="32646" y="54682"/>
                          <a:pt x="32858" y="54682"/>
                        </a:cubicBezTo>
                        <a:cubicBezTo>
                          <a:pt x="33132" y="54743"/>
                          <a:pt x="33436" y="54804"/>
                          <a:pt x="33710" y="54926"/>
                        </a:cubicBezTo>
                        <a:cubicBezTo>
                          <a:pt x="34013" y="55047"/>
                          <a:pt x="34348" y="55138"/>
                          <a:pt x="34682" y="55138"/>
                        </a:cubicBezTo>
                        <a:cubicBezTo>
                          <a:pt x="34773" y="55138"/>
                          <a:pt x="34834" y="55169"/>
                          <a:pt x="34834" y="55230"/>
                        </a:cubicBezTo>
                        <a:cubicBezTo>
                          <a:pt x="34925" y="55412"/>
                          <a:pt x="35077" y="55594"/>
                          <a:pt x="35199" y="55746"/>
                        </a:cubicBezTo>
                        <a:cubicBezTo>
                          <a:pt x="35351" y="55898"/>
                          <a:pt x="35503" y="56081"/>
                          <a:pt x="35655" y="56263"/>
                        </a:cubicBezTo>
                        <a:cubicBezTo>
                          <a:pt x="35746" y="56354"/>
                          <a:pt x="35776" y="56506"/>
                          <a:pt x="35746" y="56628"/>
                        </a:cubicBezTo>
                        <a:cubicBezTo>
                          <a:pt x="35655" y="56841"/>
                          <a:pt x="35776" y="56962"/>
                          <a:pt x="35989" y="57023"/>
                        </a:cubicBezTo>
                        <a:cubicBezTo>
                          <a:pt x="36050" y="57084"/>
                          <a:pt x="36141" y="57084"/>
                          <a:pt x="36232" y="57084"/>
                        </a:cubicBezTo>
                        <a:cubicBezTo>
                          <a:pt x="36293" y="57084"/>
                          <a:pt x="36384" y="57114"/>
                          <a:pt x="36415" y="57144"/>
                        </a:cubicBezTo>
                        <a:cubicBezTo>
                          <a:pt x="36597" y="57266"/>
                          <a:pt x="36779" y="57388"/>
                          <a:pt x="36810" y="57600"/>
                        </a:cubicBezTo>
                        <a:cubicBezTo>
                          <a:pt x="36840" y="57813"/>
                          <a:pt x="37053" y="57904"/>
                          <a:pt x="37266" y="57935"/>
                        </a:cubicBezTo>
                        <a:cubicBezTo>
                          <a:pt x="37327" y="57965"/>
                          <a:pt x="37418" y="57935"/>
                          <a:pt x="37479" y="57935"/>
                        </a:cubicBezTo>
                        <a:cubicBezTo>
                          <a:pt x="37661" y="57844"/>
                          <a:pt x="37904" y="57904"/>
                          <a:pt x="38026" y="58087"/>
                        </a:cubicBezTo>
                        <a:cubicBezTo>
                          <a:pt x="38147" y="58208"/>
                          <a:pt x="38299" y="58300"/>
                          <a:pt x="38451" y="58421"/>
                        </a:cubicBezTo>
                        <a:cubicBezTo>
                          <a:pt x="38603" y="58543"/>
                          <a:pt x="38664" y="58512"/>
                          <a:pt x="38877" y="58391"/>
                        </a:cubicBezTo>
                        <a:cubicBezTo>
                          <a:pt x="38938" y="58330"/>
                          <a:pt x="38968" y="58239"/>
                          <a:pt x="38938" y="58148"/>
                        </a:cubicBezTo>
                        <a:cubicBezTo>
                          <a:pt x="38907" y="58087"/>
                          <a:pt x="38877" y="57996"/>
                          <a:pt x="38938" y="57965"/>
                        </a:cubicBezTo>
                        <a:cubicBezTo>
                          <a:pt x="39090" y="57844"/>
                          <a:pt x="39242" y="57692"/>
                          <a:pt x="39333" y="57509"/>
                        </a:cubicBezTo>
                        <a:cubicBezTo>
                          <a:pt x="39363" y="57479"/>
                          <a:pt x="39485" y="57479"/>
                          <a:pt x="39515" y="57509"/>
                        </a:cubicBezTo>
                        <a:cubicBezTo>
                          <a:pt x="39728" y="57600"/>
                          <a:pt x="39849" y="57783"/>
                          <a:pt x="39880" y="57996"/>
                        </a:cubicBezTo>
                        <a:cubicBezTo>
                          <a:pt x="39880" y="58148"/>
                          <a:pt x="39941" y="58300"/>
                          <a:pt x="40032" y="58421"/>
                        </a:cubicBezTo>
                        <a:cubicBezTo>
                          <a:pt x="40184" y="58573"/>
                          <a:pt x="40184" y="58786"/>
                          <a:pt x="40336" y="58938"/>
                        </a:cubicBezTo>
                        <a:cubicBezTo>
                          <a:pt x="40397" y="58999"/>
                          <a:pt x="40397" y="59059"/>
                          <a:pt x="40397" y="59120"/>
                        </a:cubicBezTo>
                        <a:cubicBezTo>
                          <a:pt x="40397" y="59424"/>
                          <a:pt x="40397" y="59728"/>
                          <a:pt x="40366" y="60002"/>
                        </a:cubicBezTo>
                        <a:cubicBezTo>
                          <a:pt x="40336" y="60184"/>
                          <a:pt x="40366" y="60336"/>
                          <a:pt x="40457" y="60458"/>
                        </a:cubicBezTo>
                        <a:cubicBezTo>
                          <a:pt x="40518" y="60518"/>
                          <a:pt x="40518" y="60579"/>
                          <a:pt x="40457" y="60640"/>
                        </a:cubicBezTo>
                        <a:cubicBezTo>
                          <a:pt x="40366" y="60883"/>
                          <a:pt x="40184" y="61066"/>
                          <a:pt x="39971" y="61187"/>
                        </a:cubicBezTo>
                        <a:cubicBezTo>
                          <a:pt x="39728" y="61278"/>
                          <a:pt x="39545" y="61491"/>
                          <a:pt x="39485" y="61734"/>
                        </a:cubicBezTo>
                        <a:cubicBezTo>
                          <a:pt x="39454" y="61856"/>
                          <a:pt x="39363" y="61977"/>
                          <a:pt x="39242" y="62038"/>
                        </a:cubicBezTo>
                        <a:cubicBezTo>
                          <a:pt x="39120" y="62099"/>
                          <a:pt x="38998" y="62160"/>
                          <a:pt x="38877" y="62221"/>
                        </a:cubicBezTo>
                        <a:cubicBezTo>
                          <a:pt x="38846" y="62251"/>
                          <a:pt x="38816" y="62312"/>
                          <a:pt x="38816" y="62342"/>
                        </a:cubicBezTo>
                        <a:cubicBezTo>
                          <a:pt x="38786" y="62676"/>
                          <a:pt x="38664" y="63011"/>
                          <a:pt x="38451" y="63284"/>
                        </a:cubicBezTo>
                        <a:cubicBezTo>
                          <a:pt x="38421" y="63315"/>
                          <a:pt x="38390" y="63345"/>
                          <a:pt x="38390" y="63406"/>
                        </a:cubicBezTo>
                        <a:cubicBezTo>
                          <a:pt x="38360" y="63619"/>
                          <a:pt x="38360" y="63832"/>
                          <a:pt x="38360" y="64075"/>
                        </a:cubicBezTo>
                        <a:cubicBezTo>
                          <a:pt x="38390" y="64227"/>
                          <a:pt x="38573" y="64348"/>
                          <a:pt x="38755" y="64439"/>
                        </a:cubicBezTo>
                        <a:cubicBezTo>
                          <a:pt x="38755" y="64439"/>
                          <a:pt x="38786" y="64439"/>
                          <a:pt x="38816" y="64409"/>
                        </a:cubicBezTo>
                        <a:lnTo>
                          <a:pt x="38877" y="64318"/>
                        </a:lnTo>
                        <a:cubicBezTo>
                          <a:pt x="38907" y="64348"/>
                          <a:pt x="38907" y="64379"/>
                          <a:pt x="38907" y="64409"/>
                        </a:cubicBezTo>
                        <a:cubicBezTo>
                          <a:pt x="38907" y="64531"/>
                          <a:pt x="38877" y="64652"/>
                          <a:pt x="38786" y="64713"/>
                        </a:cubicBezTo>
                        <a:cubicBezTo>
                          <a:pt x="38634" y="64804"/>
                          <a:pt x="38512" y="64865"/>
                          <a:pt x="38390" y="64987"/>
                        </a:cubicBezTo>
                        <a:cubicBezTo>
                          <a:pt x="38208" y="65108"/>
                          <a:pt x="38117" y="65351"/>
                          <a:pt x="38178" y="65594"/>
                        </a:cubicBezTo>
                        <a:cubicBezTo>
                          <a:pt x="38208" y="65686"/>
                          <a:pt x="38238" y="65807"/>
                          <a:pt x="38269" y="65898"/>
                        </a:cubicBezTo>
                        <a:cubicBezTo>
                          <a:pt x="38269" y="65990"/>
                          <a:pt x="38269" y="66050"/>
                          <a:pt x="38238" y="66111"/>
                        </a:cubicBezTo>
                        <a:cubicBezTo>
                          <a:pt x="38178" y="66233"/>
                          <a:pt x="38238" y="66354"/>
                          <a:pt x="38330" y="66385"/>
                        </a:cubicBezTo>
                        <a:cubicBezTo>
                          <a:pt x="38482" y="66476"/>
                          <a:pt x="38603" y="66567"/>
                          <a:pt x="38755" y="66628"/>
                        </a:cubicBezTo>
                        <a:cubicBezTo>
                          <a:pt x="38907" y="66719"/>
                          <a:pt x="39059" y="66841"/>
                          <a:pt x="39120" y="67023"/>
                        </a:cubicBezTo>
                        <a:cubicBezTo>
                          <a:pt x="39181" y="67145"/>
                          <a:pt x="39272" y="67297"/>
                          <a:pt x="39394" y="67388"/>
                        </a:cubicBezTo>
                        <a:cubicBezTo>
                          <a:pt x="39485" y="67449"/>
                          <a:pt x="39515" y="67540"/>
                          <a:pt x="39545" y="67601"/>
                        </a:cubicBezTo>
                        <a:cubicBezTo>
                          <a:pt x="39637" y="67905"/>
                          <a:pt x="39819" y="68148"/>
                          <a:pt x="39910" y="68421"/>
                        </a:cubicBezTo>
                        <a:cubicBezTo>
                          <a:pt x="40032" y="68786"/>
                          <a:pt x="40214" y="69120"/>
                          <a:pt x="40457" y="69424"/>
                        </a:cubicBezTo>
                        <a:cubicBezTo>
                          <a:pt x="40670" y="69759"/>
                          <a:pt x="40883" y="70123"/>
                          <a:pt x="41096" y="70488"/>
                        </a:cubicBezTo>
                        <a:cubicBezTo>
                          <a:pt x="41126" y="70549"/>
                          <a:pt x="41126" y="70610"/>
                          <a:pt x="41126" y="70671"/>
                        </a:cubicBezTo>
                        <a:cubicBezTo>
                          <a:pt x="41126" y="70853"/>
                          <a:pt x="41187" y="71035"/>
                          <a:pt x="41339" y="71157"/>
                        </a:cubicBezTo>
                        <a:cubicBezTo>
                          <a:pt x="41734" y="71552"/>
                          <a:pt x="42190" y="71886"/>
                          <a:pt x="42676" y="72190"/>
                        </a:cubicBezTo>
                        <a:cubicBezTo>
                          <a:pt x="42767" y="72251"/>
                          <a:pt x="42889" y="72281"/>
                          <a:pt x="42980" y="72312"/>
                        </a:cubicBezTo>
                        <a:cubicBezTo>
                          <a:pt x="43254" y="72403"/>
                          <a:pt x="43467" y="72555"/>
                          <a:pt x="43679" y="72737"/>
                        </a:cubicBezTo>
                        <a:cubicBezTo>
                          <a:pt x="43922" y="73011"/>
                          <a:pt x="44226" y="73224"/>
                          <a:pt x="44500" y="73467"/>
                        </a:cubicBezTo>
                        <a:cubicBezTo>
                          <a:pt x="44561" y="73528"/>
                          <a:pt x="44591" y="73619"/>
                          <a:pt x="44622" y="73710"/>
                        </a:cubicBezTo>
                        <a:cubicBezTo>
                          <a:pt x="44622" y="73832"/>
                          <a:pt x="44622" y="73923"/>
                          <a:pt x="44652" y="74044"/>
                        </a:cubicBezTo>
                        <a:cubicBezTo>
                          <a:pt x="44713" y="74257"/>
                          <a:pt x="44713" y="74500"/>
                          <a:pt x="44652" y="74713"/>
                        </a:cubicBezTo>
                        <a:cubicBezTo>
                          <a:pt x="44652" y="74804"/>
                          <a:pt x="44652" y="74896"/>
                          <a:pt x="44682" y="74987"/>
                        </a:cubicBezTo>
                        <a:cubicBezTo>
                          <a:pt x="44804" y="75412"/>
                          <a:pt x="44804" y="75899"/>
                          <a:pt x="44652" y="76324"/>
                        </a:cubicBezTo>
                        <a:cubicBezTo>
                          <a:pt x="44652" y="76385"/>
                          <a:pt x="44652" y="76446"/>
                          <a:pt x="44652" y="76506"/>
                        </a:cubicBezTo>
                        <a:cubicBezTo>
                          <a:pt x="44774" y="77206"/>
                          <a:pt x="44804" y="77874"/>
                          <a:pt x="44743" y="78543"/>
                        </a:cubicBezTo>
                        <a:cubicBezTo>
                          <a:pt x="44743" y="78725"/>
                          <a:pt x="44743" y="78908"/>
                          <a:pt x="44682" y="79090"/>
                        </a:cubicBezTo>
                        <a:cubicBezTo>
                          <a:pt x="44652" y="79333"/>
                          <a:pt x="44622" y="79546"/>
                          <a:pt x="44561" y="79759"/>
                        </a:cubicBezTo>
                        <a:cubicBezTo>
                          <a:pt x="44500" y="79880"/>
                          <a:pt x="44500" y="80032"/>
                          <a:pt x="44561" y="80154"/>
                        </a:cubicBezTo>
                        <a:cubicBezTo>
                          <a:pt x="44622" y="80367"/>
                          <a:pt x="44622" y="80579"/>
                          <a:pt x="44561" y="80762"/>
                        </a:cubicBezTo>
                        <a:cubicBezTo>
                          <a:pt x="44470" y="80944"/>
                          <a:pt x="44470" y="81157"/>
                          <a:pt x="44561" y="81370"/>
                        </a:cubicBezTo>
                        <a:cubicBezTo>
                          <a:pt x="44652" y="81613"/>
                          <a:pt x="44591" y="81886"/>
                          <a:pt x="44682" y="82160"/>
                        </a:cubicBezTo>
                        <a:cubicBezTo>
                          <a:pt x="44743" y="82282"/>
                          <a:pt x="44682" y="82434"/>
                          <a:pt x="44682" y="82555"/>
                        </a:cubicBezTo>
                        <a:cubicBezTo>
                          <a:pt x="44682" y="82677"/>
                          <a:pt x="44713" y="82798"/>
                          <a:pt x="44743" y="82890"/>
                        </a:cubicBezTo>
                        <a:cubicBezTo>
                          <a:pt x="44774" y="83011"/>
                          <a:pt x="44774" y="83133"/>
                          <a:pt x="44743" y="83224"/>
                        </a:cubicBezTo>
                        <a:cubicBezTo>
                          <a:pt x="44682" y="83376"/>
                          <a:pt x="44652" y="83528"/>
                          <a:pt x="44622" y="83680"/>
                        </a:cubicBezTo>
                        <a:cubicBezTo>
                          <a:pt x="44500" y="84197"/>
                          <a:pt x="44378" y="84713"/>
                          <a:pt x="44257" y="85200"/>
                        </a:cubicBezTo>
                        <a:cubicBezTo>
                          <a:pt x="44226" y="85291"/>
                          <a:pt x="44196" y="85382"/>
                          <a:pt x="44135" y="85443"/>
                        </a:cubicBezTo>
                        <a:cubicBezTo>
                          <a:pt x="43983" y="85534"/>
                          <a:pt x="43953" y="85747"/>
                          <a:pt x="44074" y="85868"/>
                        </a:cubicBezTo>
                        <a:cubicBezTo>
                          <a:pt x="44196" y="86111"/>
                          <a:pt x="44226" y="86385"/>
                          <a:pt x="44378" y="86628"/>
                        </a:cubicBezTo>
                        <a:cubicBezTo>
                          <a:pt x="44500" y="86841"/>
                          <a:pt x="44500" y="87084"/>
                          <a:pt x="44378" y="87297"/>
                        </a:cubicBezTo>
                        <a:cubicBezTo>
                          <a:pt x="44318" y="87388"/>
                          <a:pt x="44287" y="87540"/>
                          <a:pt x="44287" y="87662"/>
                        </a:cubicBezTo>
                        <a:cubicBezTo>
                          <a:pt x="44318" y="87814"/>
                          <a:pt x="44318" y="87935"/>
                          <a:pt x="44287" y="88057"/>
                        </a:cubicBezTo>
                        <a:cubicBezTo>
                          <a:pt x="44287" y="88239"/>
                          <a:pt x="44348" y="88391"/>
                          <a:pt x="44439" y="88513"/>
                        </a:cubicBezTo>
                        <a:lnTo>
                          <a:pt x="44622" y="88725"/>
                        </a:lnTo>
                        <a:cubicBezTo>
                          <a:pt x="44378" y="88725"/>
                          <a:pt x="44318" y="88725"/>
                          <a:pt x="44287" y="88938"/>
                        </a:cubicBezTo>
                        <a:cubicBezTo>
                          <a:pt x="44257" y="88999"/>
                          <a:pt x="44226" y="89060"/>
                          <a:pt x="44226" y="89121"/>
                        </a:cubicBezTo>
                        <a:cubicBezTo>
                          <a:pt x="44257" y="89333"/>
                          <a:pt x="44318" y="89577"/>
                          <a:pt x="44348" y="89789"/>
                        </a:cubicBezTo>
                        <a:cubicBezTo>
                          <a:pt x="44348" y="89850"/>
                          <a:pt x="44500" y="89881"/>
                          <a:pt x="44561" y="89850"/>
                        </a:cubicBezTo>
                        <a:cubicBezTo>
                          <a:pt x="44652" y="89789"/>
                          <a:pt x="44713" y="89668"/>
                          <a:pt x="44713" y="89577"/>
                        </a:cubicBezTo>
                        <a:cubicBezTo>
                          <a:pt x="44713" y="89425"/>
                          <a:pt x="44743" y="89273"/>
                          <a:pt x="44743" y="89090"/>
                        </a:cubicBezTo>
                        <a:cubicBezTo>
                          <a:pt x="44774" y="88969"/>
                          <a:pt x="44713" y="88817"/>
                          <a:pt x="44622" y="88725"/>
                        </a:cubicBezTo>
                        <a:cubicBezTo>
                          <a:pt x="44743" y="88756"/>
                          <a:pt x="44865" y="88725"/>
                          <a:pt x="44956" y="88665"/>
                        </a:cubicBezTo>
                        <a:cubicBezTo>
                          <a:pt x="45017" y="88634"/>
                          <a:pt x="45047" y="88634"/>
                          <a:pt x="45078" y="88756"/>
                        </a:cubicBezTo>
                        <a:cubicBezTo>
                          <a:pt x="45078" y="88817"/>
                          <a:pt x="45108" y="88877"/>
                          <a:pt x="45108" y="88938"/>
                        </a:cubicBezTo>
                        <a:cubicBezTo>
                          <a:pt x="45078" y="89242"/>
                          <a:pt x="45047" y="89516"/>
                          <a:pt x="45047" y="89820"/>
                        </a:cubicBezTo>
                        <a:cubicBezTo>
                          <a:pt x="45047" y="90093"/>
                          <a:pt x="45047" y="90397"/>
                          <a:pt x="44986" y="90671"/>
                        </a:cubicBezTo>
                        <a:cubicBezTo>
                          <a:pt x="44956" y="90762"/>
                          <a:pt x="44956" y="90853"/>
                          <a:pt x="45017" y="90944"/>
                        </a:cubicBezTo>
                        <a:cubicBezTo>
                          <a:pt x="45138" y="91157"/>
                          <a:pt x="45138" y="91461"/>
                          <a:pt x="44986" y="91704"/>
                        </a:cubicBezTo>
                        <a:cubicBezTo>
                          <a:pt x="44956" y="91735"/>
                          <a:pt x="44926" y="91765"/>
                          <a:pt x="44865" y="91735"/>
                        </a:cubicBezTo>
                        <a:cubicBezTo>
                          <a:pt x="44834" y="91704"/>
                          <a:pt x="44834" y="91704"/>
                          <a:pt x="44834" y="91704"/>
                        </a:cubicBezTo>
                        <a:cubicBezTo>
                          <a:pt x="44804" y="91613"/>
                          <a:pt x="44774" y="91552"/>
                          <a:pt x="44743" y="91461"/>
                        </a:cubicBezTo>
                        <a:cubicBezTo>
                          <a:pt x="44561" y="91461"/>
                          <a:pt x="44409" y="91552"/>
                          <a:pt x="44348" y="91735"/>
                        </a:cubicBezTo>
                        <a:cubicBezTo>
                          <a:pt x="44287" y="91947"/>
                          <a:pt x="44196" y="92160"/>
                          <a:pt x="44074" y="92343"/>
                        </a:cubicBezTo>
                        <a:cubicBezTo>
                          <a:pt x="44074" y="92373"/>
                          <a:pt x="44074" y="92434"/>
                          <a:pt x="44105" y="92464"/>
                        </a:cubicBezTo>
                        <a:cubicBezTo>
                          <a:pt x="44135" y="92495"/>
                          <a:pt x="44196" y="92495"/>
                          <a:pt x="44226" y="92495"/>
                        </a:cubicBezTo>
                        <a:cubicBezTo>
                          <a:pt x="44287" y="92464"/>
                          <a:pt x="44348" y="92403"/>
                          <a:pt x="44409" y="92403"/>
                        </a:cubicBezTo>
                        <a:cubicBezTo>
                          <a:pt x="44530" y="92403"/>
                          <a:pt x="44652" y="92434"/>
                          <a:pt x="44774" y="92464"/>
                        </a:cubicBezTo>
                        <a:cubicBezTo>
                          <a:pt x="44865" y="92525"/>
                          <a:pt x="44895" y="92616"/>
                          <a:pt x="44895" y="92677"/>
                        </a:cubicBezTo>
                        <a:cubicBezTo>
                          <a:pt x="44834" y="92859"/>
                          <a:pt x="44834" y="93042"/>
                          <a:pt x="44834" y="93224"/>
                        </a:cubicBezTo>
                        <a:lnTo>
                          <a:pt x="44834" y="93224"/>
                        </a:lnTo>
                        <a:lnTo>
                          <a:pt x="44834" y="93224"/>
                        </a:lnTo>
                        <a:lnTo>
                          <a:pt x="44865" y="93224"/>
                        </a:lnTo>
                        <a:cubicBezTo>
                          <a:pt x="44865" y="93254"/>
                          <a:pt x="44865" y="93254"/>
                          <a:pt x="44834" y="93224"/>
                        </a:cubicBezTo>
                        <a:lnTo>
                          <a:pt x="44804" y="93224"/>
                        </a:lnTo>
                        <a:lnTo>
                          <a:pt x="44804" y="93224"/>
                        </a:lnTo>
                        <a:cubicBezTo>
                          <a:pt x="44682" y="93254"/>
                          <a:pt x="44561" y="93285"/>
                          <a:pt x="44470" y="93376"/>
                        </a:cubicBezTo>
                        <a:cubicBezTo>
                          <a:pt x="44409" y="93437"/>
                          <a:pt x="44348" y="93498"/>
                          <a:pt x="44378" y="93589"/>
                        </a:cubicBezTo>
                        <a:cubicBezTo>
                          <a:pt x="44378" y="93680"/>
                          <a:pt x="44409" y="93771"/>
                          <a:pt x="44439" y="93862"/>
                        </a:cubicBezTo>
                        <a:cubicBezTo>
                          <a:pt x="44470" y="93923"/>
                          <a:pt x="44530" y="93954"/>
                          <a:pt x="44530" y="94014"/>
                        </a:cubicBezTo>
                        <a:cubicBezTo>
                          <a:pt x="44530" y="94075"/>
                          <a:pt x="44530" y="94197"/>
                          <a:pt x="44591" y="94257"/>
                        </a:cubicBezTo>
                        <a:cubicBezTo>
                          <a:pt x="44622" y="94288"/>
                          <a:pt x="44652" y="94318"/>
                          <a:pt x="44682" y="94349"/>
                        </a:cubicBezTo>
                        <a:lnTo>
                          <a:pt x="44682" y="94349"/>
                        </a:lnTo>
                        <a:lnTo>
                          <a:pt x="44682" y="94349"/>
                        </a:lnTo>
                        <a:lnTo>
                          <a:pt x="44682" y="94349"/>
                        </a:lnTo>
                        <a:lnTo>
                          <a:pt x="44682" y="94349"/>
                        </a:lnTo>
                        <a:cubicBezTo>
                          <a:pt x="44713" y="94440"/>
                          <a:pt x="44713" y="94501"/>
                          <a:pt x="44682" y="94561"/>
                        </a:cubicBezTo>
                        <a:cubicBezTo>
                          <a:pt x="44652" y="94744"/>
                          <a:pt x="44652" y="94744"/>
                          <a:pt x="44834" y="94835"/>
                        </a:cubicBezTo>
                        <a:cubicBezTo>
                          <a:pt x="44926" y="94896"/>
                          <a:pt x="45017" y="94987"/>
                          <a:pt x="45138" y="95048"/>
                        </a:cubicBezTo>
                        <a:lnTo>
                          <a:pt x="45138" y="95048"/>
                        </a:lnTo>
                        <a:lnTo>
                          <a:pt x="45138" y="95048"/>
                        </a:lnTo>
                        <a:cubicBezTo>
                          <a:pt x="45199" y="95200"/>
                          <a:pt x="45199" y="95200"/>
                          <a:pt x="45138" y="95291"/>
                        </a:cubicBezTo>
                        <a:lnTo>
                          <a:pt x="45138" y="95291"/>
                        </a:lnTo>
                        <a:lnTo>
                          <a:pt x="45138" y="95321"/>
                        </a:lnTo>
                        <a:lnTo>
                          <a:pt x="45138" y="95321"/>
                        </a:lnTo>
                        <a:cubicBezTo>
                          <a:pt x="45169" y="95534"/>
                          <a:pt x="45169" y="95777"/>
                          <a:pt x="45138" y="95990"/>
                        </a:cubicBezTo>
                        <a:cubicBezTo>
                          <a:pt x="45108" y="96081"/>
                          <a:pt x="45199" y="96142"/>
                          <a:pt x="45290" y="96142"/>
                        </a:cubicBezTo>
                        <a:cubicBezTo>
                          <a:pt x="45412" y="96142"/>
                          <a:pt x="45442" y="96112"/>
                          <a:pt x="45473" y="95990"/>
                        </a:cubicBezTo>
                        <a:cubicBezTo>
                          <a:pt x="45473" y="95808"/>
                          <a:pt x="45503" y="95656"/>
                          <a:pt x="45533" y="95504"/>
                        </a:cubicBezTo>
                        <a:lnTo>
                          <a:pt x="45533" y="95504"/>
                        </a:lnTo>
                        <a:lnTo>
                          <a:pt x="45503" y="95443"/>
                        </a:lnTo>
                        <a:lnTo>
                          <a:pt x="45564" y="95473"/>
                        </a:lnTo>
                        <a:lnTo>
                          <a:pt x="45564" y="95504"/>
                        </a:lnTo>
                        <a:cubicBezTo>
                          <a:pt x="45625" y="95564"/>
                          <a:pt x="45655" y="95656"/>
                          <a:pt x="45655" y="95716"/>
                        </a:cubicBezTo>
                        <a:cubicBezTo>
                          <a:pt x="45655" y="95808"/>
                          <a:pt x="45685" y="95899"/>
                          <a:pt x="45746" y="95960"/>
                        </a:cubicBezTo>
                        <a:cubicBezTo>
                          <a:pt x="45837" y="96051"/>
                          <a:pt x="45868" y="96112"/>
                          <a:pt x="45777" y="96203"/>
                        </a:cubicBezTo>
                        <a:cubicBezTo>
                          <a:pt x="45716" y="96294"/>
                          <a:pt x="45685" y="96355"/>
                          <a:pt x="45564" y="96355"/>
                        </a:cubicBezTo>
                        <a:cubicBezTo>
                          <a:pt x="45533" y="96355"/>
                          <a:pt x="45473" y="96355"/>
                          <a:pt x="45442" y="96355"/>
                        </a:cubicBezTo>
                        <a:cubicBezTo>
                          <a:pt x="45412" y="96355"/>
                          <a:pt x="45351" y="96385"/>
                          <a:pt x="45351" y="96446"/>
                        </a:cubicBezTo>
                        <a:cubicBezTo>
                          <a:pt x="45321" y="96476"/>
                          <a:pt x="45351" y="96537"/>
                          <a:pt x="45381" y="96537"/>
                        </a:cubicBezTo>
                        <a:cubicBezTo>
                          <a:pt x="45442" y="96568"/>
                          <a:pt x="45503" y="96598"/>
                          <a:pt x="45594" y="96598"/>
                        </a:cubicBezTo>
                        <a:cubicBezTo>
                          <a:pt x="45807" y="96598"/>
                          <a:pt x="45868" y="96780"/>
                          <a:pt x="45959" y="96932"/>
                        </a:cubicBezTo>
                        <a:cubicBezTo>
                          <a:pt x="45898" y="97054"/>
                          <a:pt x="45959" y="97145"/>
                          <a:pt x="46081" y="97206"/>
                        </a:cubicBezTo>
                        <a:cubicBezTo>
                          <a:pt x="46202" y="97297"/>
                          <a:pt x="46354" y="97419"/>
                          <a:pt x="46476" y="97510"/>
                        </a:cubicBezTo>
                        <a:lnTo>
                          <a:pt x="46537" y="97510"/>
                        </a:lnTo>
                        <a:lnTo>
                          <a:pt x="46537" y="97540"/>
                        </a:lnTo>
                        <a:lnTo>
                          <a:pt x="46506" y="97540"/>
                        </a:lnTo>
                        <a:cubicBezTo>
                          <a:pt x="46506" y="97571"/>
                          <a:pt x="46476" y="97571"/>
                          <a:pt x="46476" y="97540"/>
                        </a:cubicBezTo>
                        <a:cubicBezTo>
                          <a:pt x="46293" y="97571"/>
                          <a:pt x="46081" y="97540"/>
                          <a:pt x="45929" y="97449"/>
                        </a:cubicBezTo>
                        <a:cubicBezTo>
                          <a:pt x="45898" y="97419"/>
                          <a:pt x="45837" y="97419"/>
                          <a:pt x="45807" y="97419"/>
                        </a:cubicBezTo>
                        <a:cubicBezTo>
                          <a:pt x="45807" y="97419"/>
                          <a:pt x="45746" y="97419"/>
                          <a:pt x="45746" y="97449"/>
                        </a:cubicBezTo>
                        <a:cubicBezTo>
                          <a:pt x="45746" y="97449"/>
                          <a:pt x="45746" y="97540"/>
                          <a:pt x="45777" y="97571"/>
                        </a:cubicBezTo>
                        <a:cubicBezTo>
                          <a:pt x="46081" y="97753"/>
                          <a:pt x="46324" y="97966"/>
                          <a:pt x="46567" y="98209"/>
                        </a:cubicBezTo>
                        <a:cubicBezTo>
                          <a:pt x="46658" y="98270"/>
                          <a:pt x="46780" y="98361"/>
                          <a:pt x="46932" y="98391"/>
                        </a:cubicBezTo>
                        <a:cubicBezTo>
                          <a:pt x="46992" y="98391"/>
                          <a:pt x="47084" y="98391"/>
                          <a:pt x="47175" y="98391"/>
                        </a:cubicBezTo>
                        <a:cubicBezTo>
                          <a:pt x="47205" y="98330"/>
                          <a:pt x="47236" y="98270"/>
                          <a:pt x="47236" y="98239"/>
                        </a:cubicBezTo>
                        <a:cubicBezTo>
                          <a:pt x="47266" y="98209"/>
                          <a:pt x="47266" y="98209"/>
                          <a:pt x="47296" y="98179"/>
                        </a:cubicBezTo>
                        <a:cubicBezTo>
                          <a:pt x="47357" y="98179"/>
                          <a:pt x="47357" y="98209"/>
                          <a:pt x="47327" y="98270"/>
                        </a:cubicBezTo>
                        <a:cubicBezTo>
                          <a:pt x="47327" y="98300"/>
                          <a:pt x="47327" y="98361"/>
                          <a:pt x="47327" y="98391"/>
                        </a:cubicBezTo>
                        <a:lnTo>
                          <a:pt x="47448" y="98422"/>
                        </a:lnTo>
                        <a:cubicBezTo>
                          <a:pt x="47600" y="98452"/>
                          <a:pt x="47692" y="98513"/>
                          <a:pt x="47661" y="98695"/>
                        </a:cubicBezTo>
                        <a:cubicBezTo>
                          <a:pt x="47631" y="98726"/>
                          <a:pt x="47661" y="98786"/>
                          <a:pt x="47722" y="98786"/>
                        </a:cubicBezTo>
                        <a:cubicBezTo>
                          <a:pt x="47874" y="98847"/>
                          <a:pt x="47995" y="98938"/>
                          <a:pt x="48056" y="99090"/>
                        </a:cubicBezTo>
                        <a:cubicBezTo>
                          <a:pt x="48087" y="99182"/>
                          <a:pt x="48178" y="99212"/>
                          <a:pt x="48269" y="99212"/>
                        </a:cubicBezTo>
                        <a:cubicBezTo>
                          <a:pt x="48360" y="99121"/>
                          <a:pt x="48391" y="98999"/>
                          <a:pt x="48512" y="98938"/>
                        </a:cubicBezTo>
                        <a:cubicBezTo>
                          <a:pt x="48573" y="98908"/>
                          <a:pt x="48634" y="98938"/>
                          <a:pt x="48634" y="98969"/>
                        </a:cubicBezTo>
                        <a:cubicBezTo>
                          <a:pt x="48634" y="98999"/>
                          <a:pt x="48634" y="99060"/>
                          <a:pt x="48634" y="99090"/>
                        </a:cubicBezTo>
                        <a:cubicBezTo>
                          <a:pt x="48634" y="99182"/>
                          <a:pt x="48603" y="99273"/>
                          <a:pt x="48695" y="99334"/>
                        </a:cubicBezTo>
                        <a:cubicBezTo>
                          <a:pt x="48786" y="99394"/>
                          <a:pt x="48847" y="99425"/>
                          <a:pt x="48938" y="99425"/>
                        </a:cubicBezTo>
                        <a:cubicBezTo>
                          <a:pt x="48999" y="99425"/>
                          <a:pt x="49090" y="99425"/>
                          <a:pt x="49151" y="99425"/>
                        </a:cubicBezTo>
                        <a:lnTo>
                          <a:pt x="49394" y="99425"/>
                        </a:lnTo>
                        <a:cubicBezTo>
                          <a:pt x="49546" y="99425"/>
                          <a:pt x="49546" y="99425"/>
                          <a:pt x="49515" y="99212"/>
                        </a:cubicBezTo>
                        <a:lnTo>
                          <a:pt x="49485" y="99212"/>
                        </a:lnTo>
                        <a:cubicBezTo>
                          <a:pt x="49485" y="99212"/>
                          <a:pt x="49485" y="99212"/>
                          <a:pt x="49485" y="99182"/>
                        </a:cubicBezTo>
                        <a:lnTo>
                          <a:pt x="49454" y="99182"/>
                        </a:lnTo>
                        <a:cubicBezTo>
                          <a:pt x="49454" y="99151"/>
                          <a:pt x="49485" y="99182"/>
                          <a:pt x="49485" y="99182"/>
                        </a:cubicBezTo>
                        <a:cubicBezTo>
                          <a:pt x="49485" y="99212"/>
                          <a:pt x="49485" y="99182"/>
                          <a:pt x="49515" y="99182"/>
                        </a:cubicBezTo>
                        <a:lnTo>
                          <a:pt x="49515" y="99182"/>
                        </a:lnTo>
                        <a:lnTo>
                          <a:pt x="49880" y="99090"/>
                        </a:lnTo>
                        <a:cubicBezTo>
                          <a:pt x="49971" y="99060"/>
                          <a:pt x="50062" y="98999"/>
                          <a:pt x="50062" y="98878"/>
                        </a:cubicBezTo>
                        <a:cubicBezTo>
                          <a:pt x="50062" y="98847"/>
                          <a:pt x="50093" y="98817"/>
                          <a:pt x="50154" y="98847"/>
                        </a:cubicBezTo>
                        <a:cubicBezTo>
                          <a:pt x="50214" y="98847"/>
                          <a:pt x="50366" y="98908"/>
                          <a:pt x="50427" y="98878"/>
                        </a:cubicBezTo>
                        <a:cubicBezTo>
                          <a:pt x="50579" y="98786"/>
                          <a:pt x="50701" y="98665"/>
                          <a:pt x="50853" y="98574"/>
                        </a:cubicBezTo>
                        <a:lnTo>
                          <a:pt x="50853" y="98513"/>
                        </a:lnTo>
                        <a:cubicBezTo>
                          <a:pt x="50792" y="98422"/>
                          <a:pt x="50670" y="98452"/>
                          <a:pt x="50610" y="98422"/>
                        </a:cubicBezTo>
                        <a:cubicBezTo>
                          <a:pt x="50306" y="98300"/>
                          <a:pt x="50032" y="98179"/>
                          <a:pt x="49728" y="98057"/>
                        </a:cubicBezTo>
                        <a:cubicBezTo>
                          <a:pt x="49698" y="98027"/>
                          <a:pt x="49667" y="97996"/>
                          <a:pt x="49637" y="97966"/>
                        </a:cubicBezTo>
                        <a:cubicBezTo>
                          <a:pt x="49515" y="97814"/>
                          <a:pt x="49333" y="97723"/>
                          <a:pt x="49211" y="97540"/>
                        </a:cubicBezTo>
                        <a:cubicBezTo>
                          <a:pt x="49120" y="97479"/>
                          <a:pt x="49090" y="97358"/>
                          <a:pt x="49059" y="97267"/>
                        </a:cubicBezTo>
                        <a:cubicBezTo>
                          <a:pt x="49059" y="96993"/>
                          <a:pt x="48816" y="96811"/>
                          <a:pt x="48573" y="96811"/>
                        </a:cubicBezTo>
                        <a:lnTo>
                          <a:pt x="48330" y="96811"/>
                        </a:lnTo>
                        <a:lnTo>
                          <a:pt x="48330" y="96841"/>
                        </a:lnTo>
                        <a:lnTo>
                          <a:pt x="48299" y="96841"/>
                        </a:lnTo>
                        <a:cubicBezTo>
                          <a:pt x="48299" y="96902"/>
                          <a:pt x="48299" y="96993"/>
                          <a:pt x="48239" y="96993"/>
                        </a:cubicBezTo>
                        <a:cubicBezTo>
                          <a:pt x="48026" y="97115"/>
                          <a:pt x="48026" y="97297"/>
                          <a:pt x="47995" y="97510"/>
                        </a:cubicBezTo>
                        <a:cubicBezTo>
                          <a:pt x="48026" y="97540"/>
                          <a:pt x="48026" y="97540"/>
                          <a:pt x="47995" y="97571"/>
                        </a:cubicBezTo>
                        <a:cubicBezTo>
                          <a:pt x="47995" y="97601"/>
                          <a:pt x="47995" y="97601"/>
                          <a:pt x="47965" y="97601"/>
                        </a:cubicBezTo>
                        <a:cubicBezTo>
                          <a:pt x="47935" y="97601"/>
                          <a:pt x="47935" y="97571"/>
                          <a:pt x="47935" y="97571"/>
                        </a:cubicBezTo>
                        <a:cubicBezTo>
                          <a:pt x="47904" y="97479"/>
                          <a:pt x="47904" y="97388"/>
                          <a:pt x="47935" y="97297"/>
                        </a:cubicBezTo>
                        <a:cubicBezTo>
                          <a:pt x="47935" y="97084"/>
                          <a:pt x="48087" y="96902"/>
                          <a:pt x="48299" y="96841"/>
                        </a:cubicBezTo>
                        <a:lnTo>
                          <a:pt x="48299" y="96811"/>
                        </a:lnTo>
                        <a:lnTo>
                          <a:pt x="48330" y="96811"/>
                        </a:lnTo>
                        <a:cubicBezTo>
                          <a:pt x="48391" y="96689"/>
                          <a:pt x="48451" y="96568"/>
                          <a:pt x="48603" y="96628"/>
                        </a:cubicBezTo>
                        <a:cubicBezTo>
                          <a:pt x="48634" y="96628"/>
                          <a:pt x="48664" y="96628"/>
                          <a:pt x="48695" y="96628"/>
                        </a:cubicBezTo>
                        <a:cubicBezTo>
                          <a:pt x="48725" y="96628"/>
                          <a:pt x="48755" y="96598"/>
                          <a:pt x="48786" y="96568"/>
                        </a:cubicBezTo>
                        <a:cubicBezTo>
                          <a:pt x="48816" y="96537"/>
                          <a:pt x="48816" y="96507"/>
                          <a:pt x="48786" y="96446"/>
                        </a:cubicBezTo>
                        <a:cubicBezTo>
                          <a:pt x="48695" y="96324"/>
                          <a:pt x="48573" y="96172"/>
                          <a:pt x="48482" y="96020"/>
                        </a:cubicBezTo>
                        <a:cubicBezTo>
                          <a:pt x="48421" y="95838"/>
                          <a:pt x="48360" y="95686"/>
                          <a:pt x="48330" y="95504"/>
                        </a:cubicBezTo>
                        <a:cubicBezTo>
                          <a:pt x="48269" y="95321"/>
                          <a:pt x="48299" y="95139"/>
                          <a:pt x="48451" y="94987"/>
                        </a:cubicBezTo>
                        <a:cubicBezTo>
                          <a:pt x="48512" y="94926"/>
                          <a:pt x="48573" y="94865"/>
                          <a:pt x="48634" y="94805"/>
                        </a:cubicBezTo>
                        <a:cubicBezTo>
                          <a:pt x="48816" y="94683"/>
                          <a:pt x="48907" y="94470"/>
                          <a:pt x="48877" y="94288"/>
                        </a:cubicBezTo>
                        <a:cubicBezTo>
                          <a:pt x="48847" y="94106"/>
                          <a:pt x="48938" y="93923"/>
                          <a:pt x="49059" y="93802"/>
                        </a:cubicBezTo>
                        <a:cubicBezTo>
                          <a:pt x="49211" y="93650"/>
                          <a:pt x="49333" y="93498"/>
                          <a:pt x="49454" y="93315"/>
                        </a:cubicBezTo>
                        <a:cubicBezTo>
                          <a:pt x="49515" y="93224"/>
                          <a:pt x="49546" y="93133"/>
                          <a:pt x="49515" y="93011"/>
                        </a:cubicBezTo>
                        <a:cubicBezTo>
                          <a:pt x="49515" y="92950"/>
                          <a:pt x="49515" y="92859"/>
                          <a:pt x="49485" y="92798"/>
                        </a:cubicBezTo>
                        <a:cubicBezTo>
                          <a:pt x="49454" y="92616"/>
                          <a:pt x="49394" y="92464"/>
                          <a:pt x="49151" y="92434"/>
                        </a:cubicBezTo>
                        <a:cubicBezTo>
                          <a:pt x="49029" y="92434"/>
                          <a:pt x="48938" y="92403"/>
                          <a:pt x="48847" y="92312"/>
                        </a:cubicBezTo>
                        <a:cubicBezTo>
                          <a:pt x="48755" y="92221"/>
                          <a:pt x="48634" y="92160"/>
                          <a:pt x="48543" y="92069"/>
                        </a:cubicBezTo>
                        <a:cubicBezTo>
                          <a:pt x="48330" y="91917"/>
                          <a:pt x="48299" y="91583"/>
                          <a:pt x="48482" y="91400"/>
                        </a:cubicBezTo>
                        <a:cubicBezTo>
                          <a:pt x="48543" y="91309"/>
                          <a:pt x="48634" y="91218"/>
                          <a:pt x="48725" y="91157"/>
                        </a:cubicBezTo>
                        <a:cubicBezTo>
                          <a:pt x="48847" y="91096"/>
                          <a:pt x="48999" y="91036"/>
                          <a:pt x="49151" y="90975"/>
                        </a:cubicBezTo>
                        <a:cubicBezTo>
                          <a:pt x="49181" y="90975"/>
                          <a:pt x="49242" y="90914"/>
                          <a:pt x="49242" y="90884"/>
                        </a:cubicBezTo>
                        <a:cubicBezTo>
                          <a:pt x="49272" y="90701"/>
                          <a:pt x="49424" y="90519"/>
                          <a:pt x="49333" y="90306"/>
                        </a:cubicBezTo>
                        <a:cubicBezTo>
                          <a:pt x="49333" y="90245"/>
                          <a:pt x="49303" y="90184"/>
                          <a:pt x="49303" y="90093"/>
                        </a:cubicBezTo>
                        <a:cubicBezTo>
                          <a:pt x="49272" y="89911"/>
                          <a:pt x="49333" y="89729"/>
                          <a:pt x="49485" y="89607"/>
                        </a:cubicBezTo>
                        <a:cubicBezTo>
                          <a:pt x="49546" y="89516"/>
                          <a:pt x="49637" y="89425"/>
                          <a:pt x="49698" y="89333"/>
                        </a:cubicBezTo>
                        <a:lnTo>
                          <a:pt x="49698" y="89333"/>
                        </a:lnTo>
                        <a:lnTo>
                          <a:pt x="49698" y="89303"/>
                        </a:lnTo>
                        <a:cubicBezTo>
                          <a:pt x="49667" y="89303"/>
                          <a:pt x="49606" y="89303"/>
                          <a:pt x="49546" y="89273"/>
                        </a:cubicBezTo>
                        <a:cubicBezTo>
                          <a:pt x="49515" y="89273"/>
                          <a:pt x="49515" y="89212"/>
                          <a:pt x="49546" y="89181"/>
                        </a:cubicBezTo>
                        <a:cubicBezTo>
                          <a:pt x="49576" y="89151"/>
                          <a:pt x="49606" y="89151"/>
                          <a:pt x="49606" y="89181"/>
                        </a:cubicBezTo>
                        <a:cubicBezTo>
                          <a:pt x="49606" y="89181"/>
                          <a:pt x="49667" y="89273"/>
                          <a:pt x="49698" y="89303"/>
                        </a:cubicBezTo>
                        <a:lnTo>
                          <a:pt x="49728" y="89303"/>
                        </a:lnTo>
                        <a:lnTo>
                          <a:pt x="49728" y="89333"/>
                        </a:lnTo>
                        <a:cubicBezTo>
                          <a:pt x="49789" y="89333"/>
                          <a:pt x="49819" y="89333"/>
                          <a:pt x="49850" y="89333"/>
                        </a:cubicBezTo>
                        <a:cubicBezTo>
                          <a:pt x="50032" y="89333"/>
                          <a:pt x="50123" y="89212"/>
                          <a:pt x="50093" y="89060"/>
                        </a:cubicBezTo>
                        <a:cubicBezTo>
                          <a:pt x="50093" y="88969"/>
                          <a:pt x="50062" y="88847"/>
                          <a:pt x="50032" y="88756"/>
                        </a:cubicBezTo>
                        <a:cubicBezTo>
                          <a:pt x="50002" y="88695"/>
                          <a:pt x="49910" y="88665"/>
                          <a:pt x="49850" y="88665"/>
                        </a:cubicBezTo>
                        <a:lnTo>
                          <a:pt x="49728" y="88756"/>
                        </a:lnTo>
                        <a:cubicBezTo>
                          <a:pt x="49546" y="88847"/>
                          <a:pt x="49303" y="88725"/>
                          <a:pt x="49242" y="88513"/>
                        </a:cubicBezTo>
                        <a:cubicBezTo>
                          <a:pt x="49211" y="88391"/>
                          <a:pt x="49211" y="88239"/>
                          <a:pt x="49181" y="88118"/>
                        </a:cubicBezTo>
                        <a:cubicBezTo>
                          <a:pt x="49181" y="88087"/>
                          <a:pt x="49151" y="88026"/>
                          <a:pt x="49120" y="87996"/>
                        </a:cubicBezTo>
                        <a:cubicBezTo>
                          <a:pt x="49120" y="87966"/>
                          <a:pt x="49242" y="87814"/>
                          <a:pt x="49303" y="87844"/>
                        </a:cubicBezTo>
                        <a:cubicBezTo>
                          <a:pt x="49454" y="87905"/>
                          <a:pt x="49576" y="87935"/>
                          <a:pt x="49698" y="87996"/>
                        </a:cubicBezTo>
                        <a:cubicBezTo>
                          <a:pt x="49850" y="88087"/>
                          <a:pt x="50032" y="88148"/>
                          <a:pt x="50214" y="88087"/>
                        </a:cubicBezTo>
                        <a:cubicBezTo>
                          <a:pt x="50427" y="88057"/>
                          <a:pt x="50610" y="87905"/>
                          <a:pt x="50640" y="87692"/>
                        </a:cubicBezTo>
                        <a:cubicBezTo>
                          <a:pt x="50640" y="87570"/>
                          <a:pt x="50579" y="87418"/>
                          <a:pt x="50579" y="87297"/>
                        </a:cubicBezTo>
                        <a:cubicBezTo>
                          <a:pt x="50579" y="87145"/>
                          <a:pt x="50640" y="86993"/>
                          <a:pt x="50640" y="86811"/>
                        </a:cubicBezTo>
                        <a:cubicBezTo>
                          <a:pt x="50640" y="86811"/>
                          <a:pt x="50640" y="86780"/>
                          <a:pt x="50640" y="86750"/>
                        </a:cubicBezTo>
                        <a:cubicBezTo>
                          <a:pt x="50610" y="86750"/>
                          <a:pt x="50610" y="86659"/>
                          <a:pt x="50579" y="86628"/>
                        </a:cubicBezTo>
                        <a:cubicBezTo>
                          <a:pt x="50579" y="86476"/>
                          <a:pt x="50640" y="86385"/>
                          <a:pt x="50762" y="86415"/>
                        </a:cubicBezTo>
                        <a:cubicBezTo>
                          <a:pt x="51248" y="86537"/>
                          <a:pt x="51765" y="86507"/>
                          <a:pt x="52251" y="86294"/>
                        </a:cubicBezTo>
                        <a:cubicBezTo>
                          <a:pt x="52372" y="86263"/>
                          <a:pt x="52494" y="86203"/>
                          <a:pt x="52616" y="86172"/>
                        </a:cubicBezTo>
                        <a:cubicBezTo>
                          <a:pt x="52828" y="86111"/>
                          <a:pt x="53011" y="85929"/>
                          <a:pt x="53072" y="85686"/>
                        </a:cubicBezTo>
                        <a:cubicBezTo>
                          <a:pt x="53102" y="85534"/>
                          <a:pt x="53193" y="85412"/>
                          <a:pt x="53254" y="85260"/>
                        </a:cubicBezTo>
                        <a:cubicBezTo>
                          <a:pt x="53284" y="85169"/>
                          <a:pt x="53315" y="85078"/>
                          <a:pt x="53345" y="84987"/>
                        </a:cubicBezTo>
                        <a:cubicBezTo>
                          <a:pt x="53345" y="84896"/>
                          <a:pt x="53315" y="84774"/>
                          <a:pt x="53193" y="84713"/>
                        </a:cubicBezTo>
                        <a:cubicBezTo>
                          <a:pt x="53132" y="84683"/>
                          <a:pt x="53072" y="84652"/>
                          <a:pt x="53011" y="84622"/>
                        </a:cubicBezTo>
                        <a:cubicBezTo>
                          <a:pt x="52950" y="84592"/>
                          <a:pt x="52920" y="84501"/>
                          <a:pt x="52950" y="84440"/>
                        </a:cubicBezTo>
                        <a:cubicBezTo>
                          <a:pt x="52950" y="84379"/>
                          <a:pt x="52950" y="84318"/>
                          <a:pt x="52980" y="84227"/>
                        </a:cubicBezTo>
                        <a:cubicBezTo>
                          <a:pt x="53041" y="84075"/>
                          <a:pt x="52980" y="83923"/>
                          <a:pt x="52859" y="83832"/>
                        </a:cubicBezTo>
                        <a:cubicBezTo>
                          <a:pt x="52707" y="83680"/>
                          <a:pt x="52524" y="83619"/>
                          <a:pt x="52372" y="83467"/>
                        </a:cubicBezTo>
                        <a:lnTo>
                          <a:pt x="52342" y="83467"/>
                        </a:lnTo>
                        <a:cubicBezTo>
                          <a:pt x="52342" y="83467"/>
                          <a:pt x="52342" y="83437"/>
                          <a:pt x="52342" y="83437"/>
                        </a:cubicBezTo>
                        <a:lnTo>
                          <a:pt x="52312" y="83406"/>
                        </a:lnTo>
                        <a:cubicBezTo>
                          <a:pt x="52342" y="83406"/>
                          <a:pt x="52342" y="83406"/>
                          <a:pt x="52342" y="83406"/>
                        </a:cubicBezTo>
                        <a:lnTo>
                          <a:pt x="52342" y="83406"/>
                        </a:lnTo>
                        <a:lnTo>
                          <a:pt x="52372" y="83437"/>
                        </a:lnTo>
                        <a:lnTo>
                          <a:pt x="52372" y="83437"/>
                        </a:lnTo>
                        <a:cubicBezTo>
                          <a:pt x="52707" y="83437"/>
                          <a:pt x="53011" y="83528"/>
                          <a:pt x="53315" y="83649"/>
                        </a:cubicBezTo>
                        <a:cubicBezTo>
                          <a:pt x="53376" y="83680"/>
                          <a:pt x="53436" y="83710"/>
                          <a:pt x="53528" y="83710"/>
                        </a:cubicBezTo>
                        <a:lnTo>
                          <a:pt x="53923" y="83710"/>
                        </a:lnTo>
                        <a:cubicBezTo>
                          <a:pt x="54196" y="83680"/>
                          <a:pt x="54439" y="83558"/>
                          <a:pt x="54591" y="83345"/>
                        </a:cubicBezTo>
                        <a:cubicBezTo>
                          <a:pt x="54652" y="83163"/>
                          <a:pt x="54774" y="83011"/>
                          <a:pt x="54895" y="82859"/>
                        </a:cubicBezTo>
                        <a:cubicBezTo>
                          <a:pt x="55047" y="82738"/>
                          <a:pt x="55138" y="82555"/>
                          <a:pt x="55199" y="82342"/>
                        </a:cubicBezTo>
                        <a:cubicBezTo>
                          <a:pt x="55260" y="82130"/>
                          <a:pt x="55290" y="81917"/>
                          <a:pt x="55351" y="81704"/>
                        </a:cubicBezTo>
                        <a:lnTo>
                          <a:pt x="55351" y="81704"/>
                        </a:lnTo>
                        <a:lnTo>
                          <a:pt x="55351" y="81674"/>
                        </a:lnTo>
                        <a:lnTo>
                          <a:pt x="55351" y="81674"/>
                        </a:lnTo>
                        <a:cubicBezTo>
                          <a:pt x="55321" y="81491"/>
                          <a:pt x="55321" y="81400"/>
                          <a:pt x="55473" y="81309"/>
                        </a:cubicBezTo>
                        <a:cubicBezTo>
                          <a:pt x="55534" y="81279"/>
                          <a:pt x="55594" y="81279"/>
                          <a:pt x="55625" y="81279"/>
                        </a:cubicBezTo>
                        <a:cubicBezTo>
                          <a:pt x="55655" y="81096"/>
                          <a:pt x="55746" y="80944"/>
                          <a:pt x="55838" y="80792"/>
                        </a:cubicBezTo>
                        <a:cubicBezTo>
                          <a:pt x="55868" y="80762"/>
                          <a:pt x="55898" y="80731"/>
                          <a:pt x="55929" y="80731"/>
                        </a:cubicBezTo>
                        <a:cubicBezTo>
                          <a:pt x="55959" y="80731"/>
                          <a:pt x="55990" y="80762"/>
                          <a:pt x="56020" y="80823"/>
                        </a:cubicBezTo>
                        <a:cubicBezTo>
                          <a:pt x="56020" y="80883"/>
                          <a:pt x="56050" y="80944"/>
                          <a:pt x="56050" y="81005"/>
                        </a:cubicBezTo>
                        <a:cubicBezTo>
                          <a:pt x="56172" y="80975"/>
                          <a:pt x="56263" y="80883"/>
                          <a:pt x="56294" y="80792"/>
                        </a:cubicBezTo>
                        <a:cubicBezTo>
                          <a:pt x="56476" y="80336"/>
                          <a:pt x="56689" y="79911"/>
                          <a:pt x="56962" y="79516"/>
                        </a:cubicBezTo>
                        <a:cubicBezTo>
                          <a:pt x="57175" y="79272"/>
                          <a:pt x="57236" y="78908"/>
                          <a:pt x="57084" y="78634"/>
                        </a:cubicBezTo>
                        <a:cubicBezTo>
                          <a:pt x="57053" y="78573"/>
                          <a:pt x="57053" y="78543"/>
                          <a:pt x="57053" y="78482"/>
                        </a:cubicBezTo>
                        <a:cubicBezTo>
                          <a:pt x="56962" y="78117"/>
                          <a:pt x="57084" y="77692"/>
                          <a:pt x="57388" y="77449"/>
                        </a:cubicBezTo>
                        <a:cubicBezTo>
                          <a:pt x="57540" y="77327"/>
                          <a:pt x="57661" y="77206"/>
                          <a:pt x="57783" y="77084"/>
                        </a:cubicBezTo>
                        <a:cubicBezTo>
                          <a:pt x="57996" y="76871"/>
                          <a:pt x="58239" y="76689"/>
                          <a:pt x="58543" y="76628"/>
                        </a:cubicBezTo>
                        <a:cubicBezTo>
                          <a:pt x="58695" y="76567"/>
                          <a:pt x="58816" y="76506"/>
                          <a:pt x="58938" y="76385"/>
                        </a:cubicBezTo>
                        <a:cubicBezTo>
                          <a:pt x="59029" y="76294"/>
                          <a:pt x="59151" y="76233"/>
                          <a:pt x="59212" y="76081"/>
                        </a:cubicBezTo>
                        <a:cubicBezTo>
                          <a:pt x="59212" y="76051"/>
                          <a:pt x="59272" y="76020"/>
                          <a:pt x="59303" y="76020"/>
                        </a:cubicBezTo>
                        <a:cubicBezTo>
                          <a:pt x="59424" y="76051"/>
                          <a:pt x="59576" y="76051"/>
                          <a:pt x="59698" y="76020"/>
                        </a:cubicBezTo>
                        <a:cubicBezTo>
                          <a:pt x="59850" y="76020"/>
                          <a:pt x="59971" y="76020"/>
                          <a:pt x="60123" y="76020"/>
                        </a:cubicBezTo>
                        <a:cubicBezTo>
                          <a:pt x="60367" y="76051"/>
                          <a:pt x="60610" y="75959"/>
                          <a:pt x="60762" y="75747"/>
                        </a:cubicBezTo>
                        <a:cubicBezTo>
                          <a:pt x="60853" y="75655"/>
                          <a:pt x="61005" y="75625"/>
                          <a:pt x="61126" y="75534"/>
                        </a:cubicBezTo>
                        <a:cubicBezTo>
                          <a:pt x="61187" y="75473"/>
                          <a:pt x="61218" y="75382"/>
                          <a:pt x="61218" y="75291"/>
                        </a:cubicBezTo>
                        <a:cubicBezTo>
                          <a:pt x="61187" y="75169"/>
                          <a:pt x="61187" y="75047"/>
                          <a:pt x="61248" y="74956"/>
                        </a:cubicBezTo>
                        <a:cubicBezTo>
                          <a:pt x="61400" y="74744"/>
                          <a:pt x="61522" y="74470"/>
                          <a:pt x="61674" y="74257"/>
                        </a:cubicBezTo>
                        <a:cubicBezTo>
                          <a:pt x="61795" y="74075"/>
                          <a:pt x="61826" y="73892"/>
                          <a:pt x="61826" y="73680"/>
                        </a:cubicBezTo>
                        <a:cubicBezTo>
                          <a:pt x="61765" y="73528"/>
                          <a:pt x="61795" y="73345"/>
                          <a:pt x="61886" y="73224"/>
                        </a:cubicBezTo>
                        <a:cubicBezTo>
                          <a:pt x="62038" y="72950"/>
                          <a:pt x="62130" y="72677"/>
                          <a:pt x="62130" y="72373"/>
                        </a:cubicBezTo>
                        <a:cubicBezTo>
                          <a:pt x="62130" y="72008"/>
                          <a:pt x="62130" y="71643"/>
                          <a:pt x="62130" y="71278"/>
                        </a:cubicBezTo>
                        <a:lnTo>
                          <a:pt x="62130" y="70519"/>
                        </a:lnTo>
                        <a:cubicBezTo>
                          <a:pt x="62130" y="70397"/>
                          <a:pt x="62190" y="70306"/>
                          <a:pt x="62281" y="70245"/>
                        </a:cubicBezTo>
                        <a:cubicBezTo>
                          <a:pt x="62585" y="70093"/>
                          <a:pt x="62798" y="69850"/>
                          <a:pt x="62889" y="69546"/>
                        </a:cubicBezTo>
                        <a:cubicBezTo>
                          <a:pt x="62920" y="69485"/>
                          <a:pt x="62950" y="69424"/>
                          <a:pt x="62981" y="69364"/>
                        </a:cubicBezTo>
                        <a:cubicBezTo>
                          <a:pt x="63072" y="69151"/>
                          <a:pt x="63193" y="68999"/>
                          <a:pt x="63376" y="68877"/>
                        </a:cubicBezTo>
                        <a:cubicBezTo>
                          <a:pt x="63558" y="68695"/>
                          <a:pt x="63740" y="68512"/>
                          <a:pt x="63892" y="68330"/>
                        </a:cubicBezTo>
                        <a:cubicBezTo>
                          <a:pt x="64075" y="68148"/>
                          <a:pt x="64196" y="67935"/>
                          <a:pt x="64318" y="67722"/>
                        </a:cubicBezTo>
                        <a:cubicBezTo>
                          <a:pt x="64409" y="67418"/>
                          <a:pt x="64440" y="67084"/>
                          <a:pt x="64409" y="66780"/>
                        </a:cubicBezTo>
                        <a:cubicBezTo>
                          <a:pt x="64288" y="66506"/>
                          <a:pt x="64166" y="66202"/>
                          <a:pt x="64044" y="65898"/>
                        </a:cubicBezTo>
                        <a:close/>
                        <a:moveTo>
                          <a:pt x="46506" y="97631"/>
                        </a:moveTo>
                        <a:lnTo>
                          <a:pt x="46506" y="97601"/>
                        </a:lnTo>
                        <a:lnTo>
                          <a:pt x="46537" y="97601"/>
                        </a:lnTo>
                        <a:lnTo>
                          <a:pt x="46537" y="976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7" name="Google Shape;517;p21">
                    <a:extLst>
                      <a:ext uri="{FF2B5EF4-FFF2-40B4-BE49-F238E27FC236}">
                        <a16:creationId xmlns:a16="http://schemas.microsoft.com/office/drawing/2014/main" id="{7E4AC12A-4028-1240-E2F4-2E8B6CA4BCB9}"/>
                      </a:ext>
                    </a:extLst>
                  </p:cNvPr>
                  <p:cNvSpPr/>
                  <p:nvPr/>
                </p:nvSpPr>
                <p:spPr>
                  <a:xfrm>
                    <a:off x="2625350" y="3155775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1" y="31"/>
                        </a:lnTo>
                        <a:lnTo>
                          <a:pt x="1" y="31"/>
                        </a:lnTo>
                        <a:cubicBezTo>
                          <a:pt x="1" y="31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8" name="Google Shape;518;p21">
                    <a:extLst>
                      <a:ext uri="{FF2B5EF4-FFF2-40B4-BE49-F238E27FC236}">
                        <a16:creationId xmlns:a16="http://schemas.microsoft.com/office/drawing/2014/main" id="{775AF4BE-E1A7-A345-1E6E-CD03E68FE60A}"/>
                      </a:ext>
                    </a:extLst>
                  </p:cNvPr>
                  <p:cNvSpPr/>
                  <p:nvPr/>
                </p:nvSpPr>
                <p:spPr>
                  <a:xfrm>
                    <a:off x="3648175" y="28039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0"/>
                        </a:move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39" name="Google Shape;519;p21">
                    <a:extLst>
                      <a:ext uri="{FF2B5EF4-FFF2-40B4-BE49-F238E27FC236}">
                        <a16:creationId xmlns:a16="http://schemas.microsoft.com/office/drawing/2014/main" id="{4B0FC26E-76DE-385E-B27C-56D0BF0C23C3}"/>
                      </a:ext>
                    </a:extLst>
                  </p:cNvPr>
                  <p:cNvSpPr/>
                  <p:nvPr/>
                </p:nvSpPr>
                <p:spPr>
                  <a:xfrm>
                    <a:off x="3548625" y="2264425"/>
                    <a:ext cx="591975" cy="760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679" h="30427" extrusionOk="0">
                        <a:moveTo>
                          <a:pt x="17752" y="21186"/>
                        </a:moveTo>
                        <a:cubicBezTo>
                          <a:pt x="17782" y="21156"/>
                          <a:pt x="17782" y="21095"/>
                          <a:pt x="17782" y="21034"/>
                        </a:cubicBezTo>
                        <a:cubicBezTo>
                          <a:pt x="17782" y="21004"/>
                          <a:pt x="17752" y="21004"/>
                          <a:pt x="17721" y="21004"/>
                        </a:cubicBezTo>
                        <a:cubicBezTo>
                          <a:pt x="17478" y="20913"/>
                          <a:pt x="17174" y="20973"/>
                          <a:pt x="16931" y="20821"/>
                        </a:cubicBezTo>
                        <a:cubicBezTo>
                          <a:pt x="16749" y="20700"/>
                          <a:pt x="16536" y="20700"/>
                          <a:pt x="16353" y="20791"/>
                        </a:cubicBezTo>
                        <a:lnTo>
                          <a:pt x="16232" y="20791"/>
                        </a:lnTo>
                        <a:cubicBezTo>
                          <a:pt x="16171" y="20791"/>
                          <a:pt x="16201" y="20761"/>
                          <a:pt x="16171" y="20730"/>
                        </a:cubicBezTo>
                        <a:cubicBezTo>
                          <a:pt x="16171" y="20700"/>
                          <a:pt x="16141" y="20639"/>
                          <a:pt x="16171" y="20609"/>
                        </a:cubicBezTo>
                        <a:cubicBezTo>
                          <a:pt x="16293" y="20578"/>
                          <a:pt x="16384" y="20548"/>
                          <a:pt x="16505" y="20517"/>
                        </a:cubicBezTo>
                        <a:cubicBezTo>
                          <a:pt x="16627" y="20457"/>
                          <a:pt x="16718" y="20335"/>
                          <a:pt x="16688" y="20183"/>
                        </a:cubicBezTo>
                        <a:cubicBezTo>
                          <a:pt x="16688" y="20062"/>
                          <a:pt x="16657" y="19910"/>
                          <a:pt x="16627" y="19818"/>
                        </a:cubicBezTo>
                        <a:cubicBezTo>
                          <a:pt x="16627" y="19758"/>
                          <a:pt x="16718" y="19666"/>
                          <a:pt x="16779" y="19666"/>
                        </a:cubicBezTo>
                        <a:cubicBezTo>
                          <a:pt x="16809" y="19697"/>
                          <a:pt x="16840" y="19697"/>
                          <a:pt x="16870" y="19758"/>
                        </a:cubicBezTo>
                        <a:cubicBezTo>
                          <a:pt x="16961" y="20001"/>
                          <a:pt x="17053" y="20274"/>
                          <a:pt x="17205" y="20517"/>
                        </a:cubicBezTo>
                        <a:cubicBezTo>
                          <a:pt x="17296" y="20669"/>
                          <a:pt x="17478" y="20761"/>
                          <a:pt x="17660" y="20761"/>
                        </a:cubicBezTo>
                        <a:cubicBezTo>
                          <a:pt x="17752" y="20730"/>
                          <a:pt x="17843" y="20730"/>
                          <a:pt x="17934" y="20761"/>
                        </a:cubicBezTo>
                        <a:cubicBezTo>
                          <a:pt x="18177" y="20761"/>
                          <a:pt x="18208" y="20761"/>
                          <a:pt x="18238" y="20517"/>
                        </a:cubicBezTo>
                        <a:cubicBezTo>
                          <a:pt x="18238" y="20274"/>
                          <a:pt x="18238" y="20092"/>
                          <a:pt x="18238" y="19910"/>
                        </a:cubicBezTo>
                        <a:cubicBezTo>
                          <a:pt x="18268" y="19697"/>
                          <a:pt x="18056" y="19514"/>
                          <a:pt x="18147" y="19302"/>
                        </a:cubicBezTo>
                        <a:cubicBezTo>
                          <a:pt x="18147" y="19271"/>
                          <a:pt x="18086" y="19210"/>
                          <a:pt x="18056" y="19150"/>
                        </a:cubicBezTo>
                        <a:cubicBezTo>
                          <a:pt x="17934" y="18876"/>
                          <a:pt x="17752" y="18663"/>
                          <a:pt x="17539" y="18511"/>
                        </a:cubicBezTo>
                        <a:cubicBezTo>
                          <a:pt x="17417" y="18451"/>
                          <a:pt x="17356" y="18390"/>
                          <a:pt x="17265" y="18299"/>
                        </a:cubicBezTo>
                        <a:cubicBezTo>
                          <a:pt x="17205" y="18268"/>
                          <a:pt x="17174" y="18207"/>
                          <a:pt x="17144" y="18147"/>
                        </a:cubicBezTo>
                        <a:cubicBezTo>
                          <a:pt x="17113" y="17995"/>
                          <a:pt x="17083" y="17843"/>
                          <a:pt x="17083" y="17691"/>
                        </a:cubicBezTo>
                        <a:cubicBezTo>
                          <a:pt x="17083" y="17630"/>
                          <a:pt x="17113" y="17599"/>
                          <a:pt x="17144" y="17569"/>
                        </a:cubicBezTo>
                        <a:cubicBezTo>
                          <a:pt x="17174" y="17569"/>
                          <a:pt x="17235" y="17569"/>
                          <a:pt x="17265" y="17599"/>
                        </a:cubicBezTo>
                        <a:cubicBezTo>
                          <a:pt x="17296" y="17630"/>
                          <a:pt x="17296" y="17721"/>
                          <a:pt x="17296" y="17782"/>
                        </a:cubicBezTo>
                        <a:cubicBezTo>
                          <a:pt x="17296" y="17995"/>
                          <a:pt x="17417" y="18238"/>
                          <a:pt x="17630" y="18359"/>
                        </a:cubicBezTo>
                        <a:cubicBezTo>
                          <a:pt x="17752" y="18420"/>
                          <a:pt x="17843" y="18572"/>
                          <a:pt x="17995" y="18603"/>
                        </a:cubicBezTo>
                        <a:cubicBezTo>
                          <a:pt x="18056" y="18603"/>
                          <a:pt x="18147" y="18603"/>
                          <a:pt x="18177" y="18542"/>
                        </a:cubicBezTo>
                        <a:cubicBezTo>
                          <a:pt x="18147" y="18420"/>
                          <a:pt x="18177" y="18299"/>
                          <a:pt x="18268" y="18207"/>
                        </a:cubicBezTo>
                        <a:cubicBezTo>
                          <a:pt x="18208" y="18086"/>
                          <a:pt x="18299" y="18025"/>
                          <a:pt x="18360" y="17903"/>
                        </a:cubicBezTo>
                        <a:cubicBezTo>
                          <a:pt x="18390" y="17843"/>
                          <a:pt x="18360" y="17721"/>
                          <a:pt x="18299" y="17660"/>
                        </a:cubicBezTo>
                        <a:cubicBezTo>
                          <a:pt x="18147" y="17569"/>
                          <a:pt x="17995" y="17478"/>
                          <a:pt x="17843" y="17356"/>
                        </a:cubicBezTo>
                        <a:cubicBezTo>
                          <a:pt x="17812" y="17296"/>
                          <a:pt x="17812" y="17265"/>
                          <a:pt x="17812" y="17204"/>
                        </a:cubicBezTo>
                        <a:lnTo>
                          <a:pt x="17782" y="17204"/>
                        </a:lnTo>
                        <a:lnTo>
                          <a:pt x="17752" y="17204"/>
                        </a:lnTo>
                        <a:cubicBezTo>
                          <a:pt x="17630" y="17174"/>
                          <a:pt x="17478" y="17113"/>
                          <a:pt x="17387" y="17022"/>
                        </a:cubicBezTo>
                        <a:lnTo>
                          <a:pt x="17387" y="16961"/>
                        </a:lnTo>
                        <a:cubicBezTo>
                          <a:pt x="17387" y="16961"/>
                          <a:pt x="17417" y="16961"/>
                          <a:pt x="17448" y="16931"/>
                        </a:cubicBezTo>
                        <a:cubicBezTo>
                          <a:pt x="17478" y="16931"/>
                          <a:pt x="17539" y="16931"/>
                          <a:pt x="17569" y="16961"/>
                        </a:cubicBezTo>
                        <a:cubicBezTo>
                          <a:pt x="17600" y="16992"/>
                          <a:pt x="17691" y="17113"/>
                          <a:pt x="17752" y="17204"/>
                        </a:cubicBezTo>
                        <a:lnTo>
                          <a:pt x="17843" y="17204"/>
                        </a:lnTo>
                        <a:lnTo>
                          <a:pt x="17843" y="17235"/>
                        </a:lnTo>
                        <a:cubicBezTo>
                          <a:pt x="17843" y="17235"/>
                          <a:pt x="17934" y="17265"/>
                          <a:pt x="17995" y="17296"/>
                        </a:cubicBezTo>
                        <a:cubicBezTo>
                          <a:pt x="18116" y="17387"/>
                          <a:pt x="18299" y="17387"/>
                          <a:pt x="18451" y="17296"/>
                        </a:cubicBezTo>
                        <a:cubicBezTo>
                          <a:pt x="18603" y="17204"/>
                          <a:pt x="18755" y="17144"/>
                          <a:pt x="18937" y="17144"/>
                        </a:cubicBezTo>
                        <a:cubicBezTo>
                          <a:pt x="18998" y="17113"/>
                          <a:pt x="19059" y="17052"/>
                          <a:pt x="19089" y="16992"/>
                        </a:cubicBezTo>
                        <a:cubicBezTo>
                          <a:pt x="19119" y="16931"/>
                          <a:pt x="19150" y="16840"/>
                          <a:pt x="19180" y="16748"/>
                        </a:cubicBezTo>
                        <a:cubicBezTo>
                          <a:pt x="19211" y="16657"/>
                          <a:pt x="19150" y="16566"/>
                          <a:pt x="19059" y="16536"/>
                        </a:cubicBezTo>
                        <a:cubicBezTo>
                          <a:pt x="18876" y="16475"/>
                          <a:pt x="18724" y="16414"/>
                          <a:pt x="18572" y="16323"/>
                        </a:cubicBezTo>
                        <a:cubicBezTo>
                          <a:pt x="18572" y="16292"/>
                          <a:pt x="18572" y="16262"/>
                          <a:pt x="18572" y="16232"/>
                        </a:cubicBezTo>
                        <a:cubicBezTo>
                          <a:pt x="18572" y="16201"/>
                          <a:pt x="18633" y="16171"/>
                          <a:pt x="18694" y="16201"/>
                        </a:cubicBezTo>
                        <a:cubicBezTo>
                          <a:pt x="18876" y="16323"/>
                          <a:pt x="19089" y="16384"/>
                          <a:pt x="19302" y="16201"/>
                        </a:cubicBezTo>
                        <a:cubicBezTo>
                          <a:pt x="19332" y="16171"/>
                          <a:pt x="19423" y="16201"/>
                          <a:pt x="19515" y="16171"/>
                        </a:cubicBezTo>
                        <a:cubicBezTo>
                          <a:pt x="19727" y="16140"/>
                          <a:pt x="19849" y="15837"/>
                          <a:pt x="19697" y="15654"/>
                        </a:cubicBezTo>
                        <a:cubicBezTo>
                          <a:pt x="19575" y="15563"/>
                          <a:pt x="19515" y="15441"/>
                          <a:pt x="19484" y="15320"/>
                        </a:cubicBezTo>
                        <a:cubicBezTo>
                          <a:pt x="19484" y="15259"/>
                          <a:pt x="19423" y="15198"/>
                          <a:pt x="19393" y="15168"/>
                        </a:cubicBezTo>
                        <a:cubicBezTo>
                          <a:pt x="19332" y="15137"/>
                          <a:pt x="19302" y="15107"/>
                          <a:pt x="19332" y="15046"/>
                        </a:cubicBezTo>
                        <a:cubicBezTo>
                          <a:pt x="19363" y="14985"/>
                          <a:pt x="19393" y="14985"/>
                          <a:pt x="19454" y="15016"/>
                        </a:cubicBezTo>
                        <a:cubicBezTo>
                          <a:pt x="19515" y="15016"/>
                          <a:pt x="19575" y="15016"/>
                          <a:pt x="19636" y="15016"/>
                        </a:cubicBezTo>
                        <a:cubicBezTo>
                          <a:pt x="19727" y="14955"/>
                          <a:pt x="19758" y="14864"/>
                          <a:pt x="19758" y="14773"/>
                        </a:cubicBezTo>
                        <a:cubicBezTo>
                          <a:pt x="19758" y="14621"/>
                          <a:pt x="19819" y="14469"/>
                          <a:pt x="19819" y="14317"/>
                        </a:cubicBezTo>
                        <a:cubicBezTo>
                          <a:pt x="19819" y="14195"/>
                          <a:pt x="19758" y="14074"/>
                          <a:pt x="19697" y="14013"/>
                        </a:cubicBezTo>
                        <a:cubicBezTo>
                          <a:pt x="19545" y="13891"/>
                          <a:pt x="19667" y="13830"/>
                          <a:pt x="19727" y="13739"/>
                        </a:cubicBezTo>
                        <a:cubicBezTo>
                          <a:pt x="19758" y="13678"/>
                          <a:pt x="19758" y="13618"/>
                          <a:pt x="19697" y="13557"/>
                        </a:cubicBezTo>
                        <a:cubicBezTo>
                          <a:pt x="19575" y="13496"/>
                          <a:pt x="19423" y="13526"/>
                          <a:pt x="19332" y="13405"/>
                        </a:cubicBezTo>
                        <a:cubicBezTo>
                          <a:pt x="19302" y="13405"/>
                          <a:pt x="19271" y="13405"/>
                          <a:pt x="19241" y="13374"/>
                        </a:cubicBezTo>
                        <a:cubicBezTo>
                          <a:pt x="19150" y="13344"/>
                          <a:pt x="19089" y="13283"/>
                          <a:pt x="19089" y="13192"/>
                        </a:cubicBezTo>
                        <a:cubicBezTo>
                          <a:pt x="19089" y="13101"/>
                          <a:pt x="19119" y="13040"/>
                          <a:pt x="19180" y="12979"/>
                        </a:cubicBezTo>
                        <a:lnTo>
                          <a:pt x="19332" y="13131"/>
                        </a:lnTo>
                        <a:lnTo>
                          <a:pt x="19332" y="13131"/>
                        </a:lnTo>
                        <a:lnTo>
                          <a:pt x="19332" y="13101"/>
                        </a:lnTo>
                        <a:lnTo>
                          <a:pt x="19211" y="12949"/>
                        </a:lnTo>
                        <a:lnTo>
                          <a:pt x="19180" y="12949"/>
                        </a:lnTo>
                        <a:lnTo>
                          <a:pt x="19515" y="12615"/>
                        </a:lnTo>
                        <a:cubicBezTo>
                          <a:pt x="19606" y="12584"/>
                          <a:pt x="19697" y="12584"/>
                          <a:pt x="19788" y="12615"/>
                        </a:cubicBezTo>
                        <a:cubicBezTo>
                          <a:pt x="19788" y="12615"/>
                          <a:pt x="19819" y="12645"/>
                          <a:pt x="19819" y="12645"/>
                        </a:cubicBezTo>
                        <a:cubicBezTo>
                          <a:pt x="19971" y="12797"/>
                          <a:pt x="20153" y="12919"/>
                          <a:pt x="20092" y="13162"/>
                        </a:cubicBezTo>
                        <a:cubicBezTo>
                          <a:pt x="20092" y="13374"/>
                          <a:pt x="20123" y="13557"/>
                          <a:pt x="20183" y="13770"/>
                        </a:cubicBezTo>
                        <a:lnTo>
                          <a:pt x="20244" y="13770"/>
                        </a:lnTo>
                        <a:cubicBezTo>
                          <a:pt x="20274" y="13678"/>
                          <a:pt x="20274" y="13618"/>
                          <a:pt x="20274" y="13557"/>
                        </a:cubicBezTo>
                        <a:cubicBezTo>
                          <a:pt x="20244" y="13314"/>
                          <a:pt x="20305" y="13071"/>
                          <a:pt x="20426" y="12858"/>
                        </a:cubicBezTo>
                        <a:cubicBezTo>
                          <a:pt x="20548" y="12675"/>
                          <a:pt x="20578" y="12463"/>
                          <a:pt x="20578" y="12250"/>
                        </a:cubicBezTo>
                        <a:cubicBezTo>
                          <a:pt x="20548" y="12128"/>
                          <a:pt x="20487" y="12037"/>
                          <a:pt x="20396" y="12007"/>
                        </a:cubicBezTo>
                        <a:cubicBezTo>
                          <a:pt x="20305" y="11976"/>
                          <a:pt x="20214" y="11976"/>
                          <a:pt x="20123" y="11946"/>
                        </a:cubicBezTo>
                        <a:cubicBezTo>
                          <a:pt x="20062" y="11916"/>
                          <a:pt x="20001" y="11885"/>
                          <a:pt x="19940" y="11824"/>
                        </a:cubicBezTo>
                        <a:cubicBezTo>
                          <a:pt x="19940" y="11824"/>
                          <a:pt x="19940" y="11794"/>
                          <a:pt x="19940" y="11764"/>
                        </a:cubicBezTo>
                        <a:cubicBezTo>
                          <a:pt x="19940" y="11733"/>
                          <a:pt x="19971" y="11703"/>
                          <a:pt x="20001" y="11703"/>
                        </a:cubicBezTo>
                        <a:cubicBezTo>
                          <a:pt x="20274" y="11642"/>
                          <a:pt x="20305" y="11612"/>
                          <a:pt x="20183" y="11429"/>
                        </a:cubicBezTo>
                        <a:cubicBezTo>
                          <a:pt x="20153" y="11308"/>
                          <a:pt x="20062" y="11216"/>
                          <a:pt x="19971" y="11156"/>
                        </a:cubicBezTo>
                        <a:cubicBezTo>
                          <a:pt x="19910" y="11095"/>
                          <a:pt x="19849" y="11034"/>
                          <a:pt x="19788" y="10973"/>
                        </a:cubicBezTo>
                        <a:cubicBezTo>
                          <a:pt x="19788" y="10973"/>
                          <a:pt x="19788" y="10912"/>
                          <a:pt x="19819" y="10912"/>
                        </a:cubicBezTo>
                        <a:cubicBezTo>
                          <a:pt x="19849" y="10882"/>
                          <a:pt x="19849" y="10882"/>
                          <a:pt x="19879" y="10882"/>
                        </a:cubicBezTo>
                        <a:cubicBezTo>
                          <a:pt x="20062" y="10973"/>
                          <a:pt x="20183" y="10882"/>
                          <a:pt x="20214" y="10700"/>
                        </a:cubicBezTo>
                        <a:cubicBezTo>
                          <a:pt x="20335" y="10487"/>
                          <a:pt x="20396" y="10244"/>
                          <a:pt x="20457" y="10001"/>
                        </a:cubicBezTo>
                        <a:cubicBezTo>
                          <a:pt x="20457" y="9393"/>
                          <a:pt x="20700" y="8815"/>
                          <a:pt x="21095" y="8390"/>
                        </a:cubicBezTo>
                        <a:cubicBezTo>
                          <a:pt x="21217" y="8238"/>
                          <a:pt x="21308" y="8086"/>
                          <a:pt x="21430" y="7934"/>
                        </a:cubicBezTo>
                        <a:cubicBezTo>
                          <a:pt x="21460" y="7873"/>
                          <a:pt x="21460" y="7812"/>
                          <a:pt x="21460" y="7751"/>
                        </a:cubicBezTo>
                        <a:cubicBezTo>
                          <a:pt x="21399" y="7599"/>
                          <a:pt x="21430" y="7569"/>
                          <a:pt x="21581" y="7539"/>
                        </a:cubicBezTo>
                        <a:cubicBezTo>
                          <a:pt x="21764" y="7508"/>
                          <a:pt x="21916" y="7387"/>
                          <a:pt x="22007" y="7235"/>
                        </a:cubicBezTo>
                        <a:cubicBezTo>
                          <a:pt x="22037" y="7143"/>
                          <a:pt x="22007" y="7052"/>
                          <a:pt x="21916" y="6991"/>
                        </a:cubicBezTo>
                        <a:cubicBezTo>
                          <a:pt x="21855" y="6961"/>
                          <a:pt x="21794" y="6961"/>
                          <a:pt x="21733" y="6931"/>
                        </a:cubicBezTo>
                        <a:cubicBezTo>
                          <a:pt x="21642" y="6931"/>
                          <a:pt x="21551" y="6931"/>
                          <a:pt x="21460" y="6900"/>
                        </a:cubicBezTo>
                        <a:cubicBezTo>
                          <a:pt x="21460" y="6900"/>
                          <a:pt x="21430" y="6870"/>
                          <a:pt x="21430" y="6870"/>
                        </a:cubicBezTo>
                        <a:cubicBezTo>
                          <a:pt x="21430" y="6839"/>
                          <a:pt x="21460" y="6779"/>
                          <a:pt x="21490" y="6748"/>
                        </a:cubicBezTo>
                        <a:cubicBezTo>
                          <a:pt x="21612" y="6718"/>
                          <a:pt x="21733" y="6718"/>
                          <a:pt x="21825" y="6779"/>
                        </a:cubicBezTo>
                        <a:cubicBezTo>
                          <a:pt x="22007" y="6870"/>
                          <a:pt x="22189" y="6839"/>
                          <a:pt x="22341" y="6748"/>
                        </a:cubicBezTo>
                        <a:cubicBezTo>
                          <a:pt x="22402" y="6718"/>
                          <a:pt x="22493" y="6687"/>
                          <a:pt x="22524" y="6657"/>
                        </a:cubicBezTo>
                        <a:cubicBezTo>
                          <a:pt x="22585" y="6627"/>
                          <a:pt x="22615" y="6535"/>
                          <a:pt x="22615" y="6475"/>
                        </a:cubicBezTo>
                        <a:cubicBezTo>
                          <a:pt x="22615" y="6414"/>
                          <a:pt x="22585" y="6384"/>
                          <a:pt x="22585" y="6353"/>
                        </a:cubicBezTo>
                        <a:cubicBezTo>
                          <a:pt x="22585" y="6292"/>
                          <a:pt x="22615" y="6201"/>
                          <a:pt x="22706" y="6201"/>
                        </a:cubicBezTo>
                        <a:cubicBezTo>
                          <a:pt x="22858" y="6232"/>
                          <a:pt x="23010" y="6201"/>
                          <a:pt x="23132" y="6080"/>
                        </a:cubicBezTo>
                        <a:cubicBezTo>
                          <a:pt x="23192" y="5988"/>
                          <a:pt x="23253" y="5928"/>
                          <a:pt x="23344" y="5897"/>
                        </a:cubicBezTo>
                        <a:cubicBezTo>
                          <a:pt x="23679" y="5654"/>
                          <a:pt x="23679" y="5502"/>
                          <a:pt x="23405" y="5168"/>
                        </a:cubicBezTo>
                        <a:lnTo>
                          <a:pt x="23314" y="5046"/>
                        </a:lnTo>
                        <a:cubicBezTo>
                          <a:pt x="23071" y="4773"/>
                          <a:pt x="22676" y="4590"/>
                          <a:pt x="22281" y="4621"/>
                        </a:cubicBezTo>
                        <a:cubicBezTo>
                          <a:pt x="22068" y="4621"/>
                          <a:pt x="21855" y="4651"/>
                          <a:pt x="21642" y="4742"/>
                        </a:cubicBezTo>
                        <a:cubicBezTo>
                          <a:pt x="21581" y="4742"/>
                          <a:pt x="21551" y="4803"/>
                          <a:pt x="21551" y="4833"/>
                        </a:cubicBezTo>
                        <a:cubicBezTo>
                          <a:pt x="21521" y="4894"/>
                          <a:pt x="21490" y="4985"/>
                          <a:pt x="21490" y="5046"/>
                        </a:cubicBezTo>
                        <a:cubicBezTo>
                          <a:pt x="21460" y="5107"/>
                          <a:pt x="21369" y="5137"/>
                          <a:pt x="21247" y="5137"/>
                        </a:cubicBezTo>
                        <a:cubicBezTo>
                          <a:pt x="21156" y="5107"/>
                          <a:pt x="21095" y="5077"/>
                          <a:pt x="21004" y="5016"/>
                        </a:cubicBezTo>
                        <a:cubicBezTo>
                          <a:pt x="20974" y="4955"/>
                          <a:pt x="20882" y="4955"/>
                          <a:pt x="20852" y="5046"/>
                        </a:cubicBezTo>
                        <a:cubicBezTo>
                          <a:pt x="20639" y="5380"/>
                          <a:pt x="20274" y="5624"/>
                          <a:pt x="19879" y="5715"/>
                        </a:cubicBezTo>
                        <a:cubicBezTo>
                          <a:pt x="19667" y="5776"/>
                          <a:pt x="19454" y="5867"/>
                          <a:pt x="19271" y="5988"/>
                        </a:cubicBezTo>
                        <a:cubicBezTo>
                          <a:pt x="19271" y="5988"/>
                          <a:pt x="19271" y="5988"/>
                          <a:pt x="19271" y="5988"/>
                        </a:cubicBezTo>
                        <a:cubicBezTo>
                          <a:pt x="19211" y="6049"/>
                          <a:pt x="19180" y="6080"/>
                          <a:pt x="19119" y="6140"/>
                        </a:cubicBezTo>
                        <a:lnTo>
                          <a:pt x="18998" y="6262"/>
                        </a:lnTo>
                        <a:lnTo>
                          <a:pt x="18937" y="6292"/>
                        </a:lnTo>
                        <a:lnTo>
                          <a:pt x="18967" y="6262"/>
                        </a:lnTo>
                        <a:lnTo>
                          <a:pt x="19119" y="6110"/>
                        </a:lnTo>
                        <a:lnTo>
                          <a:pt x="19241" y="5988"/>
                        </a:lnTo>
                        <a:lnTo>
                          <a:pt x="19271" y="5988"/>
                        </a:lnTo>
                        <a:cubicBezTo>
                          <a:pt x="19271" y="5928"/>
                          <a:pt x="19302" y="5867"/>
                          <a:pt x="19332" y="5806"/>
                        </a:cubicBezTo>
                        <a:cubicBezTo>
                          <a:pt x="19454" y="5624"/>
                          <a:pt x="19636" y="5502"/>
                          <a:pt x="19849" y="5411"/>
                        </a:cubicBezTo>
                        <a:cubicBezTo>
                          <a:pt x="20092" y="5320"/>
                          <a:pt x="20274" y="5137"/>
                          <a:pt x="20366" y="4894"/>
                        </a:cubicBezTo>
                        <a:cubicBezTo>
                          <a:pt x="20366" y="4833"/>
                          <a:pt x="20396" y="4773"/>
                          <a:pt x="20426" y="4712"/>
                        </a:cubicBezTo>
                        <a:cubicBezTo>
                          <a:pt x="20639" y="4165"/>
                          <a:pt x="20396" y="4043"/>
                          <a:pt x="19971" y="4104"/>
                        </a:cubicBezTo>
                        <a:cubicBezTo>
                          <a:pt x="19971" y="4104"/>
                          <a:pt x="19940" y="4104"/>
                          <a:pt x="19910" y="4104"/>
                        </a:cubicBezTo>
                        <a:cubicBezTo>
                          <a:pt x="19879" y="4134"/>
                          <a:pt x="19819" y="4134"/>
                          <a:pt x="19819" y="4165"/>
                        </a:cubicBezTo>
                        <a:cubicBezTo>
                          <a:pt x="19758" y="4286"/>
                          <a:pt x="19727" y="4408"/>
                          <a:pt x="19697" y="4499"/>
                        </a:cubicBezTo>
                        <a:cubicBezTo>
                          <a:pt x="19636" y="4621"/>
                          <a:pt x="19515" y="4712"/>
                          <a:pt x="19393" y="4712"/>
                        </a:cubicBezTo>
                        <a:cubicBezTo>
                          <a:pt x="19363" y="4712"/>
                          <a:pt x="19332" y="4712"/>
                          <a:pt x="19302" y="4712"/>
                        </a:cubicBezTo>
                        <a:cubicBezTo>
                          <a:pt x="19089" y="4651"/>
                          <a:pt x="18815" y="4651"/>
                          <a:pt x="18572" y="4681"/>
                        </a:cubicBezTo>
                        <a:cubicBezTo>
                          <a:pt x="18572" y="4681"/>
                          <a:pt x="18542" y="4651"/>
                          <a:pt x="18542" y="4651"/>
                        </a:cubicBezTo>
                        <a:cubicBezTo>
                          <a:pt x="18542" y="4621"/>
                          <a:pt x="18542" y="4590"/>
                          <a:pt x="18572" y="4590"/>
                        </a:cubicBezTo>
                        <a:cubicBezTo>
                          <a:pt x="18694" y="4529"/>
                          <a:pt x="18815" y="4499"/>
                          <a:pt x="18937" y="4438"/>
                        </a:cubicBezTo>
                        <a:cubicBezTo>
                          <a:pt x="19059" y="4408"/>
                          <a:pt x="19150" y="4317"/>
                          <a:pt x="19180" y="4195"/>
                        </a:cubicBezTo>
                        <a:cubicBezTo>
                          <a:pt x="19180" y="4134"/>
                          <a:pt x="19150" y="3982"/>
                          <a:pt x="19059" y="3982"/>
                        </a:cubicBezTo>
                        <a:lnTo>
                          <a:pt x="18603" y="3861"/>
                        </a:lnTo>
                        <a:cubicBezTo>
                          <a:pt x="18086" y="3709"/>
                          <a:pt x="17508" y="3769"/>
                          <a:pt x="17022" y="4013"/>
                        </a:cubicBezTo>
                        <a:cubicBezTo>
                          <a:pt x="16931" y="4043"/>
                          <a:pt x="16840" y="4073"/>
                          <a:pt x="16749" y="4104"/>
                        </a:cubicBezTo>
                        <a:cubicBezTo>
                          <a:pt x="16627" y="4165"/>
                          <a:pt x="16505" y="4195"/>
                          <a:pt x="16384" y="4225"/>
                        </a:cubicBezTo>
                        <a:cubicBezTo>
                          <a:pt x="16353" y="4225"/>
                          <a:pt x="16323" y="4195"/>
                          <a:pt x="16293" y="4165"/>
                        </a:cubicBezTo>
                        <a:cubicBezTo>
                          <a:pt x="16293" y="4134"/>
                          <a:pt x="16293" y="4134"/>
                          <a:pt x="16293" y="4104"/>
                        </a:cubicBezTo>
                        <a:cubicBezTo>
                          <a:pt x="16384" y="4043"/>
                          <a:pt x="16445" y="4013"/>
                          <a:pt x="16536" y="3982"/>
                        </a:cubicBezTo>
                        <a:cubicBezTo>
                          <a:pt x="16779" y="3891"/>
                          <a:pt x="17022" y="3800"/>
                          <a:pt x="17235" y="3709"/>
                        </a:cubicBezTo>
                        <a:cubicBezTo>
                          <a:pt x="17630" y="3526"/>
                          <a:pt x="18086" y="3496"/>
                          <a:pt x="18512" y="3618"/>
                        </a:cubicBezTo>
                        <a:cubicBezTo>
                          <a:pt x="18785" y="3709"/>
                          <a:pt x="19089" y="3739"/>
                          <a:pt x="19363" y="3678"/>
                        </a:cubicBezTo>
                        <a:cubicBezTo>
                          <a:pt x="19636" y="3678"/>
                          <a:pt x="19910" y="3618"/>
                          <a:pt x="20183" y="3587"/>
                        </a:cubicBezTo>
                        <a:cubicBezTo>
                          <a:pt x="20487" y="3557"/>
                          <a:pt x="20761" y="3405"/>
                          <a:pt x="20974" y="3222"/>
                        </a:cubicBezTo>
                        <a:cubicBezTo>
                          <a:pt x="21095" y="3101"/>
                          <a:pt x="21095" y="2918"/>
                          <a:pt x="21004" y="2766"/>
                        </a:cubicBezTo>
                        <a:cubicBezTo>
                          <a:pt x="20822" y="2645"/>
                          <a:pt x="20670" y="2523"/>
                          <a:pt x="20518" y="2402"/>
                        </a:cubicBezTo>
                        <a:cubicBezTo>
                          <a:pt x="20274" y="2189"/>
                          <a:pt x="19910" y="2128"/>
                          <a:pt x="19606" y="2280"/>
                        </a:cubicBezTo>
                        <a:cubicBezTo>
                          <a:pt x="19575" y="2280"/>
                          <a:pt x="19515" y="2280"/>
                          <a:pt x="19484" y="2280"/>
                        </a:cubicBezTo>
                        <a:cubicBezTo>
                          <a:pt x="19454" y="2280"/>
                          <a:pt x="19454" y="2250"/>
                          <a:pt x="19423" y="2219"/>
                        </a:cubicBezTo>
                        <a:cubicBezTo>
                          <a:pt x="19423" y="2219"/>
                          <a:pt x="19423" y="2189"/>
                          <a:pt x="19454" y="2189"/>
                        </a:cubicBezTo>
                        <a:cubicBezTo>
                          <a:pt x="19515" y="2159"/>
                          <a:pt x="19575" y="2128"/>
                          <a:pt x="19636" y="2098"/>
                        </a:cubicBezTo>
                        <a:cubicBezTo>
                          <a:pt x="19819" y="2007"/>
                          <a:pt x="19879" y="1763"/>
                          <a:pt x="19727" y="1611"/>
                        </a:cubicBezTo>
                        <a:cubicBezTo>
                          <a:pt x="19697" y="1520"/>
                          <a:pt x="19575" y="1459"/>
                          <a:pt x="19515" y="1490"/>
                        </a:cubicBezTo>
                        <a:cubicBezTo>
                          <a:pt x="19089" y="1611"/>
                          <a:pt x="18633" y="1611"/>
                          <a:pt x="18238" y="1429"/>
                        </a:cubicBezTo>
                        <a:cubicBezTo>
                          <a:pt x="18116" y="1399"/>
                          <a:pt x="17995" y="1368"/>
                          <a:pt x="17843" y="1399"/>
                        </a:cubicBezTo>
                        <a:cubicBezTo>
                          <a:pt x="17691" y="1399"/>
                          <a:pt x="17539" y="1429"/>
                          <a:pt x="17387" y="1459"/>
                        </a:cubicBezTo>
                        <a:cubicBezTo>
                          <a:pt x="17174" y="1551"/>
                          <a:pt x="16931" y="1551"/>
                          <a:pt x="16718" y="1520"/>
                        </a:cubicBezTo>
                        <a:cubicBezTo>
                          <a:pt x="16566" y="1490"/>
                          <a:pt x="16384" y="1520"/>
                          <a:pt x="16262" y="1611"/>
                        </a:cubicBezTo>
                        <a:cubicBezTo>
                          <a:pt x="16201" y="1642"/>
                          <a:pt x="16141" y="1642"/>
                          <a:pt x="16049" y="1642"/>
                        </a:cubicBezTo>
                        <a:cubicBezTo>
                          <a:pt x="16049" y="1642"/>
                          <a:pt x="16019" y="1642"/>
                          <a:pt x="16019" y="1611"/>
                        </a:cubicBezTo>
                        <a:lnTo>
                          <a:pt x="16019" y="1581"/>
                        </a:lnTo>
                        <a:cubicBezTo>
                          <a:pt x="16080" y="1520"/>
                          <a:pt x="16171" y="1490"/>
                          <a:pt x="16232" y="1459"/>
                        </a:cubicBezTo>
                        <a:cubicBezTo>
                          <a:pt x="16414" y="1459"/>
                          <a:pt x="16597" y="1429"/>
                          <a:pt x="16779" y="1429"/>
                        </a:cubicBezTo>
                        <a:cubicBezTo>
                          <a:pt x="17113" y="1338"/>
                          <a:pt x="17448" y="1277"/>
                          <a:pt x="17812" y="1277"/>
                        </a:cubicBezTo>
                        <a:cubicBezTo>
                          <a:pt x="18056" y="1247"/>
                          <a:pt x="18360" y="1277"/>
                          <a:pt x="18603" y="1368"/>
                        </a:cubicBezTo>
                        <a:cubicBezTo>
                          <a:pt x="18846" y="1429"/>
                          <a:pt x="19119" y="1368"/>
                          <a:pt x="19302" y="1216"/>
                        </a:cubicBezTo>
                        <a:cubicBezTo>
                          <a:pt x="19332" y="1186"/>
                          <a:pt x="19363" y="1155"/>
                          <a:pt x="19332" y="1095"/>
                        </a:cubicBezTo>
                        <a:cubicBezTo>
                          <a:pt x="19211" y="852"/>
                          <a:pt x="18967" y="669"/>
                          <a:pt x="18694" y="639"/>
                        </a:cubicBezTo>
                        <a:cubicBezTo>
                          <a:pt x="18208" y="517"/>
                          <a:pt x="17752" y="335"/>
                          <a:pt x="17296" y="152"/>
                        </a:cubicBezTo>
                        <a:cubicBezTo>
                          <a:pt x="17053" y="122"/>
                          <a:pt x="16840" y="61"/>
                          <a:pt x="16627" y="31"/>
                        </a:cubicBezTo>
                        <a:cubicBezTo>
                          <a:pt x="16353" y="0"/>
                          <a:pt x="16141" y="122"/>
                          <a:pt x="15867" y="122"/>
                        </a:cubicBezTo>
                        <a:cubicBezTo>
                          <a:pt x="15715" y="213"/>
                          <a:pt x="15563" y="365"/>
                          <a:pt x="15472" y="548"/>
                        </a:cubicBezTo>
                        <a:lnTo>
                          <a:pt x="15442" y="578"/>
                        </a:lnTo>
                        <a:lnTo>
                          <a:pt x="15442" y="578"/>
                        </a:lnTo>
                        <a:lnTo>
                          <a:pt x="15442" y="608"/>
                        </a:lnTo>
                        <a:lnTo>
                          <a:pt x="15442" y="608"/>
                        </a:lnTo>
                        <a:lnTo>
                          <a:pt x="15442" y="730"/>
                        </a:lnTo>
                        <a:lnTo>
                          <a:pt x="15442" y="730"/>
                        </a:lnTo>
                        <a:lnTo>
                          <a:pt x="15442" y="791"/>
                        </a:lnTo>
                        <a:lnTo>
                          <a:pt x="15411" y="760"/>
                        </a:lnTo>
                        <a:lnTo>
                          <a:pt x="15411" y="730"/>
                        </a:lnTo>
                        <a:cubicBezTo>
                          <a:pt x="15259" y="730"/>
                          <a:pt x="15107" y="669"/>
                          <a:pt x="15016" y="548"/>
                        </a:cubicBezTo>
                        <a:cubicBezTo>
                          <a:pt x="14955" y="517"/>
                          <a:pt x="14925" y="548"/>
                          <a:pt x="14894" y="578"/>
                        </a:cubicBezTo>
                        <a:cubicBezTo>
                          <a:pt x="14894" y="608"/>
                          <a:pt x="14894" y="639"/>
                          <a:pt x="14894" y="639"/>
                        </a:cubicBezTo>
                        <a:cubicBezTo>
                          <a:pt x="14894" y="700"/>
                          <a:pt x="14925" y="791"/>
                          <a:pt x="14925" y="852"/>
                        </a:cubicBezTo>
                        <a:cubicBezTo>
                          <a:pt x="14955" y="882"/>
                          <a:pt x="14925" y="943"/>
                          <a:pt x="14925" y="943"/>
                        </a:cubicBezTo>
                        <a:cubicBezTo>
                          <a:pt x="14864" y="973"/>
                          <a:pt x="14834" y="973"/>
                          <a:pt x="14773" y="973"/>
                        </a:cubicBezTo>
                        <a:cubicBezTo>
                          <a:pt x="14590" y="912"/>
                          <a:pt x="14408" y="821"/>
                          <a:pt x="14256" y="700"/>
                        </a:cubicBezTo>
                        <a:cubicBezTo>
                          <a:pt x="14135" y="608"/>
                          <a:pt x="13983" y="608"/>
                          <a:pt x="13861" y="700"/>
                        </a:cubicBezTo>
                        <a:cubicBezTo>
                          <a:pt x="13770" y="791"/>
                          <a:pt x="13618" y="821"/>
                          <a:pt x="13496" y="852"/>
                        </a:cubicBezTo>
                        <a:cubicBezTo>
                          <a:pt x="13405" y="821"/>
                          <a:pt x="13344" y="882"/>
                          <a:pt x="13344" y="973"/>
                        </a:cubicBezTo>
                        <a:cubicBezTo>
                          <a:pt x="13344" y="1125"/>
                          <a:pt x="13344" y="1277"/>
                          <a:pt x="13344" y="1429"/>
                        </a:cubicBezTo>
                        <a:cubicBezTo>
                          <a:pt x="13314" y="1520"/>
                          <a:pt x="13283" y="1611"/>
                          <a:pt x="13192" y="1642"/>
                        </a:cubicBezTo>
                        <a:cubicBezTo>
                          <a:pt x="13131" y="1703"/>
                          <a:pt x="13071" y="1794"/>
                          <a:pt x="13010" y="1855"/>
                        </a:cubicBezTo>
                        <a:cubicBezTo>
                          <a:pt x="12980" y="1855"/>
                          <a:pt x="12919" y="1885"/>
                          <a:pt x="12888" y="1855"/>
                        </a:cubicBezTo>
                        <a:cubicBezTo>
                          <a:pt x="12767" y="1794"/>
                          <a:pt x="12615" y="1733"/>
                          <a:pt x="12463" y="1703"/>
                        </a:cubicBezTo>
                        <a:cubicBezTo>
                          <a:pt x="12402" y="1703"/>
                          <a:pt x="12311" y="1794"/>
                          <a:pt x="12311" y="1824"/>
                        </a:cubicBezTo>
                        <a:cubicBezTo>
                          <a:pt x="12280" y="1885"/>
                          <a:pt x="12280" y="1976"/>
                          <a:pt x="12311" y="2037"/>
                        </a:cubicBezTo>
                        <a:cubicBezTo>
                          <a:pt x="12341" y="2280"/>
                          <a:pt x="12372" y="2523"/>
                          <a:pt x="12432" y="2766"/>
                        </a:cubicBezTo>
                        <a:cubicBezTo>
                          <a:pt x="12493" y="3070"/>
                          <a:pt x="12554" y="3374"/>
                          <a:pt x="12676" y="3678"/>
                        </a:cubicBezTo>
                        <a:cubicBezTo>
                          <a:pt x="12706" y="3739"/>
                          <a:pt x="12645" y="3800"/>
                          <a:pt x="12554" y="3800"/>
                        </a:cubicBezTo>
                        <a:cubicBezTo>
                          <a:pt x="12463" y="3800"/>
                          <a:pt x="12311" y="3800"/>
                          <a:pt x="12280" y="3678"/>
                        </a:cubicBezTo>
                        <a:cubicBezTo>
                          <a:pt x="12250" y="3557"/>
                          <a:pt x="12189" y="3466"/>
                          <a:pt x="12068" y="3435"/>
                        </a:cubicBezTo>
                        <a:cubicBezTo>
                          <a:pt x="12037" y="3435"/>
                          <a:pt x="12068" y="3405"/>
                          <a:pt x="12098" y="3344"/>
                        </a:cubicBezTo>
                        <a:cubicBezTo>
                          <a:pt x="12220" y="3253"/>
                          <a:pt x="12220" y="3162"/>
                          <a:pt x="12128" y="3070"/>
                        </a:cubicBezTo>
                        <a:cubicBezTo>
                          <a:pt x="12007" y="3010"/>
                          <a:pt x="11916" y="2918"/>
                          <a:pt x="11885" y="2797"/>
                        </a:cubicBezTo>
                        <a:cubicBezTo>
                          <a:pt x="11794" y="2584"/>
                          <a:pt x="11703" y="2371"/>
                          <a:pt x="11612" y="2159"/>
                        </a:cubicBezTo>
                        <a:cubicBezTo>
                          <a:pt x="11551" y="2037"/>
                          <a:pt x="11460" y="1946"/>
                          <a:pt x="11338" y="1885"/>
                        </a:cubicBezTo>
                        <a:cubicBezTo>
                          <a:pt x="11217" y="1824"/>
                          <a:pt x="11095" y="1855"/>
                          <a:pt x="11034" y="1946"/>
                        </a:cubicBezTo>
                        <a:lnTo>
                          <a:pt x="11004" y="2098"/>
                        </a:lnTo>
                        <a:cubicBezTo>
                          <a:pt x="10913" y="2341"/>
                          <a:pt x="10882" y="2614"/>
                          <a:pt x="10913" y="2888"/>
                        </a:cubicBezTo>
                        <a:cubicBezTo>
                          <a:pt x="10913" y="3010"/>
                          <a:pt x="10913" y="3101"/>
                          <a:pt x="10852" y="3222"/>
                        </a:cubicBezTo>
                        <a:cubicBezTo>
                          <a:pt x="10791" y="3314"/>
                          <a:pt x="10639" y="3253"/>
                          <a:pt x="10548" y="3253"/>
                        </a:cubicBezTo>
                        <a:cubicBezTo>
                          <a:pt x="10517" y="3253"/>
                          <a:pt x="10487" y="3253"/>
                          <a:pt x="10457" y="3253"/>
                        </a:cubicBezTo>
                        <a:cubicBezTo>
                          <a:pt x="10426" y="3283"/>
                          <a:pt x="10396" y="3314"/>
                          <a:pt x="10365" y="3314"/>
                        </a:cubicBezTo>
                        <a:cubicBezTo>
                          <a:pt x="10335" y="3344"/>
                          <a:pt x="10244" y="3283"/>
                          <a:pt x="10244" y="3222"/>
                        </a:cubicBezTo>
                        <a:cubicBezTo>
                          <a:pt x="10183" y="3101"/>
                          <a:pt x="10365" y="3040"/>
                          <a:pt x="10305" y="2918"/>
                        </a:cubicBezTo>
                        <a:cubicBezTo>
                          <a:pt x="10274" y="2706"/>
                          <a:pt x="10244" y="2462"/>
                          <a:pt x="10274" y="2250"/>
                        </a:cubicBezTo>
                        <a:cubicBezTo>
                          <a:pt x="10244" y="2189"/>
                          <a:pt x="10244" y="2128"/>
                          <a:pt x="10214" y="2067"/>
                        </a:cubicBezTo>
                        <a:cubicBezTo>
                          <a:pt x="10214" y="2067"/>
                          <a:pt x="10183" y="2007"/>
                          <a:pt x="10153" y="2007"/>
                        </a:cubicBezTo>
                        <a:cubicBezTo>
                          <a:pt x="10122" y="2007"/>
                          <a:pt x="10092" y="2037"/>
                          <a:pt x="10062" y="2067"/>
                        </a:cubicBezTo>
                        <a:cubicBezTo>
                          <a:pt x="9970" y="2159"/>
                          <a:pt x="9940" y="2280"/>
                          <a:pt x="9970" y="2371"/>
                        </a:cubicBezTo>
                        <a:cubicBezTo>
                          <a:pt x="9970" y="2493"/>
                          <a:pt x="9970" y="2614"/>
                          <a:pt x="9970" y="2706"/>
                        </a:cubicBezTo>
                        <a:cubicBezTo>
                          <a:pt x="9910" y="2797"/>
                          <a:pt x="9849" y="2888"/>
                          <a:pt x="9758" y="2979"/>
                        </a:cubicBezTo>
                        <a:lnTo>
                          <a:pt x="9727" y="3010"/>
                        </a:lnTo>
                        <a:cubicBezTo>
                          <a:pt x="9727" y="3040"/>
                          <a:pt x="9727" y="3040"/>
                          <a:pt x="9727" y="3040"/>
                        </a:cubicBezTo>
                        <a:lnTo>
                          <a:pt x="9575" y="3162"/>
                        </a:lnTo>
                        <a:lnTo>
                          <a:pt x="9423" y="3314"/>
                        </a:lnTo>
                        <a:cubicBezTo>
                          <a:pt x="9423" y="3314"/>
                          <a:pt x="9423" y="3314"/>
                          <a:pt x="9393" y="3344"/>
                        </a:cubicBezTo>
                        <a:cubicBezTo>
                          <a:pt x="9362" y="3344"/>
                          <a:pt x="9393" y="3374"/>
                          <a:pt x="9393" y="3405"/>
                        </a:cubicBezTo>
                        <a:lnTo>
                          <a:pt x="9393" y="3344"/>
                        </a:lnTo>
                        <a:cubicBezTo>
                          <a:pt x="9393" y="3314"/>
                          <a:pt x="9393" y="3314"/>
                          <a:pt x="9393" y="3283"/>
                        </a:cubicBezTo>
                        <a:lnTo>
                          <a:pt x="9545" y="3131"/>
                        </a:lnTo>
                        <a:lnTo>
                          <a:pt x="9697" y="3040"/>
                        </a:lnTo>
                        <a:lnTo>
                          <a:pt x="9697" y="3040"/>
                        </a:lnTo>
                        <a:cubicBezTo>
                          <a:pt x="9666" y="2949"/>
                          <a:pt x="9636" y="2888"/>
                          <a:pt x="9666" y="2797"/>
                        </a:cubicBezTo>
                        <a:cubicBezTo>
                          <a:pt x="9697" y="2645"/>
                          <a:pt x="9788" y="2493"/>
                          <a:pt x="9818" y="2341"/>
                        </a:cubicBezTo>
                        <a:cubicBezTo>
                          <a:pt x="9879" y="2189"/>
                          <a:pt x="9879" y="2037"/>
                          <a:pt x="9849" y="1885"/>
                        </a:cubicBezTo>
                        <a:cubicBezTo>
                          <a:pt x="9818" y="1794"/>
                          <a:pt x="9727" y="1703"/>
                          <a:pt x="9636" y="1733"/>
                        </a:cubicBezTo>
                        <a:cubicBezTo>
                          <a:pt x="9545" y="1733"/>
                          <a:pt x="9423" y="1763"/>
                          <a:pt x="9332" y="1794"/>
                        </a:cubicBezTo>
                        <a:cubicBezTo>
                          <a:pt x="9119" y="1885"/>
                          <a:pt x="8876" y="1946"/>
                          <a:pt x="8663" y="1946"/>
                        </a:cubicBezTo>
                        <a:cubicBezTo>
                          <a:pt x="8359" y="2007"/>
                          <a:pt x="8025" y="2007"/>
                          <a:pt x="7721" y="2037"/>
                        </a:cubicBezTo>
                        <a:cubicBezTo>
                          <a:pt x="7599" y="2067"/>
                          <a:pt x="7508" y="2159"/>
                          <a:pt x="7508" y="2280"/>
                        </a:cubicBezTo>
                        <a:lnTo>
                          <a:pt x="7508" y="2462"/>
                        </a:lnTo>
                        <a:cubicBezTo>
                          <a:pt x="7508" y="2493"/>
                          <a:pt x="7508" y="2523"/>
                          <a:pt x="7478" y="2523"/>
                        </a:cubicBezTo>
                        <a:cubicBezTo>
                          <a:pt x="7447" y="2523"/>
                          <a:pt x="7447" y="2523"/>
                          <a:pt x="7417" y="2493"/>
                        </a:cubicBezTo>
                        <a:cubicBezTo>
                          <a:pt x="7356" y="2432"/>
                          <a:pt x="7326" y="2341"/>
                          <a:pt x="7265" y="2280"/>
                        </a:cubicBezTo>
                        <a:cubicBezTo>
                          <a:pt x="7174" y="2250"/>
                          <a:pt x="7022" y="2280"/>
                          <a:pt x="6931" y="2341"/>
                        </a:cubicBezTo>
                        <a:cubicBezTo>
                          <a:pt x="6809" y="2371"/>
                          <a:pt x="6748" y="2462"/>
                          <a:pt x="6718" y="2584"/>
                        </a:cubicBezTo>
                        <a:cubicBezTo>
                          <a:pt x="6688" y="2645"/>
                          <a:pt x="6688" y="2706"/>
                          <a:pt x="6657" y="2766"/>
                        </a:cubicBezTo>
                        <a:cubicBezTo>
                          <a:pt x="6657" y="2918"/>
                          <a:pt x="6627" y="3040"/>
                          <a:pt x="6596" y="3162"/>
                        </a:cubicBezTo>
                        <a:cubicBezTo>
                          <a:pt x="6536" y="3283"/>
                          <a:pt x="6444" y="3374"/>
                          <a:pt x="6323" y="3466"/>
                        </a:cubicBezTo>
                        <a:cubicBezTo>
                          <a:pt x="6292" y="3496"/>
                          <a:pt x="6292" y="3526"/>
                          <a:pt x="6262" y="3557"/>
                        </a:cubicBezTo>
                        <a:cubicBezTo>
                          <a:pt x="6201" y="3648"/>
                          <a:pt x="6080" y="3648"/>
                          <a:pt x="6019" y="3587"/>
                        </a:cubicBezTo>
                        <a:cubicBezTo>
                          <a:pt x="5897" y="3466"/>
                          <a:pt x="5685" y="3435"/>
                          <a:pt x="5533" y="3466"/>
                        </a:cubicBezTo>
                        <a:cubicBezTo>
                          <a:pt x="5289" y="3496"/>
                          <a:pt x="5077" y="3618"/>
                          <a:pt x="4955" y="3800"/>
                        </a:cubicBezTo>
                        <a:cubicBezTo>
                          <a:pt x="4803" y="3952"/>
                          <a:pt x="4590" y="4073"/>
                          <a:pt x="4347" y="4073"/>
                        </a:cubicBezTo>
                        <a:cubicBezTo>
                          <a:pt x="4317" y="4134"/>
                          <a:pt x="4286" y="4165"/>
                          <a:pt x="4226" y="4195"/>
                        </a:cubicBezTo>
                        <a:cubicBezTo>
                          <a:pt x="4013" y="4377"/>
                          <a:pt x="3830" y="4560"/>
                          <a:pt x="3709" y="4803"/>
                        </a:cubicBezTo>
                        <a:cubicBezTo>
                          <a:pt x="3587" y="4925"/>
                          <a:pt x="3678" y="5168"/>
                          <a:pt x="3830" y="5198"/>
                        </a:cubicBezTo>
                        <a:lnTo>
                          <a:pt x="4347" y="5350"/>
                        </a:lnTo>
                        <a:lnTo>
                          <a:pt x="4347" y="5350"/>
                        </a:lnTo>
                        <a:lnTo>
                          <a:pt x="4378" y="5320"/>
                        </a:lnTo>
                        <a:lnTo>
                          <a:pt x="4347" y="5350"/>
                        </a:lnTo>
                        <a:lnTo>
                          <a:pt x="4347" y="5350"/>
                        </a:lnTo>
                        <a:cubicBezTo>
                          <a:pt x="4347" y="5411"/>
                          <a:pt x="4378" y="5441"/>
                          <a:pt x="4378" y="5472"/>
                        </a:cubicBezTo>
                        <a:cubicBezTo>
                          <a:pt x="4408" y="5532"/>
                          <a:pt x="4408" y="5624"/>
                          <a:pt x="4347" y="5654"/>
                        </a:cubicBezTo>
                        <a:cubicBezTo>
                          <a:pt x="4226" y="5715"/>
                          <a:pt x="4165" y="5806"/>
                          <a:pt x="4134" y="5897"/>
                        </a:cubicBezTo>
                        <a:cubicBezTo>
                          <a:pt x="4104" y="5988"/>
                          <a:pt x="4074" y="6080"/>
                          <a:pt x="4013" y="6140"/>
                        </a:cubicBezTo>
                        <a:cubicBezTo>
                          <a:pt x="3891" y="6292"/>
                          <a:pt x="3739" y="6444"/>
                          <a:pt x="3587" y="6596"/>
                        </a:cubicBezTo>
                        <a:cubicBezTo>
                          <a:pt x="3526" y="6657"/>
                          <a:pt x="3435" y="6687"/>
                          <a:pt x="3344" y="6657"/>
                        </a:cubicBezTo>
                        <a:cubicBezTo>
                          <a:pt x="3071" y="6535"/>
                          <a:pt x="2767" y="6505"/>
                          <a:pt x="2493" y="6535"/>
                        </a:cubicBezTo>
                        <a:cubicBezTo>
                          <a:pt x="2371" y="6535"/>
                          <a:pt x="2250" y="6566"/>
                          <a:pt x="2159" y="6627"/>
                        </a:cubicBezTo>
                        <a:cubicBezTo>
                          <a:pt x="2037" y="6748"/>
                          <a:pt x="1885" y="6779"/>
                          <a:pt x="1733" y="6809"/>
                        </a:cubicBezTo>
                        <a:cubicBezTo>
                          <a:pt x="1429" y="6870"/>
                          <a:pt x="1125" y="6931"/>
                          <a:pt x="791" y="6961"/>
                        </a:cubicBezTo>
                        <a:cubicBezTo>
                          <a:pt x="548" y="7022"/>
                          <a:pt x="335" y="7174"/>
                          <a:pt x="244" y="7417"/>
                        </a:cubicBezTo>
                        <a:cubicBezTo>
                          <a:pt x="122" y="7539"/>
                          <a:pt x="122" y="7721"/>
                          <a:pt x="244" y="7843"/>
                        </a:cubicBezTo>
                        <a:cubicBezTo>
                          <a:pt x="396" y="8025"/>
                          <a:pt x="426" y="8268"/>
                          <a:pt x="608" y="8450"/>
                        </a:cubicBezTo>
                        <a:cubicBezTo>
                          <a:pt x="639" y="8450"/>
                          <a:pt x="639" y="8450"/>
                          <a:pt x="669" y="8450"/>
                        </a:cubicBezTo>
                        <a:lnTo>
                          <a:pt x="730" y="8390"/>
                        </a:lnTo>
                        <a:cubicBezTo>
                          <a:pt x="730" y="8450"/>
                          <a:pt x="700" y="8450"/>
                          <a:pt x="669" y="8450"/>
                        </a:cubicBezTo>
                        <a:lnTo>
                          <a:pt x="639" y="8481"/>
                        </a:lnTo>
                        <a:lnTo>
                          <a:pt x="639" y="8481"/>
                        </a:lnTo>
                        <a:lnTo>
                          <a:pt x="639" y="8481"/>
                        </a:lnTo>
                        <a:cubicBezTo>
                          <a:pt x="669" y="8602"/>
                          <a:pt x="730" y="8724"/>
                          <a:pt x="791" y="8846"/>
                        </a:cubicBezTo>
                        <a:cubicBezTo>
                          <a:pt x="852" y="8967"/>
                          <a:pt x="1004" y="9058"/>
                          <a:pt x="1125" y="9028"/>
                        </a:cubicBezTo>
                        <a:cubicBezTo>
                          <a:pt x="1247" y="9028"/>
                          <a:pt x="1338" y="8937"/>
                          <a:pt x="1460" y="8998"/>
                        </a:cubicBezTo>
                        <a:cubicBezTo>
                          <a:pt x="1612" y="9028"/>
                          <a:pt x="1733" y="9028"/>
                          <a:pt x="1885" y="8998"/>
                        </a:cubicBezTo>
                        <a:cubicBezTo>
                          <a:pt x="1915" y="8998"/>
                          <a:pt x="1946" y="8998"/>
                          <a:pt x="2007" y="9028"/>
                        </a:cubicBezTo>
                        <a:cubicBezTo>
                          <a:pt x="2037" y="9058"/>
                          <a:pt x="2037" y="9089"/>
                          <a:pt x="2037" y="9150"/>
                        </a:cubicBezTo>
                        <a:cubicBezTo>
                          <a:pt x="2037" y="9180"/>
                          <a:pt x="2007" y="9241"/>
                          <a:pt x="1976" y="9241"/>
                        </a:cubicBezTo>
                        <a:cubicBezTo>
                          <a:pt x="1915" y="9271"/>
                          <a:pt x="1855" y="9271"/>
                          <a:pt x="1794" y="9241"/>
                        </a:cubicBezTo>
                        <a:cubicBezTo>
                          <a:pt x="1520" y="9119"/>
                          <a:pt x="1247" y="9119"/>
                          <a:pt x="1004" y="9241"/>
                        </a:cubicBezTo>
                        <a:cubicBezTo>
                          <a:pt x="882" y="9301"/>
                          <a:pt x="760" y="9301"/>
                          <a:pt x="669" y="9271"/>
                        </a:cubicBezTo>
                        <a:cubicBezTo>
                          <a:pt x="517" y="9241"/>
                          <a:pt x="396" y="9271"/>
                          <a:pt x="274" y="9332"/>
                        </a:cubicBezTo>
                        <a:cubicBezTo>
                          <a:pt x="92" y="9453"/>
                          <a:pt x="1" y="9727"/>
                          <a:pt x="153" y="9849"/>
                        </a:cubicBezTo>
                        <a:cubicBezTo>
                          <a:pt x="274" y="10001"/>
                          <a:pt x="365" y="10183"/>
                          <a:pt x="578" y="10274"/>
                        </a:cubicBezTo>
                        <a:cubicBezTo>
                          <a:pt x="669" y="10305"/>
                          <a:pt x="669" y="10335"/>
                          <a:pt x="578" y="10396"/>
                        </a:cubicBezTo>
                        <a:cubicBezTo>
                          <a:pt x="487" y="10426"/>
                          <a:pt x="426" y="10487"/>
                          <a:pt x="335" y="10548"/>
                        </a:cubicBezTo>
                        <a:cubicBezTo>
                          <a:pt x="305" y="10578"/>
                          <a:pt x="274" y="10639"/>
                          <a:pt x="274" y="10730"/>
                        </a:cubicBezTo>
                        <a:cubicBezTo>
                          <a:pt x="396" y="11004"/>
                          <a:pt x="578" y="11247"/>
                          <a:pt x="821" y="11399"/>
                        </a:cubicBezTo>
                        <a:cubicBezTo>
                          <a:pt x="1004" y="11520"/>
                          <a:pt x="1064" y="11490"/>
                          <a:pt x="1216" y="11308"/>
                        </a:cubicBezTo>
                        <a:cubicBezTo>
                          <a:pt x="1277" y="11186"/>
                          <a:pt x="1277" y="11186"/>
                          <a:pt x="1429" y="11247"/>
                        </a:cubicBezTo>
                        <a:cubicBezTo>
                          <a:pt x="1490" y="11247"/>
                          <a:pt x="1581" y="11308"/>
                          <a:pt x="1642" y="11399"/>
                        </a:cubicBezTo>
                        <a:cubicBezTo>
                          <a:pt x="1672" y="11429"/>
                          <a:pt x="1703" y="11429"/>
                          <a:pt x="1733" y="11429"/>
                        </a:cubicBezTo>
                        <a:cubicBezTo>
                          <a:pt x="2007" y="11308"/>
                          <a:pt x="2341" y="11551"/>
                          <a:pt x="2615" y="11338"/>
                        </a:cubicBezTo>
                        <a:cubicBezTo>
                          <a:pt x="2615" y="11338"/>
                          <a:pt x="2645" y="11338"/>
                          <a:pt x="2675" y="11338"/>
                        </a:cubicBezTo>
                        <a:cubicBezTo>
                          <a:pt x="2949" y="11460"/>
                          <a:pt x="3192" y="11581"/>
                          <a:pt x="3435" y="11764"/>
                        </a:cubicBezTo>
                        <a:cubicBezTo>
                          <a:pt x="3648" y="11916"/>
                          <a:pt x="3830" y="12067"/>
                          <a:pt x="4043" y="12219"/>
                        </a:cubicBezTo>
                        <a:cubicBezTo>
                          <a:pt x="4104" y="12280"/>
                          <a:pt x="4165" y="12341"/>
                          <a:pt x="4226" y="12432"/>
                        </a:cubicBezTo>
                        <a:cubicBezTo>
                          <a:pt x="4256" y="12463"/>
                          <a:pt x="4256" y="12554"/>
                          <a:pt x="4256" y="12615"/>
                        </a:cubicBezTo>
                        <a:cubicBezTo>
                          <a:pt x="4226" y="12736"/>
                          <a:pt x="4195" y="12827"/>
                          <a:pt x="4165" y="12919"/>
                        </a:cubicBezTo>
                        <a:cubicBezTo>
                          <a:pt x="4043" y="13071"/>
                          <a:pt x="4074" y="13253"/>
                          <a:pt x="4165" y="13374"/>
                        </a:cubicBezTo>
                        <a:cubicBezTo>
                          <a:pt x="4195" y="13435"/>
                          <a:pt x="4256" y="13526"/>
                          <a:pt x="4256" y="13618"/>
                        </a:cubicBezTo>
                        <a:cubicBezTo>
                          <a:pt x="4286" y="13739"/>
                          <a:pt x="4256" y="13861"/>
                          <a:pt x="4165" y="13922"/>
                        </a:cubicBezTo>
                        <a:cubicBezTo>
                          <a:pt x="4104" y="13952"/>
                          <a:pt x="4104" y="14013"/>
                          <a:pt x="4165" y="14043"/>
                        </a:cubicBezTo>
                        <a:cubicBezTo>
                          <a:pt x="4226" y="14074"/>
                          <a:pt x="4286" y="14074"/>
                          <a:pt x="4347" y="14104"/>
                        </a:cubicBezTo>
                        <a:cubicBezTo>
                          <a:pt x="4408" y="14104"/>
                          <a:pt x="4438" y="14195"/>
                          <a:pt x="4408" y="14256"/>
                        </a:cubicBezTo>
                        <a:cubicBezTo>
                          <a:pt x="4408" y="14286"/>
                          <a:pt x="4378" y="14317"/>
                          <a:pt x="4347" y="14378"/>
                        </a:cubicBezTo>
                        <a:cubicBezTo>
                          <a:pt x="4256" y="14438"/>
                          <a:pt x="4256" y="14590"/>
                          <a:pt x="4347" y="14651"/>
                        </a:cubicBezTo>
                        <a:cubicBezTo>
                          <a:pt x="4378" y="14682"/>
                          <a:pt x="4378" y="14742"/>
                          <a:pt x="4378" y="14773"/>
                        </a:cubicBezTo>
                        <a:cubicBezTo>
                          <a:pt x="4378" y="14833"/>
                          <a:pt x="4286" y="14894"/>
                          <a:pt x="4286" y="14955"/>
                        </a:cubicBezTo>
                        <a:cubicBezTo>
                          <a:pt x="4286" y="15016"/>
                          <a:pt x="4378" y="15107"/>
                          <a:pt x="4378" y="15198"/>
                        </a:cubicBezTo>
                        <a:cubicBezTo>
                          <a:pt x="4408" y="15289"/>
                          <a:pt x="4378" y="15472"/>
                          <a:pt x="4438" y="15593"/>
                        </a:cubicBezTo>
                        <a:cubicBezTo>
                          <a:pt x="4469" y="15745"/>
                          <a:pt x="4438" y="15867"/>
                          <a:pt x="4347" y="15989"/>
                        </a:cubicBezTo>
                        <a:cubicBezTo>
                          <a:pt x="4347" y="16019"/>
                          <a:pt x="4347" y="16080"/>
                          <a:pt x="4347" y="16110"/>
                        </a:cubicBezTo>
                        <a:cubicBezTo>
                          <a:pt x="4378" y="16140"/>
                          <a:pt x="4438" y="16171"/>
                          <a:pt x="4438" y="16201"/>
                        </a:cubicBezTo>
                        <a:cubicBezTo>
                          <a:pt x="4530" y="16323"/>
                          <a:pt x="4499" y="16414"/>
                          <a:pt x="4347" y="16414"/>
                        </a:cubicBezTo>
                        <a:cubicBezTo>
                          <a:pt x="4256" y="16414"/>
                          <a:pt x="4195" y="16444"/>
                          <a:pt x="4134" y="16505"/>
                        </a:cubicBezTo>
                        <a:cubicBezTo>
                          <a:pt x="4074" y="16566"/>
                          <a:pt x="4104" y="16596"/>
                          <a:pt x="4134" y="16627"/>
                        </a:cubicBezTo>
                        <a:cubicBezTo>
                          <a:pt x="4134" y="16688"/>
                          <a:pt x="4347" y="16688"/>
                          <a:pt x="4165" y="16779"/>
                        </a:cubicBezTo>
                        <a:cubicBezTo>
                          <a:pt x="3952" y="16870"/>
                          <a:pt x="3982" y="17022"/>
                          <a:pt x="3982" y="17174"/>
                        </a:cubicBezTo>
                        <a:lnTo>
                          <a:pt x="4104" y="17204"/>
                        </a:lnTo>
                        <a:lnTo>
                          <a:pt x="4104" y="17204"/>
                        </a:lnTo>
                        <a:lnTo>
                          <a:pt x="4134" y="17174"/>
                        </a:lnTo>
                        <a:lnTo>
                          <a:pt x="4134" y="17235"/>
                        </a:lnTo>
                        <a:lnTo>
                          <a:pt x="4165" y="17235"/>
                        </a:lnTo>
                        <a:lnTo>
                          <a:pt x="4013" y="17326"/>
                        </a:lnTo>
                        <a:lnTo>
                          <a:pt x="4013" y="17326"/>
                        </a:lnTo>
                        <a:lnTo>
                          <a:pt x="4013" y="17356"/>
                        </a:lnTo>
                        <a:lnTo>
                          <a:pt x="4013" y="17356"/>
                        </a:lnTo>
                        <a:cubicBezTo>
                          <a:pt x="3982" y="17539"/>
                          <a:pt x="3922" y="17691"/>
                          <a:pt x="3800" y="17843"/>
                        </a:cubicBezTo>
                        <a:cubicBezTo>
                          <a:pt x="3739" y="17934"/>
                          <a:pt x="3739" y="18055"/>
                          <a:pt x="3830" y="18147"/>
                        </a:cubicBezTo>
                        <a:cubicBezTo>
                          <a:pt x="4043" y="18390"/>
                          <a:pt x="4256" y="18420"/>
                          <a:pt x="4499" y="18177"/>
                        </a:cubicBezTo>
                        <a:cubicBezTo>
                          <a:pt x="4530" y="18116"/>
                          <a:pt x="4560" y="18055"/>
                          <a:pt x="4621" y="18025"/>
                        </a:cubicBezTo>
                        <a:cubicBezTo>
                          <a:pt x="4681" y="17964"/>
                          <a:pt x="4773" y="17934"/>
                          <a:pt x="4864" y="17995"/>
                        </a:cubicBezTo>
                        <a:cubicBezTo>
                          <a:pt x="4894" y="17995"/>
                          <a:pt x="4925" y="18025"/>
                          <a:pt x="4955" y="18055"/>
                        </a:cubicBezTo>
                        <a:lnTo>
                          <a:pt x="4955" y="18055"/>
                        </a:lnTo>
                        <a:lnTo>
                          <a:pt x="4985" y="18055"/>
                        </a:lnTo>
                        <a:lnTo>
                          <a:pt x="4955" y="18025"/>
                        </a:lnTo>
                        <a:cubicBezTo>
                          <a:pt x="4985" y="18055"/>
                          <a:pt x="5046" y="18055"/>
                          <a:pt x="5077" y="18086"/>
                        </a:cubicBezTo>
                        <a:cubicBezTo>
                          <a:pt x="5077" y="18177"/>
                          <a:pt x="5016" y="18147"/>
                          <a:pt x="4955" y="18177"/>
                        </a:cubicBezTo>
                        <a:lnTo>
                          <a:pt x="4742" y="18481"/>
                        </a:lnTo>
                        <a:cubicBezTo>
                          <a:pt x="4712" y="18542"/>
                          <a:pt x="4712" y="18633"/>
                          <a:pt x="4773" y="18663"/>
                        </a:cubicBezTo>
                        <a:lnTo>
                          <a:pt x="4955" y="18755"/>
                        </a:lnTo>
                        <a:cubicBezTo>
                          <a:pt x="5046" y="18785"/>
                          <a:pt x="5077" y="18876"/>
                          <a:pt x="5016" y="18967"/>
                        </a:cubicBezTo>
                        <a:cubicBezTo>
                          <a:pt x="5016" y="19028"/>
                          <a:pt x="4985" y="19058"/>
                          <a:pt x="4955" y="19119"/>
                        </a:cubicBezTo>
                        <a:lnTo>
                          <a:pt x="4955" y="19119"/>
                        </a:lnTo>
                        <a:lnTo>
                          <a:pt x="4955" y="19150"/>
                        </a:lnTo>
                        <a:cubicBezTo>
                          <a:pt x="5107" y="19150"/>
                          <a:pt x="5229" y="19241"/>
                          <a:pt x="5229" y="19393"/>
                        </a:cubicBezTo>
                        <a:cubicBezTo>
                          <a:pt x="5229" y="19393"/>
                          <a:pt x="5229" y="19454"/>
                          <a:pt x="5198" y="19454"/>
                        </a:cubicBezTo>
                        <a:cubicBezTo>
                          <a:pt x="5168" y="19454"/>
                          <a:pt x="5137" y="19454"/>
                          <a:pt x="5137" y="19454"/>
                        </a:cubicBezTo>
                        <a:cubicBezTo>
                          <a:pt x="5077" y="19362"/>
                          <a:pt x="5016" y="19241"/>
                          <a:pt x="4955" y="19150"/>
                        </a:cubicBezTo>
                        <a:lnTo>
                          <a:pt x="4925" y="19150"/>
                        </a:lnTo>
                        <a:lnTo>
                          <a:pt x="4925" y="19150"/>
                        </a:lnTo>
                        <a:cubicBezTo>
                          <a:pt x="4742" y="19119"/>
                          <a:pt x="4560" y="19089"/>
                          <a:pt x="4408" y="19028"/>
                        </a:cubicBezTo>
                        <a:cubicBezTo>
                          <a:pt x="4286" y="18998"/>
                          <a:pt x="4195" y="18967"/>
                          <a:pt x="4074" y="18937"/>
                        </a:cubicBezTo>
                        <a:cubicBezTo>
                          <a:pt x="3922" y="18937"/>
                          <a:pt x="3800" y="19058"/>
                          <a:pt x="3830" y="19180"/>
                        </a:cubicBezTo>
                        <a:cubicBezTo>
                          <a:pt x="3830" y="19210"/>
                          <a:pt x="3830" y="19241"/>
                          <a:pt x="3861" y="19241"/>
                        </a:cubicBezTo>
                        <a:cubicBezTo>
                          <a:pt x="3861" y="19271"/>
                          <a:pt x="3891" y="19393"/>
                          <a:pt x="3861" y="19454"/>
                        </a:cubicBezTo>
                        <a:cubicBezTo>
                          <a:pt x="3861" y="19484"/>
                          <a:pt x="3770" y="19514"/>
                          <a:pt x="3709" y="19545"/>
                        </a:cubicBezTo>
                        <a:cubicBezTo>
                          <a:pt x="3618" y="19575"/>
                          <a:pt x="3557" y="19636"/>
                          <a:pt x="3526" y="19727"/>
                        </a:cubicBezTo>
                        <a:cubicBezTo>
                          <a:pt x="3496" y="19849"/>
                          <a:pt x="3466" y="20001"/>
                          <a:pt x="3466" y="20122"/>
                        </a:cubicBezTo>
                        <a:cubicBezTo>
                          <a:pt x="3466" y="20365"/>
                          <a:pt x="3587" y="20609"/>
                          <a:pt x="3800" y="20730"/>
                        </a:cubicBezTo>
                        <a:cubicBezTo>
                          <a:pt x="3800" y="20761"/>
                          <a:pt x="3830" y="20761"/>
                          <a:pt x="3861" y="20761"/>
                        </a:cubicBezTo>
                        <a:cubicBezTo>
                          <a:pt x="4104" y="20821"/>
                          <a:pt x="4347" y="20791"/>
                          <a:pt x="4560" y="20669"/>
                        </a:cubicBezTo>
                        <a:cubicBezTo>
                          <a:pt x="4681" y="20609"/>
                          <a:pt x="4742" y="20457"/>
                          <a:pt x="4681" y="20335"/>
                        </a:cubicBezTo>
                        <a:cubicBezTo>
                          <a:pt x="4621" y="20274"/>
                          <a:pt x="4590" y="20214"/>
                          <a:pt x="4530" y="20183"/>
                        </a:cubicBezTo>
                        <a:cubicBezTo>
                          <a:pt x="4438" y="20092"/>
                          <a:pt x="4378" y="19970"/>
                          <a:pt x="4378" y="19849"/>
                        </a:cubicBezTo>
                        <a:lnTo>
                          <a:pt x="4378" y="19849"/>
                        </a:lnTo>
                        <a:lnTo>
                          <a:pt x="4378" y="19788"/>
                        </a:lnTo>
                        <a:lnTo>
                          <a:pt x="4408" y="19818"/>
                        </a:lnTo>
                        <a:cubicBezTo>
                          <a:pt x="4408" y="19849"/>
                          <a:pt x="4408" y="19849"/>
                          <a:pt x="4408" y="19849"/>
                        </a:cubicBezTo>
                        <a:cubicBezTo>
                          <a:pt x="4681" y="20031"/>
                          <a:pt x="4985" y="20153"/>
                          <a:pt x="5320" y="20183"/>
                        </a:cubicBezTo>
                        <a:cubicBezTo>
                          <a:pt x="5381" y="20183"/>
                          <a:pt x="5411" y="20274"/>
                          <a:pt x="5381" y="20335"/>
                        </a:cubicBezTo>
                        <a:cubicBezTo>
                          <a:pt x="5320" y="20396"/>
                          <a:pt x="5259" y="20457"/>
                          <a:pt x="5198" y="20517"/>
                        </a:cubicBezTo>
                        <a:lnTo>
                          <a:pt x="5198" y="20517"/>
                        </a:lnTo>
                        <a:cubicBezTo>
                          <a:pt x="5198" y="20517"/>
                          <a:pt x="5198" y="20517"/>
                          <a:pt x="5198" y="20548"/>
                        </a:cubicBezTo>
                        <a:lnTo>
                          <a:pt x="5198" y="20517"/>
                        </a:lnTo>
                        <a:cubicBezTo>
                          <a:pt x="5168" y="20609"/>
                          <a:pt x="5137" y="20700"/>
                          <a:pt x="5107" y="20761"/>
                        </a:cubicBezTo>
                        <a:cubicBezTo>
                          <a:pt x="5077" y="20821"/>
                          <a:pt x="5077" y="20882"/>
                          <a:pt x="5107" y="20943"/>
                        </a:cubicBezTo>
                        <a:cubicBezTo>
                          <a:pt x="5137" y="21095"/>
                          <a:pt x="5107" y="21095"/>
                          <a:pt x="4985" y="21125"/>
                        </a:cubicBezTo>
                        <a:cubicBezTo>
                          <a:pt x="4864" y="21125"/>
                          <a:pt x="4833" y="21125"/>
                          <a:pt x="4833" y="21186"/>
                        </a:cubicBezTo>
                        <a:cubicBezTo>
                          <a:pt x="4773" y="21490"/>
                          <a:pt x="4621" y="21642"/>
                          <a:pt x="4317" y="21581"/>
                        </a:cubicBezTo>
                        <a:cubicBezTo>
                          <a:pt x="4195" y="21581"/>
                          <a:pt x="4074" y="21581"/>
                          <a:pt x="3982" y="21612"/>
                        </a:cubicBezTo>
                        <a:cubicBezTo>
                          <a:pt x="3982" y="21764"/>
                          <a:pt x="4013" y="21885"/>
                          <a:pt x="4074" y="22007"/>
                        </a:cubicBezTo>
                        <a:lnTo>
                          <a:pt x="4104" y="22007"/>
                        </a:lnTo>
                        <a:lnTo>
                          <a:pt x="4104" y="22037"/>
                        </a:lnTo>
                        <a:lnTo>
                          <a:pt x="4074" y="22037"/>
                        </a:lnTo>
                        <a:lnTo>
                          <a:pt x="4074" y="22007"/>
                        </a:lnTo>
                        <a:lnTo>
                          <a:pt x="3891" y="21976"/>
                        </a:lnTo>
                        <a:cubicBezTo>
                          <a:pt x="3770" y="21976"/>
                          <a:pt x="3770" y="21976"/>
                          <a:pt x="3709" y="22098"/>
                        </a:cubicBezTo>
                        <a:cubicBezTo>
                          <a:pt x="3678" y="22159"/>
                          <a:pt x="3648" y="22220"/>
                          <a:pt x="3618" y="22250"/>
                        </a:cubicBezTo>
                        <a:cubicBezTo>
                          <a:pt x="3526" y="22372"/>
                          <a:pt x="3405" y="22432"/>
                          <a:pt x="3344" y="22554"/>
                        </a:cubicBezTo>
                        <a:cubicBezTo>
                          <a:pt x="3314" y="22676"/>
                          <a:pt x="3283" y="22828"/>
                          <a:pt x="3222" y="22949"/>
                        </a:cubicBezTo>
                        <a:cubicBezTo>
                          <a:pt x="3192" y="23010"/>
                          <a:pt x="3162" y="23101"/>
                          <a:pt x="3162" y="23192"/>
                        </a:cubicBezTo>
                        <a:cubicBezTo>
                          <a:pt x="3131" y="23283"/>
                          <a:pt x="3162" y="23375"/>
                          <a:pt x="3253" y="23435"/>
                        </a:cubicBezTo>
                        <a:lnTo>
                          <a:pt x="3374" y="23527"/>
                        </a:lnTo>
                        <a:lnTo>
                          <a:pt x="3374" y="23527"/>
                        </a:lnTo>
                        <a:lnTo>
                          <a:pt x="3435" y="23527"/>
                        </a:lnTo>
                        <a:lnTo>
                          <a:pt x="3466" y="23496"/>
                        </a:lnTo>
                        <a:lnTo>
                          <a:pt x="3526" y="23496"/>
                        </a:lnTo>
                        <a:lnTo>
                          <a:pt x="3435" y="23527"/>
                        </a:lnTo>
                        <a:lnTo>
                          <a:pt x="3405" y="23557"/>
                        </a:lnTo>
                        <a:lnTo>
                          <a:pt x="3374" y="23557"/>
                        </a:lnTo>
                        <a:cubicBezTo>
                          <a:pt x="3283" y="23648"/>
                          <a:pt x="3192" y="23739"/>
                          <a:pt x="3101" y="23831"/>
                        </a:cubicBezTo>
                        <a:cubicBezTo>
                          <a:pt x="2979" y="23952"/>
                          <a:pt x="2949" y="24135"/>
                          <a:pt x="3071" y="24256"/>
                        </a:cubicBezTo>
                        <a:cubicBezTo>
                          <a:pt x="3131" y="24347"/>
                          <a:pt x="3162" y="24469"/>
                          <a:pt x="3162" y="24590"/>
                        </a:cubicBezTo>
                        <a:cubicBezTo>
                          <a:pt x="3162" y="24682"/>
                          <a:pt x="3162" y="24773"/>
                          <a:pt x="3222" y="24834"/>
                        </a:cubicBezTo>
                        <a:cubicBezTo>
                          <a:pt x="3314" y="25138"/>
                          <a:pt x="3344" y="25472"/>
                          <a:pt x="3314" y="25776"/>
                        </a:cubicBezTo>
                        <a:cubicBezTo>
                          <a:pt x="3314" y="25806"/>
                          <a:pt x="3314" y="25867"/>
                          <a:pt x="3314" y="25897"/>
                        </a:cubicBezTo>
                        <a:cubicBezTo>
                          <a:pt x="3314" y="25989"/>
                          <a:pt x="3405" y="26049"/>
                          <a:pt x="3466" y="26019"/>
                        </a:cubicBezTo>
                        <a:cubicBezTo>
                          <a:pt x="3618" y="25989"/>
                          <a:pt x="3739" y="25958"/>
                          <a:pt x="3891" y="25897"/>
                        </a:cubicBezTo>
                        <a:lnTo>
                          <a:pt x="3891" y="25867"/>
                        </a:lnTo>
                        <a:lnTo>
                          <a:pt x="3922" y="25867"/>
                        </a:lnTo>
                        <a:lnTo>
                          <a:pt x="3982" y="25837"/>
                        </a:lnTo>
                        <a:cubicBezTo>
                          <a:pt x="3982" y="25897"/>
                          <a:pt x="3952" y="25867"/>
                          <a:pt x="3922" y="25867"/>
                        </a:cubicBezTo>
                        <a:lnTo>
                          <a:pt x="3891" y="25897"/>
                        </a:lnTo>
                        <a:lnTo>
                          <a:pt x="3861" y="25897"/>
                        </a:lnTo>
                        <a:cubicBezTo>
                          <a:pt x="3800" y="26049"/>
                          <a:pt x="3709" y="26141"/>
                          <a:pt x="3587" y="26201"/>
                        </a:cubicBezTo>
                        <a:cubicBezTo>
                          <a:pt x="3435" y="26293"/>
                          <a:pt x="3374" y="26445"/>
                          <a:pt x="3435" y="26597"/>
                        </a:cubicBezTo>
                        <a:cubicBezTo>
                          <a:pt x="3435" y="26840"/>
                          <a:pt x="3526" y="27053"/>
                          <a:pt x="3648" y="27265"/>
                        </a:cubicBezTo>
                        <a:lnTo>
                          <a:pt x="3648" y="27265"/>
                        </a:lnTo>
                        <a:lnTo>
                          <a:pt x="3648" y="27296"/>
                        </a:lnTo>
                        <a:lnTo>
                          <a:pt x="3648" y="27265"/>
                        </a:lnTo>
                        <a:lnTo>
                          <a:pt x="3648" y="27265"/>
                        </a:lnTo>
                        <a:cubicBezTo>
                          <a:pt x="3678" y="27326"/>
                          <a:pt x="3709" y="27387"/>
                          <a:pt x="3770" y="27448"/>
                        </a:cubicBezTo>
                        <a:cubicBezTo>
                          <a:pt x="3861" y="27508"/>
                          <a:pt x="3891" y="27630"/>
                          <a:pt x="3830" y="27721"/>
                        </a:cubicBezTo>
                        <a:cubicBezTo>
                          <a:pt x="3800" y="27782"/>
                          <a:pt x="3770" y="27873"/>
                          <a:pt x="3830" y="27934"/>
                        </a:cubicBezTo>
                        <a:cubicBezTo>
                          <a:pt x="3952" y="28056"/>
                          <a:pt x="3952" y="28238"/>
                          <a:pt x="4043" y="28420"/>
                        </a:cubicBezTo>
                        <a:cubicBezTo>
                          <a:pt x="4074" y="28511"/>
                          <a:pt x="4074" y="28633"/>
                          <a:pt x="4043" y="28755"/>
                        </a:cubicBezTo>
                        <a:cubicBezTo>
                          <a:pt x="4013" y="28785"/>
                          <a:pt x="4013" y="28815"/>
                          <a:pt x="4043" y="28876"/>
                        </a:cubicBezTo>
                        <a:cubicBezTo>
                          <a:pt x="4104" y="28967"/>
                          <a:pt x="4195" y="29059"/>
                          <a:pt x="4286" y="29180"/>
                        </a:cubicBezTo>
                        <a:cubicBezTo>
                          <a:pt x="4499" y="29180"/>
                          <a:pt x="4621" y="29363"/>
                          <a:pt x="4590" y="29545"/>
                        </a:cubicBezTo>
                        <a:cubicBezTo>
                          <a:pt x="4590" y="29545"/>
                          <a:pt x="4651" y="29606"/>
                          <a:pt x="4681" y="29606"/>
                        </a:cubicBezTo>
                        <a:cubicBezTo>
                          <a:pt x="4833" y="29606"/>
                          <a:pt x="4955" y="29545"/>
                          <a:pt x="5077" y="29515"/>
                        </a:cubicBezTo>
                        <a:cubicBezTo>
                          <a:pt x="5137" y="29515"/>
                          <a:pt x="5198" y="29484"/>
                          <a:pt x="5259" y="29454"/>
                        </a:cubicBezTo>
                        <a:cubicBezTo>
                          <a:pt x="5411" y="29423"/>
                          <a:pt x="5502" y="29454"/>
                          <a:pt x="5533" y="29575"/>
                        </a:cubicBezTo>
                        <a:cubicBezTo>
                          <a:pt x="5502" y="29758"/>
                          <a:pt x="5593" y="29940"/>
                          <a:pt x="5745" y="30062"/>
                        </a:cubicBezTo>
                        <a:cubicBezTo>
                          <a:pt x="5776" y="30092"/>
                          <a:pt x="5806" y="30183"/>
                          <a:pt x="5837" y="30214"/>
                        </a:cubicBezTo>
                        <a:cubicBezTo>
                          <a:pt x="5897" y="30274"/>
                          <a:pt x="5958" y="30335"/>
                          <a:pt x="5989" y="30335"/>
                        </a:cubicBezTo>
                        <a:cubicBezTo>
                          <a:pt x="6171" y="30305"/>
                          <a:pt x="6292" y="30426"/>
                          <a:pt x="6444" y="30426"/>
                        </a:cubicBezTo>
                        <a:cubicBezTo>
                          <a:pt x="6566" y="30426"/>
                          <a:pt x="6688" y="30366"/>
                          <a:pt x="6748" y="30274"/>
                        </a:cubicBezTo>
                        <a:cubicBezTo>
                          <a:pt x="6900" y="30031"/>
                          <a:pt x="6900" y="29727"/>
                          <a:pt x="7052" y="29484"/>
                        </a:cubicBezTo>
                        <a:cubicBezTo>
                          <a:pt x="7083" y="29271"/>
                          <a:pt x="7144" y="29089"/>
                          <a:pt x="7296" y="28937"/>
                        </a:cubicBezTo>
                        <a:cubicBezTo>
                          <a:pt x="7387" y="28815"/>
                          <a:pt x="7478" y="28663"/>
                          <a:pt x="7508" y="28511"/>
                        </a:cubicBezTo>
                        <a:cubicBezTo>
                          <a:pt x="7539" y="28390"/>
                          <a:pt x="7569" y="28238"/>
                          <a:pt x="7599" y="28116"/>
                        </a:cubicBezTo>
                        <a:lnTo>
                          <a:pt x="7599" y="28116"/>
                        </a:lnTo>
                        <a:lnTo>
                          <a:pt x="7599" y="28086"/>
                        </a:lnTo>
                        <a:lnTo>
                          <a:pt x="7539" y="28056"/>
                        </a:lnTo>
                        <a:cubicBezTo>
                          <a:pt x="7539" y="28056"/>
                          <a:pt x="7478" y="28025"/>
                          <a:pt x="7508" y="28025"/>
                        </a:cubicBezTo>
                        <a:cubicBezTo>
                          <a:pt x="7508" y="28025"/>
                          <a:pt x="7539" y="27964"/>
                          <a:pt x="7569" y="28025"/>
                        </a:cubicBezTo>
                        <a:cubicBezTo>
                          <a:pt x="7569" y="28056"/>
                          <a:pt x="7599" y="28086"/>
                          <a:pt x="7599" y="28116"/>
                        </a:cubicBezTo>
                        <a:lnTo>
                          <a:pt x="7630" y="28116"/>
                        </a:lnTo>
                        <a:lnTo>
                          <a:pt x="7630" y="28116"/>
                        </a:lnTo>
                        <a:cubicBezTo>
                          <a:pt x="7751" y="28056"/>
                          <a:pt x="7843" y="27964"/>
                          <a:pt x="7903" y="27843"/>
                        </a:cubicBezTo>
                        <a:cubicBezTo>
                          <a:pt x="7995" y="27630"/>
                          <a:pt x="8147" y="27417"/>
                          <a:pt x="8359" y="27265"/>
                        </a:cubicBezTo>
                        <a:cubicBezTo>
                          <a:pt x="8572" y="27113"/>
                          <a:pt x="8633" y="26840"/>
                          <a:pt x="8542" y="26597"/>
                        </a:cubicBezTo>
                        <a:cubicBezTo>
                          <a:pt x="8481" y="26475"/>
                          <a:pt x="8542" y="26414"/>
                          <a:pt x="8633" y="26384"/>
                        </a:cubicBezTo>
                        <a:cubicBezTo>
                          <a:pt x="8724" y="26323"/>
                          <a:pt x="8694" y="26323"/>
                          <a:pt x="8755" y="26293"/>
                        </a:cubicBezTo>
                        <a:cubicBezTo>
                          <a:pt x="8785" y="26262"/>
                          <a:pt x="8815" y="26201"/>
                          <a:pt x="8785" y="26110"/>
                        </a:cubicBezTo>
                        <a:cubicBezTo>
                          <a:pt x="8785" y="26080"/>
                          <a:pt x="8755" y="26049"/>
                          <a:pt x="8755" y="25989"/>
                        </a:cubicBezTo>
                        <a:cubicBezTo>
                          <a:pt x="8663" y="25837"/>
                          <a:pt x="8663" y="25837"/>
                          <a:pt x="8846" y="25806"/>
                        </a:cubicBezTo>
                        <a:cubicBezTo>
                          <a:pt x="8998" y="25806"/>
                          <a:pt x="9089" y="25776"/>
                          <a:pt x="9119" y="25654"/>
                        </a:cubicBezTo>
                        <a:cubicBezTo>
                          <a:pt x="9180" y="25472"/>
                          <a:pt x="9332" y="25381"/>
                          <a:pt x="9484" y="25411"/>
                        </a:cubicBezTo>
                        <a:cubicBezTo>
                          <a:pt x="9727" y="25442"/>
                          <a:pt x="9970" y="25290"/>
                          <a:pt x="10244" y="25381"/>
                        </a:cubicBezTo>
                        <a:cubicBezTo>
                          <a:pt x="10305" y="25381"/>
                          <a:pt x="10365" y="25320"/>
                          <a:pt x="10396" y="25290"/>
                        </a:cubicBezTo>
                        <a:cubicBezTo>
                          <a:pt x="10457" y="25259"/>
                          <a:pt x="10517" y="25168"/>
                          <a:pt x="10578" y="25168"/>
                        </a:cubicBezTo>
                        <a:cubicBezTo>
                          <a:pt x="10913" y="25168"/>
                          <a:pt x="11217" y="25016"/>
                          <a:pt x="11490" y="24803"/>
                        </a:cubicBezTo>
                        <a:cubicBezTo>
                          <a:pt x="11521" y="24773"/>
                          <a:pt x="11581" y="24803"/>
                          <a:pt x="11612" y="24773"/>
                        </a:cubicBezTo>
                        <a:cubicBezTo>
                          <a:pt x="11824" y="24712"/>
                          <a:pt x="11976" y="24560"/>
                          <a:pt x="12098" y="24378"/>
                        </a:cubicBezTo>
                        <a:cubicBezTo>
                          <a:pt x="12220" y="24104"/>
                          <a:pt x="12463" y="23922"/>
                          <a:pt x="12615" y="23679"/>
                        </a:cubicBezTo>
                        <a:cubicBezTo>
                          <a:pt x="12767" y="23435"/>
                          <a:pt x="13101" y="23344"/>
                          <a:pt x="13283" y="23101"/>
                        </a:cubicBezTo>
                        <a:cubicBezTo>
                          <a:pt x="13435" y="23040"/>
                          <a:pt x="13587" y="23101"/>
                          <a:pt x="13739" y="23071"/>
                        </a:cubicBezTo>
                        <a:cubicBezTo>
                          <a:pt x="13861" y="23010"/>
                          <a:pt x="13952" y="22949"/>
                          <a:pt x="14043" y="22888"/>
                        </a:cubicBezTo>
                        <a:cubicBezTo>
                          <a:pt x="14104" y="22858"/>
                          <a:pt x="14165" y="22828"/>
                          <a:pt x="14226" y="22828"/>
                        </a:cubicBezTo>
                        <a:cubicBezTo>
                          <a:pt x="14347" y="22858"/>
                          <a:pt x="14499" y="22858"/>
                          <a:pt x="14621" y="22797"/>
                        </a:cubicBezTo>
                        <a:cubicBezTo>
                          <a:pt x="14834" y="22676"/>
                          <a:pt x="15077" y="22615"/>
                          <a:pt x="15320" y="22584"/>
                        </a:cubicBezTo>
                        <a:cubicBezTo>
                          <a:pt x="15746" y="22524"/>
                          <a:pt x="16141" y="22372"/>
                          <a:pt x="16475" y="22128"/>
                        </a:cubicBezTo>
                        <a:cubicBezTo>
                          <a:pt x="16870" y="21794"/>
                          <a:pt x="17326" y="21521"/>
                          <a:pt x="17752" y="21186"/>
                        </a:cubicBezTo>
                        <a:close/>
                        <a:moveTo>
                          <a:pt x="20943" y="7447"/>
                        </a:moveTo>
                        <a:lnTo>
                          <a:pt x="20974" y="7447"/>
                        </a:lnTo>
                        <a:cubicBezTo>
                          <a:pt x="21004" y="7447"/>
                          <a:pt x="21034" y="7478"/>
                          <a:pt x="21034" y="7478"/>
                        </a:cubicBezTo>
                        <a:cubicBezTo>
                          <a:pt x="21034" y="7508"/>
                          <a:pt x="21034" y="7569"/>
                          <a:pt x="20974" y="7539"/>
                        </a:cubicBezTo>
                        <a:cubicBezTo>
                          <a:pt x="20943" y="7539"/>
                          <a:pt x="20943" y="7539"/>
                          <a:pt x="20913" y="7508"/>
                        </a:cubicBezTo>
                        <a:cubicBezTo>
                          <a:pt x="20913" y="7478"/>
                          <a:pt x="20913" y="7478"/>
                          <a:pt x="20943" y="7447"/>
                        </a:cubicBezTo>
                        <a:close/>
                        <a:moveTo>
                          <a:pt x="20426" y="7660"/>
                        </a:moveTo>
                        <a:cubicBezTo>
                          <a:pt x="20426" y="7599"/>
                          <a:pt x="20487" y="7599"/>
                          <a:pt x="20548" y="7569"/>
                        </a:cubicBezTo>
                        <a:cubicBezTo>
                          <a:pt x="20578" y="7569"/>
                          <a:pt x="20578" y="7599"/>
                          <a:pt x="20578" y="7599"/>
                        </a:cubicBezTo>
                        <a:cubicBezTo>
                          <a:pt x="20639" y="7630"/>
                          <a:pt x="20639" y="7691"/>
                          <a:pt x="20578" y="7721"/>
                        </a:cubicBezTo>
                        <a:cubicBezTo>
                          <a:pt x="20548" y="7751"/>
                          <a:pt x="20518" y="7782"/>
                          <a:pt x="20487" y="7812"/>
                        </a:cubicBezTo>
                        <a:cubicBezTo>
                          <a:pt x="20426" y="7812"/>
                          <a:pt x="20396" y="7721"/>
                          <a:pt x="20426" y="7660"/>
                        </a:cubicBezTo>
                        <a:close/>
                        <a:moveTo>
                          <a:pt x="10122" y="24955"/>
                        </a:moveTo>
                        <a:lnTo>
                          <a:pt x="10062" y="24925"/>
                        </a:lnTo>
                        <a:cubicBezTo>
                          <a:pt x="10062" y="24925"/>
                          <a:pt x="10122" y="24894"/>
                          <a:pt x="10122" y="24925"/>
                        </a:cubicBezTo>
                        <a:cubicBezTo>
                          <a:pt x="10153" y="24925"/>
                          <a:pt x="10153" y="24925"/>
                          <a:pt x="10183" y="24955"/>
                        </a:cubicBezTo>
                        <a:close/>
                        <a:moveTo>
                          <a:pt x="13770" y="1672"/>
                        </a:moveTo>
                        <a:cubicBezTo>
                          <a:pt x="13770" y="1672"/>
                          <a:pt x="13739" y="1611"/>
                          <a:pt x="13770" y="1672"/>
                        </a:cubicBezTo>
                        <a:lnTo>
                          <a:pt x="13831" y="1733"/>
                        </a:lnTo>
                        <a:cubicBezTo>
                          <a:pt x="13800" y="1703"/>
                          <a:pt x="13800" y="1703"/>
                          <a:pt x="13770" y="1672"/>
                        </a:cubicBezTo>
                        <a:close/>
                        <a:moveTo>
                          <a:pt x="13983" y="1946"/>
                        </a:moveTo>
                        <a:cubicBezTo>
                          <a:pt x="13922" y="1946"/>
                          <a:pt x="13922" y="1885"/>
                          <a:pt x="13952" y="1824"/>
                        </a:cubicBezTo>
                        <a:lnTo>
                          <a:pt x="13952" y="1824"/>
                        </a:lnTo>
                        <a:cubicBezTo>
                          <a:pt x="13922" y="1794"/>
                          <a:pt x="13922" y="1794"/>
                          <a:pt x="13891" y="1763"/>
                        </a:cubicBezTo>
                        <a:lnTo>
                          <a:pt x="13952" y="1824"/>
                        </a:lnTo>
                        <a:lnTo>
                          <a:pt x="13952" y="1855"/>
                        </a:lnTo>
                        <a:cubicBezTo>
                          <a:pt x="13983" y="1855"/>
                          <a:pt x="13983" y="1885"/>
                          <a:pt x="14013" y="1915"/>
                        </a:cubicBezTo>
                        <a:close/>
                        <a:moveTo>
                          <a:pt x="15654" y="20122"/>
                        </a:moveTo>
                        <a:lnTo>
                          <a:pt x="15654" y="20092"/>
                        </a:lnTo>
                        <a:lnTo>
                          <a:pt x="15685" y="20092"/>
                        </a:lnTo>
                        <a:close/>
                        <a:moveTo>
                          <a:pt x="15867" y="19028"/>
                        </a:moveTo>
                        <a:lnTo>
                          <a:pt x="15837" y="18998"/>
                        </a:lnTo>
                        <a:lnTo>
                          <a:pt x="15898" y="18998"/>
                        </a:lnTo>
                        <a:lnTo>
                          <a:pt x="15898" y="19028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0" name="Google Shape;520;p21">
                    <a:extLst>
                      <a:ext uri="{FF2B5EF4-FFF2-40B4-BE49-F238E27FC236}">
                        <a16:creationId xmlns:a16="http://schemas.microsoft.com/office/drawing/2014/main" id="{76C05938-DA08-89D7-6543-0A2C29AD9BFC}"/>
                      </a:ext>
                    </a:extLst>
                  </p:cNvPr>
                  <p:cNvSpPr/>
                  <p:nvPr/>
                </p:nvSpPr>
                <p:spPr>
                  <a:xfrm>
                    <a:off x="3648925" y="2693750"/>
                    <a:ext cx="2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2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31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1" name="Google Shape;521;p21">
                    <a:extLst>
                      <a:ext uri="{FF2B5EF4-FFF2-40B4-BE49-F238E27FC236}">
                        <a16:creationId xmlns:a16="http://schemas.microsoft.com/office/drawing/2014/main" id="{20E3F33B-6178-271D-B87F-8E237915D8CF}"/>
                      </a:ext>
                    </a:extLst>
                  </p:cNvPr>
                  <p:cNvSpPr/>
                  <p:nvPr/>
                </p:nvSpPr>
                <p:spPr>
                  <a:xfrm>
                    <a:off x="4031150" y="2596500"/>
                    <a:ext cx="800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31" extrusionOk="0">
                        <a:moveTo>
                          <a:pt x="31" y="31"/>
                        </a:moveTo>
                        <a:lnTo>
                          <a:pt x="31" y="31"/>
                        </a:lnTo>
                        <a:lnTo>
                          <a:pt x="31" y="0"/>
                        </a:lnTo>
                        <a:cubicBezTo>
                          <a:pt x="31" y="0"/>
                          <a:pt x="1" y="31"/>
                          <a:pt x="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2" name="Google Shape;522;p21">
                    <a:extLst>
                      <a:ext uri="{FF2B5EF4-FFF2-40B4-BE49-F238E27FC236}">
                        <a16:creationId xmlns:a16="http://schemas.microsoft.com/office/drawing/2014/main" id="{970091C7-133D-4A58-01A5-18CECA4C215A}"/>
                      </a:ext>
                    </a:extLst>
                  </p:cNvPr>
                  <p:cNvSpPr/>
                  <p:nvPr/>
                </p:nvSpPr>
                <p:spPr>
                  <a:xfrm>
                    <a:off x="3449075" y="2395875"/>
                    <a:ext cx="800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32" extrusionOk="0">
                        <a:moveTo>
                          <a:pt x="1" y="1"/>
                        </a:moveTo>
                        <a:lnTo>
                          <a:pt x="31" y="1"/>
                        </a:lnTo>
                        <a:lnTo>
                          <a:pt x="1" y="1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3" name="Google Shape;523;p21">
                    <a:extLst>
                      <a:ext uri="{FF2B5EF4-FFF2-40B4-BE49-F238E27FC236}">
                        <a16:creationId xmlns:a16="http://schemas.microsoft.com/office/drawing/2014/main" id="{A3B870A0-927A-2D5B-73AE-8A9AA2F0B8D5}"/>
                      </a:ext>
                    </a:extLst>
                  </p:cNvPr>
                  <p:cNvSpPr/>
                  <p:nvPr/>
                </p:nvSpPr>
                <p:spPr>
                  <a:xfrm>
                    <a:off x="3466550" y="234420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1"/>
                        </a:move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4" name="Google Shape;524;p21">
                    <a:extLst>
                      <a:ext uri="{FF2B5EF4-FFF2-40B4-BE49-F238E27FC236}">
                        <a16:creationId xmlns:a16="http://schemas.microsoft.com/office/drawing/2014/main" id="{BE0F3763-180F-CBE0-E821-B37DB66F37B4}"/>
                      </a:ext>
                    </a:extLst>
                  </p:cNvPr>
                  <p:cNvSpPr/>
                  <p:nvPr/>
                </p:nvSpPr>
                <p:spPr>
                  <a:xfrm>
                    <a:off x="3266700" y="2578250"/>
                    <a:ext cx="273600" cy="377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44" h="15108" extrusionOk="0">
                        <a:moveTo>
                          <a:pt x="2220" y="5472"/>
                        </a:moveTo>
                        <a:cubicBezTo>
                          <a:pt x="2493" y="5502"/>
                          <a:pt x="2706" y="5746"/>
                          <a:pt x="2980" y="5685"/>
                        </a:cubicBezTo>
                        <a:cubicBezTo>
                          <a:pt x="3010" y="5685"/>
                          <a:pt x="3040" y="5685"/>
                          <a:pt x="3040" y="5715"/>
                        </a:cubicBezTo>
                        <a:lnTo>
                          <a:pt x="3162" y="5776"/>
                        </a:lnTo>
                        <a:cubicBezTo>
                          <a:pt x="3253" y="5867"/>
                          <a:pt x="3344" y="5958"/>
                          <a:pt x="3466" y="6050"/>
                        </a:cubicBezTo>
                        <a:cubicBezTo>
                          <a:pt x="3527" y="6080"/>
                          <a:pt x="3587" y="6080"/>
                          <a:pt x="3648" y="6080"/>
                        </a:cubicBezTo>
                        <a:cubicBezTo>
                          <a:pt x="3709" y="6080"/>
                          <a:pt x="3739" y="5989"/>
                          <a:pt x="3800" y="5958"/>
                        </a:cubicBezTo>
                        <a:lnTo>
                          <a:pt x="3648" y="5776"/>
                        </a:lnTo>
                        <a:cubicBezTo>
                          <a:pt x="3557" y="5776"/>
                          <a:pt x="3466" y="5776"/>
                          <a:pt x="3435" y="5685"/>
                        </a:cubicBezTo>
                        <a:lnTo>
                          <a:pt x="3405" y="5685"/>
                        </a:lnTo>
                        <a:lnTo>
                          <a:pt x="3375" y="5654"/>
                        </a:lnTo>
                        <a:lnTo>
                          <a:pt x="3405" y="5654"/>
                        </a:lnTo>
                        <a:lnTo>
                          <a:pt x="3405" y="5654"/>
                        </a:lnTo>
                        <a:cubicBezTo>
                          <a:pt x="3496" y="5654"/>
                          <a:pt x="3587" y="5685"/>
                          <a:pt x="3648" y="5776"/>
                        </a:cubicBezTo>
                        <a:lnTo>
                          <a:pt x="3648" y="5776"/>
                        </a:lnTo>
                        <a:lnTo>
                          <a:pt x="3800" y="5928"/>
                        </a:lnTo>
                        <a:lnTo>
                          <a:pt x="3800" y="5928"/>
                        </a:lnTo>
                        <a:cubicBezTo>
                          <a:pt x="3891" y="5928"/>
                          <a:pt x="4013" y="5898"/>
                          <a:pt x="4104" y="5898"/>
                        </a:cubicBezTo>
                        <a:cubicBezTo>
                          <a:pt x="4287" y="5837"/>
                          <a:pt x="4408" y="5685"/>
                          <a:pt x="4378" y="5502"/>
                        </a:cubicBezTo>
                        <a:cubicBezTo>
                          <a:pt x="4378" y="5442"/>
                          <a:pt x="4378" y="5350"/>
                          <a:pt x="4347" y="5259"/>
                        </a:cubicBezTo>
                        <a:lnTo>
                          <a:pt x="4347" y="5259"/>
                        </a:lnTo>
                        <a:lnTo>
                          <a:pt x="4347" y="5229"/>
                        </a:lnTo>
                        <a:cubicBezTo>
                          <a:pt x="4226" y="5138"/>
                          <a:pt x="4226" y="5107"/>
                          <a:pt x="4347" y="4986"/>
                        </a:cubicBezTo>
                        <a:lnTo>
                          <a:pt x="4347" y="4986"/>
                        </a:lnTo>
                        <a:cubicBezTo>
                          <a:pt x="4347" y="4955"/>
                          <a:pt x="4347" y="4955"/>
                          <a:pt x="4378" y="4986"/>
                        </a:cubicBezTo>
                        <a:lnTo>
                          <a:pt x="4347" y="5016"/>
                        </a:lnTo>
                        <a:lnTo>
                          <a:pt x="4347" y="5016"/>
                        </a:lnTo>
                        <a:lnTo>
                          <a:pt x="4347" y="5259"/>
                        </a:lnTo>
                        <a:lnTo>
                          <a:pt x="4347" y="5259"/>
                        </a:lnTo>
                        <a:lnTo>
                          <a:pt x="4347" y="5290"/>
                        </a:lnTo>
                        <a:cubicBezTo>
                          <a:pt x="4469" y="5350"/>
                          <a:pt x="4621" y="5411"/>
                          <a:pt x="4742" y="5472"/>
                        </a:cubicBezTo>
                        <a:cubicBezTo>
                          <a:pt x="4773" y="5472"/>
                          <a:pt x="4803" y="5563"/>
                          <a:pt x="4803" y="5594"/>
                        </a:cubicBezTo>
                        <a:cubicBezTo>
                          <a:pt x="4803" y="5624"/>
                          <a:pt x="4803" y="5624"/>
                          <a:pt x="4803" y="5654"/>
                        </a:cubicBezTo>
                        <a:cubicBezTo>
                          <a:pt x="4742" y="5746"/>
                          <a:pt x="4712" y="5867"/>
                          <a:pt x="4712" y="5989"/>
                        </a:cubicBezTo>
                        <a:cubicBezTo>
                          <a:pt x="4712" y="6080"/>
                          <a:pt x="4834" y="6171"/>
                          <a:pt x="4864" y="6262"/>
                        </a:cubicBezTo>
                        <a:cubicBezTo>
                          <a:pt x="4894" y="6475"/>
                          <a:pt x="5016" y="6688"/>
                          <a:pt x="5168" y="6870"/>
                        </a:cubicBezTo>
                        <a:cubicBezTo>
                          <a:pt x="5198" y="6901"/>
                          <a:pt x="5168" y="6992"/>
                          <a:pt x="5107" y="7022"/>
                        </a:cubicBezTo>
                        <a:cubicBezTo>
                          <a:pt x="5046" y="7053"/>
                          <a:pt x="4986" y="7053"/>
                          <a:pt x="4925" y="7083"/>
                        </a:cubicBezTo>
                        <a:cubicBezTo>
                          <a:pt x="4864" y="7144"/>
                          <a:pt x="4834" y="7205"/>
                          <a:pt x="4834" y="7265"/>
                        </a:cubicBezTo>
                        <a:cubicBezTo>
                          <a:pt x="4834" y="7296"/>
                          <a:pt x="4864" y="7357"/>
                          <a:pt x="4894" y="7357"/>
                        </a:cubicBezTo>
                        <a:cubicBezTo>
                          <a:pt x="5077" y="7417"/>
                          <a:pt x="5259" y="7265"/>
                          <a:pt x="5411" y="7357"/>
                        </a:cubicBezTo>
                        <a:cubicBezTo>
                          <a:pt x="5442" y="7387"/>
                          <a:pt x="5472" y="7387"/>
                          <a:pt x="5472" y="7417"/>
                        </a:cubicBezTo>
                        <a:cubicBezTo>
                          <a:pt x="5502" y="7448"/>
                          <a:pt x="5502" y="7509"/>
                          <a:pt x="5442" y="7509"/>
                        </a:cubicBezTo>
                        <a:cubicBezTo>
                          <a:pt x="5381" y="7539"/>
                          <a:pt x="5320" y="7569"/>
                          <a:pt x="5259" y="7600"/>
                        </a:cubicBezTo>
                        <a:cubicBezTo>
                          <a:pt x="5229" y="7661"/>
                          <a:pt x="5198" y="7721"/>
                          <a:pt x="5259" y="7782"/>
                        </a:cubicBezTo>
                        <a:cubicBezTo>
                          <a:pt x="5290" y="7812"/>
                          <a:pt x="5320" y="7843"/>
                          <a:pt x="5350" y="7843"/>
                        </a:cubicBezTo>
                        <a:cubicBezTo>
                          <a:pt x="5411" y="7843"/>
                          <a:pt x="5442" y="7843"/>
                          <a:pt x="5502" y="7812"/>
                        </a:cubicBezTo>
                        <a:cubicBezTo>
                          <a:pt x="5685" y="7752"/>
                          <a:pt x="5806" y="7812"/>
                          <a:pt x="5867" y="7995"/>
                        </a:cubicBezTo>
                        <a:cubicBezTo>
                          <a:pt x="5867" y="8056"/>
                          <a:pt x="5898" y="8086"/>
                          <a:pt x="5958" y="8116"/>
                        </a:cubicBezTo>
                        <a:cubicBezTo>
                          <a:pt x="6171" y="8208"/>
                          <a:pt x="6171" y="8360"/>
                          <a:pt x="6141" y="8572"/>
                        </a:cubicBezTo>
                        <a:cubicBezTo>
                          <a:pt x="6110" y="8755"/>
                          <a:pt x="6110" y="9028"/>
                          <a:pt x="6080" y="9241"/>
                        </a:cubicBezTo>
                        <a:cubicBezTo>
                          <a:pt x="6080" y="9332"/>
                          <a:pt x="6019" y="9423"/>
                          <a:pt x="5928" y="9454"/>
                        </a:cubicBezTo>
                        <a:cubicBezTo>
                          <a:pt x="5776" y="9484"/>
                          <a:pt x="5654" y="9545"/>
                          <a:pt x="5594" y="9667"/>
                        </a:cubicBezTo>
                        <a:cubicBezTo>
                          <a:pt x="5442" y="9849"/>
                          <a:pt x="5259" y="10001"/>
                          <a:pt x="5077" y="10092"/>
                        </a:cubicBezTo>
                        <a:cubicBezTo>
                          <a:pt x="4682" y="10366"/>
                          <a:pt x="4590" y="10396"/>
                          <a:pt x="4803" y="10913"/>
                        </a:cubicBezTo>
                        <a:cubicBezTo>
                          <a:pt x="4803" y="10943"/>
                          <a:pt x="4773" y="11034"/>
                          <a:pt x="4773" y="11034"/>
                        </a:cubicBezTo>
                        <a:cubicBezTo>
                          <a:pt x="4530" y="11034"/>
                          <a:pt x="4317" y="11095"/>
                          <a:pt x="4104" y="11186"/>
                        </a:cubicBezTo>
                        <a:cubicBezTo>
                          <a:pt x="3891" y="11247"/>
                          <a:pt x="3648" y="11247"/>
                          <a:pt x="3466" y="11126"/>
                        </a:cubicBezTo>
                        <a:cubicBezTo>
                          <a:pt x="3344" y="11065"/>
                          <a:pt x="3223" y="10974"/>
                          <a:pt x="3101" y="10943"/>
                        </a:cubicBezTo>
                        <a:cubicBezTo>
                          <a:pt x="3040" y="10913"/>
                          <a:pt x="3010" y="10943"/>
                          <a:pt x="2980" y="10943"/>
                        </a:cubicBezTo>
                        <a:cubicBezTo>
                          <a:pt x="2858" y="11095"/>
                          <a:pt x="2736" y="11217"/>
                          <a:pt x="2584" y="11338"/>
                        </a:cubicBezTo>
                        <a:cubicBezTo>
                          <a:pt x="2524" y="11399"/>
                          <a:pt x="2493" y="11490"/>
                          <a:pt x="2432" y="11551"/>
                        </a:cubicBezTo>
                        <a:cubicBezTo>
                          <a:pt x="2372" y="11673"/>
                          <a:pt x="2402" y="11825"/>
                          <a:pt x="2493" y="11946"/>
                        </a:cubicBezTo>
                        <a:cubicBezTo>
                          <a:pt x="2645" y="12189"/>
                          <a:pt x="3010" y="12281"/>
                          <a:pt x="3283" y="12159"/>
                        </a:cubicBezTo>
                        <a:cubicBezTo>
                          <a:pt x="3344" y="12129"/>
                          <a:pt x="3435" y="12098"/>
                          <a:pt x="3527" y="12068"/>
                        </a:cubicBezTo>
                        <a:cubicBezTo>
                          <a:pt x="3587" y="12068"/>
                          <a:pt x="3618" y="12068"/>
                          <a:pt x="3648" y="12068"/>
                        </a:cubicBezTo>
                        <a:cubicBezTo>
                          <a:pt x="3891" y="12220"/>
                          <a:pt x="4135" y="12129"/>
                          <a:pt x="4378" y="12159"/>
                        </a:cubicBezTo>
                        <a:cubicBezTo>
                          <a:pt x="4499" y="12189"/>
                          <a:pt x="4590" y="12250"/>
                          <a:pt x="4651" y="12341"/>
                        </a:cubicBezTo>
                        <a:cubicBezTo>
                          <a:pt x="4742" y="12554"/>
                          <a:pt x="4834" y="12767"/>
                          <a:pt x="4955" y="12949"/>
                        </a:cubicBezTo>
                        <a:cubicBezTo>
                          <a:pt x="5046" y="13071"/>
                          <a:pt x="5107" y="13162"/>
                          <a:pt x="5016" y="13314"/>
                        </a:cubicBezTo>
                        <a:cubicBezTo>
                          <a:pt x="4986" y="13405"/>
                          <a:pt x="5016" y="13496"/>
                          <a:pt x="5046" y="13588"/>
                        </a:cubicBezTo>
                        <a:cubicBezTo>
                          <a:pt x="5168" y="13770"/>
                          <a:pt x="5350" y="13922"/>
                          <a:pt x="5533" y="14013"/>
                        </a:cubicBezTo>
                        <a:lnTo>
                          <a:pt x="5533" y="14013"/>
                        </a:lnTo>
                        <a:lnTo>
                          <a:pt x="5533" y="14013"/>
                        </a:lnTo>
                        <a:lnTo>
                          <a:pt x="5533" y="14013"/>
                        </a:lnTo>
                        <a:cubicBezTo>
                          <a:pt x="5685" y="14104"/>
                          <a:pt x="5837" y="14196"/>
                          <a:pt x="5928" y="14317"/>
                        </a:cubicBezTo>
                        <a:cubicBezTo>
                          <a:pt x="6080" y="14530"/>
                          <a:pt x="6323" y="14682"/>
                          <a:pt x="6566" y="14773"/>
                        </a:cubicBezTo>
                        <a:cubicBezTo>
                          <a:pt x="6718" y="14803"/>
                          <a:pt x="6809" y="14925"/>
                          <a:pt x="6931" y="14955"/>
                        </a:cubicBezTo>
                        <a:cubicBezTo>
                          <a:pt x="7053" y="15016"/>
                          <a:pt x="7174" y="15077"/>
                          <a:pt x="7296" y="15107"/>
                        </a:cubicBezTo>
                        <a:cubicBezTo>
                          <a:pt x="7326" y="15107"/>
                          <a:pt x="7387" y="15077"/>
                          <a:pt x="7417" y="15047"/>
                        </a:cubicBezTo>
                        <a:cubicBezTo>
                          <a:pt x="7478" y="14925"/>
                          <a:pt x="7478" y="14773"/>
                          <a:pt x="7417" y="14651"/>
                        </a:cubicBezTo>
                        <a:cubicBezTo>
                          <a:pt x="7265" y="14317"/>
                          <a:pt x="7053" y="13983"/>
                          <a:pt x="6779" y="13709"/>
                        </a:cubicBezTo>
                        <a:cubicBezTo>
                          <a:pt x="6688" y="13618"/>
                          <a:pt x="6627" y="13496"/>
                          <a:pt x="6657" y="13375"/>
                        </a:cubicBezTo>
                        <a:lnTo>
                          <a:pt x="6657" y="13375"/>
                        </a:lnTo>
                        <a:lnTo>
                          <a:pt x="6657" y="13344"/>
                        </a:lnTo>
                        <a:lnTo>
                          <a:pt x="6627" y="13314"/>
                        </a:lnTo>
                        <a:lnTo>
                          <a:pt x="6657" y="13314"/>
                        </a:lnTo>
                        <a:cubicBezTo>
                          <a:pt x="6657" y="13314"/>
                          <a:pt x="6657" y="13344"/>
                          <a:pt x="6657" y="13344"/>
                        </a:cubicBezTo>
                        <a:lnTo>
                          <a:pt x="6688" y="13344"/>
                        </a:lnTo>
                        <a:lnTo>
                          <a:pt x="6688" y="13344"/>
                        </a:lnTo>
                        <a:cubicBezTo>
                          <a:pt x="6901" y="13436"/>
                          <a:pt x="7083" y="13557"/>
                          <a:pt x="7205" y="13740"/>
                        </a:cubicBezTo>
                        <a:cubicBezTo>
                          <a:pt x="7326" y="13892"/>
                          <a:pt x="7478" y="13983"/>
                          <a:pt x="7630" y="14074"/>
                        </a:cubicBezTo>
                        <a:cubicBezTo>
                          <a:pt x="7782" y="14135"/>
                          <a:pt x="7873" y="14226"/>
                          <a:pt x="7904" y="14348"/>
                        </a:cubicBezTo>
                        <a:cubicBezTo>
                          <a:pt x="7964" y="14469"/>
                          <a:pt x="8056" y="14591"/>
                          <a:pt x="8116" y="14712"/>
                        </a:cubicBezTo>
                        <a:cubicBezTo>
                          <a:pt x="8147" y="14743"/>
                          <a:pt x="8177" y="14773"/>
                          <a:pt x="8208" y="14773"/>
                        </a:cubicBezTo>
                        <a:cubicBezTo>
                          <a:pt x="8268" y="14743"/>
                          <a:pt x="8299" y="14712"/>
                          <a:pt x="8268" y="14651"/>
                        </a:cubicBezTo>
                        <a:cubicBezTo>
                          <a:pt x="8177" y="14500"/>
                          <a:pt x="8177" y="14287"/>
                          <a:pt x="8299" y="14135"/>
                        </a:cubicBezTo>
                        <a:cubicBezTo>
                          <a:pt x="8360" y="14044"/>
                          <a:pt x="8451" y="13922"/>
                          <a:pt x="8572" y="13831"/>
                        </a:cubicBezTo>
                        <a:cubicBezTo>
                          <a:pt x="8664" y="13770"/>
                          <a:pt x="8694" y="13648"/>
                          <a:pt x="8633" y="13527"/>
                        </a:cubicBezTo>
                        <a:cubicBezTo>
                          <a:pt x="8633" y="13466"/>
                          <a:pt x="8633" y="13405"/>
                          <a:pt x="8603" y="13344"/>
                        </a:cubicBezTo>
                        <a:cubicBezTo>
                          <a:pt x="8512" y="13132"/>
                          <a:pt x="8451" y="12858"/>
                          <a:pt x="8481" y="12615"/>
                        </a:cubicBezTo>
                        <a:cubicBezTo>
                          <a:pt x="8481" y="12493"/>
                          <a:pt x="8420" y="12341"/>
                          <a:pt x="8299" y="12281"/>
                        </a:cubicBezTo>
                        <a:cubicBezTo>
                          <a:pt x="8177" y="12189"/>
                          <a:pt x="8056" y="12098"/>
                          <a:pt x="7934" y="11977"/>
                        </a:cubicBezTo>
                        <a:cubicBezTo>
                          <a:pt x="7873" y="11916"/>
                          <a:pt x="7843" y="11825"/>
                          <a:pt x="7843" y="11734"/>
                        </a:cubicBezTo>
                        <a:cubicBezTo>
                          <a:pt x="7873" y="11521"/>
                          <a:pt x="7812" y="11338"/>
                          <a:pt x="7691" y="11156"/>
                        </a:cubicBezTo>
                        <a:cubicBezTo>
                          <a:pt x="7660" y="11156"/>
                          <a:pt x="7660" y="11095"/>
                          <a:pt x="7660" y="11065"/>
                        </a:cubicBezTo>
                        <a:lnTo>
                          <a:pt x="7660" y="11065"/>
                        </a:lnTo>
                        <a:lnTo>
                          <a:pt x="7630" y="11034"/>
                        </a:lnTo>
                        <a:lnTo>
                          <a:pt x="7660" y="11034"/>
                        </a:lnTo>
                        <a:lnTo>
                          <a:pt x="7660" y="11034"/>
                        </a:lnTo>
                        <a:cubicBezTo>
                          <a:pt x="7721" y="11034"/>
                          <a:pt x="7752" y="11034"/>
                          <a:pt x="7782" y="11034"/>
                        </a:cubicBezTo>
                        <a:cubicBezTo>
                          <a:pt x="7995" y="11034"/>
                          <a:pt x="8025" y="11034"/>
                          <a:pt x="8056" y="10822"/>
                        </a:cubicBezTo>
                        <a:cubicBezTo>
                          <a:pt x="8086" y="10761"/>
                          <a:pt x="8116" y="10700"/>
                          <a:pt x="8147" y="10639"/>
                        </a:cubicBezTo>
                        <a:cubicBezTo>
                          <a:pt x="8177" y="10578"/>
                          <a:pt x="8268" y="10578"/>
                          <a:pt x="8299" y="10639"/>
                        </a:cubicBezTo>
                        <a:cubicBezTo>
                          <a:pt x="8390" y="10761"/>
                          <a:pt x="8481" y="10913"/>
                          <a:pt x="8572" y="11034"/>
                        </a:cubicBezTo>
                        <a:cubicBezTo>
                          <a:pt x="8724" y="11186"/>
                          <a:pt x="8785" y="11369"/>
                          <a:pt x="8815" y="11582"/>
                        </a:cubicBezTo>
                        <a:cubicBezTo>
                          <a:pt x="8815" y="11673"/>
                          <a:pt x="8846" y="11764"/>
                          <a:pt x="8876" y="11855"/>
                        </a:cubicBezTo>
                        <a:cubicBezTo>
                          <a:pt x="8876" y="11885"/>
                          <a:pt x="8907" y="11946"/>
                          <a:pt x="8937" y="11977"/>
                        </a:cubicBezTo>
                        <a:cubicBezTo>
                          <a:pt x="9059" y="12098"/>
                          <a:pt x="9211" y="12189"/>
                          <a:pt x="9393" y="12250"/>
                        </a:cubicBezTo>
                        <a:cubicBezTo>
                          <a:pt x="9423" y="12250"/>
                          <a:pt x="9484" y="12250"/>
                          <a:pt x="9484" y="12189"/>
                        </a:cubicBezTo>
                        <a:cubicBezTo>
                          <a:pt x="9545" y="12068"/>
                          <a:pt x="9575" y="11946"/>
                          <a:pt x="9606" y="11825"/>
                        </a:cubicBezTo>
                        <a:cubicBezTo>
                          <a:pt x="9636" y="11734"/>
                          <a:pt x="9697" y="11642"/>
                          <a:pt x="9788" y="11642"/>
                        </a:cubicBezTo>
                        <a:cubicBezTo>
                          <a:pt x="9849" y="11612"/>
                          <a:pt x="9910" y="11612"/>
                          <a:pt x="9971" y="11582"/>
                        </a:cubicBezTo>
                        <a:cubicBezTo>
                          <a:pt x="10274" y="11460"/>
                          <a:pt x="10396" y="11126"/>
                          <a:pt x="10700" y="10974"/>
                        </a:cubicBezTo>
                        <a:cubicBezTo>
                          <a:pt x="10791" y="10913"/>
                          <a:pt x="10852" y="10822"/>
                          <a:pt x="10913" y="10730"/>
                        </a:cubicBezTo>
                        <a:cubicBezTo>
                          <a:pt x="10943" y="10670"/>
                          <a:pt x="10943" y="10609"/>
                          <a:pt x="10913" y="10518"/>
                        </a:cubicBezTo>
                        <a:cubicBezTo>
                          <a:pt x="10882" y="10366"/>
                          <a:pt x="10761" y="10244"/>
                          <a:pt x="10609" y="10214"/>
                        </a:cubicBezTo>
                        <a:cubicBezTo>
                          <a:pt x="10518" y="10214"/>
                          <a:pt x="10426" y="10153"/>
                          <a:pt x="10366" y="10092"/>
                        </a:cubicBezTo>
                        <a:lnTo>
                          <a:pt x="10366" y="10092"/>
                        </a:lnTo>
                        <a:lnTo>
                          <a:pt x="10366" y="10062"/>
                        </a:lnTo>
                        <a:cubicBezTo>
                          <a:pt x="10335" y="10031"/>
                          <a:pt x="10335" y="9971"/>
                          <a:pt x="10366" y="9940"/>
                        </a:cubicBezTo>
                        <a:lnTo>
                          <a:pt x="10366" y="9940"/>
                        </a:lnTo>
                        <a:lnTo>
                          <a:pt x="10366" y="9910"/>
                        </a:lnTo>
                        <a:lnTo>
                          <a:pt x="10366" y="9910"/>
                        </a:lnTo>
                        <a:cubicBezTo>
                          <a:pt x="10335" y="9879"/>
                          <a:pt x="10335" y="9819"/>
                          <a:pt x="10274" y="9819"/>
                        </a:cubicBezTo>
                        <a:cubicBezTo>
                          <a:pt x="10244" y="9819"/>
                          <a:pt x="10214" y="9819"/>
                          <a:pt x="10153" y="9819"/>
                        </a:cubicBezTo>
                        <a:lnTo>
                          <a:pt x="10031" y="9819"/>
                        </a:lnTo>
                        <a:cubicBezTo>
                          <a:pt x="9940" y="9788"/>
                          <a:pt x="9879" y="9697"/>
                          <a:pt x="9910" y="9606"/>
                        </a:cubicBezTo>
                        <a:cubicBezTo>
                          <a:pt x="10001" y="9393"/>
                          <a:pt x="10001" y="9363"/>
                          <a:pt x="9879" y="9302"/>
                        </a:cubicBezTo>
                        <a:cubicBezTo>
                          <a:pt x="9758" y="9211"/>
                          <a:pt x="9636" y="9150"/>
                          <a:pt x="9667" y="8998"/>
                        </a:cubicBezTo>
                        <a:cubicBezTo>
                          <a:pt x="9545" y="8968"/>
                          <a:pt x="9393" y="8907"/>
                          <a:pt x="9271" y="8846"/>
                        </a:cubicBezTo>
                        <a:cubicBezTo>
                          <a:pt x="9180" y="8816"/>
                          <a:pt x="9089" y="8724"/>
                          <a:pt x="9059" y="8603"/>
                        </a:cubicBezTo>
                        <a:cubicBezTo>
                          <a:pt x="9028" y="8420"/>
                          <a:pt x="8846" y="8268"/>
                          <a:pt x="8664" y="8238"/>
                        </a:cubicBezTo>
                        <a:cubicBezTo>
                          <a:pt x="8572" y="8208"/>
                          <a:pt x="8542" y="8116"/>
                          <a:pt x="8603" y="8056"/>
                        </a:cubicBezTo>
                        <a:cubicBezTo>
                          <a:pt x="8755" y="7904"/>
                          <a:pt x="8876" y="7782"/>
                          <a:pt x="8846" y="7539"/>
                        </a:cubicBezTo>
                        <a:cubicBezTo>
                          <a:pt x="8846" y="7478"/>
                          <a:pt x="8876" y="7478"/>
                          <a:pt x="8937" y="7478"/>
                        </a:cubicBezTo>
                        <a:cubicBezTo>
                          <a:pt x="9028" y="7539"/>
                          <a:pt x="9150" y="7569"/>
                          <a:pt x="9241" y="7569"/>
                        </a:cubicBezTo>
                        <a:cubicBezTo>
                          <a:pt x="9332" y="7600"/>
                          <a:pt x="9393" y="7569"/>
                          <a:pt x="9423" y="7509"/>
                        </a:cubicBezTo>
                        <a:cubicBezTo>
                          <a:pt x="9454" y="7448"/>
                          <a:pt x="9423" y="7387"/>
                          <a:pt x="9423" y="7326"/>
                        </a:cubicBezTo>
                        <a:cubicBezTo>
                          <a:pt x="9423" y="7296"/>
                          <a:pt x="9423" y="7265"/>
                          <a:pt x="9393" y="7265"/>
                        </a:cubicBezTo>
                        <a:cubicBezTo>
                          <a:pt x="9271" y="7144"/>
                          <a:pt x="9241" y="7053"/>
                          <a:pt x="9363" y="6901"/>
                        </a:cubicBezTo>
                        <a:cubicBezTo>
                          <a:pt x="9454" y="6809"/>
                          <a:pt x="9484" y="6657"/>
                          <a:pt x="9423" y="6536"/>
                        </a:cubicBezTo>
                        <a:cubicBezTo>
                          <a:pt x="9332" y="6353"/>
                          <a:pt x="9271" y="6171"/>
                          <a:pt x="9211" y="5958"/>
                        </a:cubicBezTo>
                        <a:cubicBezTo>
                          <a:pt x="9180" y="5654"/>
                          <a:pt x="8907" y="5411"/>
                          <a:pt x="8603" y="5381"/>
                        </a:cubicBezTo>
                        <a:cubicBezTo>
                          <a:pt x="8451" y="5350"/>
                          <a:pt x="8360" y="5259"/>
                          <a:pt x="8329" y="5107"/>
                        </a:cubicBezTo>
                        <a:cubicBezTo>
                          <a:pt x="8329" y="5077"/>
                          <a:pt x="8238" y="5046"/>
                          <a:pt x="8177" y="5016"/>
                        </a:cubicBezTo>
                        <a:lnTo>
                          <a:pt x="8177" y="5016"/>
                        </a:lnTo>
                        <a:lnTo>
                          <a:pt x="8147" y="5046"/>
                        </a:lnTo>
                        <a:lnTo>
                          <a:pt x="8177" y="4986"/>
                        </a:lnTo>
                        <a:lnTo>
                          <a:pt x="8177" y="4986"/>
                        </a:lnTo>
                        <a:cubicBezTo>
                          <a:pt x="8238" y="4864"/>
                          <a:pt x="8238" y="4682"/>
                          <a:pt x="8177" y="4530"/>
                        </a:cubicBezTo>
                        <a:cubicBezTo>
                          <a:pt x="8116" y="4439"/>
                          <a:pt x="8056" y="4347"/>
                          <a:pt x="7995" y="4256"/>
                        </a:cubicBezTo>
                        <a:cubicBezTo>
                          <a:pt x="7904" y="4135"/>
                          <a:pt x="7752" y="4104"/>
                          <a:pt x="7630" y="4195"/>
                        </a:cubicBezTo>
                        <a:cubicBezTo>
                          <a:pt x="7478" y="4256"/>
                          <a:pt x="7448" y="4256"/>
                          <a:pt x="7387" y="4165"/>
                        </a:cubicBezTo>
                        <a:cubicBezTo>
                          <a:pt x="7326" y="3952"/>
                          <a:pt x="7205" y="4013"/>
                          <a:pt x="7083" y="4013"/>
                        </a:cubicBezTo>
                        <a:cubicBezTo>
                          <a:pt x="7053" y="4013"/>
                          <a:pt x="7022" y="4013"/>
                          <a:pt x="6992" y="4013"/>
                        </a:cubicBezTo>
                        <a:cubicBezTo>
                          <a:pt x="6961" y="3983"/>
                          <a:pt x="6992" y="3952"/>
                          <a:pt x="6992" y="3922"/>
                        </a:cubicBezTo>
                        <a:cubicBezTo>
                          <a:pt x="7053" y="3861"/>
                          <a:pt x="7113" y="3770"/>
                          <a:pt x="7174" y="3709"/>
                        </a:cubicBezTo>
                        <a:cubicBezTo>
                          <a:pt x="7174" y="3648"/>
                          <a:pt x="7174" y="3618"/>
                          <a:pt x="7174" y="3557"/>
                        </a:cubicBezTo>
                        <a:cubicBezTo>
                          <a:pt x="7113" y="3527"/>
                          <a:pt x="7053" y="3496"/>
                          <a:pt x="7022" y="3436"/>
                        </a:cubicBezTo>
                        <a:cubicBezTo>
                          <a:pt x="6992" y="3375"/>
                          <a:pt x="7053" y="3284"/>
                          <a:pt x="7053" y="3192"/>
                        </a:cubicBezTo>
                        <a:cubicBezTo>
                          <a:pt x="7053" y="3071"/>
                          <a:pt x="7022" y="2949"/>
                          <a:pt x="6931" y="2888"/>
                        </a:cubicBezTo>
                        <a:cubicBezTo>
                          <a:pt x="6718" y="2706"/>
                          <a:pt x="6505" y="2554"/>
                          <a:pt x="6293" y="2402"/>
                        </a:cubicBezTo>
                        <a:lnTo>
                          <a:pt x="6293" y="2402"/>
                        </a:lnTo>
                        <a:lnTo>
                          <a:pt x="6293" y="2402"/>
                        </a:lnTo>
                        <a:lnTo>
                          <a:pt x="6293" y="2432"/>
                        </a:lnTo>
                        <a:cubicBezTo>
                          <a:pt x="6110" y="2402"/>
                          <a:pt x="5898" y="2463"/>
                          <a:pt x="5715" y="2584"/>
                        </a:cubicBezTo>
                        <a:cubicBezTo>
                          <a:pt x="5563" y="2676"/>
                          <a:pt x="5350" y="2676"/>
                          <a:pt x="5198" y="2584"/>
                        </a:cubicBezTo>
                        <a:cubicBezTo>
                          <a:pt x="5077" y="2524"/>
                          <a:pt x="4925" y="2524"/>
                          <a:pt x="4803" y="2645"/>
                        </a:cubicBezTo>
                        <a:cubicBezTo>
                          <a:pt x="4803" y="2645"/>
                          <a:pt x="4803" y="2645"/>
                          <a:pt x="4803" y="2676"/>
                        </a:cubicBezTo>
                        <a:cubicBezTo>
                          <a:pt x="4773" y="2676"/>
                          <a:pt x="4742" y="2706"/>
                          <a:pt x="4742" y="2706"/>
                        </a:cubicBezTo>
                        <a:lnTo>
                          <a:pt x="4803" y="2645"/>
                        </a:lnTo>
                        <a:lnTo>
                          <a:pt x="4803" y="2645"/>
                        </a:lnTo>
                        <a:cubicBezTo>
                          <a:pt x="4834" y="2524"/>
                          <a:pt x="4864" y="2402"/>
                          <a:pt x="4894" y="2311"/>
                        </a:cubicBezTo>
                        <a:cubicBezTo>
                          <a:pt x="5016" y="2007"/>
                          <a:pt x="5077" y="1703"/>
                          <a:pt x="5107" y="1399"/>
                        </a:cubicBezTo>
                        <a:cubicBezTo>
                          <a:pt x="5107" y="1308"/>
                          <a:pt x="5138" y="1247"/>
                          <a:pt x="5198" y="1186"/>
                        </a:cubicBezTo>
                        <a:lnTo>
                          <a:pt x="5198" y="1065"/>
                        </a:lnTo>
                        <a:cubicBezTo>
                          <a:pt x="5198" y="791"/>
                          <a:pt x="5107" y="730"/>
                          <a:pt x="4894" y="670"/>
                        </a:cubicBezTo>
                        <a:cubicBezTo>
                          <a:pt x="4773" y="639"/>
                          <a:pt x="4682" y="639"/>
                          <a:pt x="4560" y="670"/>
                        </a:cubicBezTo>
                        <a:cubicBezTo>
                          <a:pt x="4317" y="761"/>
                          <a:pt x="4043" y="852"/>
                          <a:pt x="3770" y="882"/>
                        </a:cubicBezTo>
                        <a:cubicBezTo>
                          <a:pt x="3557" y="882"/>
                          <a:pt x="3314" y="973"/>
                          <a:pt x="3192" y="1156"/>
                        </a:cubicBezTo>
                        <a:cubicBezTo>
                          <a:pt x="3101" y="1247"/>
                          <a:pt x="3010" y="1308"/>
                          <a:pt x="2919" y="1369"/>
                        </a:cubicBezTo>
                        <a:cubicBezTo>
                          <a:pt x="2706" y="1581"/>
                          <a:pt x="2645" y="1916"/>
                          <a:pt x="2736" y="2189"/>
                        </a:cubicBezTo>
                        <a:cubicBezTo>
                          <a:pt x="2767" y="2250"/>
                          <a:pt x="2767" y="2311"/>
                          <a:pt x="2676" y="2341"/>
                        </a:cubicBezTo>
                        <a:cubicBezTo>
                          <a:pt x="2584" y="2372"/>
                          <a:pt x="2463" y="2432"/>
                          <a:pt x="2402" y="2493"/>
                        </a:cubicBezTo>
                        <a:cubicBezTo>
                          <a:pt x="2280" y="2554"/>
                          <a:pt x="2220" y="2676"/>
                          <a:pt x="2280" y="2797"/>
                        </a:cubicBezTo>
                        <a:cubicBezTo>
                          <a:pt x="2311" y="2919"/>
                          <a:pt x="2341" y="3040"/>
                          <a:pt x="2372" y="3162"/>
                        </a:cubicBezTo>
                        <a:cubicBezTo>
                          <a:pt x="2402" y="3223"/>
                          <a:pt x="2402" y="3253"/>
                          <a:pt x="2402" y="3314"/>
                        </a:cubicBezTo>
                        <a:cubicBezTo>
                          <a:pt x="2402" y="3314"/>
                          <a:pt x="2402" y="3344"/>
                          <a:pt x="2372" y="3344"/>
                        </a:cubicBezTo>
                        <a:cubicBezTo>
                          <a:pt x="2341" y="3375"/>
                          <a:pt x="2280" y="3405"/>
                          <a:pt x="2250" y="3375"/>
                        </a:cubicBezTo>
                        <a:cubicBezTo>
                          <a:pt x="2068" y="3162"/>
                          <a:pt x="1976" y="2858"/>
                          <a:pt x="2037" y="2584"/>
                        </a:cubicBezTo>
                        <a:cubicBezTo>
                          <a:pt x="2037" y="2554"/>
                          <a:pt x="2037" y="2524"/>
                          <a:pt x="2068" y="2493"/>
                        </a:cubicBezTo>
                        <a:cubicBezTo>
                          <a:pt x="2098" y="2432"/>
                          <a:pt x="2159" y="2341"/>
                          <a:pt x="2189" y="2280"/>
                        </a:cubicBezTo>
                        <a:cubicBezTo>
                          <a:pt x="2311" y="2129"/>
                          <a:pt x="2372" y="1946"/>
                          <a:pt x="2341" y="1764"/>
                        </a:cubicBezTo>
                        <a:cubicBezTo>
                          <a:pt x="2341" y="1642"/>
                          <a:pt x="2372" y="1521"/>
                          <a:pt x="2463" y="1460"/>
                        </a:cubicBezTo>
                        <a:cubicBezTo>
                          <a:pt x="2524" y="1399"/>
                          <a:pt x="2615" y="1338"/>
                          <a:pt x="2676" y="1277"/>
                        </a:cubicBezTo>
                        <a:cubicBezTo>
                          <a:pt x="2919" y="973"/>
                          <a:pt x="3223" y="730"/>
                          <a:pt x="3587" y="578"/>
                        </a:cubicBezTo>
                        <a:cubicBezTo>
                          <a:pt x="3618" y="548"/>
                          <a:pt x="3648" y="518"/>
                          <a:pt x="3679" y="487"/>
                        </a:cubicBezTo>
                        <a:cubicBezTo>
                          <a:pt x="3679" y="457"/>
                          <a:pt x="3709" y="396"/>
                          <a:pt x="3679" y="366"/>
                        </a:cubicBezTo>
                        <a:cubicBezTo>
                          <a:pt x="3618" y="305"/>
                          <a:pt x="3557" y="244"/>
                          <a:pt x="3466" y="183"/>
                        </a:cubicBezTo>
                        <a:cubicBezTo>
                          <a:pt x="3040" y="1"/>
                          <a:pt x="2554" y="62"/>
                          <a:pt x="2189" y="305"/>
                        </a:cubicBezTo>
                        <a:cubicBezTo>
                          <a:pt x="1976" y="457"/>
                          <a:pt x="1794" y="578"/>
                          <a:pt x="1642" y="730"/>
                        </a:cubicBezTo>
                        <a:cubicBezTo>
                          <a:pt x="1369" y="943"/>
                          <a:pt x="1247" y="1277"/>
                          <a:pt x="943" y="1460"/>
                        </a:cubicBezTo>
                        <a:cubicBezTo>
                          <a:pt x="882" y="1490"/>
                          <a:pt x="852" y="1521"/>
                          <a:pt x="852" y="1551"/>
                        </a:cubicBezTo>
                        <a:cubicBezTo>
                          <a:pt x="791" y="1642"/>
                          <a:pt x="730" y="1703"/>
                          <a:pt x="700" y="1794"/>
                        </a:cubicBezTo>
                        <a:cubicBezTo>
                          <a:pt x="669" y="1885"/>
                          <a:pt x="639" y="1977"/>
                          <a:pt x="578" y="2037"/>
                        </a:cubicBezTo>
                        <a:cubicBezTo>
                          <a:pt x="365" y="2280"/>
                          <a:pt x="183" y="2584"/>
                          <a:pt x="62" y="2919"/>
                        </a:cubicBezTo>
                        <a:cubicBezTo>
                          <a:pt x="1" y="3071"/>
                          <a:pt x="92" y="3253"/>
                          <a:pt x="244" y="3284"/>
                        </a:cubicBezTo>
                        <a:cubicBezTo>
                          <a:pt x="396" y="3375"/>
                          <a:pt x="578" y="3436"/>
                          <a:pt x="730" y="3496"/>
                        </a:cubicBezTo>
                        <a:cubicBezTo>
                          <a:pt x="791" y="3527"/>
                          <a:pt x="852" y="3587"/>
                          <a:pt x="882" y="3648"/>
                        </a:cubicBezTo>
                        <a:cubicBezTo>
                          <a:pt x="882" y="3679"/>
                          <a:pt x="882" y="3709"/>
                          <a:pt x="882" y="3770"/>
                        </a:cubicBezTo>
                        <a:cubicBezTo>
                          <a:pt x="852" y="3800"/>
                          <a:pt x="821" y="3800"/>
                          <a:pt x="761" y="3800"/>
                        </a:cubicBezTo>
                        <a:cubicBezTo>
                          <a:pt x="639" y="3739"/>
                          <a:pt x="548" y="3648"/>
                          <a:pt x="426" y="3587"/>
                        </a:cubicBezTo>
                        <a:cubicBezTo>
                          <a:pt x="244" y="3527"/>
                          <a:pt x="62" y="3648"/>
                          <a:pt x="31" y="3831"/>
                        </a:cubicBezTo>
                        <a:cubicBezTo>
                          <a:pt x="31" y="3952"/>
                          <a:pt x="31" y="4043"/>
                          <a:pt x="31" y="4165"/>
                        </a:cubicBezTo>
                        <a:cubicBezTo>
                          <a:pt x="62" y="4317"/>
                          <a:pt x="153" y="4469"/>
                          <a:pt x="274" y="4591"/>
                        </a:cubicBezTo>
                        <a:cubicBezTo>
                          <a:pt x="335" y="4682"/>
                          <a:pt x="457" y="4682"/>
                          <a:pt x="578" y="4682"/>
                        </a:cubicBezTo>
                        <a:cubicBezTo>
                          <a:pt x="669" y="4712"/>
                          <a:pt x="700" y="4682"/>
                          <a:pt x="761" y="4712"/>
                        </a:cubicBezTo>
                        <a:cubicBezTo>
                          <a:pt x="882" y="4743"/>
                          <a:pt x="973" y="4834"/>
                          <a:pt x="973" y="4955"/>
                        </a:cubicBezTo>
                        <a:cubicBezTo>
                          <a:pt x="1065" y="5107"/>
                          <a:pt x="1247" y="5168"/>
                          <a:pt x="1399" y="5168"/>
                        </a:cubicBezTo>
                        <a:cubicBezTo>
                          <a:pt x="1551" y="5138"/>
                          <a:pt x="1642" y="5229"/>
                          <a:pt x="1642" y="5350"/>
                        </a:cubicBezTo>
                        <a:cubicBezTo>
                          <a:pt x="1794" y="5381"/>
                          <a:pt x="1946" y="5411"/>
                          <a:pt x="2068" y="5502"/>
                        </a:cubicBezTo>
                        <a:cubicBezTo>
                          <a:pt x="2098" y="5472"/>
                          <a:pt x="2159" y="5472"/>
                          <a:pt x="2220" y="5472"/>
                        </a:cubicBezTo>
                        <a:close/>
                        <a:moveTo>
                          <a:pt x="5654" y="12068"/>
                        </a:moveTo>
                        <a:cubicBezTo>
                          <a:pt x="5594" y="12068"/>
                          <a:pt x="5563" y="12037"/>
                          <a:pt x="5533" y="12007"/>
                        </a:cubicBezTo>
                        <a:lnTo>
                          <a:pt x="5533" y="11977"/>
                        </a:lnTo>
                        <a:cubicBezTo>
                          <a:pt x="5594" y="11855"/>
                          <a:pt x="5654" y="11734"/>
                          <a:pt x="5715" y="11612"/>
                        </a:cubicBezTo>
                        <a:cubicBezTo>
                          <a:pt x="5746" y="11551"/>
                          <a:pt x="5776" y="11551"/>
                          <a:pt x="5806" y="11582"/>
                        </a:cubicBezTo>
                        <a:cubicBezTo>
                          <a:pt x="5837" y="11582"/>
                          <a:pt x="5837" y="11582"/>
                          <a:pt x="5867" y="11612"/>
                        </a:cubicBezTo>
                        <a:cubicBezTo>
                          <a:pt x="5867" y="11673"/>
                          <a:pt x="5898" y="11734"/>
                          <a:pt x="5928" y="11794"/>
                        </a:cubicBezTo>
                        <a:cubicBezTo>
                          <a:pt x="5898" y="11916"/>
                          <a:pt x="5806" y="12037"/>
                          <a:pt x="5654" y="12068"/>
                        </a:cubicBezTo>
                        <a:close/>
                        <a:moveTo>
                          <a:pt x="8876" y="6141"/>
                        </a:moveTo>
                        <a:cubicBezTo>
                          <a:pt x="8907" y="6110"/>
                          <a:pt x="8967" y="6171"/>
                          <a:pt x="8967" y="6202"/>
                        </a:cubicBezTo>
                        <a:cubicBezTo>
                          <a:pt x="8967" y="6262"/>
                          <a:pt x="8907" y="6323"/>
                          <a:pt x="8846" y="6353"/>
                        </a:cubicBezTo>
                        <a:lnTo>
                          <a:pt x="8846" y="6353"/>
                        </a:lnTo>
                        <a:lnTo>
                          <a:pt x="8815" y="6384"/>
                        </a:lnTo>
                        <a:lnTo>
                          <a:pt x="8846" y="6353"/>
                        </a:lnTo>
                        <a:lnTo>
                          <a:pt x="8846" y="6353"/>
                        </a:lnTo>
                        <a:cubicBezTo>
                          <a:pt x="8846" y="6293"/>
                          <a:pt x="8815" y="6232"/>
                          <a:pt x="8785" y="6171"/>
                        </a:cubicBezTo>
                        <a:cubicBezTo>
                          <a:pt x="8785" y="6110"/>
                          <a:pt x="8846" y="6141"/>
                          <a:pt x="8876" y="6141"/>
                        </a:cubicBezTo>
                        <a:close/>
                        <a:moveTo>
                          <a:pt x="4651" y="2767"/>
                        </a:moveTo>
                        <a:lnTo>
                          <a:pt x="4712" y="2706"/>
                        </a:lnTo>
                        <a:cubicBezTo>
                          <a:pt x="4682" y="2736"/>
                          <a:pt x="4651" y="2767"/>
                          <a:pt x="4651" y="2797"/>
                        </a:cubicBezTo>
                        <a:cubicBezTo>
                          <a:pt x="4651" y="2797"/>
                          <a:pt x="4590" y="2858"/>
                          <a:pt x="4651" y="2797"/>
                        </a:cubicBezTo>
                        <a:close/>
                        <a:moveTo>
                          <a:pt x="2128" y="3648"/>
                        </a:moveTo>
                        <a:lnTo>
                          <a:pt x="2189" y="3679"/>
                        </a:lnTo>
                        <a:lnTo>
                          <a:pt x="2128" y="370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5" name="Google Shape;525;p21">
                    <a:extLst>
                      <a:ext uri="{FF2B5EF4-FFF2-40B4-BE49-F238E27FC236}">
                        <a16:creationId xmlns:a16="http://schemas.microsoft.com/office/drawing/2014/main" id="{181B9F4F-537B-1A45-CDE8-76E17CD5B534}"/>
                      </a:ext>
                    </a:extLst>
                  </p:cNvPr>
                  <p:cNvSpPr/>
                  <p:nvPr/>
                </p:nvSpPr>
                <p:spPr>
                  <a:xfrm>
                    <a:off x="3028100" y="2522775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0" y="1"/>
                        </a:moveTo>
                        <a:lnTo>
                          <a:pt x="31" y="1"/>
                        </a:lnTo>
                        <a:lnTo>
                          <a:pt x="31" y="1"/>
                        </a:lnTo>
                        <a:lnTo>
                          <a:pt x="3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6" name="Google Shape;526;p21">
                    <a:extLst>
                      <a:ext uri="{FF2B5EF4-FFF2-40B4-BE49-F238E27FC236}">
                        <a16:creationId xmlns:a16="http://schemas.microsoft.com/office/drawing/2014/main" id="{CFF9D420-4D71-B52F-2670-886326E51041}"/>
                      </a:ext>
                    </a:extLst>
                  </p:cNvPr>
                  <p:cNvSpPr/>
                  <p:nvPr/>
                </p:nvSpPr>
                <p:spPr>
                  <a:xfrm>
                    <a:off x="2944500" y="2519750"/>
                    <a:ext cx="209775" cy="18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91" h="7265" extrusionOk="0">
                        <a:moveTo>
                          <a:pt x="3344" y="122"/>
                        </a:moveTo>
                        <a:cubicBezTo>
                          <a:pt x="3253" y="183"/>
                          <a:pt x="3162" y="213"/>
                          <a:pt x="3071" y="213"/>
                        </a:cubicBezTo>
                        <a:lnTo>
                          <a:pt x="2676" y="244"/>
                        </a:lnTo>
                        <a:cubicBezTo>
                          <a:pt x="2645" y="274"/>
                          <a:pt x="2645" y="304"/>
                          <a:pt x="2615" y="335"/>
                        </a:cubicBezTo>
                        <a:cubicBezTo>
                          <a:pt x="2311" y="487"/>
                          <a:pt x="2007" y="639"/>
                          <a:pt x="1673" y="760"/>
                        </a:cubicBezTo>
                        <a:cubicBezTo>
                          <a:pt x="1521" y="821"/>
                          <a:pt x="1399" y="882"/>
                          <a:pt x="1369" y="1064"/>
                        </a:cubicBezTo>
                        <a:cubicBezTo>
                          <a:pt x="1369" y="1155"/>
                          <a:pt x="1278" y="1186"/>
                          <a:pt x="1217" y="1216"/>
                        </a:cubicBezTo>
                        <a:cubicBezTo>
                          <a:pt x="1156" y="1247"/>
                          <a:pt x="1034" y="1307"/>
                          <a:pt x="943" y="1399"/>
                        </a:cubicBezTo>
                        <a:cubicBezTo>
                          <a:pt x="852" y="1459"/>
                          <a:pt x="670" y="1581"/>
                          <a:pt x="670" y="1763"/>
                        </a:cubicBezTo>
                        <a:cubicBezTo>
                          <a:pt x="670" y="1885"/>
                          <a:pt x="700" y="1976"/>
                          <a:pt x="761" y="2098"/>
                        </a:cubicBezTo>
                        <a:lnTo>
                          <a:pt x="791" y="2158"/>
                        </a:lnTo>
                        <a:cubicBezTo>
                          <a:pt x="822" y="2250"/>
                          <a:pt x="882" y="2310"/>
                          <a:pt x="974" y="2310"/>
                        </a:cubicBezTo>
                        <a:cubicBezTo>
                          <a:pt x="1186" y="2341"/>
                          <a:pt x="1369" y="2371"/>
                          <a:pt x="1582" y="2371"/>
                        </a:cubicBezTo>
                        <a:cubicBezTo>
                          <a:pt x="1582" y="2371"/>
                          <a:pt x="1612" y="2402"/>
                          <a:pt x="1612" y="2432"/>
                        </a:cubicBezTo>
                        <a:cubicBezTo>
                          <a:pt x="1642" y="2462"/>
                          <a:pt x="1612" y="2523"/>
                          <a:pt x="1551" y="2523"/>
                        </a:cubicBezTo>
                        <a:lnTo>
                          <a:pt x="882" y="2554"/>
                        </a:lnTo>
                        <a:cubicBezTo>
                          <a:pt x="730" y="2554"/>
                          <a:pt x="609" y="2614"/>
                          <a:pt x="487" y="2706"/>
                        </a:cubicBezTo>
                        <a:cubicBezTo>
                          <a:pt x="457" y="2736"/>
                          <a:pt x="396" y="2797"/>
                          <a:pt x="396" y="2858"/>
                        </a:cubicBezTo>
                        <a:cubicBezTo>
                          <a:pt x="396" y="2949"/>
                          <a:pt x="396" y="3040"/>
                          <a:pt x="396" y="3131"/>
                        </a:cubicBezTo>
                        <a:cubicBezTo>
                          <a:pt x="396" y="3374"/>
                          <a:pt x="427" y="3465"/>
                          <a:pt x="761" y="3526"/>
                        </a:cubicBezTo>
                        <a:cubicBezTo>
                          <a:pt x="1156" y="3617"/>
                          <a:pt x="1521" y="3678"/>
                          <a:pt x="1916" y="3709"/>
                        </a:cubicBezTo>
                        <a:cubicBezTo>
                          <a:pt x="1977" y="3709"/>
                          <a:pt x="2037" y="3709"/>
                          <a:pt x="2098" y="3739"/>
                        </a:cubicBezTo>
                        <a:cubicBezTo>
                          <a:pt x="2372" y="3921"/>
                          <a:pt x="2615" y="4134"/>
                          <a:pt x="2767" y="4408"/>
                        </a:cubicBezTo>
                        <a:cubicBezTo>
                          <a:pt x="2797" y="4469"/>
                          <a:pt x="2797" y="4499"/>
                          <a:pt x="2767" y="4529"/>
                        </a:cubicBezTo>
                        <a:cubicBezTo>
                          <a:pt x="2737" y="4529"/>
                          <a:pt x="2737" y="4529"/>
                          <a:pt x="2706" y="4529"/>
                        </a:cubicBezTo>
                        <a:cubicBezTo>
                          <a:pt x="2372" y="4469"/>
                          <a:pt x="2037" y="4377"/>
                          <a:pt x="1734" y="4225"/>
                        </a:cubicBezTo>
                        <a:cubicBezTo>
                          <a:pt x="1612" y="4134"/>
                          <a:pt x="1490" y="4104"/>
                          <a:pt x="1369" y="4073"/>
                        </a:cubicBezTo>
                        <a:cubicBezTo>
                          <a:pt x="1034" y="4043"/>
                          <a:pt x="730" y="4043"/>
                          <a:pt x="396" y="4043"/>
                        </a:cubicBezTo>
                        <a:cubicBezTo>
                          <a:pt x="275" y="4043"/>
                          <a:pt x="153" y="4165"/>
                          <a:pt x="92" y="4286"/>
                        </a:cubicBezTo>
                        <a:cubicBezTo>
                          <a:pt x="31" y="4469"/>
                          <a:pt x="1" y="4651"/>
                          <a:pt x="31" y="4833"/>
                        </a:cubicBezTo>
                        <a:cubicBezTo>
                          <a:pt x="31" y="5137"/>
                          <a:pt x="244" y="5411"/>
                          <a:pt x="548" y="5472"/>
                        </a:cubicBezTo>
                        <a:cubicBezTo>
                          <a:pt x="670" y="5532"/>
                          <a:pt x="852" y="5563"/>
                          <a:pt x="974" y="5624"/>
                        </a:cubicBezTo>
                        <a:cubicBezTo>
                          <a:pt x="1034" y="5654"/>
                          <a:pt x="1065" y="5715"/>
                          <a:pt x="1065" y="5776"/>
                        </a:cubicBezTo>
                        <a:cubicBezTo>
                          <a:pt x="1034" y="5897"/>
                          <a:pt x="974" y="5988"/>
                          <a:pt x="913" y="6079"/>
                        </a:cubicBezTo>
                        <a:cubicBezTo>
                          <a:pt x="882" y="6140"/>
                          <a:pt x="882" y="6231"/>
                          <a:pt x="882" y="6292"/>
                        </a:cubicBezTo>
                        <a:cubicBezTo>
                          <a:pt x="882" y="6414"/>
                          <a:pt x="913" y="6535"/>
                          <a:pt x="974" y="6657"/>
                        </a:cubicBezTo>
                        <a:cubicBezTo>
                          <a:pt x="974" y="6687"/>
                          <a:pt x="1034" y="6748"/>
                          <a:pt x="1065" y="6748"/>
                        </a:cubicBezTo>
                        <a:cubicBezTo>
                          <a:pt x="1126" y="6748"/>
                          <a:pt x="1186" y="6779"/>
                          <a:pt x="1278" y="6779"/>
                        </a:cubicBezTo>
                        <a:cubicBezTo>
                          <a:pt x="1582" y="6748"/>
                          <a:pt x="1916" y="6779"/>
                          <a:pt x="2220" y="6839"/>
                        </a:cubicBezTo>
                        <a:cubicBezTo>
                          <a:pt x="2402" y="6900"/>
                          <a:pt x="2585" y="6900"/>
                          <a:pt x="2737" y="6809"/>
                        </a:cubicBezTo>
                        <a:lnTo>
                          <a:pt x="3041" y="6657"/>
                        </a:lnTo>
                        <a:cubicBezTo>
                          <a:pt x="3193" y="6566"/>
                          <a:pt x="3344" y="6535"/>
                          <a:pt x="3496" y="6566"/>
                        </a:cubicBezTo>
                        <a:cubicBezTo>
                          <a:pt x="3679" y="6596"/>
                          <a:pt x="3861" y="6535"/>
                          <a:pt x="4013" y="6444"/>
                        </a:cubicBezTo>
                        <a:cubicBezTo>
                          <a:pt x="4104" y="6383"/>
                          <a:pt x="4165" y="6323"/>
                          <a:pt x="4256" y="6292"/>
                        </a:cubicBezTo>
                        <a:cubicBezTo>
                          <a:pt x="4287" y="6262"/>
                          <a:pt x="4348" y="6292"/>
                          <a:pt x="4378" y="6353"/>
                        </a:cubicBezTo>
                        <a:cubicBezTo>
                          <a:pt x="4378" y="6353"/>
                          <a:pt x="4378" y="6383"/>
                          <a:pt x="4408" y="6414"/>
                        </a:cubicBezTo>
                        <a:cubicBezTo>
                          <a:pt x="4439" y="6535"/>
                          <a:pt x="4530" y="6566"/>
                          <a:pt x="4621" y="6627"/>
                        </a:cubicBezTo>
                        <a:cubicBezTo>
                          <a:pt x="4743" y="6687"/>
                          <a:pt x="4712" y="6870"/>
                          <a:pt x="4803" y="6991"/>
                        </a:cubicBezTo>
                        <a:cubicBezTo>
                          <a:pt x="4834" y="6991"/>
                          <a:pt x="4834" y="7022"/>
                          <a:pt x="4864" y="7022"/>
                        </a:cubicBezTo>
                        <a:cubicBezTo>
                          <a:pt x="5077" y="7113"/>
                          <a:pt x="5290" y="7174"/>
                          <a:pt x="5503" y="7235"/>
                        </a:cubicBezTo>
                        <a:cubicBezTo>
                          <a:pt x="5746" y="7265"/>
                          <a:pt x="5959" y="7265"/>
                          <a:pt x="6171" y="7235"/>
                        </a:cubicBezTo>
                        <a:cubicBezTo>
                          <a:pt x="6293" y="7204"/>
                          <a:pt x="6384" y="7113"/>
                          <a:pt x="6445" y="7022"/>
                        </a:cubicBezTo>
                        <a:cubicBezTo>
                          <a:pt x="6536" y="6809"/>
                          <a:pt x="6506" y="6566"/>
                          <a:pt x="6354" y="6383"/>
                        </a:cubicBezTo>
                        <a:lnTo>
                          <a:pt x="6293" y="6383"/>
                        </a:lnTo>
                        <a:cubicBezTo>
                          <a:pt x="6262" y="6444"/>
                          <a:pt x="6202" y="6475"/>
                          <a:pt x="6141" y="6475"/>
                        </a:cubicBezTo>
                        <a:lnTo>
                          <a:pt x="6080" y="6475"/>
                        </a:lnTo>
                        <a:cubicBezTo>
                          <a:pt x="6080" y="6475"/>
                          <a:pt x="6050" y="6414"/>
                          <a:pt x="6110" y="6414"/>
                        </a:cubicBezTo>
                        <a:lnTo>
                          <a:pt x="6293" y="6414"/>
                        </a:lnTo>
                        <a:lnTo>
                          <a:pt x="6293" y="6383"/>
                        </a:lnTo>
                        <a:lnTo>
                          <a:pt x="6293" y="6414"/>
                        </a:lnTo>
                        <a:lnTo>
                          <a:pt x="6293" y="6414"/>
                        </a:lnTo>
                        <a:cubicBezTo>
                          <a:pt x="6323" y="6353"/>
                          <a:pt x="6354" y="6292"/>
                          <a:pt x="6414" y="6262"/>
                        </a:cubicBezTo>
                        <a:cubicBezTo>
                          <a:pt x="6445" y="6201"/>
                          <a:pt x="6536" y="6171"/>
                          <a:pt x="6597" y="6262"/>
                        </a:cubicBezTo>
                        <a:cubicBezTo>
                          <a:pt x="6688" y="6353"/>
                          <a:pt x="6870" y="6383"/>
                          <a:pt x="6931" y="6535"/>
                        </a:cubicBezTo>
                        <a:cubicBezTo>
                          <a:pt x="7114" y="6505"/>
                          <a:pt x="7266" y="6383"/>
                          <a:pt x="7326" y="6201"/>
                        </a:cubicBezTo>
                        <a:cubicBezTo>
                          <a:pt x="7357" y="6079"/>
                          <a:pt x="7357" y="5927"/>
                          <a:pt x="7296" y="5836"/>
                        </a:cubicBezTo>
                        <a:cubicBezTo>
                          <a:pt x="7235" y="5745"/>
                          <a:pt x="7174" y="5684"/>
                          <a:pt x="7114" y="5624"/>
                        </a:cubicBezTo>
                        <a:cubicBezTo>
                          <a:pt x="7022" y="5502"/>
                          <a:pt x="6962" y="5380"/>
                          <a:pt x="6931" y="5259"/>
                        </a:cubicBezTo>
                        <a:cubicBezTo>
                          <a:pt x="6931" y="5107"/>
                          <a:pt x="6840" y="4955"/>
                          <a:pt x="6718" y="4864"/>
                        </a:cubicBezTo>
                        <a:cubicBezTo>
                          <a:pt x="6566" y="4772"/>
                          <a:pt x="6536" y="4560"/>
                          <a:pt x="6475" y="4377"/>
                        </a:cubicBezTo>
                        <a:cubicBezTo>
                          <a:pt x="6414" y="4286"/>
                          <a:pt x="6445" y="4165"/>
                          <a:pt x="6536" y="4073"/>
                        </a:cubicBezTo>
                        <a:cubicBezTo>
                          <a:pt x="6749" y="3891"/>
                          <a:pt x="6840" y="3617"/>
                          <a:pt x="6840" y="3344"/>
                        </a:cubicBezTo>
                        <a:cubicBezTo>
                          <a:pt x="6840" y="3222"/>
                          <a:pt x="6840" y="3131"/>
                          <a:pt x="6901" y="3010"/>
                        </a:cubicBezTo>
                        <a:cubicBezTo>
                          <a:pt x="6992" y="2706"/>
                          <a:pt x="7144" y="2371"/>
                          <a:pt x="7266" y="2067"/>
                        </a:cubicBezTo>
                        <a:cubicBezTo>
                          <a:pt x="7296" y="1946"/>
                          <a:pt x="7387" y="1854"/>
                          <a:pt x="7478" y="1824"/>
                        </a:cubicBezTo>
                        <a:cubicBezTo>
                          <a:pt x="7752" y="1642"/>
                          <a:pt x="7995" y="1459"/>
                          <a:pt x="8238" y="1247"/>
                        </a:cubicBezTo>
                        <a:cubicBezTo>
                          <a:pt x="8299" y="1186"/>
                          <a:pt x="8360" y="1095"/>
                          <a:pt x="8360" y="1003"/>
                        </a:cubicBezTo>
                        <a:cubicBezTo>
                          <a:pt x="8390" y="791"/>
                          <a:pt x="8238" y="578"/>
                          <a:pt x="8025" y="547"/>
                        </a:cubicBezTo>
                        <a:cubicBezTo>
                          <a:pt x="7904" y="517"/>
                          <a:pt x="7782" y="456"/>
                          <a:pt x="7661" y="426"/>
                        </a:cubicBezTo>
                        <a:cubicBezTo>
                          <a:pt x="7509" y="426"/>
                          <a:pt x="7326" y="487"/>
                          <a:pt x="7235" y="608"/>
                        </a:cubicBezTo>
                        <a:cubicBezTo>
                          <a:pt x="7144" y="699"/>
                          <a:pt x="7174" y="791"/>
                          <a:pt x="7205" y="912"/>
                        </a:cubicBezTo>
                        <a:cubicBezTo>
                          <a:pt x="7205" y="1064"/>
                          <a:pt x="7235" y="1216"/>
                          <a:pt x="7235" y="1338"/>
                        </a:cubicBezTo>
                        <a:lnTo>
                          <a:pt x="7235" y="1368"/>
                        </a:lnTo>
                        <a:lnTo>
                          <a:pt x="7235" y="1399"/>
                        </a:lnTo>
                        <a:lnTo>
                          <a:pt x="7205" y="1399"/>
                        </a:lnTo>
                        <a:lnTo>
                          <a:pt x="7205" y="1338"/>
                        </a:lnTo>
                        <a:cubicBezTo>
                          <a:pt x="7205" y="1338"/>
                          <a:pt x="7174" y="1307"/>
                          <a:pt x="7174" y="1247"/>
                        </a:cubicBezTo>
                        <a:cubicBezTo>
                          <a:pt x="7144" y="1155"/>
                          <a:pt x="7053" y="1064"/>
                          <a:pt x="6931" y="1034"/>
                        </a:cubicBezTo>
                        <a:cubicBezTo>
                          <a:pt x="6870" y="1003"/>
                          <a:pt x="6810" y="973"/>
                          <a:pt x="6749" y="943"/>
                        </a:cubicBezTo>
                        <a:cubicBezTo>
                          <a:pt x="6566" y="851"/>
                          <a:pt x="6445" y="943"/>
                          <a:pt x="6384" y="1064"/>
                        </a:cubicBezTo>
                        <a:cubicBezTo>
                          <a:pt x="6323" y="1155"/>
                          <a:pt x="6262" y="1277"/>
                          <a:pt x="6202" y="1368"/>
                        </a:cubicBezTo>
                        <a:cubicBezTo>
                          <a:pt x="6141" y="1642"/>
                          <a:pt x="6019" y="1915"/>
                          <a:pt x="5898" y="2189"/>
                        </a:cubicBezTo>
                        <a:cubicBezTo>
                          <a:pt x="5776" y="2462"/>
                          <a:pt x="5685" y="2736"/>
                          <a:pt x="5624" y="3040"/>
                        </a:cubicBezTo>
                        <a:cubicBezTo>
                          <a:pt x="5624" y="3040"/>
                          <a:pt x="5594" y="3070"/>
                          <a:pt x="5594" y="3101"/>
                        </a:cubicBezTo>
                        <a:cubicBezTo>
                          <a:pt x="5594" y="3101"/>
                          <a:pt x="5594" y="3131"/>
                          <a:pt x="5563" y="3161"/>
                        </a:cubicBezTo>
                        <a:cubicBezTo>
                          <a:pt x="5533" y="3222"/>
                          <a:pt x="5472" y="3253"/>
                          <a:pt x="5411" y="3222"/>
                        </a:cubicBezTo>
                        <a:cubicBezTo>
                          <a:pt x="5351" y="3192"/>
                          <a:pt x="5290" y="3101"/>
                          <a:pt x="5290" y="3070"/>
                        </a:cubicBezTo>
                        <a:cubicBezTo>
                          <a:pt x="5351" y="2827"/>
                          <a:pt x="5442" y="2584"/>
                          <a:pt x="5503" y="2371"/>
                        </a:cubicBezTo>
                        <a:cubicBezTo>
                          <a:pt x="5655" y="2037"/>
                          <a:pt x="5685" y="1703"/>
                          <a:pt x="5563" y="1368"/>
                        </a:cubicBezTo>
                        <a:cubicBezTo>
                          <a:pt x="5533" y="1307"/>
                          <a:pt x="5503" y="1247"/>
                          <a:pt x="5442" y="1186"/>
                        </a:cubicBezTo>
                        <a:cubicBezTo>
                          <a:pt x="5381" y="1125"/>
                          <a:pt x="5259" y="1155"/>
                          <a:pt x="5229" y="1247"/>
                        </a:cubicBezTo>
                        <a:cubicBezTo>
                          <a:pt x="5199" y="1399"/>
                          <a:pt x="5168" y="1551"/>
                          <a:pt x="5138" y="1703"/>
                        </a:cubicBezTo>
                        <a:cubicBezTo>
                          <a:pt x="5138" y="1794"/>
                          <a:pt x="5077" y="1824"/>
                          <a:pt x="4986" y="1824"/>
                        </a:cubicBezTo>
                        <a:cubicBezTo>
                          <a:pt x="4803" y="1763"/>
                          <a:pt x="4591" y="1733"/>
                          <a:pt x="4378" y="1763"/>
                        </a:cubicBezTo>
                        <a:cubicBezTo>
                          <a:pt x="4317" y="1763"/>
                          <a:pt x="4287" y="1763"/>
                          <a:pt x="4317" y="1703"/>
                        </a:cubicBezTo>
                        <a:cubicBezTo>
                          <a:pt x="4348" y="1672"/>
                          <a:pt x="4378" y="1703"/>
                          <a:pt x="4378" y="1672"/>
                        </a:cubicBezTo>
                        <a:cubicBezTo>
                          <a:pt x="4500" y="1642"/>
                          <a:pt x="4591" y="1581"/>
                          <a:pt x="4682" y="1520"/>
                        </a:cubicBezTo>
                        <a:cubicBezTo>
                          <a:pt x="4743" y="1459"/>
                          <a:pt x="4773" y="1368"/>
                          <a:pt x="4743" y="1277"/>
                        </a:cubicBezTo>
                        <a:cubicBezTo>
                          <a:pt x="4652" y="1125"/>
                          <a:pt x="4530" y="973"/>
                          <a:pt x="4408" y="851"/>
                        </a:cubicBezTo>
                        <a:cubicBezTo>
                          <a:pt x="4287" y="730"/>
                          <a:pt x="4104" y="699"/>
                          <a:pt x="3983" y="821"/>
                        </a:cubicBezTo>
                        <a:cubicBezTo>
                          <a:pt x="3892" y="882"/>
                          <a:pt x="3831" y="943"/>
                          <a:pt x="3770" y="1003"/>
                        </a:cubicBezTo>
                        <a:cubicBezTo>
                          <a:pt x="3740" y="1034"/>
                          <a:pt x="3648" y="1064"/>
                          <a:pt x="3588" y="1064"/>
                        </a:cubicBezTo>
                        <a:cubicBezTo>
                          <a:pt x="3527" y="1064"/>
                          <a:pt x="3527" y="1003"/>
                          <a:pt x="3618" y="882"/>
                        </a:cubicBezTo>
                        <a:cubicBezTo>
                          <a:pt x="3709" y="760"/>
                          <a:pt x="3831" y="608"/>
                          <a:pt x="3922" y="456"/>
                        </a:cubicBezTo>
                        <a:cubicBezTo>
                          <a:pt x="3983" y="304"/>
                          <a:pt x="3952" y="152"/>
                          <a:pt x="3831" y="92"/>
                        </a:cubicBezTo>
                        <a:cubicBezTo>
                          <a:pt x="3800" y="61"/>
                          <a:pt x="3740" y="31"/>
                          <a:pt x="3709" y="31"/>
                        </a:cubicBezTo>
                        <a:lnTo>
                          <a:pt x="3740" y="0"/>
                        </a:lnTo>
                        <a:lnTo>
                          <a:pt x="3709" y="0"/>
                        </a:lnTo>
                        <a:lnTo>
                          <a:pt x="3709" y="0"/>
                        </a:lnTo>
                        <a:cubicBezTo>
                          <a:pt x="3648" y="122"/>
                          <a:pt x="3496" y="122"/>
                          <a:pt x="3344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7" name="Google Shape;527;p21">
                    <a:extLst>
                      <a:ext uri="{FF2B5EF4-FFF2-40B4-BE49-F238E27FC236}">
                        <a16:creationId xmlns:a16="http://schemas.microsoft.com/office/drawing/2014/main" id="{1F319AEF-95F5-CCAC-A6A5-A13C09AB9793}"/>
                      </a:ext>
                    </a:extLst>
                  </p:cNvPr>
                  <p:cNvSpPr/>
                  <p:nvPr/>
                </p:nvSpPr>
                <p:spPr>
                  <a:xfrm>
                    <a:off x="4780400" y="2518975"/>
                    <a:ext cx="129975" cy="237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9" h="9485" extrusionOk="0">
                        <a:moveTo>
                          <a:pt x="761" y="4074"/>
                        </a:moveTo>
                        <a:cubicBezTo>
                          <a:pt x="761" y="4256"/>
                          <a:pt x="730" y="4439"/>
                          <a:pt x="700" y="4621"/>
                        </a:cubicBezTo>
                        <a:cubicBezTo>
                          <a:pt x="700" y="4743"/>
                          <a:pt x="670" y="4834"/>
                          <a:pt x="609" y="4955"/>
                        </a:cubicBezTo>
                        <a:cubicBezTo>
                          <a:pt x="548" y="5077"/>
                          <a:pt x="457" y="5229"/>
                          <a:pt x="396" y="5351"/>
                        </a:cubicBezTo>
                        <a:cubicBezTo>
                          <a:pt x="335" y="5472"/>
                          <a:pt x="366" y="5594"/>
                          <a:pt x="457" y="5655"/>
                        </a:cubicBezTo>
                        <a:cubicBezTo>
                          <a:pt x="609" y="5837"/>
                          <a:pt x="670" y="5928"/>
                          <a:pt x="548" y="6050"/>
                        </a:cubicBezTo>
                        <a:cubicBezTo>
                          <a:pt x="366" y="6262"/>
                          <a:pt x="396" y="6536"/>
                          <a:pt x="244" y="6749"/>
                        </a:cubicBezTo>
                        <a:cubicBezTo>
                          <a:pt x="183" y="6840"/>
                          <a:pt x="214" y="6992"/>
                          <a:pt x="305" y="7053"/>
                        </a:cubicBezTo>
                        <a:cubicBezTo>
                          <a:pt x="366" y="7083"/>
                          <a:pt x="396" y="7144"/>
                          <a:pt x="427" y="7205"/>
                        </a:cubicBezTo>
                        <a:cubicBezTo>
                          <a:pt x="518" y="7357"/>
                          <a:pt x="457" y="7539"/>
                          <a:pt x="335" y="7630"/>
                        </a:cubicBezTo>
                        <a:cubicBezTo>
                          <a:pt x="214" y="7691"/>
                          <a:pt x="123" y="7721"/>
                          <a:pt x="92" y="7843"/>
                        </a:cubicBezTo>
                        <a:cubicBezTo>
                          <a:pt x="1" y="8117"/>
                          <a:pt x="123" y="8390"/>
                          <a:pt x="366" y="8542"/>
                        </a:cubicBezTo>
                        <a:cubicBezTo>
                          <a:pt x="427" y="8573"/>
                          <a:pt x="487" y="8603"/>
                          <a:pt x="548" y="8603"/>
                        </a:cubicBezTo>
                        <a:cubicBezTo>
                          <a:pt x="639" y="8603"/>
                          <a:pt x="730" y="8542"/>
                          <a:pt x="822" y="8542"/>
                        </a:cubicBezTo>
                        <a:cubicBezTo>
                          <a:pt x="974" y="8512"/>
                          <a:pt x="1095" y="8573"/>
                          <a:pt x="1186" y="8694"/>
                        </a:cubicBezTo>
                        <a:cubicBezTo>
                          <a:pt x="1247" y="8755"/>
                          <a:pt x="1278" y="8846"/>
                          <a:pt x="1278" y="8937"/>
                        </a:cubicBezTo>
                        <a:cubicBezTo>
                          <a:pt x="1308" y="9150"/>
                          <a:pt x="1460" y="9241"/>
                          <a:pt x="1642" y="9302"/>
                        </a:cubicBezTo>
                        <a:cubicBezTo>
                          <a:pt x="1734" y="9332"/>
                          <a:pt x="1855" y="9363"/>
                          <a:pt x="1946" y="9393"/>
                        </a:cubicBezTo>
                        <a:cubicBezTo>
                          <a:pt x="2068" y="9454"/>
                          <a:pt x="2159" y="9484"/>
                          <a:pt x="2281" y="9484"/>
                        </a:cubicBezTo>
                        <a:cubicBezTo>
                          <a:pt x="2372" y="9454"/>
                          <a:pt x="2463" y="9454"/>
                          <a:pt x="2554" y="9484"/>
                        </a:cubicBezTo>
                        <a:lnTo>
                          <a:pt x="2554" y="9484"/>
                        </a:lnTo>
                        <a:lnTo>
                          <a:pt x="2949" y="9484"/>
                        </a:lnTo>
                        <a:cubicBezTo>
                          <a:pt x="3010" y="9454"/>
                          <a:pt x="3041" y="9424"/>
                          <a:pt x="3071" y="9393"/>
                        </a:cubicBezTo>
                        <a:cubicBezTo>
                          <a:pt x="3071" y="9332"/>
                          <a:pt x="3101" y="9272"/>
                          <a:pt x="3101" y="9211"/>
                        </a:cubicBezTo>
                        <a:cubicBezTo>
                          <a:pt x="3162" y="9120"/>
                          <a:pt x="3132" y="9028"/>
                          <a:pt x="3041" y="8968"/>
                        </a:cubicBezTo>
                        <a:cubicBezTo>
                          <a:pt x="2919" y="8876"/>
                          <a:pt x="2767" y="8816"/>
                          <a:pt x="2645" y="8724"/>
                        </a:cubicBezTo>
                        <a:cubicBezTo>
                          <a:pt x="2250" y="8481"/>
                          <a:pt x="2007" y="8117"/>
                          <a:pt x="1886" y="7691"/>
                        </a:cubicBezTo>
                        <a:cubicBezTo>
                          <a:pt x="1825" y="7509"/>
                          <a:pt x="1764" y="7296"/>
                          <a:pt x="1734" y="7083"/>
                        </a:cubicBezTo>
                        <a:cubicBezTo>
                          <a:pt x="1703" y="6810"/>
                          <a:pt x="1703" y="6506"/>
                          <a:pt x="1764" y="6202"/>
                        </a:cubicBezTo>
                        <a:cubicBezTo>
                          <a:pt x="1764" y="6080"/>
                          <a:pt x="1825" y="5928"/>
                          <a:pt x="1916" y="5837"/>
                        </a:cubicBezTo>
                        <a:cubicBezTo>
                          <a:pt x="1946" y="5746"/>
                          <a:pt x="1977" y="5655"/>
                          <a:pt x="2007" y="5563"/>
                        </a:cubicBezTo>
                        <a:cubicBezTo>
                          <a:pt x="2068" y="5199"/>
                          <a:pt x="2129" y="4803"/>
                          <a:pt x="2159" y="4439"/>
                        </a:cubicBezTo>
                        <a:cubicBezTo>
                          <a:pt x="2159" y="4287"/>
                          <a:pt x="2250" y="4135"/>
                          <a:pt x="2372" y="4044"/>
                        </a:cubicBezTo>
                        <a:cubicBezTo>
                          <a:pt x="2585" y="3922"/>
                          <a:pt x="2706" y="3740"/>
                          <a:pt x="2797" y="3527"/>
                        </a:cubicBezTo>
                        <a:cubicBezTo>
                          <a:pt x="2919" y="3253"/>
                          <a:pt x="3071" y="2980"/>
                          <a:pt x="3253" y="2767"/>
                        </a:cubicBezTo>
                        <a:cubicBezTo>
                          <a:pt x="3405" y="2524"/>
                          <a:pt x="3557" y="2311"/>
                          <a:pt x="3770" y="2129"/>
                        </a:cubicBezTo>
                        <a:cubicBezTo>
                          <a:pt x="4013" y="1916"/>
                          <a:pt x="4256" y="1734"/>
                          <a:pt x="4530" y="1551"/>
                        </a:cubicBezTo>
                        <a:cubicBezTo>
                          <a:pt x="4652" y="1490"/>
                          <a:pt x="4743" y="1399"/>
                          <a:pt x="4864" y="1308"/>
                        </a:cubicBezTo>
                        <a:cubicBezTo>
                          <a:pt x="5107" y="1186"/>
                          <a:pt x="5199" y="913"/>
                          <a:pt x="5077" y="670"/>
                        </a:cubicBezTo>
                        <a:cubicBezTo>
                          <a:pt x="5047" y="609"/>
                          <a:pt x="5047" y="548"/>
                          <a:pt x="5016" y="487"/>
                        </a:cubicBezTo>
                        <a:cubicBezTo>
                          <a:pt x="5016" y="396"/>
                          <a:pt x="4955" y="305"/>
                          <a:pt x="4864" y="244"/>
                        </a:cubicBezTo>
                        <a:cubicBezTo>
                          <a:pt x="4834" y="214"/>
                          <a:pt x="4773" y="183"/>
                          <a:pt x="4712" y="123"/>
                        </a:cubicBezTo>
                        <a:cubicBezTo>
                          <a:pt x="4560" y="1"/>
                          <a:pt x="4378" y="1"/>
                          <a:pt x="4196" y="92"/>
                        </a:cubicBezTo>
                        <a:cubicBezTo>
                          <a:pt x="3952" y="183"/>
                          <a:pt x="3740" y="427"/>
                          <a:pt x="3709" y="700"/>
                        </a:cubicBezTo>
                        <a:cubicBezTo>
                          <a:pt x="3679" y="882"/>
                          <a:pt x="3557" y="1034"/>
                          <a:pt x="3375" y="1126"/>
                        </a:cubicBezTo>
                        <a:cubicBezTo>
                          <a:pt x="3193" y="1247"/>
                          <a:pt x="2949" y="1369"/>
                          <a:pt x="2706" y="1399"/>
                        </a:cubicBezTo>
                        <a:cubicBezTo>
                          <a:pt x="2341" y="1399"/>
                          <a:pt x="2007" y="1612"/>
                          <a:pt x="1825" y="1916"/>
                        </a:cubicBezTo>
                        <a:cubicBezTo>
                          <a:pt x="1794" y="1946"/>
                          <a:pt x="1794" y="1977"/>
                          <a:pt x="1794" y="1977"/>
                        </a:cubicBezTo>
                        <a:cubicBezTo>
                          <a:pt x="1734" y="2098"/>
                          <a:pt x="1642" y="2159"/>
                          <a:pt x="1521" y="2189"/>
                        </a:cubicBezTo>
                        <a:cubicBezTo>
                          <a:pt x="1430" y="2220"/>
                          <a:pt x="1369" y="2281"/>
                          <a:pt x="1338" y="2372"/>
                        </a:cubicBezTo>
                        <a:cubicBezTo>
                          <a:pt x="1338" y="2493"/>
                          <a:pt x="1278" y="2585"/>
                          <a:pt x="1247" y="2706"/>
                        </a:cubicBezTo>
                        <a:cubicBezTo>
                          <a:pt x="1156" y="2797"/>
                          <a:pt x="1156" y="2889"/>
                          <a:pt x="1186" y="3010"/>
                        </a:cubicBezTo>
                        <a:cubicBezTo>
                          <a:pt x="1186" y="3041"/>
                          <a:pt x="1156" y="3101"/>
                          <a:pt x="1126" y="3132"/>
                        </a:cubicBezTo>
                        <a:cubicBezTo>
                          <a:pt x="1126" y="3132"/>
                          <a:pt x="1095" y="3162"/>
                          <a:pt x="1065" y="3162"/>
                        </a:cubicBezTo>
                        <a:cubicBezTo>
                          <a:pt x="974" y="3192"/>
                          <a:pt x="882" y="3284"/>
                          <a:pt x="822" y="3375"/>
                        </a:cubicBezTo>
                        <a:cubicBezTo>
                          <a:pt x="761" y="3466"/>
                          <a:pt x="670" y="3496"/>
                          <a:pt x="578" y="3496"/>
                        </a:cubicBezTo>
                        <a:cubicBezTo>
                          <a:pt x="518" y="3496"/>
                          <a:pt x="487" y="3557"/>
                          <a:pt x="518" y="3648"/>
                        </a:cubicBezTo>
                        <a:cubicBezTo>
                          <a:pt x="609" y="3770"/>
                          <a:pt x="700" y="3922"/>
                          <a:pt x="761" y="40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8" name="Google Shape;528;p21">
                    <a:extLst>
                      <a:ext uri="{FF2B5EF4-FFF2-40B4-BE49-F238E27FC236}">
                        <a16:creationId xmlns:a16="http://schemas.microsoft.com/office/drawing/2014/main" id="{AADE9166-FE5D-79D3-B055-60B236583E96}"/>
                      </a:ext>
                    </a:extLst>
                  </p:cNvPr>
                  <p:cNvSpPr/>
                  <p:nvPr/>
                </p:nvSpPr>
                <p:spPr>
                  <a:xfrm>
                    <a:off x="3371575" y="2263675"/>
                    <a:ext cx="96525" cy="155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61" h="6201" extrusionOk="0">
                        <a:moveTo>
                          <a:pt x="456" y="5958"/>
                        </a:moveTo>
                        <a:cubicBezTo>
                          <a:pt x="517" y="6018"/>
                          <a:pt x="608" y="6049"/>
                          <a:pt x="699" y="6049"/>
                        </a:cubicBezTo>
                        <a:cubicBezTo>
                          <a:pt x="851" y="6018"/>
                          <a:pt x="1003" y="6049"/>
                          <a:pt x="1155" y="6140"/>
                        </a:cubicBezTo>
                        <a:cubicBezTo>
                          <a:pt x="1216" y="6201"/>
                          <a:pt x="1338" y="6170"/>
                          <a:pt x="1399" y="6110"/>
                        </a:cubicBezTo>
                        <a:lnTo>
                          <a:pt x="1611" y="5958"/>
                        </a:lnTo>
                        <a:lnTo>
                          <a:pt x="1581" y="5958"/>
                        </a:lnTo>
                        <a:lnTo>
                          <a:pt x="1611" y="5958"/>
                        </a:lnTo>
                        <a:lnTo>
                          <a:pt x="1611" y="5927"/>
                        </a:lnTo>
                        <a:cubicBezTo>
                          <a:pt x="1763" y="5836"/>
                          <a:pt x="1915" y="5745"/>
                          <a:pt x="2037" y="5623"/>
                        </a:cubicBezTo>
                        <a:cubicBezTo>
                          <a:pt x="2158" y="5532"/>
                          <a:pt x="2280" y="5441"/>
                          <a:pt x="2402" y="5380"/>
                        </a:cubicBezTo>
                        <a:lnTo>
                          <a:pt x="2523" y="5167"/>
                        </a:lnTo>
                        <a:cubicBezTo>
                          <a:pt x="2584" y="5046"/>
                          <a:pt x="2706" y="4985"/>
                          <a:pt x="2827" y="4985"/>
                        </a:cubicBezTo>
                        <a:lnTo>
                          <a:pt x="2827" y="4985"/>
                        </a:lnTo>
                        <a:lnTo>
                          <a:pt x="2827" y="4985"/>
                        </a:lnTo>
                        <a:cubicBezTo>
                          <a:pt x="2827" y="4955"/>
                          <a:pt x="2827" y="4924"/>
                          <a:pt x="2858" y="4985"/>
                        </a:cubicBezTo>
                        <a:lnTo>
                          <a:pt x="2827" y="5015"/>
                        </a:lnTo>
                        <a:cubicBezTo>
                          <a:pt x="2827" y="5198"/>
                          <a:pt x="2827" y="5198"/>
                          <a:pt x="2979" y="5228"/>
                        </a:cubicBezTo>
                        <a:cubicBezTo>
                          <a:pt x="3040" y="5228"/>
                          <a:pt x="3070" y="5228"/>
                          <a:pt x="3101" y="5228"/>
                        </a:cubicBezTo>
                        <a:cubicBezTo>
                          <a:pt x="3192" y="5107"/>
                          <a:pt x="3222" y="4924"/>
                          <a:pt x="3374" y="4833"/>
                        </a:cubicBezTo>
                        <a:cubicBezTo>
                          <a:pt x="3496" y="4711"/>
                          <a:pt x="3648" y="4651"/>
                          <a:pt x="3648" y="4468"/>
                        </a:cubicBezTo>
                        <a:cubicBezTo>
                          <a:pt x="3709" y="4255"/>
                          <a:pt x="3648" y="4012"/>
                          <a:pt x="3526" y="3830"/>
                        </a:cubicBezTo>
                        <a:cubicBezTo>
                          <a:pt x="3496" y="3799"/>
                          <a:pt x="3465" y="3739"/>
                          <a:pt x="3435" y="3708"/>
                        </a:cubicBezTo>
                        <a:cubicBezTo>
                          <a:pt x="3405" y="3648"/>
                          <a:pt x="3435" y="3587"/>
                          <a:pt x="3465" y="3526"/>
                        </a:cubicBezTo>
                        <a:cubicBezTo>
                          <a:pt x="3557" y="3404"/>
                          <a:pt x="3648" y="3283"/>
                          <a:pt x="3769" y="3192"/>
                        </a:cubicBezTo>
                        <a:cubicBezTo>
                          <a:pt x="3769" y="3040"/>
                          <a:pt x="3709" y="2918"/>
                          <a:pt x="3769" y="2736"/>
                        </a:cubicBezTo>
                        <a:cubicBezTo>
                          <a:pt x="3830" y="2644"/>
                          <a:pt x="3861" y="2523"/>
                          <a:pt x="3861" y="2432"/>
                        </a:cubicBezTo>
                        <a:cubicBezTo>
                          <a:pt x="3861" y="2249"/>
                          <a:pt x="3648" y="2249"/>
                          <a:pt x="3557" y="2158"/>
                        </a:cubicBezTo>
                        <a:cubicBezTo>
                          <a:pt x="3465" y="2067"/>
                          <a:pt x="3374" y="1976"/>
                          <a:pt x="3253" y="1915"/>
                        </a:cubicBezTo>
                        <a:cubicBezTo>
                          <a:pt x="3192" y="1885"/>
                          <a:pt x="3162" y="1824"/>
                          <a:pt x="3162" y="1763"/>
                        </a:cubicBezTo>
                        <a:cubicBezTo>
                          <a:pt x="3162" y="1581"/>
                          <a:pt x="3162" y="1398"/>
                          <a:pt x="3162" y="1216"/>
                        </a:cubicBezTo>
                        <a:cubicBezTo>
                          <a:pt x="3162" y="1064"/>
                          <a:pt x="3222" y="912"/>
                          <a:pt x="3253" y="760"/>
                        </a:cubicBezTo>
                        <a:cubicBezTo>
                          <a:pt x="3283" y="517"/>
                          <a:pt x="3162" y="274"/>
                          <a:pt x="2979" y="152"/>
                        </a:cubicBezTo>
                        <a:cubicBezTo>
                          <a:pt x="2858" y="61"/>
                          <a:pt x="2706" y="0"/>
                          <a:pt x="2523" y="61"/>
                        </a:cubicBezTo>
                        <a:cubicBezTo>
                          <a:pt x="2462" y="61"/>
                          <a:pt x="2371" y="152"/>
                          <a:pt x="2371" y="243"/>
                        </a:cubicBezTo>
                        <a:cubicBezTo>
                          <a:pt x="2371" y="304"/>
                          <a:pt x="2402" y="334"/>
                          <a:pt x="2462" y="395"/>
                        </a:cubicBezTo>
                        <a:cubicBezTo>
                          <a:pt x="2554" y="426"/>
                          <a:pt x="2645" y="456"/>
                          <a:pt x="2706" y="486"/>
                        </a:cubicBezTo>
                        <a:cubicBezTo>
                          <a:pt x="2766" y="517"/>
                          <a:pt x="2766" y="578"/>
                          <a:pt x="2706" y="608"/>
                        </a:cubicBezTo>
                        <a:cubicBezTo>
                          <a:pt x="2706" y="608"/>
                          <a:pt x="2675" y="638"/>
                          <a:pt x="2675" y="638"/>
                        </a:cubicBezTo>
                        <a:lnTo>
                          <a:pt x="2341" y="638"/>
                        </a:lnTo>
                        <a:cubicBezTo>
                          <a:pt x="2219" y="669"/>
                          <a:pt x="2128" y="699"/>
                          <a:pt x="2006" y="730"/>
                        </a:cubicBezTo>
                        <a:cubicBezTo>
                          <a:pt x="1885" y="790"/>
                          <a:pt x="1794" y="912"/>
                          <a:pt x="1824" y="1064"/>
                        </a:cubicBezTo>
                        <a:cubicBezTo>
                          <a:pt x="1824" y="1125"/>
                          <a:pt x="1885" y="1216"/>
                          <a:pt x="1915" y="1307"/>
                        </a:cubicBezTo>
                        <a:cubicBezTo>
                          <a:pt x="1915" y="1398"/>
                          <a:pt x="1885" y="1398"/>
                          <a:pt x="1854" y="1429"/>
                        </a:cubicBezTo>
                        <a:cubicBezTo>
                          <a:pt x="1854" y="1429"/>
                          <a:pt x="1824" y="1429"/>
                          <a:pt x="1794" y="1429"/>
                        </a:cubicBezTo>
                        <a:cubicBezTo>
                          <a:pt x="1703" y="1337"/>
                          <a:pt x="1611" y="1277"/>
                          <a:pt x="1490" y="1368"/>
                        </a:cubicBezTo>
                        <a:cubicBezTo>
                          <a:pt x="1399" y="1459"/>
                          <a:pt x="1247" y="1520"/>
                          <a:pt x="1125" y="1489"/>
                        </a:cubicBezTo>
                        <a:cubicBezTo>
                          <a:pt x="973" y="1459"/>
                          <a:pt x="943" y="1611"/>
                          <a:pt x="973" y="1702"/>
                        </a:cubicBezTo>
                        <a:cubicBezTo>
                          <a:pt x="973" y="1824"/>
                          <a:pt x="1034" y="1915"/>
                          <a:pt x="1125" y="2006"/>
                        </a:cubicBezTo>
                        <a:cubicBezTo>
                          <a:pt x="1216" y="2097"/>
                          <a:pt x="1277" y="2219"/>
                          <a:pt x="1277" y="2341"/>
                        </a:cubicBezTo>
                        <a:lnTo>
                          <a:pt x="1307" y="2341"/>
                        </a:lnTo>
                        <a:cubicBezTo>
                          <a:pt x="1307" y="2371"/>
                          <a:pt x="1338" y="2371"/>
                          <a:pt x="1338" y="2371"/>
                        </a:cubicBezTo>
                        <a:lnTo>
                          <a:pt x="1429" y="2371"/>
                        </a:lnTo>
                        <a:cubicBezTo>
                          <a:pt x="1399" y="2401"/>
                          <a:pt x="1368" y="2371"/>
                          <a:pt x="1338" y="2371"/>
                        </a:cubicBezTo>
                        <a:lnTo>
                          <a:pt x="1277" y="2371"/>
                        </a:lnTo>
                        <a:lnTo>
                          <a:pt x="1277" y="2371"/>
                        </a:lnTo>
                        <a:cubicBezTo>
                          <a:pt x="1155" y="2341"/>
                          <a:pt x="1034" y="2280"/>
                          <a:pt x="912" y="2189"/>
                        </a:cubicBezTo>
                        <a:cubicBezTo>
                          <a:pt x="851" y="2158"/>
                          <a:pt x="791" y="2189"/>
                          <a:pt x="730" y="2249"/>
                        </a:cubicBezTo>
                        <a:cubicBezTo>
                          <a:pt x="547" y="2584"/>
                          <a:pt x="456" y="3009"/>
                          <a:pt x="274" y="3374"/>
                        </a:cubicBezTo>
                        <a:cubicBezTo>
                          <a:pt x="213" y="3496"/>
                          <a:pt x="274" y="3648"/>
                          <a:pt x="395" y="3739"/>
                        </a:cubicBezTo>
                        <a:cubicBezTo>
                          <a:pt x="487" y="3830"/>
                          <a:pt x="639" y="3891"/>
                          <a:pt x="760" y="3891"/>
                        </a:cubicBezTo>
                        <a:cubicBezTo>
                          <a:pt x="851" y="3891"/>
                          <a:pt x="912" y="3921"/>
                          <a:pt x="943" y="3982"/>
                        </a:cubicBezTo>
                        <a:cubicBezTo>
                          <a:pt x="973" y="4012"/>
                          <a:pt x="1003" y="4043"/>
                          <a:pt x="973" y="4103"/>
                        </a:cubicBezTo>
                        <a:cubicBezTo>
                          <a:pt x="973" y="4134"/>
                          <a:pt x="943" y="4164"/>
                          <a:pt x="912" y="4195"/>
                        </a:cubicBezTo>
                        <a:cubicBezTo>
                          <a:pt x="851" y="4195"/>
                          <a:pt x="821" y="4195"/>
                          <a:pt x="791" y="4195"/>
                        </a:cubicBezTo>
                        <a:cubicBezTo>
                          <a:pt x="517" y="4134"/>
                          <a:pt x="274" y="4255"/>
                          <a:pt x="183" y="4529"/>
                        </a:cubicBezTo>
                        <a:cubicBezTo>
                          <a:pt x="122" y="4742"/>
                          <a:pt x="61" y="4955"/>
                          <a:pt x="61" y="5167"/>
                        </a:cubicBezTo>
                        <a:cubicBezTo>
                          <a:pt x="0" y="5502"/>
                          <a:pt x="152" y="5806"/>
                          <a:pt x="456" y="59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9" name="Google Shape;529;p21">
                    <a:extLst>
                      <a:ext uri="{FF2B5EF4-FFF2-40B4-BE49-F238E27FC236}">
                        <a16:creationId xmlns:a16="http://schemas.microsoft.com/office/drawing/2014/main" id="{F974C03C-500A-0EF7-6FAC-8E2BB31518A7}"/>
                      </a:ext>
                    </a:extLst>
                  </p:cNvPr>
                  <p:cNvSpPr/>
                  <p:nvPr/>
                </p:nvSpPr>
                <p:spPr>
                  <a:xfrm>
                    <a:off x="3431600" y="2398925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31"/>
                        </a:moveTo>
                        <a:lnTo>
                          <a:pt x="1" y="31"/>
                        </a:lnTo>
                        <a:lnTo>
                          <a:pt x="1" y="31"/>
                        </a:lnTo>
                        <a:cubicBezTo>
                          <a:pt x="1" y="31"/>
                          <a:pt x="1" y="31"/>
                          <a:pt x="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0" name="Google Shape;530;p21">
                    <a:extLst>
                      <a:ext uri="{FF2B5EF4-FFF2-40B4-BE49-F238E27FC236}">
                        <a16:creationId xmlns:a16="http://schemas.microsoft.com/office/drawing/2014/main" id="{E13B4C30-5FA5-5A16-FCA7-9E6DC76CABBE}"/>
                      </a:ext>
                    </a:extLst>
                  </p:cNvPr>
                  <p:cNvSpPr/>
                  <p:nvPr/>
                </p:nvSpPr>
                <p:spPr>
                  <a:xfrm>
                    <a:off x="2901200" y="2459725"/>
                    <a:ext cx="138325" cy="109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33" h="4378" extrusionOk="0">
                        <a:moveTo>
                          <a:pt x="274" y="3708"/>
                        </a:moveTo>
                        <a:lnTo>
                          <a:pt x="274" y="4255"/>
                        </a:lnTo>
                        <a:cubicBezTo>
                          <a:pt x="304" y="4316"/>
                          <a:pt x="335" y="4377"/>
                          <a:pt x="426" y="4377"/>
                        </a:cubicBezTo>
                        <a:cubicBezTo>
                          <a:pt x="669" y="4377"/>
                          <a:pt x="912" y="4286"/>
                          <a:pt x="1125" y="4164"/>
                        </a:cubicBezTo>
                        <a:lnTo>
                          <a:pt x="1125" y="4164"/>
                        </a:lnTo>
                        <a:lnTo>
                          <a:pt x="1155" y="4134"/>
                        </a:lnTo>
                        <a:lnTo>
                          <a:pt x="1125" y="4164"/>
                        </a:lnTo>
                        <a:lnTo>
                          <a:pt x="1125" y="4164"/>
                        </a:lnTo>
                        <a:cubicBezTo>
                          <a:pt x="1186" y="4255"/>
                          <a:pt x="1277" y="4316"/>
                          <a:pt x="1399" y="4316"/>
                        </a:cubicBezTo>
                        <a:cubicBezTo>
                          <a:pt x="1520" y="4347"/>
                          <a:pt x="1611" y="4316"/>
                          <a:pt x="1703" y="4225"/>
                        </a:cubicBezTo>
                        <a:cubicBezTo>
                          <a:pt x="1794" y="4164"/>
                          <a:pt x="1855" y="4104"/>
                          <a:pt x="1885" y="4043"/>
                        </a:cubicBezTo>
                        <a:cubicBezTo>
                          <a:pt x="1976" y="3952"/>
                          <a:pt x="2037" y="3800"/>
                          <a:pt x="2128" y="3708"/>
                        </a:cubicBezTo>
                        <a:cubicBezTo>
                          <a:pt x="2250" y="3556"/>
                          <a:pt x="2432" y="3435"/>
                          <a:pt x="2645" y="3435"/>
                        </a:cubicBezTo>
                        <a:cubicBezTo>
                          <a:pt x="2736" y="3404"/>
                          <a:pt x="2858" y="3344"/>
                          <a:pt x="2918" y="3283"/>
                        </a:cubicBezTo>
                        <a:cubicBezTo>
                          <a:pt x="3010" y="3192"/>
                          <a:pt x="3101" y="3070"/>
                          <a:pt x="3222" y="2979"/>
                        </a:cubicBezTo>
                        <a:cubicBezTo>
                          <a:pt x="3283" y="2918"/>
                          <a:pt x="3344" y="2888"/>
                          <a:pt x="3435" y="2857"/>
                        </a:cubicBezTo>
                        <a:cubicBezTo>
                          <a:pt x="3678" y="2827"/>
                          <a:pt x="3921" y="2766"/>
                          <a:pt x="4165" y="2705"/>
                        </a:cubicBezTo>
                        <a:cubicBezTo>
                          <a:pt x="4256" y="2675"/>
                          <a:pt x="4347" y="2675"/>
                          <a:pt x="4438" y="2675"/>
                        </a:cubicBezTo>
                        <a:lnTo>
                          <a:pt x="4408" y="2675"/>
                        </a:lnTo>
                        <a:lnTo>
                          <a:pt x="4408" y="2675"/>
                        </a:lnTo>
                        <a:lnTo>
                          <a:pt x="4408" y="2675"/>
                        </a:lnTo>
                        <a:cubicBezTo>
                          <a:pt x="4499" y="2584"/>
                          <a:pt x="4651" y="2523"/>
                          <a:pt x="4773" y="2523"/>
                        </a:cubicBezTo>
                        <a:lnTo>
                          <a:pt x="5076" y="2523"/>
                        </a:lnTo>
                        <a:cubicBezTo>
                          <a:pt x="5198" y="2432"/>
                          <a:pt x="5350" y="2401"/>
                          <a:pt x="5502" y="2401"/>
                        </a:cubicBezTo>
                        <a:cubicBezTo>
                          <a:pt x="5532" y="2037"/>
                          <a:pt x="5532" y="1672"/>
                          <a:pt x="5502" y="1338"/>
                        </a:cubicBezTo>
                        <a:cubicBezTo>
                          <a:pt x="5472" y="1155"/>
                          <a:pt x="5380" y="973"/>
                          <a:pt x="5228" y="851"/>
                        </a:cubicBezTo>
                        <a:cubicBezTo>
                          <a:pt x="5168" y="790"/>
                          <a:pt x="5046" y="730"/>
                          <a:pt x="4925" y="760"/>
                        </a:cubicBezTo>
                        <a:cubicBezTo>
                          <a:pt x="4742" y="760"/>
                          <a:pt x="4560" y="699"/>
                          <a:pt x="4438" y="578"/>
                        </a:cubicBezTo>
                        <a:cubicBezTo>
                          <a:pt x="4347" y="517"/>
                          <a:pt x="4256" y="426"/>
                          <a:pt x="4165" y="334"/>
                        </a:cubicBezTo>
                        <a:cubicBezTo>
                          <a:pt x="4043" y="122"/>
                          <a:pt x="3800" y="0"/>
                          <a:pt x="3526" y="61"/>
                        </a:cubicBezTo>
                        <a:cubicBezTo>
                          <a:pt x="3344" y="91"/>
                          <a:pt x="3131" y="91"/>
                          <a:pt x="2918" y="61"/>
                        </a:cubicBezTo>
                        <a:cubicBezTo>
                          <a:pt x="2827" y="61"/>
                          <a:pt x="2706" y="91"/>
                          <a:pt x="2584" y="122"/>
                        </a:cubicBezTo>
                        <a:cubicBezTo>
                          <a:pt x="2493" y="122"/>
                          <a:pt x="2432" y="182"/>
                          <a:pt x="2402" y="304"/>
                        </a:cubicBezTo>
                        <a:cubicBezTo>
                          <a:pt x="2371" y="426"/>
                          <a:pt x="2341" y="547"/>
                          <a:pt x="2341" y="699"/>
                        </a:cubicBezTo>
                        <a:cubicBezTo>
                          <a:pt x="2341" y="821"/>
                          <a:pt x="2250" y="942"/>
                          <a:pt x="2159" y="1034"/>
                        </a:cubicBezTo>
                        <a:cubicBezTo>
                          <a:pt x="1915" y="1186"/>
                          <a:pt x="1733" y="1368"/>
                          <a:pt x="1520" y="1550"/>
                        </a:cubicBezTo>
                        <a:cubicBezTo>
                          <a:pt x="1399" y="1611"/>
                          <a:pt x="1307" y="1733"/>
                          <a:pt x="1307" y="1885"/>
                        </a:cubicBezTo>
                        <a:cubicBezTo>
                          <a:pt x="1307" y="1915"/>
                          <a:pt x="1277" y="1976"/>
                          <a:pt x="1247" y="2006"/>
                        </a:cubicBezTo>
                        <a:cubicBezTo>
                          <a:pt x="882" y="2249"/>
                          <a:pt x="548" y="2493"/>
                          <a:pt x="244" y="2797"/>
                        </a:cubicBezTo>
                        <a:cubicBezTo>
                          <a:pt x="152" y="2827"/>
                          <a:pt x="61" y="2888"/>
                          <a:pt x="31" y="2948"/>
                        </a:cubicBezTo>
                        <a:cubicBezTo>
                          <a:pt x="0" y="3040"/>
                          <a:pt x="122" y="3161"/>
                          <a:pt x="152" y="3252"/>
                        </a:cubicBezTo>
                        <a:cubicBezTo>
                          <a:pt x="244" y="3374"/>
                          <a:pt x="274" y="3556"/>
                          <a:pt x="274" y="370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1" name="Google Shape;531;p21">
                    <a:extLst>
                      <a:ext uri="{FF2B5EF4-FFF2-40B4-BE49-F238E27FC236}">
                        <a16:creationId xmlns:a16="http://schemas.microsoft.com/office/drawing/2014/main" id="{6254DED0-EDA5-0DBC-0351-9A48C7D57FB8}"/>
                      </a:ext>
                    </a:extLst>
                  </p:cNvPr>
                  <p:cNvSpPr/>
                  <p:nvPr/>
                </p:nvSpPr>
                <p:spPr>
                  <a:xfrm>
                    <a:off x="4155025" y="3075975"/>
                    <a:ext cx="105650" cy="167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6" h="6719" extrusionOk="0">
                        <a:moveTo>
                          <a:pt x="122" y="1065"/>
                        </a:moveTo>
                        <a:cubicBezTo>
                          <a:pt x="274" y="1186"/>
                          <a:pt x="335" y="1399"/>
                          <a:pt x="274" y="1612"/>
                        </a:cubicBezTo>
                        <a:cubicBezTo>
                          <a:pt x="243" y="1673"/>
                          <a:pt x="274" y="1733"/>
                          <a:pt x="335" y="1764"/>
                        </a:cubicBezTo>
                        <a:cubicBezTo>
                          <a:pt x="456" y="1855"/>
                          <a:pt x="426" y="1916"/>
                          <a:pt x="365" y="2007"/>
                        </a:cubicBezTo>
                        <a:cubicBezTo>
                          <a:pt x="335" y="2098"/>
                          <a:pt x="304" y="2129"/>
                          <a:pt x="274" y="2189"/>
                        </a:cubicBezTo>
                        <a:cubicBezTo>
                          <a:pt x="304" y="2220"/>
                          <a:pt x="335" y="2220"/>
                          <a:pt x="365" y="2281"/>
                        </a:cubicBezTo>
                        <a:cubicBezTo>
                          <a:pt x="395" y="2311"/>
                          <a:pt x="395" y="2341"/>
                          <a:pt x="426" y="2402"/>
                        </a:cubicBezTo>
                        <a:cubicBezTo>
                          <a:pt x="517" y="2554"/>
                          <a:pt x="547" y="2554"/>
                          <a:pt x="699" y="2402"/>
                        </a:cubicBezTo>
                        <a:lnTo>
                          <a:pt x="760" y="2341"/>
                        </a:lnTo>
                        <a:cubicBezTo>
                          <a:pt x="760" y="2372"/>
                          <a:pt x="791" y="2433"/>
                          <a:pt x="791" y="2463"/>
                        </a:cubicBezTo>
                        <a:cubicBezTo>
                          <a:pt x="791" y="2585"/>
                          <a:pt x="730" y="2706"/>
                          <a:pt x="730" y="2797"/>
                        </a:cubicBezTo>
                        <a:cubicBezTo>
                          <a:pt x="699" y="2919"/>
                          <a:pt x="791" y="3040"/>
                          <a:pt x="912" y="3040"/>
                        </a:cubicBezTo>
                        <a:lnTo>
                          <a:pt x="973" y="3040"/>
                        </a:lnTo>
                        <a:cubicBezTo>
                          <a:pt x="1095" y="3010"/>
                          <a:pt x="1216" y="3010"/>
                          <a:pt x="1307" y="3040"/>
                        </a:cubicBezTo>
                        <a:cubicBezTo>
                          <a:pt x="1429" y="3071"/>
                          <a:pt x="1368" y="3223"/>
                          <a:pt x="1429" y="3314"/>
                        </a:cubicBezTo>
                        <a:cubicBezTo>
                          <a:pt x="1490" y="3375"/>
                          <a:pt x="1520" y="3436"/>
                          <a:pt x="1550" y="3496"/>
                        </a:cubicBezTo>
                        <a:cubicBezTo>
                          <a:pt x="1672" y="3557"/>
                          <a:pt x="1702" y="3679"/>
                          <a:pt x="1672" y="3770"/>
                        </a:cubicBezTo>
                        <a:cubicBezTo>
                          <a:pt x="1581" y="4135"/>
                          <a:pt x="1520" y="4165"/>
                          <a:pt x="1155" y="4135"/>
                        </a:cubicBezTo>
                        <a:lnTo>
                          <a:pt x="1064" y="4135"/>
                        </a:lnTo>
                        <a:cubicBezTo>
                          <a:pt x="1034" y="4135"/>
                          <a:pt x="1003" y="4135"/>
                          <a:pt x="1003" y="4196"/>
                        </a:cubicBezTo>
                        <a:cubicBezTo>
                          <a:pt x="1003" y="4378"/>
                          <a:pt x="973" y="4560"/>
                          <a:pt x="1125" y="4712"/>
                        </a:cubicBezTo>
                        <a:cubicBezTo>
                          <a:pt x="1186" y="4743"/>
                          <a:pt x="1155" y="4895"/>
                          <a:pt x="1095" y="4955"/>
                        </a:cubicBezTo>
                        <a:cubicBezTo>
                          <a:pt x="1034" y="4986"/>
                          <a:pt x="943" y="5047"/>
                          <a:pt x="851" y="5107"/>
                        </a:cubicBezTo>
                        <a:cubicBezTo>
                          <a:pt x="821" y="5138"/>
                          <a:pt x="760" y="5199"/>
                          <a:pt x="699" y="5229"/>
                        </a:cubicBezTo>
                        <a:cubicBezTo>
                          <a:pt x="699" y="5259"/>
                          <a:pt x="669" y="5320"/>
                          <a:pt x="669" y="5351"/>
                        </a:cubicBezTo>
                        <a:cubicBezTo>
                          <a:pt x="669" y="5381"/>
                          <a:pt x="730" y="5442"/>
                          <a:pt x="760" y="5442"/>
                        </a:cubicBezTo>
                        <a:cubicBezTo>
                          <a:pt x="1034" y="5503"/>
                          <a:pt x="1307" y="5594"/>
                          <a:pt x="1520" y="5746"/>
                        </a:cubicBezTo>
                        <a:cubicBezTo>
                          <a:pt x="1550" y="5746"/>
                          <a:pt x="1550" y="5776"/>
                          <a:pt x="1581" y="5776"/>
                        </a:cubicBezTo>
                        <a:cubicBezTo>
                          <a:pt x="1550" y="5806"/>
                          <a:pt x="1520" y="5806"/>
                          <a:pt x="1490" y="5806"/>
                        </a:cubicBezTo>
                        <a:cubicBezTo>
                          <a:pt x="1277" y="5776"/>
                          <a:pt x="1064" y="5867"/>
                          <a:pt x="943" y="6050"/>
                        </a:cubicBezTo>
                        <a:cubicBezTo>
                          <a:pt x="791" y="6262"/>
                          <a:pt x="639" y="6445"/>
                          <a:pt x="456" y="6597"/>
                        </a:cubicBezTo>
                        <a:cubicBezTo>
                          <a:pt x="456" y="6627"/>
                          <a:pt x="456" y="6658"/>
                          <a:pt x="456" y="6658"/>
                        </a:cubicBezTo>
                        <a:cubicBezTo>
                          <a:pt x="456" y="6658"/>
                          <a:pt x="487" y="6718"/>
                          <a:pt x="517" y="6718"/>
                        </a:cubicBezTo>
                        <a:cubicBezTo>
                          <a:pt x="578" y="6718"/>
                          <a:pt x="639" y="6718"/>
                          <a:pt x="699" y="6688"/>
                        </a:cubicBezTo>
                        <a:cubicBezTo>
                          <a:pt x="821" y="6597"/>
                          <a:pt x="943" y="6566"/>
                          <a:pt x="1095" y="6566"/>
                        </a:cubicBezTo>
                        <a:cubicBezTo>
                          <a:pt x="1277" y="6627"/>
                          <a:pt x="1490" y="6536"/>
                          <a:pt x="1611" y="6384"/>
                        </a:cubicBezTo>
                        <a:cubicBezTo>
                          <a:pt x="1672" y="6323"/>
                          <a:pt x="1763" y="6293"/>
                          <a:pt x="1854" y="6293"/>
                        </a:cubicBezTo>
                        <a:cubicBezTo>
                          <a:pt x="2098" y="6323"/>
                          <a:pt x="2310" y="6323"/>
                          <a:pt x="2523" y="6262"/>
                        </a:cubicBezTo>
                        <a:cubicBezTo>
                          <a:pt x="2797" y="6202"/>
                          <a:pt x="3070" y="6171"/>
                          <a:pt x="3344" y="6171"/>
                        </a:cubicBezTo>
                        <a:cubicBezTo>
                          <a:pt x="3587" y="6141"/>
                          <a:pt x="3830" y="6019"/>
                          <a:pt x="3982" y="5837"/>
                        </a:cubicBezTo>
                        <a:cubicBezTo>
                          <a:pt x="4043" y="5776"/>
                          <a:pt x="4013" y="5685"/>
                          <a:pt x="3982" y="5654"/>
                        </a:cubicBezTo>
                        <a:cubicBezTo>
                          <a:pt x="3921" y="5624"/>
                          <a:pt x="3891" y="5594"/>
                          <a:pt x="3861" y="5594"/>
                        </a:cubicBezTo>
                        <a:cubicBezTo>
                          <a:pt x="3800" y="5563"/>
                          <a:pt x="3769" y="5472"/>
                          <a:pt x="3800" y="5411"/>
                        </a:cubicBezTo>
                        <a:cubicBezTo>
                          <a:pt x="3891" y="5290"/>
                          <a:pt x="3982" y="5168"/>
                          <a:pt x="4073" y="5047"/>
                        </a:cubicBezTo>
                        <a:cubicBezTo>
                          <a:pt x="4225" y="4773"/>
                          <a:pt x="4043" y="4408"/>
                          <a:pt x="3709" y="4378"/>
                        </a:cubicBezTo>
                        <a:cubicBezTo>
                          <a:pt x="3617" y="4378"/>
                          <a:pt x="3496" y="4378"/>
                          <a:pt x="3374" y="4378"/>
                        </a:cubicBezTo>
                        <a:lnTo>
                          <a:pt x="3374" y="4378"/>
                        </a:lnTo>
                        <a:lnTo>
                          <a:pt x="3374" y="4408"/>
                        </a:lnTo>
                        <a:lnTo>
                          <a:pt x="3374" y="4347"/>
                        </a:lnTo>
                        <a:lnTo>
                          <a:pt x="3374" y="4347"/>
                        </a:lnTo>
                        <a:cubicBezTo>
                          <a:pt x="3374" y="4287"/>
                          <a:pt x="3374" y="4226"/>
                          <a:pt x="3344" y="4165"/>
                        </a:cubicBezTo>
                        <a:cubicBezTo>
                          <a:pt x="3222" y="3983"/>
                          <a:pt x="3131" y="3770"/>
                          <a:pt x="3070" y="3557"/>
                        </a:cubicBezTo>
                        <a:cubicBezTo>
                          <a:pt x="3040" y="3405"/>
                          <a:pt x="2949" y="3314"/>
                          <a:pt x="2827" y="3223"/>
                        </a:cubicBezTo>
                        <a:cubicBezTo>
                          <a:pt x="2614" y="3132"/>
                          <a:pt x="2462" y="2949"/>
                          <a:pt x="2432" y="2706"/>
                        </a:cubicBezTo>
                        <a:cubicBezTo>
                          <a:pt x="2341" y="2402"/>
                          <a:pt x="2128" y="2129"/>
                          <a:pt x="1824" y="2037"/>
                        </a:cubicBezTo>
                        <a:cubicBezTo>
                          <a:pt x="1763" y="2007"/>
                          <a:pt x="1733" y="1977"/>
                          <a:pt x="1763" y="1916"/>
                        </a:cubicBezTo>
                        <a:cubicBezTo>
                          <a:pt x="1794" y="1825"/>
                          <a:pt x="1854" y="1703"/>
                          <a:pt x="1885" y="1612"/>
                        </a:cubicBezTo>
                        <a:cubicBezTo>
                          <a:pt x="2006" y="1430"/>
                          <a:pt x="2098" y="1217"/>
                          <a:pt x="2158" y="974"/>
                        </a:cubicBezTo>
                        <a:cubicBezTo>
                          <a:pt x="2189" y="882"/>
                          <a:pt x="2098" y="761"/>
                          <a:pt x="1976" y="730"/>
                        </a:cubicBezTo>
                        <a:cubicBezTo>
                          <a:pt x="1946" y="730"/>
                          <a:pt x="1885" y="700"/>
                          <a:pt x="1854" y="700"/>
                        </a:cubicBezTo>
                        <a:lnTo>
                          <a:pt x="1368" y="700"/>
                        </a:lnTo>
                        <a:cubicBezTo>
                          <a:pt x="1338" y="700"/>
                          <a:pt x="1307" y="670"/>
                          <a:pt x="1277" y="639"/>
                        </a:cubicBezTo>
                        <a:cubicBezTo>
                          <a:pt x="1277" y="609"/>
                          <a:pt x="1307" y="578"/>
                          <a:pt x="1307" y="578"/>
                        </a:cubicBezTo>
                        <a:cubicBezTo>
                          <a:pt x="1399" y="457"/>
                          <a:pt x="1490" y="366"/>
                          <a:pt x="1550" y="244"/>
                        </a:cubicBezTo>
                        <a:cubicBezTo>
                          <a:pt x="1581" y="214"/>
                          <a:pt x="1550" y="153"/>
                          <a:pt x="1581" y="123"/>
                        </a:cubicBezTo>
                        <a:cubicBezTo>
                          <a:pt x="1581" y="92"/>
                          <a:pt x="1490" y="1"/>
                          <a:pt x="1429" y="1"/>
                        </a:cubicBezTo>
                        <a:cubicBezTo>
                          <a:pt x="1247" y="1"/>
                          <a:pt x="1034" y="1"/>
                          <a:pt x="882" y="31"/>
                        </a:cubicBezTo>
                        <a:cubicBezTo>
                          <a:pt x="791" y="62"/>
                          <a:pt x="699" y="123"/>
                          <a:pt x="669" y="183"/>
                        </a:cubicBezTo>
                        <a:lnTo>
                          <a:pt x="335" y="791"/>
                        </a:lnTo>
                        <a:cubicBezTo>
                          <a:pt x="335" y="852"/>
                          <a:pt x="274" y="822"/>
                          <a:pt x="243" y="822"/>
                        </a:cubicBezTo>
                        <a:cubicBezTo>
                          <a:pt x="61" y="822"/>
                          <a:pt x="0" y="943"/>
                          <a:pt x="122" y="106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2" name="Google Shape;532;p21">
                    <a:extLst>
                      <a:ext uri="{FF2B5EF4-FFF2-40B4-BE49-F238E27FC236}">
                        <a16:creationId xmlns:a16="http://schemas.microsoft.com/office/drawing/2014/main" id="{D1BBE40C-E33C-AD31-8BF5-A2E4C6D4E214}"/>
                      </a:ext>
                    </a:extLst>
                  </p:cNvPr>
                  <p:cNvSpPr/>
                  <p:nvPr/>
                </p:nvSpPr>
                <p:spPr>
                  <a:xfrm>
                    <a:off x="4330550" y="2460475"/>
                    <a:ext cx="136050" cy="137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42" h="5503" extrusionOk="0">
                        <a:moveTo>
                          <a:pt x="335" y="1703"/>
                        </a:moveTo>
                        <a:cubicBezTo>
                          <a:pt x="305" y="1885"/>
                          <a:pt x="396" y="2067"/>
                          <a:pt x="517" y="2189"/>
                        </a:cubicBezTo>
                        <a:cubicBezTo>
                          <a:pt x="609" y="2311"/>
                          <a:pt x="700" y="2432"/>
                          <a:pt x="761" y="2584"/>
                        </a:cubicBezTo>
                        <a:cubicBezTo>
                          <a:pt x="943" y="2736"/>
                          <a:pt x="1065" y="2949"/>
                          <a:pt x="1308" y="3070"/>
                        </a:cubicBezTo>
                        <a:lnTo>
                          <a:pt x="1308" y="3070"/>
                        </a:lnTo>
                        <a:lnTo>
                          <a:pt x="1308" y="3070"/>
                        </a:lnTo>
                        <a:lnTo>
                          <a:pt x="1551" y="2767"/>
                        </a:lnTo>
                        <a:cubicBezTo>
                          <a:pt x="1612" y="2675"/>
                          <a:pt x="1642" y="2554"/>
                          <a:pt x="1642" y="2463"/>
                        </a:cubicBezTo>
                        <a:cubicBezTo>
                          <a:pt x="1642" y="2432"/>
                          <a:pt x="1672" y="2371"/>
                          <a:pt x="1703" y="2341"/>
                        </a:cubicBezTo>
                        <a:cubicBezTo>
                          <a:pt x="1733" y="2341"/>
                          <a:pt x="1794" y="2341"/>
                          <a:pt x="1794" y="2402"/>
                        </a:cubicBezTo>
                        <a:cubicBezTo>
                          <a:pt x="1885" y="2554"/>
                          <a:pt x="2007" y="2554"/>
                          <a:pt x="2128" y="2523"/>
                        </a:cubicBezTo>
                        <a:cubicBezTo>
                          <a:pt x="2128" y="2523"/>
                          <a:pt x="2189" y="2523"/>
                          <a:pt x="2189" y="2554"/>
                        </a:cubicBezTo>
                        <a:cubicBezTo>
                          <a:pt x="2220" y="2584"/>
                          <a:pt x="2189" y="2615"/>
                          <a:pt x="2189" y="2615"/>
                        </a:cubicBezTo>
                        <a:cubicBezTo>
                          <a:pt x="2037" y="2706"/>
                          <a:pt x="1885" y="2797"/>
                          <a:pt x="1794" y="2949"/>
                        </a:cubicBezTo>
                        <a:cubicBezTo>
                          <a:pt x="1672" y="3070"/>
                          <a:pt x="1490" y="3101"/>
                          <a:pt x="1308" y="3070"/>
                        </a:cubicBezTo>
                        <a:lnTo>
                          <a:pt x="1308" y="3070"/>
                        </a:lnTo>
                        <a:lnTo>
                          <a:pt x="1308" y="3435"/>
                        </a:lnTo>
                        <a:cubicBezTo>
                          <a:pt x="1308" y="3526"/>
                          <a:pt x="1369" y="3618"/>
                          <a:pt x="1460" y="3618"/>
                        </a:cubicBezTo>
                        <a:cubicBezTo>
                          <a:pt x="1551" y="3648"/>
                          <a:pt x="1672" y="3648"/>
                          <a:pt x="1733" y="3770"/>
                        </a:cubicBezTo>
                        <a:lnTo>
                          <a:pt x="1733" y="3770"/>
                        </a:lnTo>
                        <a:lnTo>
                          <a:pt x="1764" y="3770"/>
                        </a:lnTo>
                        <a:lnTo>
                          <a:pt x="1916" y="3770"/>
                        </a:lnTo>
                        <a:cubicBezTo>
                          <a:pt x="1976" y="3770"/>
                          <a:pt x="2007" y="3800"/>
                          <a:pt x="1946" y="3830"/>
                        </a:cubicBezTo>
                        <a:cubicBezTo>
                          <a:pt x="1916" y="3861"/>
                          <a:pt x="1916" y="3830"/>
                          <a:pt x="1885" y="3830"/>
                        </a:cubicBezTo>
                        <a:cubicBezTo>
                          <a:pt x="1855" y="3830"/>
                          <a:pt x="1794" y="3800"/>
                          <a:pt x="1764" y="3739"/>
                        </a:cubicBezTo>
                        <a:lnTo>
                          <a:pt x="1733" y="3739"/>
                        </a:lnTo>
                        <a:lnTo>
                          <a:pt x="1733" y="3739"/>
                        </a:lnTo>
                        <a:cubicBezTo>
                          <a:pt x="1642" y="3770"/>
                          <a:pt x="1551" y="3770"/>
                          <a:pt x="1521" y="3861"/>
                        </a:cubicBezTo>
                        <a:cubicBezTo>
                          <a:pt x="1460" y="3952"/>
                          <a:pt x="1460" y="4074"/>
                          <a:pt x="1521" y="4195"/>
                        </a:cubicBezTo>
                        <a:cubicBezTo>
                          <a:pt x="1672" y="4499"/>
                          <a:pt x="1976" y="4773"/>
                          <a:pt x="2311" y="4894"/>
                        </a:cubicBezTo>
                        <a:lnTo>
                          <a:pt x="2311" y="4864"/>
                        </a:lnTo>
                        <a:lnTo>
                          <a:pt x="2311" y="4894"/>
                        </a:lnTo>
                        <a:lnTo>
                          <a:pt x="2311" y="4894"/>
                        </a:lnTo>
                        <a:cubicBezTo>
                          <a:pt x="2311" y="4925"/>
                          <a:pt x="2311" y="4985"/>
                          <a:pt x="2311" y="5016"/>
                        </a:cubicBezTo>
                        <a:cubicBezTo>
                          <a:pt x="2341" y="5198"/>
                          <a:pt x="2463" y="5350"/>
                          <a:pt x="2584" y="5472"/>
                        </a:cubicBezTo>
                        <a:cubicBezTo>
                          <a:pt x="2676" y="5502"/>
                          <a:pt x="2767" y="5502"/>
                          <a:pt x="2858" y="5411"/>
                        </a:cubicBezTo>
                        <a:cubicBezTo>
                          <a:pt x="2858" y="5381"/>
                          <a:pt x="2919" y="5350"/>
                          <a:pt x="2888" y="5289"/>
                        </a:cubicBezTo>
                        <a:cubicBezTo>
                          <a:pt x="2888" y="4985"/>
                          <a:pt x="3010" y="4712"/>
                          <a:pt x="3010" y="4438"/>
                        </a:cubicBezTo>
                        <a:cubicBezTo>
                          <a:pt x="3010" y="4256"/>
                          <a:pt x="3071" y="4104"/>
                          <a:pt x="3162" y="3982"/>
                        </a:cubicBezTo>
                        <a:cubicBezTo>
                          <a:pt x="3223" y="3922"/>
                          <a:pt x="3253" y="3830"/>
                          <a:pt x="3253" y="3739"/>
                        </a:cubicBezTo>
                        <a:cubicBezTo>
                          <a:pt x="3253" y="3344"/>
                          <a:pt x="3466" y="3040"/>
                          <a:pt x="3435" y="2675"/>
                        </a:cubicBezTo>
                        <a:cubicBezTo>
                          <a:pt x="3435" y="2615"/>
                          <a:pt x="3435" y="2584"/>
                          <a:pt x="3466" y="2523"/>
                        </a:cubicBezTo>
                        <a:cubicBezTo>
                          <a:pt x="3496" y="2371"/>
                          <a:pt x="3587" y="2250"/>
                          <a:pt x="3739" y="2189"/>
                        </a:cubicBezTo>
                        <a:cubicBezTo>
                          <a:pt x="3800" y="2159"/>
                          <a:pt x="3861" y="2189"/>
                          <a:pt x="3861" y="2219"/>
                        </a:cubicBezTo>
                        <a:cubicBezTo>
                          <a:pt x="3861" y="2280"/>
                          <a:pt x="3831" y="2432"/>
                          <a:pt x="3861" y="2493"/>
                        </a:cubicBezTo>
                        <a:cubicBezTo>
                          <a:pt x="3983" y="2736"/>
                          <a:pt x="4074" y="2979"/>
                          <a:pt x="4165" y="3253"/>
                        </a:cubicBezTo>
                        <a:cubicBezTo>
                          <a:pt x="4226" y="3344"/>
                          <a:pt x="4256" y="3466"/>
                          <a:pt x="4226" y="3587"/>
                        </a:cubicBezTo>
                        <a:cubicBezTo>
                          <a:pt x="4195" y="3678"/>
                          <a:pt x="4165" y="3800"/>
                          <a:pt x="4135" y="3922"/>
                        </a:cubicBezTo>
                        <a:cubicBezTo>
                          <a:pt x="4104" y="4013"/>
                          <a:pt x="4226" y="4104"/>
                          <a:pt x="4287" y="4074"/>
                        </a:cubicBezTo>
                        <a:cubicBezTo>
                          <a:pt x="4378" y="4043"/>
                          <a:pt x="4499" y="3982"/>
                          <a:pt x="4621" y="3952"/>
                        </a:cubicBezTo>
                        <a:cubicBezTo>
                          <a:pt x="4712" y="3922"/>
                          <a:pt x="4742" y="3891"/>
                          <a:pt x="4773" y="4074"/>
                        </a:cubicBezTo>
                        <a:cubicBezTo>
                          <a:pt x="4773" y="4104"/>
                          <a:pt x="4773" y="4104"/>
                          <a:pt x="4773" y="4134"/>
                        </a:cubicBezTo>
                        <a:cubicBezTo>
                          <a:pt x="4803" y="4256"/>
                          <a:pt x="4894" y="4286"/>
                          <a:pt x="4986" y="4195"/>
                        </a:cubicBezTo>
                        <a:cubicBezTo>
                          <a:pt x="5229" y="4013"/>
                          <a:pt x="5381" y="3709"/>
                          <a:pt x="5442" y="3405"/>
                        </a:cubicBezTo>
                        <a:cubicBezTo>
                          <a:pt x="5442" y="3374"/>
                          <a:pt x="5411" y="3314"/>
                          <a:pt x="5381" y="3314"/>
                        </a:cubicBezTo>
                        <a:cubicBezTo>
                          <a:pt x="5350" y="3283"/>
                          <a:pt x="5290" y="3253"/>
                          <a:pt x="5259" y="3253"/>
                        </a:cubicBezTo>
                        <a:cubicBezTo>
                          <a:pt x="5046" y="3253"/>
                          <a:pt x="4955" y="3162"/>
                          <a:pt x="4925" y="2918"/>
                        </a:cubicBezTo>
                        <a:cubicBezTo>
                          <a:pt x="4925" y="2675"/>
                          <a:pt x="4864" y="2706"/>
                          <a:pt x="4590" y="2736"/>
                        </a:cubicBezTo>
                        <a:cubicBezTo>
                          <a:pt x="4469" y="2767"/>
                          <a:pt x="4469" y="2767"/>
                          <a:pt x="4499" y="2645"/>
                        </a:cubicBezTo>
                        <a:cubicBezTo>
                          <a:pt x="4499" y="2584"/>
                          <a:pt x="4530" y="2523"/>
                          <a:pt x="4560" y="2463"/>
                        </a:cubicBezTo>
                        <a:cubicBezTo>
                          <a:pt x="4590" y="2341"/>
                          <a:pt x="4530" y="2219"/>
                          <a:pt x="4408" y="2189"/>
                        </a:cubicBezTo>
                        <a:cubicBezTo>
                          <a:pt x="4287" y="2128"/>
                          <a:pt x="4165" y="2128"/>
                          <a:pt x="4074" y="1976"/>
                        </a:cubicBezTo>
                        <a:cubicBezTo>
                          <a:pt x="4013" y="1824"/>
                          <a:pt x="3831" y="1733"/>
                          <a:pt x="3800" y="1551"/>
                        </a:cubicBezTo>
                        <a:cubicBezTo>
                          <a:pt x="3800" y="1520"/>
                          <a:pt x="3739" y="1459"/>
                          <a:pt x="3679" y="1459"/>
                        </a:cubicBezTo>
                        <a:cubicBezTo>
                          <a:pt x="3648" y="1459"/>
                          <a:pt x="3496" y="1429"/>
                          <a:pt x="3435" y="1399"/>
                        </a:cubicBezTo>
                        <a:cubicBezTo>
                          <a:pt x="3253" y="1368"/>
                          <a:pt x="3101" y="1216"/>
                          <a:pt x="3040" y="1034"/>
                        </a:cubicBezTo>
                        <a:cubicBezTo>
                          <a:pt x="3010" y="852"/>
                          <a:pt x="2919" y="669"/>
                          <a:pt x="2767" y="578"/>
                        </a:cubicBezTo>
                        <a:cubicBezTo>
                          <a:pt x="2706" y="548"/>
                          <a:pt x="2645" y="487"/>
                          <a:pt x="2615" y="426"/>
                        </a:cubicBezTo>
                        <a:cubicBezTo>
                          <a:pt x="2554" y="304"/>
                          <a:pt x="2463" y="213"/>
                          <a:pt x="2341" y="183"/>
                        </a:cubicBezTo>
                        <a:cubicBezTo>
                          <a:pt x="2250" y="122"/>
                          <a:pt x="2159" y="92"/>
                          <a:pt x="2098" y="31"/>
                        </a:cubicBezTo>
                        <a:cubicBezTo>
                          <a:pt x="2007" y="1"/>
                          <a:pt x="1916" y="61"/>
                          <a:pt x="1885" y="152"/>
                        </a:cubicBezTo>
                        <a:cubicBezTo>
                          <a:pt x="1855" y="304"/>
                          <a:pt x="1824" y="456"/>
                          <a:pt x="1794" y="608"/>
                        </a:cubicBezTo>
                        <a:lnTo>
                          <a:pt x="1794" y="608"/>
                        </a:lnTo>
                        <a:cubicBezTo>
                          <a:pt x="1794" y="608"/>
                          <a:pt x="1794" y="639"/>
                          <a:pt x="1794" y="639"/>
                        </a:cubicBezTo>
                        <a:cubicBezTo>
                          <a:pt x="1855" y="700"/>
                          <a:pt x="1885" y="821"/>
                          <a:pt x="1855" y="912"/>
                        </a:cubicBezTo>
                        <a:cubicBezTo>
                          <a:pt x="1855" y="912"/>
                          <a:pt x="1855" y="943"/>
                          <a:pt x="1855" y="973"/>
                        </a:cubicBezTo>
                        <a:cubicBezTo>
                          <a:pt x="1824" y="973"/>
                          <a:pt x="1794" y="973"/>
                          <a:pt x="1794" y="912"/>
                        </a:cubicBezTo>
                        <a:lnTo>
                          <a:pt x="1794" y="639"/>
                        </a:lnTo>
                        <a:lnTo>
                          <a:pt x="1794" y="639"/>
                        </a:lnTo>
                        <a:lnTo>
                          <a:pt x="1672" y="639"/>
                        </a:lnTo>
                        <a:cubicBezTo>
                          <a:pt x="1551" y="548"/>
                          <a:pt x="1369" y="548"/>
                          <a:pt x="1247" y="639"/>
                        </a:cubicBezTo>
                        <a:lnTo>
                          <a:pt x="1247" y="669"/>
                        </a:lnTo>
                        <a:lnTo>
                          <a:pt x="1217" y="669"/>
                        </a:lnTo>
                        <a:cubicBezTo>
                          <a:pt x="1217" y="700"/>
                          <a:pt x="1217" y="730"/>
                          <a:pt x="1217" y="760"/>
                        </a:cubicBezTo>
                        <a:cubicBezTo>
                          <a:pt x="1217" y="821"/>
                          <a:pt x="1186" y="821"/>
                          <a:pt x="1125" y="821"/>
                        </a:cubicBezTo>
                        <a:cubicBezTo>
                          <a:pt x="1095" y="821"/>
                          <a:pt x="1095" y="791"/>
                          <a:pt x="1065" y="791"/>
                        </a:cubicBezTo>
                        <a:cubicBezTo>
                          <a:pt x="1034" y="730"/>
                          <a:pt x="1065" y="700"/>
                          <a:pt x="1125" y="700"/>
                        </a:cubicBezTo>
                        <a:lnTo>
                          <a:pt x="1217" y="669"/>
                        </a:lnTo>
                        <a:lnTo>
                          <a:pt x="1217" y="608"/>
                        </a:lnTo>
                        <a:lnTo>
                          <a:pt x="1247" y="608"/>
                        </a:lnTo>
                        <a:lnTo>
                          <a:pt x="1247" y="548"/>
                        </a:lnTo>
                        <a:cubicBezTo>
                          <a:pt x="1186" y="365"/>
                          <a:pt x="1095" y="304"/>
                          <a:pt x="973" y="365"/>
                        </a:cubicBezTo>
                        <a:cubicBezTo>
                          <a:pt x="791" y="426"/>
                          <a:pt x="609" y="456"/>
                          <a:pt x="426" y="456"/>
                        </a:cubicBezTo>
                        <a:cubicBezTo>
                          <a:pt x="305" y="487"/>
                          <a:pt x="213" y="548"/>
                          <a:pt x="183" y="669"/>
                        </a:cubicBezTo>
                        <a:cubicBezTo>
                          <a:pt x="183" y="730"/>
                          <a:pt x="153" y="791"/>
                          <a:pt x="122" y="852"/>
                        </a:cubicBezTo>
                        <a:cubicBezTo>
                          <a:pt x="1" y="1095"/>
                          <a:pt x="62" y="1368"/>
                          <a:pt x="274" y="1520"/>
                        </a:cubicBezTo>
                        <a:cubicBezTo>
                          <a:pt x="274" y="1581"/>
                          <a:pt x="335" y="1642"/>
                          <a:pt x="335" y="1703"/>
                        </a:cubicBezTo>
                        <a:close/>
                        <a:moveTo>
                          <a:pt x="2007" y="3618"/>
                        </a:moveTo>
                        <a:lnTo>
                          <a:pt x="1946" y="3557"/>
                        </a:lnTo>
                        <a:lnTo>
                          <a:pt x="2007" y="3557"/>
                        </a:lnTo>
                        <a:close/>
                        <a:moveTo>
                          <a:pt x="1855" y="1459"/>
                        </a:moveTo>
                        <a:lnTo>
                          <a:pt x="1885" y="1490"/>
                        </a:lnTo>
                        <a:lnTo>
                          <a:pt x="1855" y="1490"/>
                        </a:lnTo>
                        <a:lnTo>
                          <a:pt x="1855" y="142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3" name="Google Shape;533;p21">
                    <a:extLst>
                      <a:ext uri="{FF2B5EF4-FFF2-40B4-BE49-F238E27FC236}">
                        <a16:creationId xmlns:a16="http://schemas.microsoft.com/office/drawing/2014/main" id="{9378629C-E1F8-7F80-8E7E-9E81D9EC43BD}"/>
                      </a:ext>
                    </a:extLst>
                  </p:cNvPr>
                  <p:cNvSpPr/>
                  <p:nvPr/>
                </p:nvSpPr>
                <p:spPr>
                  <a:xfrm>
                    <a:off x="3299375" y="2438450"/>
                    <a:ext cx="141375" cy="132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55" h="5289" extrusionOk="0">
                        <a:moveTo>
                          <a:pt x="5350" y="3739"/>
                        </a:moveTo>
                        <a:cubicBezTo>
                          <a:pt x="5259" y="3678"/>
                          <a:pt x="5229" y="3617"/>
                          <a:pt x="5198" y="3526"/>
                        </a:cubicBezTo>
                        <a:cubicBezTo>
                          <a:pt x="5138" y="3404"/>
                          <a:pt x="4986" y="3313"/>
                          <a:pt x="4864" y="3344"/>
                        </a:cubicBezTo>
                        <a:cubicBezTo>
                          <a:pt x="4651" y="3374"/>
                          <a:pt x="4439" y="3313"/>
                          <a:pt x="4256" y="3222"/>
                        </a:cubicBezTo>
                        <a:cubicBezTo>
                          <a:pt x="4195" y="3192"/>
                          <a:pt x="4135" y="3192"/>
                          <a:pt x="4074" y="3222"/>
                        </a:cubicBezTo>
                        <a:cubicBezTo>
                          <a:pt x="3770" y="3252"/>
                          <a:pt x="3466" y="3283"/>
                          <a:pt x="3192" y="3313"/>
                        </a:cubicBezTo>
                        <a:cubicBezTo>
                          <a:pt x="3010" y="3344"/>
                          <a:pt x="2828" y="3435"/>
                          <a:pt x="2706" y="3192"/>
                        </a:cubicBezTo>
                        <a:cubicBezTo>
                          <a:pt x="2676" y="3100"/>
                          <a:pt x="2584" y="3100"/>
                          <a:pt x="2493" y="3070"/>
                        </a:cubicBezTo>
                        <a:cubicBezTo>
                          <a:pt x="2220" y="3009"/>
                          <a:pt x="2007" y="2796"/>
                          <a:pt x="1916" y="2553"/>
                        </a:cubicBezTo>
                        <a:cubicBezTo>
                          <a:pt x="1885" y="2401"/>
                          <a:pt x="1794" y="2371"/>
                          <a:pt x="1703" y="2340"/>
                        </a:cubicBezTo>
                        <a:cubicBezTo>
                          <a:pt x="1581" y="2310"/>
                          <a:pt x="1612" y="2310"/>
                          <a:pt x="1703" y="2280"/>
                        </a:cubicBezTo>
                        <a:cubicBezTo>
                          <a:pt x="1764" y="2219"/>
                          <a:pt x="1824" y="2158"/>
                          <a:pt x="1885" y="2097"/>
                        </a:cubicBezTo>
                        <a:lnTo>
                          <a:pt x="1885" y="2097"/>
                        </a:lnTo>
                        <a:lnTo>
                          <a:pt x="1855" y="2097"/>
                        </a:lnTo>
                        <a:lnTo>
                          <a:pt x="1916" y="2097"/>
                        </a:lnTo>
                        <a:lnTo>
                          <a:pt x="1916" y="2097"/>
                        </a:lnTo>
                        <a:cubicBezTo>
                          <a:pt x="2037" y="2128"/>
                          <a:pt x="2189" y="2128"/>
                          <a:pt x="2311" y="2097"/>
                        </a:cubicBezTo>
                        <a:cubicBezTo>
                          <a:pt x="2341" y="2097"/>
                          <a:pt x="2402" y="1976"/>
                          <a:pt x="2372" y="1945"/>
                        </a:cubicBezTo>
                        <a:cubicBezTo>
                          <a:pt x="2372" y="1885"/>
                          <a:pt x="2341" y="1854"/>
                          <a:pt x="2311" y="1824"/>
                        </a:cubicBezTo>
                        <a:cubicBezTo>
                          <a:pt x="2189" y="1733"/>
                          <a:pt x="2128" y="1550"/>
                          <a:pt x="2159" y="1398"/>
                        </a:cubicBezTo>
                        <a:cubicBezTo>
                          <a:pt x="2189" y="1277"/>
                          <a:pt x="2037" y="1155"/>
                          <a:pt x="1916" y="1125"/>
                        </a:cubicBezTo>
                        <a:cubicBezTo>
                          <a:pt x="1794" y="1125"/>
                          <a:pt x="1703" y="1125"/>
                          <a:pt x="1581" y="1094"/>
                        </a:cubicBezTo>
                        <a:cubicBezTo>
                          <a:pt x="1490" y="1094"/>
                          <a:pt x="1399" y="1033"/>
                          <a:pt x="1369" y="942"/>
                        </a:cubicBezTo>
                        <a:cubicBezTo>
                          <a:pt x="1338" y="882"/>
                          <a:pt x="1308" y="790"/>
                          <a:pt x="1308" y="699"/>
                        </a:cubicBezTo>
                        <a:cubicBezTo>
                          <a:pt x="1277" y="638"/>
                          <a:pt x="1247" y="578"/>
                          <a:pt x="1217" y="517"/>
                        </a:cubicBezTo>
                        <a:cubicBezTo>
                          <a:pt x="1034" y="334"/>
                          <a:pt x="882" y="213"/>
                          <a:pt x="669" y="91"/>
                        </a:cubicBezTo>
                        <a:cubicBezTo>
                          <a:pt x="517" y="0"/>
                          <a:pt x="305" y="30"/>
                          <a:pt x="153" y="152"/>
                        </a:cubicBezTo>
                        <a:cubicBezTo>
                          <a:pt x="62" y="213"/>
                          <a:pt x="1" y="334"/>
                          <a:pt x="31" y="456"/>
                        </a:cubicBezTo>
                        <a:cubicBezTo>
                          <a:pt x="122" y="699"/>
                          <a:pt x="153" y="973"/>
                          <a:pt x="183" y="1246"/>
                        </a:cubicBezTo>
                        <a:cubicBezTo>
                          <a:pt x="183" y="1307"/>
                          <a:pt x="214" y="1337"/>
                          <a:pt x="274" y="1337"/>
                        </a:cubicBezTo>
                        <a:cubicBezTo>
                          <a:pt x="457" y="1429"/>
                          <a:pt x="639" y="1489"/>
                          <a:pt x="821" y="1581"/>
                        </a:cubicBezTo>
                        <a:cubicBezTo>
                          <a:pt x="1034" y="1641"/>
                          <a:pt x="1034" y="1672"/>
                          <a:pt x="1034" y="1793"/>
                        </a:cubicBezTo>
                        <a:lnTo>
                          <a:pt x="1034" y="2219"/>
                        </a:lnTo>
                        <a:cubicBezTo>
                          <a:pt x="1034" y="2371"/>
                          <a:pt x="973" y="2523"/>
                          <a:pt x="821" y="2614"/>
                        </a:cubicBezTo>
                        <a:cubicBezTo>
                          <a:pt x="730" y="2705"/>
                          <a:pt x="639" y="2796"/>
                          <a:pt x="548" y="2918"/>
                        </a:cubicBezTo>
                        <a:cubicBezTo>
                          <a:pt x="396" y="3192"/>
                          <a:pt x="305" y="3526"/>
                          <a:pt x="335" y="3830"/>
                        </a:cubicBezTo>
                        <a:cubicBezTo>
                          <a:pt x="335" y="4043"/>
                          <a:pt x="639" y="4043"/>
                          <a:pt x="730" y="4195"/>
                        </a:cubicBezTo>
                        <a:cubicBezTo>
                          <a:pt x="730" y="4195"/>
                          <a:pt x="761" y="4225"/>
                          <a:pt x="761" y="4225"/>
                        </a:cubicBezTo>
                        <a:cubicBezTo>
                          <a:pt x="913" y="4377"/>
                          <a:pt x="1125" y="4377"/>
                          <a:pt x="1277" y="4286"/>
                        </a:cubicBezTo>
                        <a:cubicBezTo>
                          <a:pt x="1308" y="4255"/>
                          <a:pt x="1369" y="4255"/>
                          <a:pt x="1399" y="4225"/>
                        </a:cubicBezTo>
                        <a:cubicBezTo>
                          <a:pt x="1460" y="4225"/>
                          <a:pt x="1490" y="4255"/>
                          <a:pt x="1460" y="4316"/>
                        </a:cubicBezTo>
                        <a:cubicBezTo>
                          <a:pt x="1429" y="4377"/>
                          <a:pt x="1429" y="4438"/>
                          <a:pt x="1429" y="4499"/>
                        </a:cubicBezTo>
                        <a:cubicBezTo>
                          <a:pt x="1460" y="4590"/>
                          <a:pt x="1521" y="4651"/>
                          <a:pt x="1612" y="4681"/>
                        </a:cubicBezTo>
                        <a:cubicBezTo>
                          <a:pt x="1824" y="4742"/>
                          <a:pt x="2068" y="4803"/>
                          <a:pt x="2280" y="4833"/>
                        </a:cubicBezTo>
                        <a:cubicBezTo>
                          <a:pt x="2736" y="4833"/>
                          <a:pt x="3132" y="5046"/>
                          <a:pt x="3557" y="5046"/>
                        </a:cubicBezTo>
                        <a:cubicBezTo>
                          <a:pt x="3648" y="5046"/>
                          <a:pt x="3709" y="5106"/>
                          <a:pt x="3800" y="5137"/>
                        </a:cubicBezTo>
                        <a:cubicBezTo>
                          <a:pt x="3952" y="5258"/>
                          <a:pt x="4135" y="5289"/>
                          <a:pt x="4317" y="5258"/>
                        </a:cubicBezTo>
                        <a:cubicBezTo>
                          <a:pt x="4439" y="5258"/>
                          <a:pt x="4591" y="5258"/>
                          <a:pt x="4712" y="5258"/>
                        </a:cubicBezTo>
                        <a:cubicBezTo>
                          <a:pt x="4803" y="5228"/>
                          <a:pt x="4864" y="5198"/>
                          <a:pt x="4894" y="5167"/>
                        </a:cubicBezTo>
                        <a:cubicBezTo>
                          <a:pt x="5016" y="5046"/>
                          <a:pt x="5138" y="4955"/>
                          <a:pt x="5290" y="4894"/>
                        </a:cubicBezTo>
                        <a:cubicBezTo>
                          <a:pt x="5381" y="4863"/>
                          <a:pt x="5411" y="4772"/>
                          <a:pt x="5381" y="4681"/>
                        </a:cubicBezTo>
                        <a:cubicBezTo>
                          <a:pt x="5381" y="4590"/>
                          <a:pt x="5411" y="4499"/>
                          <a:pt x="5472" y="4438"/>
                        </a:cubicBezTo>
                        <a:cubicBezTo>
                          <a:pt x="5654" y="4195"/>
                          <a:pt x="5594" y="3860"/>
                          <a:pt x="5350" y="37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4" name="Google Shape;534;p21">
                    <a:extLst>
                      <a:ext uri="{FF2B5EF4-FFF2-40B4-BE49-F238E27FC236}">
                        <a16:creationId xmlns:a16="http://schemas.microsoft.com/office/drawing/2014/main" id="{2B7FDE71-DDB6-3C1E-310E-C9F7051FEFED}"/>
                      </a:ext>
                    </a:extLst>
                  </p:cNvPr>
                  <p:cNvSpPr/>
                  <p:nvPr/>
                </p:nvSpPr>
                <p:spPr>
                  <a:xfrm>
                    <a:off x="3056975" y="2403475"/>
                    <a:ext cx="139850" cy="87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94" h="3497" extrusionOk="0">
                        <a:moveTo>
                          <a:pt x="3587" y="2129"/>
                        </a:moveTo>
                        <a:cubicBezTo>
                          <a:pt x="3374" y="2068"/>
                          <a:pt x="3162" y="2037"/>
                          <a:pt x="2979" y="1977"/>
                        </a:cubicBezTo>
                        <a:cubicBezTo>
                          <a:pt x="2949" y="1977"/>
                          <a:pt x="2919" y="1916"/>
                          <a:pt x="2919" y="1885"/>
                        </a:cubicBezTo>
                        <a:cubicBezTo>
                          <a:pt x="3040" y="1703"/>
                          <a:pt x="2919" y="1490"/>
                          <a:pt x="2949" y="1308"/>
                        </a:cubicBezTo>
                        <a:cubicBezTo>
                          <a:pt x="2979" y="1125"/>
                          <a:pt x="2949" y="973"/>
                          <a:pt x="2919" y="822"/>
                        </a:cubicBezTo>
                        <a:cubicBezTo>
                          <a:pt x="2888" y="670"/>
                          <a:pt x="2797" y="578"/>
                          <a:pt x="2645" y="548"/>
                        </a:cubicBezTo>
                        <a:cubicBezTo>
                          <a:pt x="2523" y="518"/>
                          <a:pt x="2523" y="518"/>
                          <a:pt x="2523" y="396"/>
                        </a:cubicBezTo>
                        <a:cubicBezTo>
                          <a:pt x="2523" y="183"/>
                          <a:pt x="2463" y="62"/>
                          <a:pt x="2280" y="31"/>
                        </a:cubicBezTo>
                        <a:cubicBezTo>
                          <a:pt x="2128" y="1"/>
                          <a:pt x="1976" y="1"/>
                          <a:pt x="1915" y="92"/>
                        </a:cubicBezTo>
                        <a:cubicBezTo>
                          <a:pt x="1733" y="244"/>
                          <a:pt x="1490" y="274"/>
                          <a:pt x="1308" y="396"/>
                        </a:cubicBezTo>
                        <a:cubicBezTo>
                          <a:pt x="1247" y="457"/>
                          <a:pt x="1186" y="518"/>
                          <a:pt x="1125" y="609"/>
                        </a:cubicBezTo>
                        <a:cubicBezTo>
                          <a:pt x="1156" y="791"/>
                          <a:pt x="1034" y="822"/>
                          <a:pt x="912" y="882"/>
                        </a:cubicBezTo>
                        <a:cubicBezTo>
                          <a:pt x="821" y="943"/>
                          <a:pt x="730" y="1004"/>
                          <a:pt x="669" y="1095"/>
                        </a:cubicBezTo>
                        <a:cubicBezTo>
                          <a:pt x="608" y="1125"/>
                          <a:pt x="608" y="1186"/>
                          <a:pt x="669" y="1217"/>
                        </a:cubicBezTo>
                        <a:cubicBezTo>
                          <a:pt x="730" y="1277"/>
                          <a:pt x="821" y="1338"/>
                          <a:pt x="882" y="1369"/>
                        </a:cubicBezTo>
                        <a:cubicBezTo>
                          <a:pt x="973" y="1429"/>
                          <a:pt x="943" y="1429"/>
                          <a:pt x="912" y="1460"/>
                        </a:cubicBezTo>
                        <a:cubicBezTo>
                          <a:pt x="882" y="1490"/>
                          <a:pt x="882" y="1490"/>
                          <a:pt x="852" y="1460"/>
                        </a:cubicBezTo>
                        <a:cubicBezTo>
                          <a:pt x="700" y="1460"/>
                          <a:pt x="548" y="1399"/>
                          <a:pt x="396" y="1399"/>
                        </a:cubicBezTo>
                        <a:cubicBezTo>
                          <a:pt x="213" y="1399"/>
                          <a:pt x="122" y="1551"/>
                          <a:pt x="61" y="1703"/>
                        </a:cubicBezTo>
                        <a:cubicBezTo>
                          <a:pt x="1" y="1825"/>
                          <a:pt x="61" y="1946"/>
                          <a:pt x="153" y="2007"/>
                        </a:cubicBezTo>
                        <a:lnTo>
                          <a:pt x="426" y="2220"/>
                        </a:lnTo>
                        <a:cubicBezTo>
                          <a:pt x="639" y="2372"/>
                          <a:pt x="852" y="2554"/>
                          <a:pt x="1156" y="2402"/>
                        </a:cubicBezTo>
                        <a:cubicBezTo>
                          <a:pt x="1186" y="2372"/>
                          <a:pt x="1247" y="2372"/>
                          <a:pt x="1277" y="2402"/>
                        </a:cubicBezTo>
                        <a:cubicBezTo>
                          <a:pt x="1460" y="2463"/>
                          <a:pt x="1642" y="2524"/>
                          <a:pt x="1824" y="2524"/>
                        </a:cubicBezTo>
                        <a:cubicBezTo>
                          <a:pt x="1824" y="2524"/>
                          <a:pt x="1855" y="2524"/>
                          <a:pt x="1855" y="2554"/>
                        </a:cubicBezTo>
                        <a:cubicBezTo>
                          <a:pt x="1855" y="2554"/>
                          <a:pt x="1824" y="2584"/>
                          <a:pt x="1794" y="2584"/>
                        </a:cubicBezTo>
                        <a:lnTo>
                          <a:pt x="912" y="2706"/>
                        </a:lnTo>
                        <a:cubicBezTo>
                          <a:pt x="852" y="2736"/>
                          <a:pt x="791" y="2828"/>
                          <a:pt x="760" y="2919"/>
                        </a:cubicBezTo>
                        <a:cubicBezTo>
                          <a:pt x="730" y="3101"/>
                          <a:pt x="821" y="3284"/>
                          <a:pt x="973" y="3375"/>
                        </a:cubicBezTo>
                        <a:cubicBezTo>
                          <a:pt x="1064" y="3405"/>
                          <a:pt x="1156" y="3436"/>
                          <a:pt x="1247" y="3436"/>
                        </a:cubicBezTo>
                        <a:lnTo>
                          <a:pt x="1642" y="3436"/>
                        </a:lnTo>
                        <a:cubicBezTo>
                          <a:pt x="1885" y="3496"/>
                          <a:pt x="2159" y="3436"/>
                          <a:pt x="2371" y="3284"/>
                        </a:cubicBezTo>
                        <a:cubicBezTo>
                          <a:pt x="2432" y="3253"/>
                          <a:pt x="2523" y="3192"/>
                          <a:pt x="2615" y="3192"/>
                        </a:cubicBezTo>
                        <a:cubicBezTo>
                          <a:pt x="2827" y="3192"/>
                          <a:pt x="3010" y="3162"/>
                          <a:pt x="3222" y="3101"/>
                        </a:cubicBezTo>
                        <a:cubicBezTo>
                          <a:pt x="3253" y="3101"/>
                          <a:pt x="3314" y="3101"/>
                          <a:pt x="3344" y="3101"/>
                        </a:cubicBezTo>
                        <a:cubicBezTo>
                          <a:pt x="3496" y="3162"/>
                          <a:pt x="3648" y="3223"/>
                          <a:pt x="3770" y="3284"/>
                        </a:cubicBezTo>
                        <a:cubicBezTo>
                          <a:pt x="3891" y="3344"/>
                          <a:pt x="4013" y="3344"/>
                          <a:pt x="4104" y="3344"/>
                        </a:cubicBezTo>
                        <a:cubicBezTo>
                          <a:pt x="4195" y="3314"/>
                          <a:pt x="4286" y="3284"/>
                          <a:pt x="4378" y="3284"/>
                        </a:cubicBezTo>
                        <a:cubicBezTo>
                          <a:pt x="4529" y="3284"/>
                          <a:pt x="4651" y="3192"/>
                          <a:pt x="4742" y="3101"/>
                        </a:cubicBezTo>
                        <a:cubicBezTo>
                          <a:pt x="4955" y="2888"/>
                          <a:pt x="5137" y="2676"/>
                          <a:pt x="5350" y="2493"/>
                        </a:cubicBezTo>
                        <a:cubicBezTo>
                          <a:pt x="5411" y="2402"/>
                          <a:pt x="5472" y="2341"/>
                          <a:pt x="5502" y="2250"/>
                        </a:cubicBezTo>
                        <a:cubicBezTo>
                          <a:pt x="5593" y="2068"/>
                          <a:pt x="5533" y="1825"/>
                          <a:pt x="5350" y="1733"/>
                        </a:cubicBezTo>
                        <a:cubicBezTo>
                          <a:pt x="5320" y="1703"/>
                          <a:pt x="5259" y="1703"/>
                          <a:pt x="5229" y="1733"/>
                        </a:cubicBezTo>
                        <a:cubicBezTo>
                          <a:pt x="5137" y="1733"/>
                          <a:pt x="5046" y="1794"/>
                          <a:pt x="5016" y="1885"/>
                        </a:cubicBezTo>
                        <a:cubicBezTo>
                          <a:pt x="4985" y="1916"/>
                          <a:pt x="4925" y="1946"/>
                          <a:pt x="4894" y="1916"/>
                        </a:cubicBezTo>
                        <a:cubicBezTo>
                          <a:pt x="4864" y="1885"/>
                          <a:pt x="4651" y="1794"/>
                          <a:pt x="4712" y="1612"/>
                        </a:cubicBezTo>
                        <a:cubicBezTo>
                          <a:pt x="4621" y="1490"/>
                          <a:pt x="4560" y="1429"/>
                          <a:pt x="4681" y="1308"/>
                        </a:cubicBezTo>
                        <a:cubicBezTo>
                          <a:pt x="4742" y="1247"/>
                          <a:pt x="4773" y="1156"/>
                          <a:pt x="4773" y="1065"/>
                        </a:cubicBezTo>
                        <a:cubicBezTo>
                          <a:pt x="4742" y="852"/>
                          <a:pt x="4803" y="639"/>
                          <a:pt x="4894" y="457"/>
                        </a:cubicBezTo>
                        <a:cubicBezTo>
                          <a:pt x="4925" y="396"/>
                          <a:pt x="4894" y="335"/>
                          <a:pt x="4833" y="274"/>
                        </a:cubicBezTo>
                        <a:cubicBezTo>
                          <a:pt x="4773" y="214"/>
                          <a:pt x="4651" y="214"/>
                          <a:pt x="4590" y="274"/>
                        </a:cubicBezTo>
                        <a:lnTo>
                          <a:pt x="4043" y="670"/>
                        </a:lnTo>
                        <a:cubicBezTo>
                          <a:pt x="3952" y="761"/>
                          <a:pt x="3891" y="882"/>
                          <a:pt x="3922" y="1004"/>
                        </a:cubicBezTo>
                        <a:cubicBezTo>
                          <a:pt x="3922" y="1065"/>
                          <a:pt x="3952" y="1125"/>
                          <a:pt x="3952" y="1186"/>
                        </a:cubicBezTo>
                        <a:cubicBezTo>
                          <a:pt x="4013" y="1338"/>
                          <a:pt x="3922" y="1399"/>
                          <a:pt x="3830" y="1460"/>
                        </a:cubicBezTo>
                        <a:lnTo>
                          <a:pt x="3770" y="1490"/>
                        </a:lnTo>
                        <a:cubicBezTo>
                          <a:pt x="3678" y="1551"/>
                          <a:pt x="3618" y="1673"/>
                          <a:pt x="3678" y="1794"/>
                        </a:cubicBezTo>
                        <a:cubicBezTo>
                          <a:pt x="3678" y="1825"/>
                          <a:pt x="3709" y="1885"/>
                          <a:pt x="3739" y="1916"/>
                        </a:cubicBezTo>
                        <a:cubicBezTo>
                          <a:pt x="3739" y="1977"/>
                          <a:pt x="3648" y="2129"/>
                          <a:pt x="3587" y="212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5" name="Google Shape;535;p21">
                    <a:extLst>
                      <a:ext uri="{FF2B5EF4-FFF2-40B4-BE49-F238E27FC236}">
                        <a16:creationId xmlns:a16="http://schemas.microsoft.com/office/drawing/2014/main" id="{4CDDE9A2-C2DD-DCCC-D9F3-2D7296604DDA}"/>
                      </a:ext>
                    </a:extLst>
                  </p:cNvPr>
                  <p:cNvSpPr/>
                  <p:nvPr/>
                </p:nvSpPr>
                <p:spPr>
                  <a:xfrm>
                    <a:off x="3956700" y="2886025"/>
                    <a:ext cx="122350" cy="76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94" h="3070" extrusionOk="0">
                        <a:moveTo>
                          <a:pt x="2280" y="3070"/>
                        </a:moveTo>
                        <a:cubicBezTo>
                          <a:pt x="2371" y="3070"/>
                          <a:pt x="2462" y="3070"/>
                          <a:pt x="2553" y="3070"/>
                        </a:cubicBezTo>
                        <a:cubicBezTo>
                          <a:pt x="2857" y="2888"/>
                          <a:pt x="3192" y="2736"/>
                          <a:pt x="3526" y="2614"/>
                        </a:cubicBezTo>
                        <a:cubicBezTo>
                          <a:pt x="3587" y="2614"/>
                          <a:pt x="3648" y="2553"/>
                          <a:pt x="3708" y="2523"/>
                        </a:cubicBezTo>
                        <a:cubicBezTo>
                          <a:pt x="3860" y="2371"/>
                          <a:pt x="4073" y="2249"/>
                          <a:pt x="4286" y="2189"/>
                        </a:cubicBezTo>
                        <a:cubicBezTo>
                          <a:pt x="4377" y="2158"/>
                          <a:pt x="4468" y="2128"/>
                          <a:pt x="4499" y="2037"/>
                        </a:cubicBezTo>
                        <a:cubicBezTo>
                          <a:pt x="4590" y="1945"/>
                          <a:pt x="4681" y="1885"/>
                          <a:pt x="4742" y="1793"/>
                        </a:cubicBezTo>
                        <a:cubicBezTo>
                          <a:pt x="4803" y="1702"/>
                          <a:pt x="4803" y="1702"/>
                          <a:pt x="4772" y="1672"/>
                        </a:cubicBezTo>
                        <a:cubicBezTo>
                          <a:pt x="4711" y="1489"/>
                          <a:pt x="4742" y="1307"/>
                          <a:pt x="4863" y="1185"/>
                        </a:cubicBezTo>
                        <a:cubicBezTo>
                          <a:pt x="4894" y="1155"/>
                          <a:pt x="4894" y="1125"/>
                          <a:pt x="4863" y="1125"/>
                        </a:cubicBezTo>
                        <a:cubicBezTo>
                          <a:pt x="4863" y="1094"/>
                          <a:pt x="4863" y="1064"/>
                          <a:pt x="4833" y="1064"/>
                        </a:cubicBezTo>
                        <a:lnTo>
                          <a:pt x="4590" y="912"/>
                        </a:lnTo>
                        <a:cubicBezTo>
                          <a:pt x="4499" y="821"/>
                          <a:pt x="4559" y="699"/>
                          <a:pt x="4529" y="608"/>
                        </a:cubicBezTo>
                        <a:cubicBezTo>
                          <a:pt x="4468" y="486"/>
                          <a:pt x="4438" y="395"/>
                          <a:pt x="4377" y="304"/>
                        </a:cubicBezTo>
                        <a:cubicBezTo>
                          <a:pt x="4347" y="243"/>
                          <a:pt x="4316" y="243"/>
                          <a:pt x="4255" y="274"/>
                        </a:cubicBezTo>
                        <a:cubicBezTo>
                          <a:pt x="4164" y="304"/>
                          <a:pt x="4073" y="274"/>
                          <a:pt x="4012" y="213"/>
                        </a:cubicBezTo>
                        <a:cubicBezTo>
                          <a:pt x="3921" y="91"/>
                          <a:pt x="3739" y="91"/>
                          <a:pt x="3678" y="213"/>
                        </a:cubicBezTo>
                        <a:cubicBezTo>
                          <a:pt x="3496" y="395"/>
                          <a:pt x="3222" y="456"/>
                          <a:pt x="2979" y="365"/>
                        </a:cubicBezTo>
                        <a:cubicBezTo>
                          <a:pt x="2918" y="334"/>
                          <a:pt x="2796" y="395"/>
                          <a:pt x="2705" y="365"/>
                        </a:cubicBezTo>
                        <a:cubicBezTo>
                          <a:pt x="2492" y="304"/>
                          <a:pt x="2371" y="395"/>
                          <a:pt x="2280" y="578"/>
                        </a:cubicBezTo>
                        <a:cubicBezTo>
                          <a:pt x="2249" y="578"/>
                          <a:pt x="2219" y="578"/>
                          <a:pt x="2158" y="578"/>
                        </a:cubicBezTo>
                        <a:cubicBezTo>
                          <a:pt x="2128" y="517"/>
                          <a:pt x="2097" y="456"/>
                          <a:pt x="2037" y="426"/>
                        </a:cubicBezTo>
                        <a:cubicBezTo>
                          <a:pt x="2006" y="365"/>
                          <a:pt x="1915" y="395"/>
                          <a:pt x="1885" y="456"/>
                        </a:cubicBezTo>
                        <a:cubicBezTo>
                          <a:pt x="1824" y="517"/>
                          <a:pt x="1824" y="608"/>
                          <a:pt x="1824" y="699"/>
                        </a:cubicBezTo>
                        <a:cubicBezTo>
                          <a:pt x="1854" y="851"/>
                          <a:pt x="1793" y="912"/>
                          <a:pt x="1672" y="942"/>
                        </a:cubicBezTo>
                        <a:lnTo>
                          <a:pt x="1550" y="1003"/>
                        </a:lnTo>
                        <a:lnTo>
                          <a:pt x="1550" y="1003"/>
                        </a:lnTo>
                        <a:lnTo>
                          <a:pt x="1489" y="1033"/>
                        </a:lnTo>
                        <a:lnTo>
                          <a:pt x="1520" y="1003"/>
                        </a:lnTo>
                        <a:lnTo>
                          <a:pt x="1520" y="1003"/>
                        </a:lnTo>
                        <a:cubicBezTo>
                          <a:pt x="1459" y="881"/>
                          <a:pt x="1429" y="760"/>
                          <a:pt x="1429" y="638"/>
                        </a:cubicBezTo>
                        <a:cubicBezTo>
                          <a:pt x="1459" y="486"/>
                          <a:pt x="1398" y="365"/>
                          <a:pt x="1307" y="274"/>
                        </a:cubicBezTo>
                        <a:cubicBezTo>
                          <a:pt x="1246" y="243"/>
                          <a:pt x="1185" y="182"/>
                          <a:pt x="1155" y="152"/>
                        </a:cubicBezTo>
                        <a:cubicBezTo>
                          <a:pt x="1003" y="0"/>
                          <a:pt x="912" y="0"/>
                          <a:pt x="699" y="152"/>
                        </a:cubicBezTo>
                        <a:lnTo>
                          <a:pt x="699" y="182"/>
                        </a:lnTo>
                        <a:lnTo>
                          <a:pt x="669" y="182"/>
                        </a:lnTo>
                        <a:lnTo>
                          <a:pt x="699" y="182"/>
                        </a:lnTo>
                        <a:lnTo>
                          <a:pt x="699" y="182"/>
                        </a:lnTo>
                        <a:cubicBezTo>
                          <a:pt x="578" y="182"/>
                          <a:pt x="486" y="243"/>
                          <a:pt x="395" y="304"/>
                        </a:cubicBezTo>
                        <a:cubicBezTo>
                          <a:pt x="274" y="486"/>
                          <a:pt x="152" y="638"/>
                          <a:pt x="61" y="821"/>
                        </a:cubicBezTo>
                        <a:cubicBezTo>
                          <a:pt x="0" y="881"/>
                          <a:pt x="122" y="1003"/>
                          <a:pt x="182" y="1003"/>
                        </a:cubicBezTo>
                        <a:cubicBezTo>
                          <a:pt x="243" y="1003"/>
                          <a:pt x="334" y="1003"/>
                          <a:pt x="395" y="973"/>
                        </a:cubicBezTo>
                        <a:cubicBezTo>
                          <a:pt x="547" y="942"/>
                          <a:pt x="699" y="942"/>
                          <a:pt x="851" y="1033"/>
                        </a:cubicBezTo>
                        <a:cubicBezTo>
                          <a:pt x="882" y="1064"/>
                          <a:pt x="912" y="1094"/>
                          <a:pt x="851" y="1155"/>
                        </a:cubicBezTo>
                        <a:cubicBezTo>
                          <a:pt x="821" y="1185"/>
                          <a:pt x="790" y="1337"/>
                          <a:pt x="638" y="1368"/>
                        </a:cubicBezTo>
                        <a:cubicBezTo>
                          <a:pt x="486" y="1368"/>
                          <a:pt x="334" y="1398"/>
                          <a:pt x="152" y="1429"/>
                        </a:cubicBezTo>
                        <a:cubicBezTo>
                          <a:pt x="152" y="1429"/>
                          <a:pt x="122" y="1520"/>
                          <a:pt x="122" y="1550"/>
                        </a:cubicBezTo>
                        <a:cubicBezTo>
                          <a:pt x="122" y="1581"/>
                          <a:pt x="152" y="1641"/>
                          <a:pt x="182" y="1641"/>
                        </a:cubicBezTo>
                        <a:cubicBezTo>
                          <a:pt x="304" y="1702"/>
                          <a:pt x="395" y="1702"/>
                          <a:pt x="517" y="1733"/>
                        </a:cubicBezTo>
                        <a:cubicBezTo>
                          <a:pt x="578" y="1733"/>
                          <a:pt x="638" y="1763"/>
                          <a:pt x="699" y="1824"/>
                        </a:cubicBezTo>
                        <a:cubicBezTo>
                          <a:pt x="760" y="1915"/>
                          <a:pt x="821" y="2006"/>
                          <a:pt x="851" y="2097"/>
                        </a:cubicBezTo>
                        <a:cubicBezTo>
                          <a:pt x="851" y="2128"/>
                          <a:pt x="851" y="2189"/>
                          <a:pt x="821" y="2219"/>
                        </a:cubicBezTo>
                        <a:cubicBezTo>
                          <a:pt x="790" y="2249"/>
                          <a:pt x="760" y="2280"/>
                          <a:pt x="699" y="2280"/>
                        </a:cubicBezTo>
                        <a:cubicBezTo>
                          <a:pt x="608" y="2280"/>
                          <a:pt x="517" y="2371"/>
                          <a:pt x="547" y="2462"/>
                        </a:cubicBezTo>
                        <a:cubicBezTo>
                          <a:pt x="547" y="2584"/>
                          <a:pt x="608" y="2675"/>
                          <a:pt x="760" y="2675"/>
                        </a:cubicBezTo>
                        <a:cubicBezTo>
                          <a:pt x="821" y="2675"/>
                          <a:pt x="912" y="2675"/>
                          <a:pt x="973" y="2675"/>
                        </a:cubicBezTo>
                        <a:cubicBezTo>
                          <a:pt x="1185" y="2644"/>
                          <a:pt x="1429" y="2705"/>
                          <a:pt x="1581" y="2857"/>
                        </a:cubicBezTo>
                        <a:cubicBezTo>
                          <a:pt x="1854" y="2918"/>
                          <a:pt x="2067" y="3009"/>
                          <a:pt x="2280" y="307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6" name="Google Shape;536;p21">
                    <a:extLst>
                      <a:ext uri="{FF2B5EF4-FFF2-40B4-BE49-F238E27FC236}">
                        <a16:creationId xmlns:a16="http://schemas.microsoft.com/office/drawing/2014/main" id="{2FF6B706-825D-847C-CB3B-F08B984A6C50}"/>
                      </a:ext>
                    </a:extLst>
                  </p:cNvPr>
                  <p:cNvSpPr/>
                  <p:nvPr/>
                </p:nvSpPr>
                <p:spPr>
                  <a:xfrm>
                    <a:off x="3155750" y="2542550"/>
                    <a:ext cx="79825" cy="95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3" h="3831" extrusionOk="0">
                        <a:moveTo>
                          <a:pt x="3101" y="760"/>
                        </a:moveTo>
                        <a:cubicBezTo>
                          <a:pt x="3162" y="699"/>
                          <a:pt x="3193" y="608"/>
                          <a:pt x="3162" y="517"/>
                        </a:cubicBezTo>
                        <a:cubicBezTo>
                          <a:pt x="3132" y="426"/>
                          <a:pt x="3071" y="365"/>
                          <a:pt x="2980" y="335"/>
                        </a:cubicBezTo>
                        <a:cubicBezTo>
                          <a:pt x="2828" y="304"/>
                          <a:pt x="2676" y="335"/>
                          <a:pt x="2524" y="304"/>
                        </a:cubicBezTo>
                        <a:cubicBezTo>
                          <a:pt x="2433" y="274"/>
                          <a:pt x="2341" y="243"/>
                          <a:pt x="2281" y="213"/>
                        </a:cubicBezTo>
                        <a:lnTo>
                          <a:pt x="2281" y="213"/>
                        </a:lnTo>
                        <a:lnTo>
                          <a:pt x="2250" y="213"/>
                        </a:lnTo>
                        <a:lnTo>
                          <a:pt x="2250" y="213"/>
                        </a:lnTo>
                        <a:cubicBezTo>
                          <a:pt x="2220" y="152"/>
                          <a:pt x="2159" y="122"/>
                          <a:pt x="2129" y="61"/>
                        </a:cubicBezTo>
                        <a:cubicBezTo>
                          <a:pt x="2068" y="31"/>
                          <a:pt x="2007" y="0"/>
                          <a:pt x="1946" y="0"/>
                        </a:cubicBezTo>
                        <a:cubicBezTo>
                          <a:pt x="1825" y="0"/>
                          <a:pt x="1703" y="31"/>
                          <a:pt x="1612" y="61"/>
                        </a:cubicBezTo>
                        <a:cubicBezTo>
                          <a:pt x="1551" y="91"/>
                          <a:pt x="1460" y="122"/>
                          <a:pt x="1460" y="183"/>
                        </a:cubicBezTo>
                        <a:cubicBezTo>
                          <a:pt x="1399" y="335"/>
                          <a:pt x="1278" y="456"/>
                          <a:pt x="1156" y="517"/>
                        </a:cubicBezTo>
                        <a:cubicBezTo>
                          <a:pt x="1095" y="578"/>
                          <a:pt x="1065" y="639"/>
                          <a:pt x="1095" y="699"/>
                        </a:cubicBezTo>
                        <a:cubicBezTo>
                          <a:pt x="1095" y="760"/>
                          <a:pt x="1126" y="851"/>
                          <a:pt x="1156" y="912"/>
                        </a:cubicBezTo>
                        <a:cubicBezTo>
                          <a:pt x="1278" y="1094"/>
                          <a:pt x="1247" y="1368"/>
                          <a:pt x="1095" y="1550"/>
                        </a:cubicBezTo>
                        <a:cubicBezTo>
                          <a:pt x="1065" y="1581"/>
                          <a:pt x="974" y="1611"/>
                          <a:pt x="943" y="1550"/>
                        </a:cubicBezTo>
                        <a:cubicBezTo>
                          <a:pt x="822" y="1429"/>
                          <a:pt x="761" y="1277"/>
                          <a:pt x="730" y="1125"/>
                        </a:cubicBezTo>
                        <a:cubicBezTo>
                          <a:pt x="700" y="1064"/>
                          <a:pt x="609" y="1003"/>
                          <a:pt x="518" y="1003"/>
                        </a:cubicBezTo>
                        <a:cubicBezTo>
                          <a:pt x="275" y="1003"/>
                          <a:pt x="62" y="1186"/>
                          <a:pt x="62" y="1429"/>
                        </a:cubicBezTo>
                        <a:cubicBezTo>
                          <a:pt x="31" y="1611"/>
                          <a:pt x="31" y="1794"/>
                          <a:pt x="1" y="1976"/>
                        </a:cubicBezTo>
                        <a:cubicBezTo>
                          <a:pt x="1" y="2037"/>
                          <a:pt x="31" y="2098"/>
                          <a:pt x="123" y="2128"/>
                        </a:cubicBezTo>
                        <a:cubicBezTo>
                          <a:pt x="275" y="2189"/>
                          <a:pt x="366" y="2310"/>
                          <a:pt x="427" y="2462"/>
                        </a:cubicBezTo>
                        <a:cubicBezTo>
                          <a:pt x="518" y="2736"/>
                          <a:pt x="578" y="3040"/>
                          <a:pt x="609" y="3344"/>
                        </a:cubicBezTo>
                        <a:cubicBezTo>
                          <a:pt x="609" y="3496"/>
                          <a:pt x="670" y="3648"/>
                          <a:pt x="791" y="3739"/>
                        </a:cubicBezTo>
                        <a:cubicBezTo>
                          <a:pt x="852" y="3830"/>
                          <a:pt x="974" y="3830"/>
                          <a:pt x="1034" y="3800"/>
                        </a:cubicBezTo>
                        <a:cubicBezTo>
                          <a:pt x="1126" y="3678"/>
                          <a:pt x="1247" y="3587"/>
                          <a:pt x="1338" y="3526"/>
                        </a:cubicBezTo>
                        <a:cubicBezTo>
                          <a:pt x="1460" y="3465"/>
                          <a:pt x="1612" y="3435"/>
                          <a:pt x="1734" y="3405"/>
                        </a:cubicBezTo>
                        <a:cubicBezTo>
                          <a:pt x="1855" y="3344"/>
                          <a:pt x="1977" y="3283"/>
                          <a:pt x="2098" y="3222"/>
                        </a:cubicBezTo>
                        <a:cubicBezTo>
                          <a:pt x="2159" y="3161"/>
                          <a:pt x="2220" y="3131"/>
                          <a:pt x="2250" y="3070"/>
                        </a:cubicBezTo>
                        <a:cubicBezTo>
                          <a:pt x="2311" y="2857"/>
                          <a:pt x="2433" y="2645"/>
                          <a:pt x="2585" y="2493"/>
                        </a:cubicBezTo>
                        <a:cubicBezTo>
                          <a:pt x="2706" y="2371"/>
                          <a:pt x="2737" y="2189"/>
                          <a:pt x="2676" y="2037"/>
                        </a:cubicBezTo>
                        <a:cubicBezTo>
                          <a:pt x="2645" y="1946"/>
                          <a:pt x="2615" y="1824"/>
                          <a:pt x="2585" y="1733"/>
                        </a:cubicBezTo>
                        <a:cubicBezTo>
                          <a:pt x="2554" y="1581"/>
                          <a:pt x="2463" y="1490"/>
                          <a:pt x="2341" y="1429"/>
                        </a:cubicBezTo>
                        <a:cubicBezTo>
                          <a:pt x="2281" y="1398"/>
                          <a:pt x="2281" y="1338"/>
                          <a:pt x="2341" y="1307"/>
                        </a:cubicBezTo>
                        <a:cubicBezTo>
                          <a:pt x="2463" y="1277"/>
                          <a:pt x="2585" y="1216"/>
                          <a:pt x="2706" y="1186"/>
                        </a:cubicBezTo>
                        <a:cubicBezTo>
                          <a:pt x="2797" y="1155"/>
                          <a:pt x="2858" y="1064"/>
                          <a:pt x="2889" y="973"/>
                        </a:cubicBezTo>
                        <a:cubicBezTo>
                          <a:pt x="2889" y="851"/>
                          <a:pt x="3010" y="821"/>
                          <a:pt x="3101" y="7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7" name="Google Shape;537;p21">
                    <a:extLst>
                      <a:ext uri="{FF2B5EF4-FFF2-40B4-BE49-F238E27FC236}">
                        <a16:creationId xmlns:a16="http://schemas.microsoft.com/office/drawing/2014/main" id="{17C20AD3-21D1-253E-EBCF-3A4908FF1A73}"/>
                      </a:ext>
                    </a:extLst>
                  </p:cNvPr>
                  <p:cNvSpPr/>
                  <p:nvPr/>
                </p:nvSpPr>
                <p:spPr>
                  <a:xfrm>
                    <a:off x="3553175" y="32636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1"/>
                        </a:move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8" name="Google Shape;538;p21">
                    <a:extLst>
                      <a:ext uri="{FF2B5EF4-FFF2-40B4-BE49-F238E27FC236}">
                        <a16:creationId xmlns:a16="http://schemas.microsoft.com/office/drawing/2014/main" id="{C6F794E0-05AF-16F2-D3C3-F93D1339C431}"/>
                      </a:ext>
                    </a:extLst>
                  </p:cNvPr>
                  <p:cNvSpPr/>
                  <p:nvPr/>
                </p:nvSpPr>
                <p:spPr>
                  <a:xfrm>
                    <a:off x="3467325" y="3189975"/>
                    <a:ext cx="88175" cy="93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27" h="3739" extrusionOk="0">
                        <a:moveTo>
                          <a:pt x="3374" y="2402"/>
                        </a:moveTo>
                        <a:cubicBezTo>
                          <a:pt x="3374" y="2371"/>
                          <a:pt x="3374" y="2371"/>
                          <a:pt x="3374" y="2341"/>
                        </a:cubicBezTo>
                        <a:cubicBezTo>
                          <a:pt x="3374" y="2280"/>
                          <a:pt x="3313" y="2250"/>
                          <a:pt x="3283" y="2280"/>
                        </a:cubicBezTo>
                        <a:cubicBezTo>
                          <a:pt x="3222" y="2280"/>
                          <a:pt x="3131" y="2341"/>
                          <a:pt x="3101" y="2250"/>
                        </a:cubicBezTo>
                        <a:cubicBezTo>
                          <a:pt x="3040" y="2189"/>
                          <a:pt x="3101" y="2128"/>
                          <a:pt x="3131" y="2067"/>
                        </a:cubicBezTo>
                        <a:cubicBezTo>
                          <a:pt x="3192" y="2037"/>
                          <a:pt x="3222" y="1976"/>
                          <a:pt x="3253" y="1915"/>
                        </a:cubicBezTo>
                        <a:cubicBezTo>
                          <a:pt x="3253" y="1854"/>
                          <a:pt x="3253" y="1794"/>
                          <a:pt x="3222" y="1733"/>
                        </a:cubicBezTo>
                        <a:cubicBezTo>
                          <a:pt x="3192" y="1672"/>
                          <a:pt x="3131" y="1611"/>
                          <a:pt x="3070" y="1581"/>
                        </a:cubicBezTo>
                        <a:cubicBezTo>
                          <a:pt x="3040" y="1550"/>
                          <a:pt x="2979" y="1490"/>
                          <a:pt x="2888" y="1520"/>
                        </a:cubicBezTo>
                        <a:lnTo>
                          <a:pt x="2705" y="1642"/>
                        </a:lnTo>
                        <a:cubicBezTo>
                          <a:pt x="2584" y="1702"/>
                          <a:pt x="2401" y="1702"/>
                          <a:pt x="2249" y="1642"/>
                        </a:cubicBezTo>
                        <a:cubicBezTo>
                          <a:pt x="2189" y="1642"/>
                          <a:pt x="2128" y="1550"/>
                          <a:pt x="2158" y="1429"/>
                        </a:cubicBezTo>
                        <a:lnTo>
                          <a:pt x="2158" y="1368"/>
                        </a:lnTo>
                        <a:cubicBezTo>
                          <a:pt x="2189" y="1246"/>
                          <a:pt x="2098" y="1125"/>
                          <a:pt x="1976" y="1125"/>
                        </a:cubicBezTo>
                        <a:cubicBezTo>
                          <a:pt x="1915" y="1125"/>
                          <a:pt x="1854" y="1125"/>
                          <a:pt x="1794" y="1125"/>
                        </a:cubicBezTo>
                        <a:lnTo>
                          <a:pt x="1794" y="1125"/>
                        </a:lnTo>
                        <a:lnTo>
                          <a:pt x="1763" y="1155"/>
                        </a:lnTo>
                        <a:lnTo>
                          <a:pt x="1763" y="1094"/>
                        </a:lnTo>
                        <a:lnTo>
                          <a:pt x="1794" y="1094"/>
                        </a:lnTo>
                        <a:cubicBezTo>
                          <a:pt x="1854" y="912"/>
                          <a:pt x="1976" y="760"/>
                          <a:pt x="2158" y="639"/>
                        </a:cubicBezTo>
                        <a:cubicBezTo>
                          <a:pt x="2280" y="517"/>
                          <a:pt x="2371" y="365"/>
                          <a:pt x="2462" y="183"/>
                        </a:cubicBezTo>
                        <a:cubicBezTo>
                          <a:pt x="2462" y="152"/>
                          <a:pt x="2462" y="122"/>
                          <a:pt x="2462" y="61"/>
                        </a:cubicBezTo>
                        <a:cubicBezTo>
                          <a:pt x="2462" y="31"/>
                          <a:pt x="2341" y="0"/>
                          <a:pt x="2280" y="31"/>
                        </a:cubicBezTo>
                        <a:cubicBezTo>
                          <a:pt x="2037" y="61"/>
                          <a:pt x="1824" y="183"/>
                          <a:pt x="1702" y="365"/>
                        </a:cubicBezTo>
                        <a:cubicBezTo>
                          <a:pt x="1368" y="730"/>
                          <a:pt x="1094" y="1155"/>
                          <a:pt x="851" y="1581"/>
                        </a:cubicBezTo>
                        <a:cubicBezTo>
                          <a:pt x="730" y="1794"/>
                          <a:pt x="547" y="1976"/>
                          <a:pt x="335" y="2067"/>
                        </a:cubicBezTo>
                        <a:cubicBezTo>
                          <a:pt x="243" y="2098"/>
                          <a:pt x="243" y="2158"/>
                          <a:pt x="304" y="2219"/>
                        </a:cubicBezTo>
                        <a:cubicBezTo>
                          <a:pt x="365" y="2310"/>
                          <a:pt x="335" y="2402"/>
                          <a:pt x="274" y="2462"/>
                        </a:cubicBezTo>
                        <a:cubicBezTo>
                          <a:pt x="183" y="2553"/>
                          <a:pt x="122" y="2614"/>
                          <a:pt x="31" y="2705"/>
                        </a:cubicBezTo>
                        <a:cubicBezTo>
                          <a:pt x="0" y="2766"/>
                          <a:pt x="31" y="2857"/>
                          <a:pt x="91" y="2888"/>
                        </a:cubicBezTo>
                        <a:cubicBezTo>
                          <a:pt x="152" y="2918"/>
                          <a:pt x="213" y="2918"/>
                          <a:pt x="304" y="2918"/>
                        </a:cubicBezTo>
                        <a:cubicBezTo>
                          <a:pt x="517" y="2888"/>
                          <a:pt x="730" y="2918"/>
                          <a:pt x="973" y="2949"/>
                        </a:cubicBezTo>
                        <a:cubicBezTo>
                          <a:pt x="1155" y="3009"/>
                          <a:pt x="1338" y="3009"/>
                          <a:pt x="1490" y="2949"/>
                        </a:cubicBezTo>
                        <a:cubicBezTo>
                          <a:pt x="1702" y="2918"/>
                          <a:pt x="1854" y="3040"/>
                          <a:pt x="2006" y="3101"/>
                        </a:cubicBezTo>
                        <a:cubicBezTo>
                          <a:pt x="2006" y="3131"/>
                          <a:pt x="2006" y="3131"/>
                          <a:pt x="2006" y="3161"/>
                        </a:cubicBezTo>
                        <a:cubicBezTo>
                          <a:pt x="1946" y="3222"/>
                          <a:pt x="1885" y="3283"/>
                          <a:pt x="1824" y="3344"/>
                        </a:cubicBezTo>
                        <a:cubicBezTo>
                          <a:pt x="1794" y="3435"/>
                          <a:pt x="1854" y="3526"/>
                          <a:pt x="1946" y="3526"/>
                        </a:cubicBezTo>
                        <a:cubicBezTo>
                          <a:pt x="2037" y="3526"/>
                          <a:pt x="2128" y="3496"/>
                          <a:pt x="2158" y="3405"/>
                        </a:cubicBezTo>
                        <a:cubicBezTo>
                          <a:pt x="2280" y="3222"/>
                          <a:pt x="2493" y="3192"/>
                          <a:pt x="2645" y="3040"/>
                        </a:cubicBezTo>
                        <a:cubicBezTo>
                          <a:pt x="2645" y="3040"/>
                          <a:pt x="2705" y="3070"/>
                          <a:pt x="2705" y="3101"/>
                        </a:cubicBezTo>
                        <a:cubicBezTo>
                          <a:pt x="2705" y="3192"/>
                          <a:pt x="2645" y="3313"/>
                          <a:pt x="2645" y="3435"/>
                        </a:cubicBezTo>
                        <a:cubicBezTo>
                          <a:pt x="2614" y="3465"/>
                          <a:pt x="2645" y="3496"/>
                          <a:pt x="2675" y="3526"/>
                        </a:cubicBezTo>
                        <a:cubicBezTo>
                          <a:pt x="2797" y="3648"/>
                          <a:pt x="2918" y="3709"/>
                          <a:pt x="3101" y="3739"/>
                        </a:cubicBezTo>
                        <a:cubicBezTo>
                          <a:pt x="3192" y="3739"/>
                          <a:pt x="3253" y="3709"/>
                          <a:pt x="3313" y="3648"/>
                        </a:cubicBezTo>
                        <a:cubicBezTo>
                          <a:pt x="3374" y="3496"/>
                          <a:pt x="3435" y="3344"/>
                          <a:pt x="3496" y="3192"/>
                        </a:cubicBezTo>
                        <a:cubicBezTo>
                          <a:pt x="3526" y="3101"/>
                          <a:pt x="3496" y="2979"/>
                          <a:pt x="3405" y="2918"/>
                        </a:cubicBezTo>
                        <a:lnTo>
                          <a:pt x="3374" y="2918"/>
                        </a:lnTo>
                        <a:lnTo>
                          <a:pt x="3344" y="2949"/>
                        </a:lnTo>
                        <a:lnTo>
                          <a:pt x="3344" y="2918"/>
                        </a:lnTo>
                        <a:lnTo>
                          <a:pt x="3344" y="2918"/>
                        </a:lnTo>
                        <a:lnTo>
                          <a:pt x="3344" y="2888"/>
                        </a:lnTo>
                        <a:cubicBezTo>
                          <a:pt x="3283" y="2797"/>
                          <a:pt x="3161" y="2766"/>
                          <a:pt x="3070" y="2797"/>
                        </a:cubicBezTo>
                        <a:cubicBezTo>
                          <a:pt x="3040" y="2797"/>
                          <a:pt x="3009" y="2766"/>
                          <a:pt x="3009" y="2705"/>
                        </a:cubicBezTo>
                        <a:cubicBezTo>
                          <a:pt x="3040" y="2645"/>
                          <a:pt x="3070" y="2584"/>
                          <a:pt x="3101" y="2523"/>
                        </a:cubicBezTo>
                        <a:cubicBezTo>
                          <a:pt x="3222" y="2523"/>
                          <a:pt x="3313" y="2462"/>
                          <a:pt x="3374" y="24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9" name="Google Shape;539;p21">
                    <a:extLst>
                      <a:ext uri="{FF2B5EF4-FFF2-40B4-BE49-F238E27FC236}">
                        <a16:creationId xmlns:a16="http://schemas.microsoft.com/office/drawing/2014/main" id="{724639ED-5624-235C-327E-7C085F2854C2}"/>
                      </a:ext>
                    </a:extLst>
                  </p:cNvPr>
                  <p:cNvSpPr/>
                  <p:nvPr/>
                </p:nvSpPr>
                <p:spPr>
                  <a:xfrm>
                    <a:off x="3026575" y="2353325"/>
                    <a:ext cx="106425" cy="58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57" h="2342" extrusionOk="0">
                        <a:moveTo>
                          <a:pt x="122" y="1855"/>
                        </a:moveTo>
                        <a:cubicBezTo>
                          <a:pt x="274" y="1885"/>
                          <a:pt x="426" y="1946"/>
                          <a:pt x="578" y="2007"/>
                        </a:cubicBezTo>
                        <a:cubicBezTo>
                          <a:pt x="669" y="2068"/>
                          <a:pt x="761" y="2159"/>
                          <a:pt x="821" y="2250"/>
                        </a:cubicBezTo>
                        <a:cubicBezTo>
                          <a:pt x="913" y="2341"/>
                          <a:pt x="1034" y="2341"/>
                          <a:pt x="1125" y="2280"/>
                        </a:cubicBezTo>
                        <a:cubicBezTo>
                          <a:pt x="1247" y="2220"/>
                          <a:pt x="1338" y="2128"/>
                          <a:pt x="1460" y="2037"/>
                        </a:cubicBezTo>
                        <a:cubicBezTo>
                          <a:pt x="1490" y="2007"/>
                          <a:pt x="1551" y="2007"/>
                          <a:pt x="1581" y="2037"/>
                        </a:cubicBezTo>
                        <a:cubicBezTo>
                          <a:pt x="1642" y="2068"/>
                          <a:pt x="1703" y="2068"/>
                          <a:pt x="1764" y="2007"/>
                        </a:cubicBezTo>
                        <a:cubicBezTo>
                          <a:pt x="1885" y="1855"/>
                          <a:pt x="1946" y="1703"/>
                          <a:pt x="2068" y="1551"/>
                        </a:cubicBezTo>
                        <a:cubicBezTo>
                          <a:pt x="2189" y="1429"/>
                          <a:pt x="2311" y="1308"/>
                          <a:pt x="2463" y="1186"/>
                        </a:cubicBezTo>
                        <a:cubicBezTo>
                          <a:pt x="2493" y="1156"/>
                          <a:pt x="2524" y="1156"/>
                          <a:pt x="2584" y="1156"/>
                        </a:cubicBezTo>
                        <a:cubicBezTo>
                          <a:pt x="2615" y="1156"/>
                          <a:pt x="2615" y="1217"/>
                          <a:pt x="2584" y="1338"/>
                        </a:cubicBezTo>
                        <a:cubicBezTo>
                          <a:pt x="2524" y="1429"/>
                          <a:pt x="2372" y="1642"/>
                          <a:pt x="2280" y="1794"/>
                        </a:cubicBezTo>
                        <a:cubicBezTo>
                          <a:pt x="2250" y="1855"/>
                          <a:pt x="2250" y="1976"/>
                          <a:pt x="2280" y="2037"/>
                        </a:cubicBezTo>
                        <a:cubicBezTo>
                          <a:pt x="2311" y="2128"/>
                          <a:pt x="2432" y="2189"/>
                          <a:pt x="2493" y="2128"/>
                        </a:cubicBezTo>
                        <a:cubicBezTo>
                          <a:pt x="2554" y="2098"/>
                          <a:pt x="2615" y="2068"/>
                          <a:pt x="2645" y="2007"/>
                        </a:cubicBezTo>
                        <a:cubicBezTo>
                          <a:pt x="2736" y="1855"/>
                          <a:pt x="2888" y="1764"/>
                          <a:pt x="3040" y="1764"/>
                        </a:cubicBezTo>
                        <a:cubicBezTo>
                          <a:pt x="3101" y="1764"/>
                          <a:pt x="3162" y="1733"/>
                          <a:pt x="3223" y="1703"/>
                        </a:cubicBezTo>
                        <a:cubicBezTo>
                          <a:pt x="3283" y="1672"/>
                          <a:pt x="3375" y="1642"/>
                          <a:pt x="3405" y="1581"/>
                        </a:cubicBezTo>
                        <a:cubicBezTo>
                          <a:pt x="3496" y="1338"/>
                          <a:pt x="3770" y="1186"/>
                          <a:pt x="3831" y="913"/>
                        </a:cubicBezTo>
                        <a:cubicBezTo>
                          <a:pt x="3831" y="852"/>
                          <a:pt x="3922" y="821"/>
                          <a:pt x="3952" y="761"/>
                        </a:cubicBezTo>
                        <a:cubicBezTo>
                          <a:pt x="4013" y="730"/>
                          <a:pt x="4074" y="700"/>
                          <a:pt x="4135" y="700"/>
                        </a:cubicBezTo>
                        <a:cubicBezTo>
                          <a:pt x="4195" y="669"/>
                          <a:pt x="4256" y="578"/>
                          <a:pt x="4256" y="517"/>
                        </a:cubicBezTo>
                        <a:cubicBezTo>
                          <a:pt x="4256" y="426"/>
                          <a:pt x="4256" y="335"/>
                          <a:pt x="4256" y="244"/>
                        </a:cubicBezTo>
                        <a:cubicBezTo>
                          <a:pt x="4256" y="153"/>
                          <a:pt x="4165" y="31"/>
                          <a:pt x="4135" y="31"/>
                        </a:cubicBezTo>
                        <a:cubicBezTo>
                          <a:pt x="4074" y="31"/>
                          <a:pt x="4013" y="62"/>
                          <a:pt x="3952" y="122"/>
                        </a:cubicBezTo>
                        <a:cubicBezTo>
                          <a:pt x="3861" y="213"/>
                          <a:pt x="3770" y="274"/>
                          <a:pt x="3709" y="213"/>
                        </a:cubicBezTo>
                        <a:cubicBezTo>
                          <a:pt x="3527" y="31"/>
                          <a:pt x="3344" y="62"/>
                          <a:pt x="3131" y="31"/>
                        </a:cubicBezTo>
                        <a:cubicBezTo>
                          <a:pt x="3010" y="1"/>
                          <a:pt x="2858" y="31"/>
                          <a:pt x="2767" y="122"/>
                        </a:cubicBezTo>
                        <a:cubicBezTo>
                          <a:pt x="2311" y="457"/>
                          <a:pt x="1794" y="700"/>
                          <a:pt x="1247" y="882"/>
                        </a:cubicBezTo>
                        <a:cubicBezTo>
                          <a:pt x="1125" y="943"/>
                          <a:pt x="1004" y="973"/>
                          <a:pt x="852" y="1034"/>
                        </a:cubicBezTo>
                        <a:cubicBezTo>
                          <a:pt x="639" y="1065"/>
                          <a:pt x="426" y="1156"/>
                          <a:pt x="244" y="1277"/>
                        </a:cubicBezTo>
                        <a:cubicBezTo>
                          <a:pt x="92" y="1399"/>
                          <a:pt x="1" y="1551"/>
                          <a:pt x="1" y="1733"/>
                        </a:cubicBezTo>
                        <a:cubicBezTo>
                          <a:pt x="31" y="1764"/>
                          <a:pt x="92" y="1855"/>
                          <a:pt x="122" y="18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0" name="Google Shape;540;p21">
                    <a:extLst>
                      <a:ext uri="{FF2B5EF4-FFF2-40B4-BE49-F238E27FC236}">
                        <a16:creationId xmlns:a16="http://schemas.microsoft.com/office/drawing/2014/main" id="{3CD7798F-29DF-DB5D-FE5B-67CC18632D76}"/>
                      </a:ext>
                    </a:extLst>
                  </p:cNvPr>
                  <p:cNvSpPr/>
                  <p:nvPr/>
                </p:nvSpPr>
                <p:spPr>
                  <a:xfrm>
                    <a:off x="4395150" y="2439200"/>
                    <a:ext cx="85900" cy="56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36" h="2250" extrusionOk="0">
                        <a:moveTo>
                          <a:pt x="92" y="943"/>
                        </a:moveTo>
                        <a:cubicBezTo>
                          <a:pt x="152" y="1277"/>
                          <a:pt x="244" y="1368"/>
                          <a:pt x="578" y="1399"/>
                        </a:cubicBezTo>
                        <a:cubicBezTo>
                          <a:pt x="669" y="1368"/>
                          <a:pt x="791" y="1368"/>
                          <a:pt x="882" y="1368"/>
                        </a:cubicBezTo>
                        <a:lnTo>
                          <a:pt x="912" y="1338"/>
                        </a:lnTo>
                        <a:lnTo>
                          <a:pt x="943" y="1338"/>
                        </a:lnTo>
                        <a:lnTo>
                          <a:pt x="1095" y="1277"/>
                        </a:lnTo>
                        <a:lnTo>
                          <a:pt x="1155" y="1277"/>
                        </a:lnTo>
                        <a:cubicBezTo>
                          <a:pt x="1155" y="1277"/>
                          <a:pt x="1155" y="1338"/>
                          <a:pt x="1095" y="1338"/>
                        </a:cubicBezTo>
                        <a:lnTo>
                          <a:pt x="943" y="1338"/>
                        </a:lnTo>
                        <a:lnTo>
                          <a:pt x="912" y="1338"/>
                        </a:lnTo>
                        <a:lnTo>
                          <a:pt x="882" y="1338"/>
                        </a:lnTo>
                        <a:lnTo>
                          <a:pt x="760" y="1459"/>
                        </a:lnTo>
                        <a:cubicBezTo>
                          <a:pt x="669" y="1490"/>
                          <a:pt x="669" y="1611"/>
                          <a:pt x="760" y="1672"/>
                        </a:cubicBezTo>
                        <a:cubicBezTo>
                          <a:pt x="882" y="1733"/>
                          <a:pt x="1003" y="1794"/>
                          <a:pt x="1095" y="1885"/>
                        </a:cubicBezTo>
                        <a:cubicBezTo>
                          <a:pt x="1216" y="1946"/>
                          <a:pt x="1338" y="1976"/>
                          <a:pt x="1490" y="1946"/>
                        </a:cubicBezTo>
                        <a:cubicBezTo>
                          <a:pt x="1642" y="1885"/>
                          <a:pt x="1794" y="1946"/>
                          <a:pt x="1885" y="2067"/>
                        </a:cubicBezTo>
                        <a:cubicBezTo>
                          <a:pt x="2037" y="2250"/>
                          <a:pt x="2189" y="2219"/>
                          <a:pt x="2371" y="2067"/>
                        </a:cubicBezTo>
                        <a:cubicBezTo>
                          <a:pt x="2432" y="2007"/>
                          <a:pt x="2493" y="1946"/>
                          <a:pt x="2584" y="1946"/>
                        </a:cubicBezTo>
                        <a:cubicBezTo>
                          <a:pt x="2797" y="1946"/>
                          <a:pt x="2979" y="1794"/>
                          <a:pt x="3010" y="1611"/>
                        </a:cubicBezTo>
                        <a:cubicBezTo>
                          <a:pt x="3040" y="1459"/>
                          <a:pt x="3101" y="1338"/>
                          <a:pt x="3192" y="1247"/>
                        </a:cubicBezTo>
                        <a:cubicBezTo>
                          <a:pt x="3344" y="1034"/>
                          <a:pt x="3435" y="791"/>
                          <a:pt x="3374" y="548"/>
                        </a:cubicBezTo>
                        <a:cubicBezTo>
                          <a:pt x="3283" y="487"/>
                          <a:pt x="3162" y="426"/>
                          <a:pt x="3040" y="396"/>
                        </a:cubicBezTo>
                        <a:cubicBezTo>
                          <a:pt x="2766" y="365"/>
                          <a:pt x="2554" y="304"/>
                          <a:pt x="2310" y="183"/>
                        </a:cubicBezTo>
                        <a:cubicBezTo>
                          <a:pt x="2219" y="152"/>
                          <a:pt x="2098" y="183"/>
                          <a:pt x="2006" y="274"/>
                        </a:cubicBezTo>
                        <a:cubicBezTo>
                          <a:pt x="1915" y="365"/>
                          <a:pt x="1885" y="335"/>
                          <a:pt x="1824" y="213"/>
                        </a:cubicBezTo>
                        <a:cubicBezTo>
                          <a:pt x="1824" y="152"/>
                          <a:pt x="1794" y="122"/>
                          <a:pt x="1794" y="92"/>
                        </a:cubicBezTo>
                        <a:cubicBezTo>
                          <a:pt x="1763" y="31"/>
                          <a:pt x="1672" y="0"/>
                          <a:pt x="1611" y="0"/>
                        </a:cubicBezTo>
                        <a:cubicBezTo>
                          <a:pt x="1581" y="31"/>
                          <a:pt x="1520" y="61"/>
                          <a:pt x="1520" y="92"/>
                        </a:cubicBezTo>
                        <a:cubicBezTo>
                          <a:pt x="1490" y="152"/>
                          <a:pt x="1490" y="244"/>
                          <a:pt x="1490" y="304"/>
                        </a:cubicBezTo>
                        <a:cubicBezTo>
                          <a:pt x="1490" y="365"/>
                          <a:pt x="1490" y="456"/>
                          <a:pt x="1429" y="487"/>
                        </a:cubicBezTo>
                        <a:cubicBezTo>
                          <a:pt x="1399" y="517"/>
                          <a:pt x="1338" y="456"/>
                          <a:pt x="1277" y="426"/>
                        </a:cubicBezTo>
                        <a:cubicBezTo>
                          <a:pt x="1277" y="396"/>
                          <a:pt x="1247" y="396"/>
                          <a:pt x="1216" y="396"/>
                        </a:cubicBezTo>
                        <a:cubicBezTo>
                          <a:pt x="1034" y="396"/>
                          <a:pt x="821" y="304"/>
                          <a:pt x="699" y="122"/>
                        </a:cubicBezTo>
                        <a:cubicBezTo>
                          <a:pt x="669" y="92"/>
                          <a:pt x="639" y="61"/>
                          <a:pt x="608" y="61"/>
                        </a:cubicBezTo>
                        <a:cubicBezTo>
                          <a:pt x="517" y="0"/>
                          <a:pt x="426" y="61"/>
                          <a:pt x="426" y="152"/>
                        </a:cubicBezTo>
                        <a:cubicBezTo>
                          <a:pt x="426" y="213"/>
                          <a:pt x="426" y="244"/>
                          <a:pt x="426" y="274"/>
                        </a:cubicBezTo>
                        <a:cubicBezTo>
                          <a:pt x="426" y="335"/>
                          <a:pt x="396" y="365"/>
                          <a:pt x="365" y="396"/>
                        </a:cubicBezTo>
                        <a:cubicBezTo>
                          <a:pt x="335" y="396"/>
                          <a:pt x="274" y="365"/>
                          <a:pt x="244" y="365"/>
                        </a:cubicBezTo>
                        <a:cubicBezTo>
                          <a:pt x="213" y="365"/>
                          <a:pt x="152" y="365"/>
                          <a:pt x="122" y="365"/>
                        </a:cubicBezTo>
                        <a:cubicBezTo>
                          <a:pt x="61" y="456"/>
                          <a:pt x="0" y="548"/>
                          <a:pt x="31" y="669"/>
                        </a:cubicBezTo>
                        <a:cubicBezTo>
                          <a:pt x="31" y="760"/>
                          <a:pt x="61" y="852"/>
                          <a:pt x="92" y="9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1" name="Google Shape;541;p21">
                    <a:extLst>
                      <a:ext uri="{FF2B5EF4-FFF2-40B4-BE49-F238E27FC236}">
                        <a16:creationId xmlns:a16="http://schemas.microsoft.com/office/drawing/2014/main" id="{97CD47F5-86BA-E6B5-58A7-4FBF0DB1F4FC}"/>
                      </a:ext>
                    </a:extLst>
                  </p:cNvPr>
                  <p:cNvSpPr/>
                  <p:nvPr/>
                </p:nvSpPr>
                <p:spPr>
                  <a:xfrm>
                    <a:off x="3212000" y="2430075"/>
                    <a:ext cx="72200" cy="79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8" h="3162" extrusionOk="0">
                        <a:moveTo>
                          <a:pt x="304" y="61"/>
                        </a:moveTo>
                        <a:cubicBezTo>
                          <a:pt x="274" y="122"/>
                          <a:pt x="213" y="213"/>
                          <a:pt x="183" y="305"/>
                        </a:cubicBezTo>
                        <a:cubicBezTo>
                          <a:pt x="183" y="457"/>
                          <a:pt x="122" y="609"/>
                          <a:pt x="31" y="730"/>
                        </a:cubicBezTo>
                        <a:cubicBezTo>
                          <a:pt x="0" y="761"/>
                          <a:pt x="0" y="821"/>
                          <a:pt x="0" y="852"/>
                        </a:cubicBezTo>
                        <a:cubicBezTo>
                          <a:pt x="61" y="1065"/>
                          <a:pt x="91" y="1277"/>
                          <a:pt x="31" y="1520"/>
                        </a:cubicBezTo>
                        <a:cubicBezTo>
                          <a:pt x="31" y="1520"/>
                          <a:pt x="91" y="1551"/>
                          <a:pt x="122" y="1581"/>
                        </a:cubicBezTo>
                        <a:cubicBezTo>
                          <a:pt x="152" y="1612"/>
                          <a:pt x="213" y="1642"/>
                          <a:pt x="213" y="1672"/>
                        </a:cubicBezTo>
                        <a:cubicBezTo>
                          <a:pt x="152" y="1916"/>
                          <a:pt x="304" y="1946"/>
                          <a:pt x="456" y="1976"/>
                        </a:cubicBezTo>
                        <a:cubicBezTo>
                          <a:pt x="639" y="2007"/>
                          <a:pt x="882" y="2007"/>
                          <a:pt x="1064" y="2037"/>
                        </a:cubicBezTo>
                        <a:cubicBezTo>
                          <a:pt x="1094" y="2037"/>
                          <a:pt x="1094" y="2068"/>
                          <a:pt x="1125" y="2068"/>
                        </a:cubicBezTo>
                        <a:cubicBezTo>
                          <a:pt x="1094" y="2128"/>
                          <a:pt x="1094" y="2159"/>
                          <a:pt x="1064" y="2189"/>
                        </a:cubicBezTo>
                        <a:cubicBezTo>
                          <a:pt x="1034" y="2189"/>
                          <a:pt x="882" y="2250"/>
                          <a:pt x="791" y="2280"/>
                        </a:cubicBezTo>
                        <a:cubicBezTo>
                          <a:pt x="699" y="2311"/>
                          <a:pt x="608" y="2402"/>
                          <a:pt x="608" y="2524"/>
                        </a:cubicBezTo>
                        <a:cubicBezTo>
                          <a:pt x="578" y="2615"/>
                          <a:pt x="578" y="2675"/>
                          <a:pt x="547" y="2767"/>
                        </a:cubicBezTo>
                        <a:cubicBezTo>
                          <a:pt x="547" y="2858"/>
                          <a:pt x="608" y="2949"/>
                          <a:pt x="699" y="2979"/>
                        </a:cubicBezTo>
                        <a:cubicBezTo>
                          <a:pt x="882" y="3040"/>
                          <a:pt x="1034" y="3101"/>
                          <a:pt x="1216" y="3131"/>
                        </a:cubicBezTo>
                        <a:cubicBezTo>
                          <a:pt x="1398" y="3162"/>
                          <a:pt x="1581" y="3071"/>
                          <a:pt x="1672" y="2919"/>
                        </a:cubicBezTo>
                        <a:cubicBezTo>
                          <a:pt x="1702" y="2888"/>
                          <a:pt x="1702" y="2827"/>
                          <a:pt x="1702" y="2797"/>
                        </a:cubicBezTo>
                        <a:cubicBezTo>
                          <a:pt x="1763" y="2645"/>
                          <a:pt x="1915" y="2554"/>
                          <a:pt x="2067" y="2524"/>
                        </a:cubicBezTo>
                        <a:cubicBezTo>
                          <a:pt x="2128" y="2402"/>
                          <a:pt x="2158" y="2280"/>
                          <a:pt x="2219" y="2128"/>
                        </a:cubicBezTo>
                        <a:cubicBezTo>
                          <a:pt x="2310" y="2007"/>
                          <a:pt x="2402" y="1885"/>
                          <a:pt x="2523" y="1764"/>
                        </a:cubicBezTo>
                        <a:cubicBezTo>
                          <a:pt x="2523" y="1733"/>
                          <a:pt x="2553" y="1733"/>
                          <a:pt x="2553" y="1703"/>
                        </a:cubicBezTo>
                        <a:cubicBezTo>
                          <a:pt x="2675" y="1520"/>
                          <a:pt x="2766" y="1338"/>
                          <a:pt x="2857" y="1125"/>
                        </a:cubicBezTo>
                        <a:cubicBezTo>
                          <a:pt x="2888" y="1095"/>
                          <a:pt x="2888" y="1034"/>
                          <a:pt x="2857" y="1004"/>
                        </a:cubicBezTo>
                        <a:cubicBezTo>
                          <a:pt x="2827" y="913"/>
                          <a:pt x="2797" y="821"/>
                          <a:pt x="2766" y="761"/>
                        </a:cubicBezTo>
                        <a:cubicBezTo>
                          <a:pt x="2736" y="669"/>
                          <a:pt x="2675" y="639"/>
                          <a:pt x="2614" y="669"/>
                        </a:cubicBezTo>
                        <a:cubicBezTo>
                          <a:pt x="2432" y="700"/>
                          <a:pt x="2310" y="609"/>
                          <a:pt x="2219" y="487"/>
                        </a:cubicBezTo>
                        <a:cubicBezTo>
                          <a:pt x="2037" y="457"/>
                          <a:pt x="1854" y="457"/>
                          <a:pt x="1672" y="487"/>
                        </a:cubicBezTo>
                        <a:cubicBezTo>
                          <a:pt x="1581" y="609"/>
                          <a:pt x="1520" y="730"/>
                          <a:pt x="1520" y="852"/>
                        </a:cubicBezTo>
                        <a:lnTo>
                          <a:pt x="1520" y="1338"/>
                        </a:lnTo>
                        <a:cubicBezTo>
                          <a:pt x="1520" y="1338"/>
                          <a:pt x="1520" y="1368"/>
                          <a:pt x="1520" y="1399"/>
                        </a:cubicBezTo>
                        <a:cubicBezTo>
                          <a:pt x="1490" y="1399"/>
                          <a:pt x="1459" y="1399"/>
                          <a:pt x="1429" y="1338"/>
                        </a:cubicBezTo>
                        <a:cubicBezTo>
                          <a:pt x="1368" y="1156"/>
                          <a:pt x="1307" y="1004"/>
                          <a:pt x="1246" y="821"/>
                        </a:cubicBezTo>
                        <a:cubicBezTo>
                          <a:pt x="1216" y="791"/>
                          <a:pt x="1155" y="791"/>
                          <a:pt x="1125" y="791"/>
                        </a:cubicBezTo>
                        <a:cubicBezTo>
                          <a:pt x="1094" y="791"/>
                          <a:pt x="1034" y="791"/>
                          <a:pt x="1003" y="821"/>
                        </a:cubicBezTo>
                        <a:cubicBezTo>
                          <a:pt x="912" y="1034"/>
                          <a:pt x="821" y="1217"/>
                          <a:pt x="730" y="1429"/>
                        </a:cubicBezTo>
                        <a:lnTo>
                          <a:pt x="730" y="1460"/>
                        </a:lnTo>
                        <a:lnTo>
                          <a:pt x="699" y="1460"/>
                        </a:lnTo>
                        <a:lnTo>
                          <a:pt x="730" y="1429"/>
                        </a:lnTo>
                        <a:lnTo>
                          <a:pt x="730" y="1429"/>
                        </a:lnTo>
                        <a:cubicBezTo>
                          <a:pt x="639" y="1338"/>
                          <a:pt x="608" y="1186"/>
                          <a:pt x="639" y="1065"/>
                        </a:cubicBezTo>
                        <a:cubicBezTo>
                          <a:pt x="669" y="1004"/>
                          <a:pt x="730" y="913"/>
                          <a:pt x="699" y="882"/>
                        </a:cubicBezTo>
                        <a:cubicBezTo>
                          <a:pt x="639" y="700"/>
                          <a:pt x="608" y="548"/>
                          <a:pt x="639" y="365"/>
                        </a:cubicBezTo>
                        <a:cubicBezTo>
                          <a:pt x="639" y="305"/>
                          <a:pt x="639" y="274"/>
                          <a:pt x="608" y="213"/>
                        </a:cubicBezTo>
                        <a:cubicBezTo>
                          <a:pt x="578" y="153"/>
                          <a:pt x="547" y="92"/>
                          <a:pt x="517" y="31"/>
                        </a:cubicBezTo>
                        <a:cubicBezTo>
                          <a:pt x="456" y="1"/>
                          <a:pt x="365" y="1"/>
                          <a:pt x="304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2" name="Google Shape;542;p21">
                    <a:extLst>
                      <a:ext uri="{FF2B5EF4-FFF2-40B4-BE49-F238E27FC236}">
                        <a16:creationId xmlns:a16="http://schemas.microsoft.com/office/drawing/2014/main" id="{0373071F-BDCC-CC77-EA65-6FA53B86F289}"/>
                      </a:ext>
                    </a:extLst>
                  </p:cNvPr>
                  <p:cNvSpPr/>
                  <p:nvPr/>
                </p:nvSpPr>
                <p:spPr>
                  <a:xfrm>
                    <a:off x="4104875" y="3139825"/>
                    <a:ext cx="63850" cy="74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4" h="2979" extrusionOk="0">
                        <a:moveTo>
                          <a:pt x="1094" y="304"/>
                        </a:moveTo>
                        <a:cubicBezTo>
                          <a:pt x="1064" y="426"/>
                          <a:pt x="1034" y="517"/>
                          <a:pt x="973" y="638"/>
                        </a:cubicBezTo>
                        <a:cubicBezTo>
                          <a:pt x="942" y="669"/>
                          <a:pt x="912" y="699"/>
                          <a:pt x="882" y="699"/>
                        </a:cubicBezTo>
                        <a:lnTo>
                          <a:pt x="456" y="699"/>
                        </a:lnTo>
                        <a:cubicBezTo>
                          <a:pt x="395" y="699"/>
                          <a:pt x="335" y="760"/>
                          <a:pt x="335" y="821"/>
                        </a:cubicBezTo>
                        <a:cubicBezTo>
                          <a:pt x="335" y="942"/>
                          <a:pt x="304" y="1094"/>
                          <a:pt x="304" y="1216"/>
                        </a:cubicBezTo>
                        <a:cubicBezTo>
                          <a:pt x="274" y="1338"/>
                          <a:pt x="304" y="1459"/>
                          <a:pt x="395" y="1520"/>
                        </a:cubicBezTo>
                        <a:cubicBezTo>
                          <a:pt x="487" y="1611"/>
                          <a:pt x="517" y="1763"/>
                          <a:pt x="426" y="1885"/>
                        </a:cubicBezTo>
                        <a:cubicBezTo>
                          <a:pt x="365" y="2006"/>
                          <a:pt x="304" y="2128"/>
                          <a:pt x="213" y="2219"/>
                        </a:cubicBezTo>
                        <a:cubicBezTo>
                          <a:pt x="183" y="2280"/>
                          <a:pt x="152" y="2310"/>
                          <a:pt x="122" y="2341"/>
                        </a:cubicBezTo>
                        <a:cubicBezTo>
                          <a:pt x="0" y="2462"/>
                          <a:pt x="31" y="2705"/>
                          <a:pt x="213" y="2797"/>
                        </a:cubicBezTo>
                        <a:cubicBezTo>
                          <a:pt x="395" y="2949"/>
                          <a:pt x="639" y="2979"/>
                          <a:pt x="851" y="2888"/>
                        </a:cubicBezTo>
                        <a:cubicBezTo>
                          <a:pt x="973" y="2857"/>
                          <a:pt x="1125" y="2797"/>
                          <a:pt x="1246" y="2705"/>
                        </a:cubicBezTo>
                        <a:cubicBezTo>
                          <a:pt x="1429" y="2584"/>
                          <a:pt x="1642" y="2523"/>
                          <a:pt x="1854" y="2493"/>
                        </a:cubicBezTo>
                        <a:cubicBezTo>
                          <a:pt x="1946" y="2462"/>
                          <a:pt x="2037" y="2401"/>
                          <a:pt x="2067" y="2341"/>
                        </a:cubicBezTo>
                        <a:cubicBezTo>
                          <a:pt x="2249" y="2097"/>
                          <a:pt x="2310" y="1793"/>
                          <a:pt x="2249" y="1490"/>
                        </a:cubicBezTo>
                        <a:cubicBezTo>
                          <a:pt x="2249" y="1429"/>
                          <a:pt x="2219" y="1368"/>
                          <a:pt x="2219" y="1307"/>
                        </a:cubicBezTo>
                        <a:cubicBezTo>
                          <a:pt x="2189" y="1216"/>
                          <a:pt x="2219" y="1125"/>
                          <a:pt x="2280" y="1034"/>
                        </a:cubicBezTo>
                        <a:cubicBezTo>
                          <a:pt x="2310" y="1003"/>
                          <a:pt x="2341" y="973"/>
                          <a:pt x="2401" y="942"/>
                        </a:cubicBezTo>
                        <a:cubicBezTo>
                          <a:pt x="2523" y="821"/>
                          <a:pt x="2553" y="608"/>
                          <a:pt x="2462" y="456"/>
                        </a:cubicBezTo>
                        <a:cubicBezTo>
                          <a:pt x="2401" y="365"/>
                          <a:pt x="2371" y="304"/>
                          <a:pt x="2310" y="213"/>
                        </a:cubicBezTo>
                        <a:cubicBezTo>
                          <a:pt x="2280" y="152"/>
                          <a:pt x="2219" y="122"/>
                          <a:pt x="2158" y="91"/>
                        </a:cubicBezTo>
                        <a:cubicBezTo>
                          <a:pt x="1976" y="61"/>
                          <a:pt x="1794" y="31"/>
                          <a:pt x="1611" y="0"/>
                        </a:cubicBezTo>
                        <a:lnTo>
                          <a:pt x="1490" y="31"/>
                        </a:lnTo>
                        <a:cubicBezTo>
                          <a:pt x="1307" y="31"/>
                          <a:pt x="1155" y="152"/>
                          <a:pt x="1094" y="30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3" name="Google Shape;543;p21">
                    <a:extLst>
                      <a:ext uri="{FF2B5EF4-FFF2-40B4-BE49-F238E27FC236}">
                        <a16:creationId xmlns:a16="http://schemas.microsoft.com/office/drawing/2014/main" id="{664A83A4-D870-78A6-48AD-3A36494EFAB5}"/>
                      </a:ext>
                    </a:extLst>
                  </p:cNvPr>
                  <p:cNvSpPr/>
                  <p:nvPr/>
                </p:nvSpPr>
                <p:spPr>
                  <a:xfrm>
                    <a:off x="3264425" y="2319900"/>
                    <a:ext cx="60050" cy="85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2" h="3405" extrusionOk="0">
                        <a:moveTo>
                          <a:pt x="183" y="1915"/>
                        </a:moveTo>
                        <a:cubicBezTo>
                          <a:pt x="305" y="1915"/>
                          <a:pt x="456" y="1976"/>
                          <a:pt x="578" y="2037"/>
                        </a:cubicBezTo>
                        <a:lnTo>
                          <a:pt x="578" y="2037"/>
                        </a:lnTo>
                        <a:lnTo>
                          <a:pt x="578" y="2037"/>
                        </a:lnTo>
                        <a:cubicBezTo>
                          <a:pt x="639" y="2098"/>
                          <a:pt x="669" y="2158"/>
                          <a:pt x="760" y="2189"/>
                        </a:cubicBezTo>
                        <a:cubicBezTo>
                          <a:pt x="1034" y="2341"/>
                          <a:pt x="1156" y="2706"/>
                          <a:pt x="973" y="3009"/>
                        </a:cubicBezTo>
                        <a:cubicBezTo>
                          <a:pt x="943" y="3101"/>
                          <a:pt x="973" y="3253"/>
                          <a:pt x="1095" y="3313"/>
                        </a:cubicBezTo>
                        <a:cubicBezTo>
                          <a:pt x="1186" y="3405"/>
                          <a:pt x="1338" y="3405"/>
                          <a:pt x="1460" y="3344"/>
                        </a:cubicBezTo>
                        <a:cubicBezTo>
                          <a:pt x="1642" y="3222"/>
                          <a:pt x="1764" y="3070"/>
                          <a:pt x="1794" y="2858"/>
                        </a:cubicBezTo>
                        <a:cubicBezTo>
                          <a:pt x="1824" y="2584"/>
                          <a:pt x="1976" y="2341"/>
                          <a:pt x="2189" y="2158"/>
                        </a:cubicBezTo>
                        <a:cubicBezTo>
                          <a:pt x="2250" y="2098"/>
                          <a:pt x="2280" y="2006"/>
                          <a:pt x="2311" y="1946"/>
                        </a:cubicBezTo>
                        <a:cubicBezTo>
                          <a:pt x="2402" y="1763"/>
                          <a:pt x="2402" y="1550"/>
                          <a:pt x="2250" y="1429"/>
                        </a:cubicBezTo>
                        <a:cubicBezTo>
                          <a:pt x="2189" y="1368"/>
                          <a:pt x="2159" y="1277"/>
                          <a:pt x="2189" y="1186"/>
                        </a:cubicBezTo>
                        <a:cubicBezTo>
                          <a:pt x="2219" y="1155"/>
                          <a:pt x="2219" y="1095"/>
                          <a:pt x="2219" y="1064"/>
                        </a:cubicBezTo>
                        <a:cubicBezTo>
                          <a:pt x="2219" y="760"/>
                          <a:pt x="2098" y="639"/>
                          <a:pt x="1794" y="760"/>
                        </a:cubicBezTo>
                        <a:lnTo>
                          <a:pt x="1672" y="791"/>
                        </a:lnTo>
                        <a:lnTo>
                          <a:pt x="1672" y="791"/>
                        </a:lnTo>
                        <a:cubicBezTo>
                          <a:pt x="1672" y="851"/>
                          <a:pt x="1672" y="851"/>
                          <a:pt x="1642" y="791"/>
                        </a:cubicBezTo>
                        <a:lnTo>
                          <a:pt x="1672" y="760"/>
                        </a:lnTo>
                        <a:cubicBezTo>
                          <a:pt x="1703" y="639"/>
                          <a:pt x="1703" y="517"/>
                          <a:pt x="1733" y="395"/>
                        </a:cubicBezTo>
                        <a:cubicBezTo>
                          <a:pt x="1733" y="183"/>
                          <a:pt x="1551" y="0"/>
                          <a:pt x="1338" y="0"/>
                        </a:cubicBezTo>
                        <a:cubicBezTo>
                          <a:pt x="1216" y="31"/>
                          <a:pt x="1064" y="31"/>
                          <a:pt x="943" y="0"/>
                        </a:cubicBezTo>
                        <a:cubicBezTo>
                          <a:pt x="912" y="0"/>
                          <a:pt x="852" y="31"/>
                          <a:pt x="821" y="61"/>
                        </a:cubicBezTo>
                        <a:cubicBezTo>
                          <a:pt x="669" y="183"/>
                          <a:pt x="548" y="304"/>
                          <a:pt x="608" y="547"/>
                        </a:cubicBezTo>
                        <a:cubicBezTo>
                          <a:pt x="639" y="578"/>
                          <a:pt x="608" y="669"/>
                          <a:pt x="608" y="730"/>
                        </a:cubicBezTo>
                        <a:cubicBezTo>
                          <a:pt x="548" y="851"/>
                          <a:pt x="578" y="851"/>
                          <a:pt x="730" y="943"/>
                        </a:cubicBezTo>
                        <a:lnTo>
                          <a:pt x="730" y="943"/>
                        </a:lnTo>
                        <a:lnTo>
                          <a:pt x="760" y="943"/>
                        </a:lnTo>
                        <a:lnTo>
                          <a:pt x="760" y="912"/>
                        </a:lnTo>
                        <a:cubicBezTo>
                          <a:pt x="760" y="912"/>
                          <a:pt x="791" y="912"/>
                          <a:pt x="760" y="943"/>
                        </a:cubicBezTo>
                        <a:cubicBezTo>
                          <a:pt x="760" y="943"/>
                          <a:pt x="760" y="973"/>
                          <a:pt x="760" y="973"/>
                        </a:cubicBezTo>
                        <a:lnTo>
                          <a:pt x="760" y="973"/>
                        </a:lnTo>
                        <a:cubicBezTo>
                          <a:pt x="760" y="1064"/>
                          <a:pt x="791" y="1155"/>
                          <a:pt x="791" y="1247"/>
                        </a:cubicBezTo>
                        <a:cubicBezTo>
                          <a:pt x="791" y="1307"/>
                          <a:pt x="760" y="1368"/>
                          <a:pt x="730" y="1429"/>
                        </a:cubicBezTo>
                        <a:cubicBezTo>
                          <a:pt x="700" y="1520"/>
                          <a:pt x="639" y="1550"/>
                          <a:pt x="578" y="1520"/>
                        </a:cubicBezTo>
                        <a:cubicBezTo>
                          <a:pt x="517" y="1459"/>
                          <a:pt x="426" y="1429"/>
                          <a:pt x="365" y="1368"/>
                        </a:cubicBezTo>
                        <a:cubicBezTo>
                          <a:pt x="274" y="1338"/>
                          <a:pt x="213" y="1368"/>
                          <a:pt x="153" y="1429"/>
                        </a:cubicBezTo>
                        <a:cubicBezTo>
                          <a:pt x="122" y="1459"/>
                          <a:pt x="92" y="1520"/>
                          <a:pt x="61" y="1581"/>
                        </a:cubicBezTo>
                        <a:cubicBezTo>
                          <a:pt x="1" y="1702"/>
                          <a:pt x="61" y="1885"/>
                          <a:pt x="183" y="191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4" name="Google Shape;544;p21">
                    <a:extLst>
                      <a:ext uri="{FF2B5EF4-FFF2-40B4-BE49-F238E27FC236}">
                        <a16:creationId xmlns:a16="http://schemas.microsoft.com/office/drawing/2014/main" id="{EE89DDDE-3939-BB1F-D7CC-31142DF1FBB1}"/>
                      </a:ext>
                    </a:extLst>
                  </p:cNvPr>
                  <p:cNvSpPr/>
                  <p:nvPr/>
                </p:nvSpPr>
                <p:spPr>
                  <a:xfrm>
                    <a:off x="3205925" y="3717325"/>
                    <a:ext cx="84350" cy="38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74" h="1521" extrusionOk="0">
                        <a:moveTo>
                          <a:pt x="274" y="1247"/>
                        </a:moveTo>
                        <a:cubicBezTo>
                          <a:pt x="395" y="1247"/>
                          <a:pt x="547" y="1217"/>
                          <a:pt x="669" y="1217"/>
                        </a:cubicBezTo>
                        <a:cubicBezTo>
                          <a:pt x="821" y="1217"/>
                          <a:pt x="973" y="1217"/>
                          <a:pt x="1125" y="1247"/>
                        </a:cubicBezTo>
                        <a:cubicBezTo>
                          <a:pt x="1277" y="1277"/>
                          <a:pt x="1337" y="1429"/>
                          <a:pt x="1459" y="1490"/>
                        </a:cubicBezTo>
                        <a:cubicBezTo>
                          <a:pt x="1489" y="1521"/>
                          <a:pt x="1550" y="1521"/>
                          <a:pt x="1581" y="1490"/>
                        </a:cubicBezTo>
                        <a:cubicBezTo>
                          <a:pt x="1611" y="1490"/>
                          <a:pt x="1641" y="1460"/>
                          <a:pt x="1672" y="1399"/>
                        </a:cubicBezTo>
                        <a:cubicBezTo>
                          <a:pt x="1763" y="1247"/>
                          <a:pt x="1945" y="1156"/>
                          <a:pt x="2128" y="1186"/>
                        </a:cubicBezTo>
                        <a:cubicBezTo>
                          <a:pt x="2189" y="1217"/>
                          <a:pt x="2280" y="1217"/>
                          <a:pt x="2341" y="1186"/>
                        </a:cubicBezTo>
                        <a:cubicBezTo>
                          <a:pt x="2584" y="1065"/>
                          <a:pt x="2857" y="1034"/>
                          <a:pt x="3131" y="1125"/>
                        </a:cubicBezTo>
                        <a:cubicBezTo>
                          <a:pt x="3161" y="1125"/>
                          <a:pt x="3222" y="1125"/>
                          <a:pt x="3252" y="1095"/>
                        </a:cubicBezTo>
                        <a:cubicBezTo>
                          <a:pt x="3313" y="1065"/>
                          <a:pt x="3344" y="1004"/>
                          <a:pt x="3374" y="943"/>
                        </a:cubicBezTo>
                        <a:cubicBezTo>
                          <a:pt x="3374" y="913"/>
                          <a:pt x="3374" y="852"/>
                          <a:pt x="3344" y="852"/>
                        </a:cubicBezTo>
                        <a:cubicBezTo>
                          <a:pt x="3070" y="669"/>
                          <a:pt x="2857" y="518"/>
                          <a:pt x="2614" y="305"/>
                        </a:cubicBezTo>
                        <a:cubicBezTo>
                          <a:pt x="2553" y="274"/>
                          <a:pt x="2462" y="214"/>
                          <a:pt x="2371" y="214"/>
                        </a:cubicBezTo>
                        <a:cubicBezTo>
                          <a:pt x="2067" y="92"/>
                          <a:pt x="1763" y="92"/>
                          <a:pt x="1459" y="183"/>
                        </a:cubicBezTo>
                        <a:cubicBezTo>
                          <a:pt x="1337" y="214"/>
                          <a:pt x="1216" y="183"/>
                          <a:pt x="1125" y="92"/>
                        </a:cubicBezTo>
                        <a:cubicBezTo>
                          <a:pt x="1094" y="62"/>
                          <a:pt x="1064" y="62"/>
                          <a:pt x="1003" y="31"/>
                        </a:cubicBezTo>
                        <a:cubicBezTo>
                          <a:pt x="912" y="1"/>
                          <a:pt x="821" y="31"/>
                          <a:pt x="730" y="153"/>
                        </a:cubicBezTo>
                        <a:cubicBezTo>
                          <a:pt x="699" y="214"/>
                          <a:pt x="699" y="305"/>
                          <a:pt x="760" y="335"/>
                        </a:cubicBezTo>
                        <a:cubicBezTo>
                          <a:pt x="912" y="426"/>
                          <a:pt x="912" y="609"/>
                          <a:pt x="942" y="761"/>
                        </a:cubicBezTo>
                        <a:cubicBezTo>
                          <a:pt x="973" y="821"/>
                          <a:pt x="942" y="852"/>
                          <a:pt x="821" y="791"/>
                        </a:cubicBezTo>
                        <a:cubicBezTo>
                          <a:pt x="699" y="761"/>
                          <a:pt x="669" y="852"/>
                          <a:pt x="578" y="852"/>
                        </a:cubicBezTo>
                        <a:cubicBezTo>
                          <a:pt x="426" y="882"/>
                          <a:pt x="243" y="913"/>
                          <a:pt x="61" y="943"/>
                        </a:cubicBezTo>
                        <a:cubicBezTo>
                          <a:pt x="30" y="943"/>
                          <a:pt x="0" y="1004"/>
                          <a:pt x="0" y="1034"/>
                        </a:cubicBezTo>
                        <a:cubicBezTo>
                          <a:pt x="30" y="1156"/>
                          <a:pt x="152" y="1217"/>
                          <a:pt x="274" y="124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5" name="Google Shape;545;p21">
                    <a:extLst>
                      <a:ext uri="{FF2B5EF4-FFF2-40B4-BE49-F238E27FC236}">
                        <a16:creationId xmlns:a16="http://schemas.microsoft.com/office/drawing/2014/main" id="{AB530FE3-43A4-A0CD-6BDE-31DD33A6CF16}"/>
                      </a:ext>
                    </a:extLst>
                  </p:cNvPr>
                  <p:cNvSpPr/>
                  <p:nvPr/>
                </p:nvSpPr>
                <p:spPr>
                  <a:xfrm>
                    <a:off x="3395125" y="2596500"/>
                    <a:ext cx="43350" cy="42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34" h="1703" extrusionOk="0">
                        <a:moveTo>
                          <a:pt x="31" y="669"/>
                        </a:moveTo>
                        <a:cubicBezTo>
                          <a:pt x="92" y="821"/>
                          <a:pt x="92" y="973"/>
                          <a:pt x="31" y="1125"/>
                        </a:cubicBezTo>
                        <a:cubicBezTo>
                          <a:pt x="1" y="1368"/>
                          <a:pt x="213" y="1611"/>
                          <a:pt x="457" y="1611"/>
                        </a:cubicBezTo>
                        <a:cubicBezTo>
                          <a:pt x="609" y="1611"/>
                          <a:pt x="730" y="1550"/>
                          <a:pt x="852" y="1550"/>
                        </a:cubicBezTo>
                        <a:cubicBezTo>
                          <a:pt x="943" y="1520"/>
                          <a:pt x="1064" y="1581"/>
                          <a:pt x="1125" y="1642"/>
                        </a:cubicBezTo>
                        <a:lnTo>
                          <a:pt x="1581" y="1702"/>
                        </a:lnTo>
                        <a:cubicBezTo>
                          <a:pt x="1642" y="1672"/>
                          <a:pt x="1703" y="1642"/>
                          <a:pt x="1733" y="1550"/>
                        </a:cubicBezTo>
                        <a:cubicBezTo>
                          <a:pt x="1703" y="1307"/>
                          <a:pt x="1672" y="1064"/>
                          <a:pt x="1612" y="791"/>
                        </a:cubicBezTo>
                        <a:cubicBezTo>
                          <a:pt x="1581" y="547"/>
                          <a:pt x="1368" y="365"/>
                          <a:pt x="1125" y="304"/>
                        </a:cubicBezTo>
                        <a:cubicBezTo>
                          <a:pt x="882" y="243"/>
                          <a:pt x="639" y="183"/>
                          <a:pt x="426" y="31"/>
                        </a:cubicBezTo>
                        <a:cubicBezTo>
                          <a:pt x="335" y="0"/>
                          <a:pt x="244" y="31"/>
                          <a:pt x="213" y="122"/>
                        </a:cubicBezTo>
                        <a:lnTo>
                          <a:pt x="31" y="395"/>
                        </a:lnTo>
                        <a:cubicBezTo>
                          <a:pt x="31" y="487"/>
                          <a:pt x="31" y="578"/>
                          <a:pt x="31" y="66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6" name="Google Shape;546;p21">
                    <a:extLst>
                      <a:ext uri="{FF2B5EF4-FFF2-40B4-BE49-F238E27FC236}">
                        <a16:creationId xmlns:a16="http://schemas.microsoft.com/office/drawing/2014/main" id="{BA4B24CE-9CC0-4046-8982-644ED7E267DC}"/>
                      </a:ext>
                    </a:extLst>
                  </p:cNvPr>
                  <p:cNvSpPr/>
                  <p:nvPr/>
                </p:nvSpPr>
                <p:spPr>
                  <a:xfrm>
                    <a:off x="3396650" y="260712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1"/>
                        </a:move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7" name="Google Shape;547;p21">
                    <a:extLst>
                      <a:ext uri="{FF2B5EF4-FFF2-40B4-BE49-F238E27FC236}">
                        <a16:creationId xmlns:a16="http://schemas.microsoft.com/office/drawing/2014/main" id="{32CE7CD5-28E1-6E15-8F76-61F1C725D1A5}"/>
                      </a:ext>
                    </a:extLst>
                  </p:cNvPr>
                  <p:cNvSpPr/>
                  <p:nvPr/>
                </p:nvSpPr>
                <p:spPr>
                  <a:xfrm>
                    <a:off x="3321425" y="2363200"/>
                    <a:ext cx="34975" cy="47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9" h="1916" extrusionOk="0">
                        <a:moveTo>
                          <a:pt x="61" y="1673"/>
                        </a:moveTo>
                        <a:cubicBezTo>
                          <a:pt x="61" y="1764"/>
                          <a:pt x="152" y="1825"/>
                          <a:pt x="243" y="1855"/>
                        </a:cubicBezTo>
                        <a:cubicBezTo>
                          <a:pt x="487" y="1916"/>
                          <a:pt x="730" y="1916"/>
                          <a:pt x="973" y="1885"/>
                        </a:cubicBezTo>
                        <a:cubicBezTo>
                          <a:pt x="1034" y="1855"/>
                          <a:pt x="1094" y="1825"/>
                          <a:pt x="1125" y="1764"/>
                        </a:cubicBezTo>
                        <a:cubicBezTo>
                          <a:pt x="1186" y="1642"/>
                          <a:pt x="1186" y="1521"/>
                          <a:pt x="1277" y="1429"/>
                        </a:cubicBezTo>
                        <a:lnTo>
                          <a:pt x="1277" y="1429"/>
                        </a:lnTo>
                        <a:cubicBezTo>
                          <a:pt x="1277" y="1399"/>
                          <a:pt x="1277" y="1399"/>
                          <a:pt x="1277" y="1369"/>
                        </a:cubicBezTo>
                        <a:lnTo>
                          <a:pt x="1277" y="1369"/>
                        </a:lnTo>
                        <a:cubicBezTo>
                          <a:pt x="1398" y="1247"/>
                          <a:pt x="1398" y="1034"/>
                          <a:pt x="1277" y="882"/>
                        </a:cubicBezTo>
                        <a:cubicBezTo>
                          <a:pt x="1155" y="700"/>
                          <a:pt x="1034" y="487"/>
                          <a:pt x="973" y="274"/>
                        </a:cubicBezTo>
                        <a:cubicBezTo>
                          <a:pt x="942" y="214"/>
                          <a:pt x="882" y="153"/>
                          <a:pt x="851" y="92"/>
                        </a:cubicBezTo>
                        <a:cubicBezTo>
                          <a:pt x="791" y="31"/>
                          <a:pt x="639" y="1"/>
                          <a:pt x="547" y="62"/>
                        </a:cubicBezTo>
                        <a:cubicBezTo>
                          <a:pt x="274" y="274"/>
                          <a:pt x="122" y="609"/>
                          <a:pt x="122" y="943"/>
                        </a:cubicBezTo>
                        <a:cubicBezTo>
                          <a:pt x="122" y="1065"/>
                          <a:pt x="61" y="1217"/>
                          <a:pt x="0" y="1308"/>
                        </a:cubicBezTo>
                        <a:cubicBezTo>
                          <a:pt x="0" y="1429"/>
                          <a:pt x="0" y="1551"/>
                          <a:pt x="61" y="167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8" name="Google Shape;548;p21">
                    <a:extLst>
                      <a:ext uri="{FF2B5EF4-FFF2-40B4-BE49-F238E27FC236}">
                        <a16:creationId xmlns:a16="http://schemas.microsoft.com/office/drawing/2014/main" id="{2A80622C-F489-E298-8109-DE02DBD5FDFB}"/>
                      </a:ext>
                    </a:extLst>
                  </p:cNvPr>
                  <p:cNvSpPr/>
                  <p:nvPr/>
                </p:nvSpPr>
                <p:spPr>
                  <a:xfrm>
                    <a:off x="4644400" y="2388275"/>
                    <a:ext cx="38775" cy="47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1" h="1886" extrusionOk="0">
                        <a:moveTo>
                          <a:pt x="243" y="822"/>
                        </a:moveTo>
                        <a:cubicBezTo>
                          <a:pt x="61" y="822"/>
                          <a:pt x="0" y="974"/>
                          <a:pt x="0" y="1126"/>
                        </a:cubicBezTo>
                        <a:cubicBezTo>
                          <a:pt x="183" y="1156"/>
                          <a:pt x="183" y="1156"/>
                          <a:pt x="152" y="1308"/>
                        </a:cubicBezTo>
                        <a:cubicBezTo>
                          <a:pt x="152" y="1369"/>
                          <a:pt x="122" y="1430"/>
                          <a:pt x="122" y="1521"/>
                        </a:cubicBezTo>
                        <a:cubicBezTo>
                          <a:pt x="122" y="1673"/>
                          <a:pt x="243" y="1825"/>
                          <a:pt x="395" y="1825"/>
                        </a:cubicBezTo>
                        <a:cubicBezTo>
                          <a:pt x="486" y="1825"/>
                          <a:pt x="547" y="1855"/>
                          <a:pt x="608" y="1885"/>
                        </a:cubicBezTo>
                        <a:cubicBezTo>
                          <a:pt x="699" y="1885"/>
                          <a:pt x="790" y="1825"/>
                          <a:pt x="821" y="1764"/>
                        </a:cubicBezTo>
                        <a:cubicBezTo>
                          <a:pt x="912" y="1673"/>
                          <a:pt x="942" y="1581"/>
                          <a:pt x="973" y="1460"/>
                        </a:cubicBezTo>
                        <a:cubicBezTo>
                          <a:pt x="973" y="1369"/>
                          <a:pt x="1003" y="1278"/>
                          <a:pt x="1064" y="1217"/>
                        </a:cubicBezTo>
                        <a:cubicBezTo>
                          <a:pt x="1246" y="1095"/>
                          <a:pt x="1277" y="852"/>
                          <a:pt x="1459" y="730"/>
                        </a:cubicBezTo>
                        <a:cubicBezTo>
                          <a:pt x="1550" y="639"/>
                          <a:pt x="1550" y="518"/>
                          <a:pt x="1490" y="426"/>
                        </a:cubicBezTo>
                        <a:cubicBezTo>
                          <a:pt x="1368" y="305"/>
                          <a:pt x="1277" y="183"/>
                          <a:pt x="1186" y="31"/>
                        </a:cubicBezTo>
                        <a:cubicBezTo>
                          <a:pt x="1155" y="31"/>
                          <a:pt x="1094" y="1"/>
                          <a:pt x="1064" y="31"/>
                        </a:cubicBezTo>
                        <a:cubicBezTo>
                          <a:pt x="851" y="62"/>
                          <a:pt x="790" y="123"/>
                          <a:pt x="790" y="335"/>
                        </a:cubicBezTo>
                        <a:cubicBezTo>
                          <a:pt x="790" y="487"/>
                          <a:pt x="699" y="639"/>
                          <a:pt x="547" y="730"/>
                        </a:cubicBezTo>
                        <a:lnTo>
                          <a:pt x="547" y="730"/>
                        </a:lnTo>
                        <a:lnTo>
                          <a:pt x="547" y="730"/>
                        </a:lnTo>
                        <a:cubicBezTo>
                          <a:pt x="456" y="791"/>
                          <a:pt x="365" y="822"/>
                          <a:pt x="243" y="8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69" name="Google Shape;549;p21">
                    <a:extLst>
                      <a:ext uri="{FF2B5EF4-FFF2-40B4-BE49-F238E27FC236}">
                        <a16:creationId xmlns:a16="http://schemas.microsoft.com/office/drawing/2014/main" id="{85F1FA46-5825-60C2-7491-7F5251C0651A}"/>
                      </a:ext>
                    </a:extLst>
                  </p:cNvPr>
                  <p:cNvSpPr/>
                  <p:nvPr/>
                </p:nvSpPr>
                <p:spPr>
                  <a:xfrm>
                    <a:off x="4702150" y="2346500"/>
                    <a:ext cx="38000" cy="52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0" h="2098" extrusionOk="0">
                        <a:moveTo>
                          <a:pt x="304" y="1490"/>
                        </a:moveTo>
                        <a:cubicBezTo>
                          <a:pt x="335" y="1520"/>
                          <a:pt x="365" y="1550"/>
                          <a:pt x="395" y="1581"/>
                        </a:cubicBezTo>
                        <a:lnTo>
                          <a:pt x="426" y="1581"/>
                        </a:lnTo>
                        <a:lnTo>
                          <a:pt x="426" y="1611"/>
                        </a:lnTo>
                        <a:lnTo>
                          <a:pt x="395" y="1611"/>
                        </a:lnTo>
                        <a:lnTo>
                          <a:pt x="395" y="1611"/>
                        </a:lnTo>
                        <a:cubicBezTo>
                          <a:pt x="304" y="1611"/>
                          <a:pt x="243" y="1642"/>
                          <a:pt x="152" y="1672"/>
                        </a:cubicBezTo>
                        <a:cubicBezTo>
                          <a:pt x="122" y="1702"/>
                          <a:pt x="91" y="1733"/>
                          <a:pt x="91" y="1794"/>
                        </a:cubicBezTo>
                        <a:cubicBezTo>
                          <a:pt x="91" y="1824"/>
                          <a:pt x="122" y="1854"/>
                          <a:pt x="152" y="1885"/>
                        </a:cubicBezTo>
                        <a:cubicBezTo>
                          <a:pt x="335" y="2006"/>
                          <a:pt x="547" y="1945"/>
                          <a:pt x="730" y="2067"/>
                        </a:cubicBezTo>
                        <a:cubicBezTo>
                          <a:pt x="760" y="2097"/>
                          <a:pt x="851" y="2067"/>
                          <a:pt x="912" y="2067"/>
                        </a:cubicBezTo>
                        <a:cubicBezTo>
                          <a:pt x="973" y="2067"/>
                          <a:pt x="1034" y="2037"/>
                          <a:pt x="1034" y="2006"/>
                        </a:cubicBezTo>
                        <a:cubicBezTo>
                          <a:pt x="1094" y="1794"/>
                          <a:pt x="1277" y="1702"/>
                          <a:pt x="1429" y="1581"/>
                        </a:cubicBezTo>
                        <a:cubicBezTo>
                          <a:pt x="1520" y="1490"/>
                          <a:pt x="1520" y="1398"/>
                          <a:pt x="1429" y="1277"/>
                        </a:cubicBezTo>
                        <a:cubicBezTo>
                          <a:pt x="1398" y="1246"/>
                          <a:pt x="1398" y="1246"/>
                          <a:pt x="1368" y="1246"/>
                        </a:cubicBezTo>
                        <a:lnTo>
                          <a:pt x="1368" y="1246"/>
                        </a:lnTo>
                        <a:lnTo>
                          <a:pt x="1368" y="1246"/>
                        </a:lnTo>
                        <a:lnTo>
                          <a:pt x="1368" y="1246"/>
                        </a:lnTo>
                        <a:cubicBezTo>
                          <a:pt x="1338" y="1246"/>
                          <a:pt x="1277" y="1246"/>
                          <a:pt x="1246" y="1246"/>
                        </a:cubicBezTo>
                        <a:lnTo>
                          <a:pt x="1246" y="1246"/>
                        </a:lnTo>
                        <a:lnTo>
                          <a:pt x="1246" y="1246"/>
                        </a:lnTo>
                        <a:lnTo>
                          <a:pt x="1246" y="1246"/>
                        </a:lnTo>
                        <a:cubicBezTo>
                          <a:pt x="1155" y="1216"/>
                          <a:pt x="1064" y="1155"/>
                          <a:pt x="1003" y="1125"/>
                        </a:cubicBezTo>
                        <a:cubicBezTo>
                          <a:pt x="973" y="1094"/>
                          <a:pt x="912" y="1034"/>
                          <a:pt x="942" y="1003"/>
                        </a:cubicBezTo>
                        <a:cubicBezTo>
                          <a:pt x="1003" y="730"/>
                          <a:pt x="760" y="486"/>
                          <a:pt x="882" y="213"/>
                        </a:cubicBezTo>
                        <a:cubicBezTo>
                          <a:pt x="882" y="213"/>
                          <a:pt x="851" y="152"/>
                          <a:pt x="821" y="122"/>
                        </a:cubicBezTo>
                        <a:cubicBezTo>
                          <a:pt x="639" y="0"/>
                          <a:pt x="426" y="91"/>
                          <a:pt x="426" y="274"/>
                        </a:cubicBezTo>
                        <a:cubicBezTo>
                          <a:pt x="426" y="517"/>
                          <a:pt x="365" y="730"/>
                          <a:pt x="274" y="942"/>
                        </a:cubicBezTo>
                        <a:cubicBezTo>
                          <a:pt x="213" y="1003"/>
                          <a:pt x="274" y="1064"/>
                          <a:pt x="335" y="1094"/>
                        </a:cubicBezTo>
                        <a:cubicBezTo>
                          <a:pt x="395" y="1125"/>
                          <a:pt x="365" y="1125"/>
                          <a:pt x="395" y="1125"/>
                        </a:cubicBezTo>
                        <a:cubicBezTo>
                          <a:pt x="395" y="1155"/>
                          <a:pt x="365" y="1186"/>
                          <a:pt x="304" y="1186"/>
                        </a:cubicBezTo>
                        <a:cubicBezTo>
                          <a:pt x="243" y="1216"/>
                          <a:pt x="31" y="1186"/>
                          <a:pt x="31" y="1307"/>
                        </a:cubicBezTo>
                        <a:cubicBezTo>
                          <a:pt x="0" y="1459"/>
                          <a:pt x="183" y="1429"/>
                          <a:pt x="304" y="1490"/>
                        </a:cubicBezTo>
                        <a:close/>
                        <a:moveTo>
                          <a:pt x="821" y="1307"/>
                        </a:moveTo>
                        <a:lnTo>
                          <a:pt x="851" y="1307"/>
                        </a:lnTo>
                        <a:lnTo>
                          <a:pt x="791" y="1307"/>
                        </a:lnTo>
                        <a:lnTo>
                          <a:pt x="791" y="1277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0" name="Google Shape;550;p21">
                    <a:extLst>
                      <a:ext uri="{FF2B5EF4-FFF2-40B4-BE49-F238E27FC236}">
                        <a16:creationId xmlns:a16="http://schemas.microsoft.com/office/drawing/2014/main" id="{31B7FCD7-52B6-1625-C1CC-DF88351A9F7E}"/>
                      </a:ext>
                    </a:extLst>
                  </p:cNvPr>
                  <p:cNvSpPr/>
                  <p:nvPr/>
                </p:nvSpPr>
                <p:spPr>
                  <a:xfrm>
                    <a:off x="3262900" y="2496200"/>
                    <a:ext cx="33475" cy="38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9" h="1551" extrusionOk="0">
                        <a:moveTo>
                          <a:pt x="122" y="578"/>
                        </a:moveTo>
                        <a:cubicBezTo>
                          <a:pt x="1" y="669"/>
                          <a:pt x="1" y="882"/>
                          <a:pt x="122" y="973"/>
                        </a:cubicBezTo>
                        <a:cubicBezTo>
                          <a:pt x="274" y="1155"/>
                          <a:pt x="457" y="1277"/>
                          <a:pt x="639" y="1429"/>
                        </a:cubicBezTo>
                        <a:cubicBezTo>
                          <a:pt x="669" y="1459"/>
                          <a:pt x="700" y="1459"/>
                          <a:pt x="761" y="1489"/>
                        </a:cubicBezTo>
                        <a:cubicBezTo>
                          <a:pt x="882" y="1550"/>
                          <a:pt x="1034" y="1489"/>
                          <a:pt x="1095" y="1368"/>
                        </a:cubicBezTo>
                        <a:cubicBezTo>
                          <a:pt x="1156" y="1186"/>
                          <a:pt x="1217" y="1034"/>
                          <a:pt x="1277" y="851"/>
                        </a:cubicBezTo>
                        <a:cubicBezTo>
                          <a:pt x="1308" y="760"/>
                          <a:pt x="1308" y="669"/>
                          <a:pt x="1338" y="578"/>
                        </a:cubicBezTo>
                        <a:cubicBezTo>
                          <a:pt x="1338" y="395"/>
                          <a:pt x="1247" y="243"/>
                          <a:pt x="1125" y="122"/>
                        </a:cubicBezTo>
                        <a:cubicBezTo>
                          <a:pt x="1034" y="30"/>
                          <a:pt x="913" y="0"/>
                          <a:pt x="791" y="30"/>
                        </a:cubicBezTo>
                        <a:lnTo>
                          <a:pt x="609" y="30"/>
                        </a:lnTo>
                        <a:cubicBezTo>
                          <a:pt x="487" y="243"/>
                          <a:pt x="305" y="395"/>
                          <a:pt x="122" y="57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1" name="Google Shape;551;p21">
                    <a:extLst>
                      <a:ext uri="{FF2B5EF4-FFF2-40B4-BE49-F238E27FC236}">
                        <a16:creationId xmlns:a16="http://schemas.microsoft.com/office/drawing/2014/main" id="{44DEFD36-E787-B7AB-F025-F8D927658C1E}"/>
                      </a:ext>
                    </a:extLst>
                  </p:cNvPr>
                  <p:cNvSpPr/>
                  <p:nvPr/>
                </p:nvSpPr>
                <p:spPr>
                  <a:xfrm>
                    <a:off x="3277350" y="2496950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31" y="0"/>
                        </a:moveTo>
                        <a:lnTo>
                          <a:pt x="31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2" name="Google Shape;552;p21">
                    <a:extLst>
                      <a:ext uri="{FF2B5EF4-FFF2-40B4-BE49-F238E27FC236}">
                        <a16:creationId xmlns:a16="http://schemas.microsoft.com/office/drawing/2014/main" id="{15C28D39-686E-25B8-B14A-B57F1BDEB457}"/>
                      </a:ext>
                    </a:extLst>
                  </p:cNvPr>
                  <p:cNvSpPr/>
                  <p:nvPr/>
                </p:nvSpPr>
                <p:spPr>
                  <a:xfrm>
                    <a:off x="3185400" y="2326725"/>
                    <a:ext cx="39525" cy="2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81" h="1156" extrusionOk="0">
                        <a:moveTo>
                          <a:pt x="517" y="730"/>
                        </a:moveTo>
                        <a:cubicBezTo>
                          <a:pt x="699" y="730"/>
                          <a:pt x="760" y="913"/>
                          <a:pt x="882" y="974"/>
                        </a:cubicBezTo>
                        <a:cubicBezTo>
                          <a:pt x="1155" y="1156"/>
                          <a:pt x="1490" y="1004"/>
                          <a:pt x="1551" y="700"/>
                        </a:cubicBezTo>
                        <a:cubicBezTo>
                          <a:pt x="1551" y="609"/>
                          <a:pt x="1581" y="518"/>
                          <a:pt x="1581" y="426"/>
                        </a:cubicBezTo>
                        <a:cubicBezTo>
                          <a:pt x="1581" y="396"/>
                          <a:pt x="1581" y="366"/>
                          <a:pt x="1581" y="366"/>
                        </a:cubicBezTo>
                        <a:cubicBezTo>
                          <a:pt x="1581" y="122"/>
                          <a:pt x="1490" y="1"/>
                          <a:pt x="1277" y="31"/>
                        </a:cubicBezTo>
                        <a:cubicBezTo>
                          <a:pt x="1064" y="92"/>
                          <a:pt x="882" y="92"/>
                          <a:pt x="669" y="92"/>
                        </a:cubicBezTo>
                        <a:cubicBezTo>
                          <a:pt x="517" y="92"/>
                          <a:pt x="365" y="122"/>
                          <a:pt x="213" y="153"/>
                        </a:cubicBezTo>
                        <a:cubicBezTo>
                          <a:pt x="152" y="153"/>
                          <a:pt x="92" y="183"/>
                          <a:pt x="31" y="244"/>
                        </a:cubicBezTo>
                        <a:cubicBezTo>
                          <a:pt x="0" y="274"/>
                          <a:pt x="0" y="305"/>
                          <a:pt x="0" y="366"/>
                        </a:cubicBezTo>
                        <a:cubicBezTo>
                          <a:pt x="0" y="396"/>
                          <a:pt x="31" y="457"/>
                          <a:pt x="61" y="457"/>
                        </a:cubicBezTo>
                        <a:cubicBezTo>
                          <a:pt x="244" y="487"/>
                          <a:pt x="396" y="578"/>
                          <a:pt x="517" y="7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3" name="Google Shape;553;p21">
                    <a:extLst>
                      <a:ext uri="{FF2B5EF4-FFF2-40B4-BE49-F238E27FC236}">
                        <a16:creationId xmlns:a16="http://schemas.microsoft.com/office/drawing/2014/main" id="{AD4A13A3-A96B-2709-1E8D-3ABF0325D942}"/>
                      </a:ext>
                    </a:extLst>
                  </p:cNvPr>
                  <p:cNvSpPr/>
                  <p:nvPr/>
                </p:nvSpPr>
                <p:spPr>
                  <a:xfrm>
                    <a:off x="4341200" y="3395150"/>
                    <a:ext cx="20525" cy="44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" h="1794" extrusionOk="0">
                        <a:moveTo>
                          <a:pt x="0" y="517"/>
                        </a:moveTo>
                        <a:cubicBezTo>
                          <a:pt x="91" y="760"/>
                          <a:pt x="122" y="1034"/>
                          <a:pt x="91" y="1307"/>
                        </a:cubicBezTo>
                        <a:cubicBezTo>
                          <a:pt x="91" y="1702"/>
                          <a:pt x="304" y="1793"/>
                          <a:pt x="669" y="1581"/>
                        </a:cubicBezTo>
                        <a:cubicBezTo>
                          <a:pt x="760" y="1520"/>
                          <a:pt x="821" y="1459"/>
                          <a:pt x="821" y="1368"/>
                        </a:cubicBezTo>
                        <a:lnTo>
                          <a:pt x="821" y="942"/>
                        </a:lnTo>
                        <a:lnTo>
                          <a:pt x="821" y="942"/>
                        </a:lnTo>
                        <a:lnTo>
                          <a:pt x="821" y="699"/>
                        </a:lnTo>
                        <a:cubicBezTo>
                          <a:pt x="821" y="608"/>
                          <a:pt x="821" y="547"/>
                          <a:pt x="821" y="486"/>
                        </a:cubicBezTo>
                        <a:cubicBezTo>
                          <a:pt x="791" y="274"/>
                          <a:pt x="578" y="0"/>
                          <a:pt x="304" y="182"/>
                        </a:cubicBezTo>
                        <a:cubicBezTo>
                          <a:pt x="213" y="243"/>
                          <a:pt x="152" y="274"/>
                          <a:pt x="61" y="334"/>
                        </a:cubicBezTo>
                        <a:cubicBezTo>
                          <a:pt x="0" y="365"/>
                          <a:pt x="0" y="456"/>
                          <a:pt x="0" y="5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4" name="Google Shape;554;p21">
                    <a:extLst>
                      <a:ext uri="{FF2B5EF4-FFF2-40B4-BE49-F238E27FC236}">
                        <a16:creationId xmlns:a16="http://schemas.microsoft.com/office/drawing/2014/main" id="{C1DB4290-B6DA-FEDF-BAF9-1FB9FBC47EF5}"/>
                      </a:ext>
                    </a:extLst>
                  </p:cNvPr>
                  <p:cNvSpPr/>
                  <p:nvPr/>
                </p:nvSpPr>
                <p:spPr>
                  <a:xfrm>
                    <a:off x="3363200" y="2772800"/>
                    <a:ext cx="32700" cy="31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08" h="1247" extrusionOk="0">
                        <a:moveTo>
                          <a:pt x="92" y="760"/>
                        </a:moveTo>
                        <a:cubicBezTo>
                          <a:pt x="92" y="790"/>
                          <a:pt x="92" y="790"/>
                          <a:pt x="92" y="821"/>
                        </a:cubicBezTo>
                        <a:cubicBezTo>
                          <a:pt x="1" y="1003"/>
                          <a:pt x="153" y="1216"/>
                          <a:pt x="366" y="1216"/>
                        </a:cubicBezTo>
                        <a:cubicBezTo>
                          <a:pt x="700" y="1246"/>
                          <a:pt x="1034" y="1034"/>
                          <a:pt x="1186" y="730"/>
                        </a:cubicBezTo>
                        <a:cubicBezTo>
                          <a:pt x="1217" y="608"/>
                          <a:pt x="1247" y="517"/>
                          <a:pt x="1308" y="395"/>
                        </a:cubicBezTo>
                        <a:cubicBezTo>
                          <a:pt x="1308" y="304"/>
                          <a:pt x="1278" y="182"/>
                          <a:pt x="1156" y="122"/>
                        </a:cubicBezTo>
                        <a:cubicBezTo>
                          <a:pt x="1004" y="0"/>
                          <a:pt x="822" y="0"/>
                          <a:pt x="670" y="122"/>
                        </a:cubicBezTo>
                        <a:cubicBezTo>
                          <a:pt x="396" y="274"/>
                          <a:pt x="214" y="486"/>
                          <a:pt x="92" y="7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5" name="Google Shape;555;p21">
                    <a:extLst>
                      <a:ext uri="{FF2B5EF4-FFF2-40B4-BE49-F238E27FC236}">
                        <a16:creationId xmlns:a16="http://schemas.microsoft.com/office/drawing/2014/main" id="{5D73F5FD-A289-C52E-E049-142A80087442}"/>
                      </a:ext>
                    </a:extLst>
                  </p:cNvPr>
                  <p:cNvSpPr/>
                  <p:nvPr/>
                </p:nvSpPr>
                <p:spPr>
                  <a:xfrm>
                    <a:off x="2544050" y="3028875"/>
                    <a:ext cx="19775" cy="50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91" h="2007" extrusionOk="0">
                        <a:moveTo>
                          <a:pt x="365" y="31"/>
                        </a:moveTo>
                        <a:cubicBezTo>
                          <a:pt x="274" y="0"/>
                          <a:pt x="183" y="31"/>
                          <a:pt x="122" y="92"/>
                        </a:cubicBezTo>
                        <a:cubicBezTo>
                          <a:pt x="61" y="183"/>
                          <a:pt x="0" y="304"/>
                          <a:pt x="0" y="426"/>
                        </a:cubicBezTo>
                        <a:cubicBezTo>
                          <a:pt x="0" y="548"/>
                          <a:pt x="31" y="669"/>
                          <a:pt x="31" y="821"/>
                        </a:cubicBezTo>
                        <a:lnTo>
                          <a:pt x="31" y="821"/>
                        </a:lnTo>
                        <a:cubicBezTo>
                          <a:pt x="61" y="912"/>
                          <a:pt x="61" y="1034"/>
                          <a:pt x="61" y="1155"/>
                        </a:cubicBezTo>
                        <a:cubicBezTo>
                          <a:pt x="61" y="1429"/>
                          <a:pt x="152" y="1672"/>
                          <a:pt x="274" y="1915"/>
                        </a:cubicBezTo>
                        <a:cubicBezTo>
                          <a:pt x="304" y="1946"/>
                          <a:pt x="335" y="1976"/>
                          <a:pt x="396" y="1976"/>
                        </a:cubicBezTo>
                        <a:cubicBezTo>
                          <a:pt x="396" y="2007"/>
                          <a:pt x="426" y="2007"/>
                          <a:pt x="456" y="1976"/>
                        </a:cubicBezTo>
                        <a:cubicBezTo>
                          <a:pt x="456" y="1976"/>
                          <a:pt x="487" y="1946"/>
                          <a:pt x="487" y="1946"/>
                        </a:cubicBezTo>
                        <a:cubicBezTo>
                          <a:pt x="396" y="1581"/>
                          <a:pt x="426" y="1216"/>
                          <a:pt x="578" y="882"/>
                        </a:cubicBezTo>
                        <a:cubicBezTo>
                          <a:pt x="639" y="699"/>
                          <a:pt x="730" y="517"/>
                          <a:pt x="791" y="304"/>
                        </a:cubicBezTo>
                        <a:cubicBezTo>
                          <a:pt x="791" y="274"/>
                          <a:pt x="760" y="213"/>
                          <a:pt x="730" y="183"/>
                        </a:cubicBezTo>
                        <a:cubicBezTo>
                          <a:pt x="608" y="122"/>
                          <a:pt x="487" y="61"/>
                          <a:pt x="365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6" name="Google Shape;556;p21">
                    <a:extLst>
                      <a:ext uri="{FF2B5EF4-FFF2-40B4-BE49-F238E27FC236}">
                        <a16:creationId xmlns:a16="http://schemas.microsoft.com/office/drawing/2014/main" id="{E27DCD14-9AB1-025B-20A3-60E9A2AA93A1}"/>
                      </a:ext>
                    </a:extLst>
                  </p:cNvPr>
                  <p:cNvSpPr/>
                  <p:nvPr/>
                </p:nvSpPr>
                <p:spPr>
                  <a:xfrm>
                    <a:off x="2197525" y="2642850"/>
                    <a:ext cx="33475" cy="31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9" h="1278" extrusionOk="0">
                        <a:moveTo>
                          <a:pt x="92" y="548"/>
                        </a:moveTo>
                        <a:cubicBezTo>
                          <a:pt x="153" y="578"/>
                          <a:pt x="214" y="608"/>
                          <a:pt x="275" y="608"/>
                        </a:cubicBezTo>
                        <a:cubicBezTo>
                          <a:pt x="427" y="608"/>
                          <a:pt x="548" y="700"/>
                          <a:pt x="579" y="821"/>
                        </a:cubicBezTo>
                        <a:cubicBezTo>
                          <a:pt x="639" y="943"/>
                          <a:pt x="670" y="1064"/>
                          <a:pt x="730" y="1216"/>
                        </a:cubicBezTo>
                        <a:cubicBezTo>
                          <a:pt x="761" y="1277"/>
                          <a:pt x="822" y="1277"/>
                          <a:pt x="882" y="1277"/>
                        </a:cubicBezTo>
                        <a:lnTo>
                          <a:pt x="1278" y="1155"/>
                        </a:lnTo>
                        <a:cubicBezTo>
                          <a:pt x="1308" y="1155"/>
                          <a:pt x="1308" y="1125"/>
                          <a:pt x="1338" y="1125"/>
                        </a:cubicBezTo>
                        <a:cubicBezTo>
                          <a:pt x="1338" y="1095"/>
                          <a:pt x="1338" y="1064"/>
                          <a:pt x="1338" y="1064"/>
                        </a:cubicBezTo>
                        <a:cubicBezTo>
                          <a:pt x="1247" y="882"/>
                          <a:pt x="1156" y="730"/>
                          <a:pt x="1095" y="578"/>
                        </a:cubicBezTo>
                        <a:cubicBezTo>
                          <a:pt x="1065" y="365"/>
                          <a:pt x="882" y="183"/>
                          <a:pt x="670" y="183"/>
                        </a:cubicBezTo>
                        <a:cubicBezTo>
                          <a:pt x="579" y="183"/>
                          <a:pt x="487" y="61"/>
                          <a:pt x="396" y="31"/>
                        </a:cubicBezTo>
                        <a:cubicBezTo>
                          <a:pt x="366" y="0"/>
                          <a:pt x="305" y="0"/>
                          <a:pt x="275" y="31"/>
                        </a:cubicBezTo>
                        <a:cubicBezTo>
                          <a:pt x="183" y="92"/>
                          <a:pt x="92" y="213"/>
                          <a:pt x="31" y="335"/>
                        </a:cubicBezTo>
                        <a:cubicBezTo>
                          <a:pt x="1" y="396"/>
                          <a:pt x="31" y="487"/>
                          <a:pt x="92" y="5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7" name="Google Shape;557;p21">
                    <a:extLst>
                      <a:ext uri="{FF2B5EF4-FFF2-40B4-BE49-F238E27FC236}">
                        <a16:creationId xmlns:a16="http://schemas.microsoft.com/office/drawing/2014/main" id="{270B98B8-8865-D7E3-A741-E0E1A338DF35}"/>
                      </a:ext>
                    </a:extLst>
                  </p:cNvPr>
                  <p:cNvSpPr/>
                  <p:nvPr/>
                </p:nvSpPr>
                <p:spPr>
                  <a:xfrm>
                    <a:off x="3319150" y="2415650"/>
                    <a:ext cx="34200" cy="20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68" h="821" extrusionOk="0">
                        <a:moveTo>
                          <a:pt x="1033" y="821"/>
                        </a:moveTo>
                        <a:cubicBezTo>
                          <a:pt x="1155" y="790"/>
                          <a:pt x="1246" y="760"/>
                          <a:pt x="1337" y="669"/>
                        </a:cubicBezTo>
                        <a:cubicBezTo>
                          <a:pt x="1368" y="608"/>
                          <a:pt x="1368" y="547"/>
                          <a:pt x="1337" y="486"/>
                        </a:cubicBezTo>
                        <a:cubicBezTo>
                          <a:pt x="1094" y="213"/>
                          <a:pt x="760" y="61"/>
                          <a:pt x="395" y="0"/>
                        </a:cubicBezTo>
                        <a:cubicBezTo>
                          <a:pt x="243" y="0"/>
                          <a:pt x="91" y="91"/>
                          <a:pt x="30" y="243"/>
                        </a:cubicBezTo>
                        <a:cubicBezTo>
                          <a:pt x="0" y="304"/>
                          <a:pt x="0" y="426"/>
                          <a:pt x="91" y="486"/>
                        </a:cubicBezTo>
                        <a:cubicBezTo>
                          <a:pt x="334" y="638"/>
                          <a:pt x="638" y="760"/>
                          <a:pt x="942" y="82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8" name="Google Shape;558;p21">
                    <a:extLst>
                      <a:ext uri="{FF2B5EF4-FFF2-40B4-BE49-F238E27FC236}">
                        <a16:creationId xmlns:a16="http://schemas.microsoft.com/office/drawing/2014/main" id="{81AF8680-105E-10F7-E403-5CCCF5C1C69C}"/>
                      </a:ext>
                    </a:extLst>
                  </p:cNvPr>
                  <p:cNvSpPr/>
                  <p:nvPr/>
                </p:nvSpPr>
                <p:spPr>
                  <a:xfrm>
                    <a:off x="4751525" y="2373100"/>
                    <a:ext cx="22825" cy="2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3" h="1156" extrusionOk="0">
                        <a:moveTo>
                          <a:pt x="366" y="122"/>
                        </a:moveTo>
                        <a:lnTo>
                          <a:pt x="366" y="122"/>
                        </a:lnTo>
                        <a:cubicBezTo>
                          <a:pt x="275" y="152"/>
                          <a:pt x="183" y="182"/>
                          <a:pt x="123" y="243"/>
                        </a:cubicBezTo>
                        <a:cubicBezTo>
                          <a:pt x="31" y="274"/>
                          <a:pt x="31" y="304"/>
                          <a:pt x="31" y="334"/>
                        </a:cubicBezTo>
                        <a:cubicBezTo>
                          <a:pt x="1" y="547"/>
                          <a:pt x="1" y="730"/>
                          <a:pt x="92" y="942"/>
                        </a:cubicBezTo>
                        <a:cubicBezTo>
                          <a:pt x="123" y="1003"/>
                          <a:pt x="214" y="1094"/>
                          <a:pt x="275" y="1094"/>
                        </a:cubicBezTo>
                        <a:cubicBezTo>
                          <a:pt x="487" y="1155"/>
                          <a:pt x="700" y="1094"/>
                          <a:pt x="852" y="973"/>
                        </a:cubicBezTo>
                        <a:cubicBezTo>
                          <a:pt x="882" y="912"/>
                          <a:pt x="913" y="851"/>
                          <a:pt x="882" y="790"/>
                        </a:cubicBezTo>
                        <a:lnTo>
                          <a:pt x="852" y="730"/>
                        </a:lnTo>
                        <a:cubicBezTo>
                          <a:pt x="822" y="699"/>
                          <a:pt x="791" y="638"/>
                          <a:pt x="761" y="608"/>
                        </a:cubicBezTo>
                        <a:cubicBezTo>
                          <a:pt x="700" y="517"/>
                          <a:pt x="700" y="517"/>
                          <a:pt x="791" y="395"/>
                        </a:cubicBezTo>
                        <a:cubicBezTo>
                          <a:pt x="882" y="274"/>
                          <a:pt x="913" y="182"/>
                          <a:pt x="852" y="91"/>
                        </a:cubicBezTo>
                        <a:cubicBezTo>
                          <a:pt x="761" y="0"/>
                          <a:pt x="639" y="0"/>
                          <a:pt x="548" y="61"/>
                        </a:cubicBezTo>
                        <a:cubicBezTo>
                          <a:pt x="487" y="91"/>
                          <a:pt x="426" y="91"/>
                          <a:pt x="366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79" name="Google Shape;559;p21">
                    <a:extLst>
                      <a:ext uri="{FF2B5EF4-FFF2-40B4-BE49-F238E27FC236}">
                        <a16:creationId xmlns:a16="http://schemas.microsoft.com/office/drawing/2014/main" id="{B1E0B062-3C88-2C5A-B2CD-F24B1CF3AC40}"/>
                      </a:ext>
                    </a:extLst>
                  </p:cNvPr>
                  <p:cNvSpPr/>
                  <p:nvPr/>
                </p:nvSpPr>
                <p:spPr>
                  <a:xfrm>
                    <a:off x="4621600" y="2396650"/>
                    <a:ext cx="35725" cy="25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9" h="1004" extrusionOk="0">
                        <a:moveTo>
                          <a:pt x="213" y="882"/>
                        </a:moveTo>
                        <a:cubicBezTo>
                          <a:pt x="395" y="912"/>
                          <a:pt x="578" y="943"/>
                          <a:pt x="730" y="973"/>
                        </a:cubicBezTo>
                        <a:cubicBezTo>
                          <a:pt x="912" y="1003"/>
                          <a:pt x="851" y="882"/>
                          <a:pt x="882" y="791"/>
                        </a:cubicBezTo>
                        <a:cubicBezTo>
                          <a:pt x="912" y="730"/>
                          <a:pt x="851" y="730"/>
                          <a:pt x="821" y="730"/>
                        </a:cubicBezTo>
                        <a:cubicBezTo>
                          <a:pt x="760" y="608"/>
                          <a:pt x="760" y="487"/>
                          <a:pt x="821" y="426"/>
                        </a:cubicBezTo>
                        <a:cubicBezTo>
                          <a:pt x="912" y="335"/>
                          <a:pt x="1034" y="304"/>
                          <a:pt x="1125" y="365"/>
                        </a:cubicBezTo>
                        <a:cubicBezTo>
                          <a:pt x="1216" y="426"/>
                          <a:pt x="1338" y="426"/>
                          <a:pt x="1429" y="395"/>
                        </a:cubicBezTo>
                        <a:cubicBezTo>
                          <a:pt x="1429" y="365"/>
                          <a:pt x="1429" y="304"/>
                          <a:pt x="1398" y="274"/>
                        </a:cubicBezTo>
                        <a:cubicBezTo>
                          <a:pt x="1247" y="122"/>
                          <a:pt x="1064" y="31"/>
                          <a:pt x="882" y="0"/>
                        </a:cubicBezTo>
                        <a:cubicBezTo>
                          <a:pt x="791" y="0"/>
                          <a:pt x="699" y="0"/>
                          <a:pt x="608" y="31"/>
                        </a:cubicBezTo>
                        <a:cubicBezTo>
                          <a:pt x="395" y="152"/>
                          <a:pt x="213" y="335"/>
                          <a:pt x="91" y="547"/>
                        </a:cubicBezTo>
                        <a:cubicBezTo>
                          <a:pt x="0" y="669"/>
                          <a:pt x="61" y="821"/>
                          <a:pt x="213" y="8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80" name="Google Shape;560;p21">
                    <a:extLst>
                      <a:ext uri="{FF2B5EF4-FFF2-40B4-BE49-F238E27FC236}">
                        <a16:creationId xmlns:a16="http://schemas.microsoft.com/office/drawing/2014/main" id="{284D9350-EF0D-FDAB-9266-C700FA839F1A}"/>
                      </a:ext>
                    </a:extLst>
                  </p:cNvPr>
                  <p:cNvSpPr/>
                  <p:nvPr/>
                </p:nvSpPr>
                <p:spPr>
                  <a:xfrm>
                    <a:off x="4643625" y="2416400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1"/>
                        </a:move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81" name="Google Shape;561;p21">
                    <a:extLst>
                      <a:ext uri="{FF2B5EF4-FFF2-40B4-BE49-F238E27FC236}">
                        <a16:creationId xmlns:a16="http://schemas.microsoft.com/office/drawing/2014/main" id="{E3FAEC31-FEA4-8ADA-527C-F01AA7A4C0DE}"/>
                      </a:ext>
                    </a:extLst>
                  </p:cNvPr>
                  <p:cNvSpPr/>
                  <p:nvPr/>
                </p:nvSpPr>
                <p:spPr>
                  <a:xfrm>
                    <a:off x="4724950" y="2400450"/>
                    <a:ext cx="27375" cy="22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5" h="913" extrusionOk="0">
                        <a:moveTo>
                          <a:pt x="61" y="304"/>
                        </a:moveTo>
                        <a:cubicBezTo>
                          <a:pt x="30" y="304"/>
                          <a:pt x="0" y="365"/>
                          <a:pt x="0" y="395"/>
                        </a:cubicBezTo>
                        <a:cubicBezTo>
                          <a:pt x="0" y="547"/>
                          <a:pt x="61" y="730"/>
                          <a:pt x="182" y="821"/>
                        </a:cubicBezTo>
                        <a:cubicBezTo>
                          <a:pt x="243" y="882"/>
                          <a:pt x="334" y="912"/>
                          <a:pt x="426" y="882"/>
                        </a:cubicBezTo>
                        <a:cubicBezTo>
                          <a:pt x="517" y="851"/>
                          <a:pt x="578" y="791"/>
                          <a:pt x="669" y="760"/>
                        </a:cubicBezTo>
                        <a:cubicBezTo>
                          <a:pt x="790" y="760"/>
                          <a:pt x="882" y="669"/>
                          <a:pt x="912" y="578"/>
                        </a:cubicBezTo>
                        <a:cubicBezTo>
                          <a:pt x="942" y="487"/>
                          <a:pt x="973" y="426"/>
                          <a:pt x="1003" y="365"/>
                        </a:cubicBezTo>
                        <a:cubicBezTo>
                          <a:pt x="1094" y="213"/>
                          <a:pt x="1064" y="152"/>
                          <a:pt x="942" y="122"/>
                        </a:cubicBezTo>
                        <a:cubicBezTo>
                          <a:pt x="882" y="61"/>
                          <a:pt x="790" y="31"/>
                          <a:pt x="699" y="0"/>
                        </a:cubicBezTo>
                        <a:lnTo>
                          <a:pt x="578" y="0"/>
                        </a:lnTo>
                        <a:cubicBezTo>
                          <a:pt x="456" y="152"/>
                          <a:pt x="274" y="243"/>
                          <a:pt x="61" y="30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82" name="Google Shape;562;p21">
                    <a:extLst>
                      <a:ext uri="{FF2B5EF4-FFF2-40B4-BE49-F238E27FC236}">
                        <a16:creationId xmlns:a16="http://schemas.microsoft.com/office/drawing/2014/main" id="{E0E69F5D-433A-2800-B9FF-C8C5DA2B4506}"/>
                      </a:ext>
                    </a:extLst>
                  </p:cNvPr>
                  <p:cNvSpPr/>
                  <p:nvPr/>
                </p:nvSpPr>
                <p:spPr>
                  <a:xfrm>
                    <a:off x="4769025" y="2344200"/>
                    <a:ext cx="22050" cy="29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2" h="1187" extrusionOk="0">
                        <a:moveTo>
                          <a:pt x="426" y="1186"/>
                        </a:moveTo>
                        <a:cubicBezTo>
                          <a:pt x="486" y="1186"/>
                          <a:pt x="517" y="1186"/>
                          <a:pt x="547" y="1156"/>
                        </a:cubicBezTo>
                        <a:cubicBezTo>
                          <a:pt x="638" y="1034"/>
                          <a:pt x="669" y="822"/>
                          <a:pt x="851" y="730"/>
                        </a:cubicBezTo>
                        <a:cubicBezTo>
                          <a:pt x="851" y="700"/>
                          <a:pt x="882" y="639"/>
                          <a:pt x="882" y="609"/>
                        </a:cubicBezTo>
                        <a:cubicBezTo>
                          <a:pt x="760" y="396"/>
                          <a:pt x="669" y="214"/>
                          <a:pt x="547" y="31"/>
                        </a:cubicBezTo>
                        <a:cubicBezTo>
                          <a:pt x="486" y="1"/>
                          <a:pt x="395" y="1"/>
                          <a:pt x="334" y="31"/>
                        </a:cubicBezTo>
                        <a:cubicBezTo>
                          <a:pt x="243" y="153"/>
                          <a:pt x="182" y="244"/>
                          <a:pt x="91" y="366"/>
                        </a:cubicBezTo>
                        <a:cubicBezTo>
                          <a:pt x="91" y="396"/>
                          <a:pt x="61" y="457"/>
                          <a:pt x="61" y="518"/>
                        </a:cubicBezTo>
                        <a:cubicBezTo>
                          <a:pt x="0" y="822"/>
                          <a:pt x="152" y="1095"/>
                          <a:pt x="426" y="118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83" name="Google Shape;563;p21">
                    <a:extLst>
                      <a:ext uri="{FF2B5EF4-FFF2-40B4-BE49-F238E27FC236}">
                        <a16:creationId xmlns:a16="http://schemas.microsoft.com/office/drawing/2014/main" id="{CCB6752C-8C43-57F9-2E34-93AE7FACD4A0}"/>
                      </a:ext>
                    </a:extLst>
                  </p:cNvPr>
                  <p:cNvSpPr/>
                  <p:nvPr/>
                </p:nvSpPr>
                <p:spPr>
                  <a:xfrm>
                    <a:off x="4766725" y="2791775"/>
                    <a:ext cx="22075" cy="23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3" h="944" extrusionOk="0">
                        <a:moveTo>
                          <a:pt x="62" y="214"/>
                        </a:moveTo>
                        <a:cubicBezTo>
                          <a:pt x="62" y="275"/>
                          <a:pt x="31" y="335"/>
                          <a:pt x="1" y="457"/>
                        </a:cubicBezTo>
                        <a:cubicBezTo>
                          <a:pt x="1" y="548"/>
                          <a:pt x="62" y="639"/>
                          <a:pt x="92" y="761"/>
                        </a:cubicBezTo>
                        <a:cubicBezTo>
                          <a:pt x="153" y="882"/>
                          <a:pt x="274" y="943"/>
                          <a:pt x="426" y="913"/>
                        </a:cubicBezTo>
                        <a:cubicBezTo>
                          <a:pt x="670" y="822"/>
                          <a:pt x="852" y="609"/>
                          <a:pt x="882" y="366"/>
                        </a:cubicBezTo>
                        <a:cubicBezTo>
                          <a:pt x="882" y="305"/>
                          <a:pt x="852" y="275"/>
                          <a:pt x="822" y="244"/>
                        </a:cubicBezTo>
                        <a:cubicBezTo>
                          <a:pt x="700" y="92"/>
                          <a:pt x="487" y="1"/>
                          <a:pt x="274" y="1"/>
                        </a:cubicBezTo>
                        <a:cubicBezTo>
                          <a:pt x="183" y="31"/>
                          <a:pt x="92" y="123"/>
                          <a:pt x="62" y="21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84" name="Google Shape;564;p21">
                    <a:extLst>
                      <a:ext uri="{FF2B5EF4-FFF2-40B4-BE49-F238E27FC236}">
                        <a16:creationId xmlns:a16="http://schemas.microsoft.com/office/drawing/2014/main" id="{2E2128F1-C0C7-7781-C17F-748510755B9F}"/>
                      </a:ext>
                    </a:extLst>
                  </p:cNvPr>
                  <p:cNvSpPr/>
                  <p:nvPr/>
                </p:nvSpPr>
                <p:spPr>
                  <a:xfrm>
                    <a:off x="3238600" y="2907300"/>
                    <a:ext cx="27375" cy="16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5" h="669" extrusionOk="0">
                        <a:moveTo>
                          <a:pt x="1094" y="213"/>
                        </a:moveTo>
                        <a:cubicBezTo>
                          <a:pt x="1094" y="182"/>
                          <a:pt x="1094" y="152"/>
                          <a:pt x="1094" y="91"/>
                        </a:cubicBezTo>
                        <a:cubicBezTo>
                          <a:pt x="1064" y="61"/>
                          <a:pt x="1034" y="30"/>
                          <a:pt x="1003" y="0"/>
                        </a:cubicBezTo>
                        <a:cubicBezTo>
                          <a:pt x="942" y="0"/>
                          <a:pt x="912" y="0"/>
                          <a:pt x="851" y="0"/>
                        </a:cubicBezTo>
                        <a:lnTo>
                          <a:pt x="517" y="0"/>
                        </a:lnTo>
                        <a:cubicBezTo>
                          <a:pt x="456" y="0"/>
                          <a:pt x="395" y="30"/>
                          <a:pt x="334" y="61"/>
                        </a:cubicBezTo>
                        <a:cubicBezTo>
                          <a:pt x="243" y="122"/>
                          <a:pt x="122" y="243"/>
                          <a:pt x="30" y="334"/>
                        </a:cubicBezTo>
                        <a:cubicBezTo>
                          <a:pt x="0" y="395"/>
                          <a:pt x="0" y="456"/>
                          <a:pt x="30" y="517"/>
                        </a:cubicBezTo>
                        <a:cubicBezTo>
                          <a:pt x="61" y="578"/>
                          <a:pt x="91" y="638"/>
                          <a:pt x="152" y="669"/>
                        </a:cubicBezTo>
                        <a:cubicBezTo>
                          <a:pt x="243" y="669"/>
                          <a:pt x="334" y="669"/>
                          <a:pt x="426" y="669"/>
                        </a:cubicBezTo>
                        <a:cubicBezTo>
                          <a:pt x="669" y="578"/>
                          <a:pt x="912" y="426"/>
                          <a:pt x="1094" y="2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85" name="Google Shape;565;p21">
                    <a:extLst>
                      <a:ext uri="{FF2B5EF4-FFF2-40B4-BE49-F238E27FC236}">
                        <a16:creationId xmlns:a16="http://schemas.microsoft.com/office/drawing/2014/main" id="{1B4A48F4-3934-845C-07AD-20AE3A134E1D}"/>
                      </a:ext>
                    </a:extLst>
                  </p:cNvPr>
                  <p:cNvSpPr/>
                  <p:nvPr/>
                </p:nvSpPr>
                <p:spPr>
                  <a:xfrm>
                    <a:off x="3411850" y="3216575"/>
                    <a:ext cx="30425" cy="19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7" h="791" extrusionOk="0">
                        <a:moveTo>
                          <a:pt x="122" y="0"/>
                        </a:moveTo>
                        <a:cubicBezTo>
                          <a:pt x="122" y="0"/>
                          <a:pt x="61" y="0"/>
                          <a:pt x="31" y="30"/>
                        </a:cubicBezTo>
                        <a:cubicBezTo>
                          <a:pt x="0" y="30"/>
                          <a:pt x="0" y="122"/>
                          <a:pt x="31" y="182"/>
                        </a:cubicBezTo>
                        <a:cubicBezTo>
                          <a:pt x="61" y="243"/>
                          <a:pt x="92" y="243"/>
                          <a:pt x="122" y="274"/>
                        </a:cubicBezTo>
                        <a:cubicBezTo>
                          <a:pt x="213" y="426"/>
                          <a:pt x="365" y="547"/>
                          <a:pt x="517" y="608"/>
                        </a:cubicBezTo>
                        <a:cubicBezTo>
                          <a:pt x="699" y="669"/>
                          <a:pt x="882" y="730"/>
                          <a:pt x="1034" y="760"/>
                        </a:cubicBezTo>
                        <a:cubicBezTo>
                          <a:pt x="1064" y="790"/>
                          <a:pt x="1095" y="790"/>
                          <a:pt x="1095" y="760"/>
                        </a:cubicBezTo>
                        <a:cubicBezTo>
                          <a:pt x="1155" y="760"/>
                          <a:pt x="1186" y="730"/>
                          <a:pt x="1186" y="699"/>
                        </a:cubicBezTo>
                        <a:cubicBezTo>
                          <a:pt x="1216" y="669"/>
                          <a:pt x="1216" y="638"/>
                          <a:pt x="1186" y="638"/>
                        </a:cubicBezTo>
                        <a:cubicBezTo>
                          <a:pt x="943" y="274"/>
                          <a:pt x="547" y="30"/>
                          <a:pt x="122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86" name="Google Shape;566;p21">
                    <a:extLst>
                      <a:ext uri="{FF2B5EF4-FFF2-40B4-BE49-F238E27FC236}">
                        <a16:creationId xmlns:a16="http://schemas.microsoft.com/office/drawing/2014/main" id="{CCF0F215-B4BD-43A9-FF9C-AA81BFB02989}"/>
                      </a:ext>
                    </a:extLst>
                  </p:cNvPr>
                  <p:cNvSpPr/>
                  <p:nvPr/>
                </p:nvSpPr>
                <p:spPr>
                  <a:xfrm>
                    <a:off x="4672500" y="3493175"/>
                    <a:ext cx="27400" cy="16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6" h="669" extrusionOk="0">
                        <a:moveTo>
                          <a:pt x="396" y="638"/>
                        </a:moveTo>
                        <a:cubicBezTo>
                          <a:pt x="548" y="608"/>
                          <a:pt x="669" y="547"/>
                          <a:pt x="791" y="486"/>
                        </a:cubicBezTo>
                        <a:cubicBezTo>
                          <a:pt x="973" y="395"/>
                          <a:pt x="1004" y="213"/>
                          <a:pt x="1095" y="61"/>
                        </a:cubicBezTo>
                        <a:cubicBezTo>
                          <a:pt x="1095" y="30"/>
                          <a:pt x="1034" y="0"/>
                          <a:pt x="1034" y="0"/>
                        </a:cubicBezTo>
                        <a:lnTo>
                          <a:pt x="487" y="91"/>
                        </a:lnTo>
                        <a:cubicBezTo>
                          <a:pt x="335" y="122"/>
                          <a:pt x="183" y="182"/>
                          <a:pt x="62" y="274"/>
                        </a:cubicBezTo>
                        <a:cubicBezTo>
                          <a:pt x="1" y="334"/>
                          <a:pt x="1" y="456"/>
                          <a:pt x="62" y="517"/>
                        </a:cubicBezTo>
                        <a:cubicBezTo>
                          <a:pt x="153" y="608"/>
                          <a:pt x="274" y="669"/>
                          <a:pt x="396" y="6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87" name="Google Shape;567;p21">
                    <a:extLst>
                      <a:ext uri="{FF2B5EF4-FFF2-40B4-BE49-F238E27FC236}">
                        <a16:creationId xmlns:a16="http://schemas.microsoft.com/office/drawing/2014/main" id="{428F2378-5A4C-43CC-39E4-02EFE7A37540}"/>
                      </a:ext>
                    </a:extLst>
                  </p:cNvPr>
                  <p:cNvSpPr/>
                  <p:nvPr/>
                </p:nvSpPr>
                <p:spPr>
                  <a:xfrm>
                    <a:off x="3047850" y="2411075"/>
                    <a:ext cx="29675" cy="19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7" h="792" extrusionOk="0">
                        <a:moveTo>
                          <a:pt x="1186" y="62"/>
                        </a:moveTo>
                        <a:cubicBezTo>
                          <a:pt x="1186" y="62"/>
                          <a:pt x="1186" y="31"/>
                          <a:pt x="1186" y="31"/>
                        </a:cubicBezTo>
                        <a:cubicBezTo>
                          <a:pt x="1125" y="1"/>
                          <a:pt x="1095" y="1"/>
                          <a:pt x="1065" y="1"/>
                        </a:cubicBezTo>
                        <a:cubicBezTo>
                          <a:pt x="700" y="62"/>
                          <a:pt x="366" y="214"/>
                          <a:pt x="92" y="426"/>
                        </a:cubicBezTo>
                        <a:cubicBezTo>
                          <a:pt x="1" y="518"/>
                          <a:pt x="31" y="639"/>
                          <a:pt x="122" y="700"/>
                        </a:cubicBezTo>
                        <a:cubicBezTo>
                          <a:pt x="214" y="761"/>
                          <a:pt x="305" y="791"/>
                          <a:pt x="396" y="730"/>
                        </a:cubicBezTo>
                        <a:cubicBezTo>
                          <a:pt x="639" y="548"/>
                          <a:pt x="913" y="335"/>
                          <a:pt x="1186" y="122"/>
                        </a:cubicBezTo>
                        <a:cubicBezTo>
                          <a:pt x="1186" y="122"/>
                          <a:pt x="1186" y="92"/>
                          <a:pt x="1186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88" name="Google Shape;568;p21">
                    <a:extLst>
                      <a:ext uri="{FF2B5EF4-FFF2-40B4-BE49-F238E27FC236}">
                        <a16:creationId xmlns:a16="http://schemas.microsoft.com/office/drawing/2014/main" id="{EA1CCE77-4E1C-02E2-5F8D-35CCD5987E40}"/>
                      </a:ext>
                    </a:extLst>
                  </p:cNvPr>
                  <p:cNvSpPr/>
                  <p:nvPr/>
                </p:nvSpPr>
                <p:spPr>
                  <a:xfrm>
                    <a:off x="4345000" y="3369300"/>
                    <a:ext cx="14450" cy="24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8" h="974" extrusionOk="0">
                        <a:moveTo>
                          <a:pt x="426" y="943"/>
                        </a:moveTo>
                        <a:cubicBezTo>
                          <a:pt x="456" y="882"/>
                          <a:pt x="487" y="821"/>
                          <a:pt x="517" y="761"/>
                        </a:cubicBezTo>
                        <a:cubicBezTo>
                          <a:pt x="547" y="639"/>
                          <a:pt x="547" y="517"/>
                          <a:pt x="578" y="396"/>
                        </a:cubicBezTo>
                        <a:lnTo>
                          <a:pt x="578" y="213"/>
                        </a:lnTo>
                        <a:cubicBezTo>
                          <a:pt x="547" y="213"/>
                          <a:pt x="547" y="183"/>
                          <a:pt x="578" y="153"/>
                        </a:cubicBezTo>
                        <a:cubicBezTo>
                          <a:pt x="578" y="61"/>
                          <a:pt x="456" y="1"/>
                          <a:pt x="365" y="31"/>
                        </a:cubicBezTo>
                        <a:cubicBezTo>
                          <a:pt x="304" y="61"/>
                          <a:pt x="213" y="92"/>
                          <a:pt x="152" y="153"/>
                        </a:cubicBezTo>
                        <a:cubicBezTo>
                          <a:pt x="31" y="213"/>
                          <a:pt x="0" y="335"/>
                          <a:pt x="0" y="457"/>
                        </a:cubicBezTo>
                        <a:cubicBezTo>
                          <a:pt x="31" y="639"/>
                          <a:pt x="91" y="791"/>
                          <a:pt x="213" y="943"/>
                        </a:cubicBezTo>
                        <a:cubicBezTo>
                          <a:pt x="274" y="973"/>
                          <a:pt x="365" y="973"/>
                          <a:pt x="426" y="9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89" name="Google Shape;569;p21">
                    <a:extLst>
                      <a:ext uri="{FF2B5EF4-FFF2-40B4-BE49-F238E27FC236}">
                        <a16:creationId xmlns:a16="http://schemas.microsoft.com/office/drawing/2014/main" id="{FC289F90-D894-4553-BC84-037A6E1D29FE}"/>
                      </a:ext>
                    </a:extLst>
                  </p:cNvPr>
                  <p:cNvSpPr/>
                  <p:nvPr/>
                </p:nvSpPr>
                <p:spPr>
                  <a:xfrm>
                    <a:off x="3149675" y="3740125"/>
                    <a:ext cx="28150" cy="15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6" h="639" extrusionOk="0">
                        <a:moveTo>
                          <a:pt x="426" y="61"/>
                        </a:moveTo>
                        <a:cubicBezTo>
                          <a:pt x="335" y="61"/>
                          <a:pt x="214" y="61"/>
                          <a:pt x="92" y="122"/>
                        </a:cubicBezTo>
                        <a:cubicBezTo>
                          <a:pt x="31" y="122"/>
                          <a:pt x="1" y="183"/>
                          <a:pt x="31" y="213"/>
                        </a:cubicBezTo>
                        <a:cubicBezTo>
                          <a:pt x="183" y="487"/>
                          <a:pt x="548" y="639"/>
                          <a:pt x="852" y="517"/>
                        </a:cubicBezTo>
                        <a:lnTo>
                          <a:pt x="1034" y="457"/>
                        </a:lnTo>
                        <a:cubicBezTo>
                          <a:pt x="1095" y="426"/>
                          <a:pt x="1125" y="335"/>
                          <a:pt x="1095" y="274"/>
                        </a:cubicBezTo>
                        <a:cubicBezTo>
                          <a:pt x="913" y="92"/>
                          <a:pt x="670" y="1"/>
                          <a:pt x="426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90" name="Google Shape;570;p21">
                    <a:extLst>
                      <a:ext uri="{FF2B5EF4-FFF2-40B4-BE49-F238E27FC236}">
                        <a16:creationId xmlns:a16="http://schemas.microsoft.com/office/drawing/2014/main" id="{0C3D1875-FB76-9BAC-AACA-747E48A427C1}"/>
                      </a:ext>
                    </a:extLst>
                  </p:cNvPr>
                  <p:cNvSpPr/>
                  <p:nvPr/>
                </p:nvSpPr>
                <p:spPr>
                  <a:xfrm>
                    <a:off x="4959750" y="2636775"/>
                    <a:ext cx="20550" cy="19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2" h="761" extrusionOk="0">
                        <a:moveTo>
                          <a:pt x="244" y="669"/>
                        </a:moveTo>
                        <a:cubicBezTo>
                          <a:pt x="456" y="760"/>
                          <a:pt x="699" y="669"/>
                          <a:pt x="791" y="456"/>
                        </a:cubicBezTo>
                        <a:cubicBezTo>
                          <a:pt x="821" y="456"/>
                          <a:pt x="821" y="426"/>
                          <a:pt x="791" y="395"/>
                        </a:cubicBezTo>
                        <a:cubicBezTo>
                          <a:pt x="760" y="243"/>
                          <a:pt x="639" y="122"/>
                          <a:pt x="517" y="31"/>
                        </a:cubicBezTo>
                        <a:cubicBezTo>
                          <a:pt x="487" y="31"/>
                          <a:pt x="426" y="0"/>
                          <a:pt x="396" y="31"/>
                        </a:cubicBezTo>
                        <a:cubicBezTo>
                          <a:pt x="152" y="31"/>
                          <a:pt x="0" y="304"/>
                          <a:pt x="122" y="517"/>
                        </a:cubicBezTo>
                        <a:cubicBezTo>
                          <a:pt x="152" y="578"/>
                          <a:pt x="183" y="639"/>
                          <a:pt x="244" y="66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91" name="Google Shape;571;p21">
                    <a:extLst>
                      <a:ext uri="{FF2B5EF4-FFF2-40B4-BE49-F238E27FC236}">
                        <a16:creationId xmlns:a16="http://schemas.microsoft.com/office/drawing/2014/main" id="{B8850716-82BD-D8CD-7E17-A64012B83052}"/>
                      </a:ext>
                    </a:extLst>
                  </p:cNvPr>
                  <p:cNvSpPr/>
                  <p:nvPr/>
                </p:nvSpPr>
                <p:spPr>
                  <a:xfrm>
                    <a:off x="4553200" y="3493175"/>
                    <a:ext cx="33475" cy="10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9" h="426" extrusionOk="0">
                        <a:moveTo>
                          <a:pt x="213" y="0"/>
                        </a:moveTo>
                        <a:cubicBezTo>
                          <a:pt x="153" y="0"/>
                          <a:pt x="122" y="0"/>
                          <a:pt x="61" y="30"/>
                        </a:cubicBezTo>
                        <a:cubicBezTo>
                          <a:pt x="31" y="61"/>
                          <a:pt x="1" y="91"/>
                          <a:pt x="1" y="152"/>
                        </a:cubicBezTo>
                        <a:cubicBezTo>
                          <a:pt x="1" y="182"/>
                          <a:pt x="31" y="243"/>
                          <a:pt x="61" y="243"/>
                        </a:cubicBezTo>
                        <a:cubicBezTo>
                          <a:pt x="274" y="334"/>
                          <a:pt x="487" y="365"/>
                          <a:pt x="700" y="426"/>
                        </a:cubicBezTo>
                        <a:lnTo>
                          <a:pt x="761" y="426"/>
                        </a:lnTo>
                        <a:cubicBezTo>
                          <a:pt x="943" y="395"/>
                          <a:pt x="1125" y="395"/>
                          <a:pt x="1308" y="365"/>
                        </a:cubicBezTo>
                        <a:cubicBezTo>
                          <a:pt x="1308" y="365"/>
                          <a:pt x="1338" y="334"/>
                          <a:pt x="1338" y="304"/>
                        </a:cubicBezTo>
                        <a:cubicBezTo>
                          <a:pt x="1338" y="274"/>
                          <a:pt x="1338" y="243"/>
                          <a:pt x="1308" y="213"/>
                        </a:cubicBezTo>
                        <a:cubicBezTo>
                          <a:pt x="1156" y="91"/>
                          <a:pt x="973" y="30"/>
                          <a:pt x="791" y="30"/>
                        </a:cubicBezTo>
                        <a:cubicBezTo>
                          <a:pt x="609" y="61"/>
                          <a:pt x="396" y="30"/>
                          <a:pt x="213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92" name="Google Shape;572;p21">
                    <a:extLst>
                      <a:ext uri="{FF2B5EF4-FFF2-40B4-BE49-F238E27FC236}">
                        <a16:creationId xmlns:a16="http://schemas.microsoft.com/office/drawing/2014/main" id="{B3D11A68-0ADD-3634-8DF2-46C081D94A09}"/>
                      </a:ext>
                    </a:extLst>
                  </p:cNvPr>
                  <p:cNvSpPr/>
                  <p:nvPr/>
                </p:nvSpPr>
                <p:spPr>
                  <a:xfrm>
                    <a:off x="3303950" y="3742400"/>
                    <a:ext cx="24325" cy="12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3" h="488" extrusionOk="0">
                        <a:moveTo>
                          <a:pt x="821" y="62"/>
                        </a:moveTo>
                        <a:cubicBezTo>
                          <a:pt x="699" y="31"/>
                          <a:pt x="608" y="1"/>
                          <a:pt x="517" y="1"/>
                        </a:cubicBezTo>
                        <a:cubicBezTo>
                          <a:pt x="395" y="31"/>
                          <a:pt x="274" y="31"/>
                          <a:pt x="152" y="62"/>
                        </a:cubicBezTo>
                        <a:cubicBezTo>
                          <a:pt x="91" y="62"/>
                          <a:pt x="61" y="153"/>
                          <a:pt x="31" y="214"/>
                        </a:cubicBezTo>
                        <a:cubicBezTo>
                          <a:pt x="0" y="274"/>
                          <a:pt x="61" y="366"/>
                          <a:pt x="122" y="366"/>
                        </a:cubicBezTo>
                        <a:cubicBezTo>
                          <a:pt x="152" y="396"/>
                          <a:pt x="183" y="426"/>
                          <a:pt x="243" y="426"/>
                        </a:cubicBezTo>
                        <a:cubicBezTo>
                          <a:pt x="456" y="487"/>
                          <a:pt x="730" y="426"/>
                          <a:pt x="912" y="274"/>
                        </a:cubicBezTo>
                        <a:cubicBezTo>
                          <a:pt x="973" y="244"/>
                          <a:pt x="973" y="214"/>
                          <a:pt x="912" y="153"/>
                        </a:cubicBezTo>
                        <a:cubicBezTo>
                          <a:pt x="882" y="122"/>
                          <a:pt x="851" y="92"/>
                          <a:pt x="821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93" name="Google Shape;573;p21">
                    <a:extLst>
                      <a:ext uri="{FF2B5EF4-FFF2-40B4-BE49-F238E27FC236}">
                        <a16:creationId xmlns:a16="http://schemas.microsoft.com/office/drawing/2014/main" id="{A1028AF7-A55B-2948-6407-0835D5508B14}"/>
                      </a:ext>
                    </a:extLst>
                  </p:cNvPr>
                  <p:cNvSpPr/>
                  <p:nvPr/>
                </p:nvSpPr>
                <p:spPr>
                  <a:xfrm>
                    <a:off x="3230225" y="2386775"/>
                    <a:ext cx="11425" cy="25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" h="1034" extrusionOk="0">
                        <a:moveTo>
                          <a:pt x="92" y="1003"/>
                        </a:moveTo>
                        <a:cubicBezTo>
                          <a:pt x="153" y="1034"/>
                          <a:pt x="214" y="1034"/>
                          <a:pt x="274" y="1003"/>
                        </a:cubicBezTo>
                        <a:cubicBezTo>
                          <a:pt x="396" y="760"/>
                          <a:pt x="457" y="517"/>
                          <a:pt x="457" y="274"/>
                        </a:cubicBezTo>
                        <a:cubicBezTo>
                          <a:pt x="457" y="213"/>
                          <a:pt x="457" y="152"/>
                          <a:pt x="457" y="91"/>
                        </a:cubicBezTo>
                        <a:cubicBezTo>
                          <a:pt x="457" y="61"/>
                          <a:pt x="396" y="0"/>
                          <a:pt x="365" y="0"/>
                        </a:cubicBezTo>
                        <a:cubicBezTo>
                          <a:pt x="335" y="0"/>
                          <a:pt x="305" y="0"/>
                          <a:pt x="274" y="61"/>
                        </a:cubicBezTo>
                        <a:cubicBezTo>
                          <a:pt x="183" y="213"/>
                          <a:pt x="92" y="395"/>
                          <a:pt x="31" y="578"/>
                        </a:cubicBezTo>
                        <a:cubicBezTo>
                          <a:pt x="1" y="669"/>
                          <a:pt x="1" y="760"/>
                          <a:pt x="31" y="851"/>
                        </a:cubicBezTo>
                        <a:cubicBezTo>
                          <a:pt x="31" y="912"/>
                          <a:pt x="62" y="973"/>
                          <a:pt x="92" y="10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94" name="Google Shape;574;p21">
                    <a:extLst>
                      <a:ext uri="{FF2B5EF4-FFF2-40B4-BE49-F238E27FC236}">
                        <a16:creationId xmlns:a16="http://schemas.microsoft.com/office/drawing/2014/main" id="{1CE7DD21-2BDB-BADA-B06C-ACDEB6C76C85}"/>
                      </a:ext>
                    </a:extLst>
                  </p:cNvPr>
                  <p:cNvSpPr/>
                  <p:nvPr/>
                </p:nvSpPr>
                <p:spPr>
                  <a:xfrm>
                    <a:off x="3276575" y="2922500"/>
                    <a:ext cx="16750" cy="20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821" extrusionOk="0">
                        <a:moveTo>
                          <a:pt x="335" y="30"/>
                        </a:moveTo>
                        <a:cubicBezTo>
                          <a:pt x="92" y="152"/>
                          <a:pt x="1" y="426"/>
                          <a:pt x="92" y="669"/>
                        </a:cubicBezTo>
                        <a:cubicBezTo>
                          <a:pt x="92" y="730"/>
                          <a:pt x="183" y="760"/>
                          <a:pt x="214" y="790"/>
                        </a:cubicBezTo>
                        <a:cubicBezTo>
                          <a:pt x="244" y="821"/>
                          <a:pt x="305" y="790"/>
                          <a:pt x="335" y="730"/>
                        </a:cubicBezTo>
                        <a:cubicBezTo>
                          <a:pt x="426" y="638"/>
                          <a:pt x="487" y="517"/>
                          <a:pt x="578" y="426"/>
                        </a:cubicBezTo>
                        <a:cubicBezTo>
                          <a:pt x="609" y="365"/>
                          <a:pt x="609" y="334"/>
                          <a:pt x="639" y="304"/>
                        </a:cubicBezTo>
                        <a:cubicBezTo>
                          <a:pt x="670" y="213"/>
                          <a:pt x="639" y="122"/>
                          <a:pt x="578" y="61"/>
                        </a:cubicBezTo>
                        <a:cubicBezTo>
                          <a:pt x="487" y="0"/>
                          <a:pt x="396" y="0"/>
                          <a:pt x="335" y="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95" name="Google Shape;575;p21">
                    <a:extLst>
                      <a:ext uri="{FF2B5EF4-FFF2-40B4-BE49-F238E27FC236}">
                        <a16:creationId xmlns:a16="http://schemas.microsoft.com/office/drawing/2014/main" id="{B5332E34-281B-059E-3270-507EFC32F0FA}"/>
                      </a:ext>
                    </a:extLst>
                  </p:cNvPr>
                  <p:cNvSpPr/>
                  <p:nvPr/>
                </p:nvSpPr>
                <p:spPr>
                  <a:xfrm>
                    <a:off x="3406525" y="3286475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3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96" name="Google Shape;576;p21">
                    <a:extLst>
                      <a:ext uri="{FF2B5EF4-FFF2-40B4-BE49-F238E27FC236}">
                        <a16:creationId xmlns:a16="http://schemas.microsoft.com/office/drawing/2014/main" id="{6C05DC4D-0DD3-9809-93F2-735A34EABC72}"/>
                      </a:ext>
                    </a:extLst>
                  </p:cNvPr>
                  <p:cNvSpPr/>
                  <p:nvPr/>
                </p:nvSpPr>
                <p:spPr>
                  <a:xfrm>
                    <a:off x="3401200" y="3274325"/>
                    <a:ext cx="23600" cy="19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4" h="761" extrusionOk="0">
                        <a:moveTo>
                          <a:pt x="609" y="760"/>
                        </a:moveTo>
                        <a:lnTo>
                          <a:pt x="882" y="760"/>
                        </a:lnTo>
                        <a:cubicBezTo>
                          <a:pt x="913" y="365"/>
                          <a:pt x="943" y="456"/>
                          <a:pt x="609" y="304"/>
                        </a:cubicBezTo>
                        <a:cubicBezTo>
                          <a:pt x="426" y="243"/>
                          <a:pt x="244" y="152"/>
                          <a:pt x="92" y="0"/>
                        </a:cubicBezTo>
                        <a:cubicBezTo>
                          <a:pt x="92" y="0"/>
                          <a:pt x="31" y="31"/>
                          <a:pt x="1" y="31"/>
                        </a:cubicBezTo>
                        <a:cubicBezTo>
                          <a:pt x="1" y="61"/>
                          <a:pt x="1" y="91"/>
                          <a:pt x="1" y="91"/>
                        </a:cubicBezTo>
                        <a:cubicBezTo>
                          <a:pt x="62" y="243"/>
                          <a:pt x="153" y="365"/>
                          <a:pt x="214" y="486"/>
                        </a:cubicBezTo>
                        <a:cubicBezTo>
                          <a:pt x="305" y="486"/>
                          <a:pt x="366" y="517"/>
                          <a:pt x="457" y="547"/>
                        </a:cubicBezTo>
                        <a:cubicBezTo>
                          <a:pt x="518" y="578"/>
                          <a:pt x="609" y="669"/>
                          <a:pt x="609" y="7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97" name="Google Shape;577;p21">
                    <a:extLst>
                      <a:ext uri="{FF2B5EF4-FFF2-40B4-BE49-F238E27FC236}">
                        <a16:creationId xmlns:a16="http://schemas.microsoft.com/office/drawing/2014/main" id="{15A2F140-9DFD-67A9-3989-3406F4610116}"/>
                      </a:ext>
                    </a:extLst>
                  </p:cNvPr>
                  <p:cNvSpPr/>
                  <p:nvPr/>
                </p:nvSpPr>
                <p:spPr>
                  <a:xfrm>
                    <a:off x="3416400" y="329332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0"/>
                        </a:move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98" name="Google Shape;578;p21">
                    <a:extLst>
                      <a:ext uri="{FF2B5EF4-FFF2-40B4-BE49-F238E27FC236}">
                        <a16:creationId xmlns:a16="http://schemas.microsoft.com/office/drawing/2014/main" id="{ADF764B2-FEF4-8D34-C439-0CA2798603F5}"/>
                      </a:ext>
                    </a:extLst>
                  </p:cNvPr>
                  <p:cNvSpPr/>
                  <p:nvPr/>
                </p:nvSpPr>
                <p:spPr>
                  <a:xfrm>
                    <a:off x="4047125" y="2628400"/>
                    <a:ext cx="15225" cy="16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670" extrusionOk="0">
                        <a:moveTo>
                          <a:pt x="91" y="123"/>
                        </a:moveTo>
                        <a:cubicBezTo>
                          <a:pt x="61" y="183"/>
                          <a:pt x="31" y="244"/>
                          <a:pt x="31" y="305"/>
                        </a:cubicBezTo>
                        <a:cubicBezTo>
                          <a:pt x="0" y="426"/>
                          <a:pt x="61" y="548"/>
                          <a:pt x="152" y="609"/>
                        </a:cubicBezTo>
                        <a:cubicBezTo>
                          <a:pt x="274" y="670"/>
                          <a:pt x="426" y="670"/>
                          <a:pt x="517" y="609"/>
                        </a:cubicBezTo>
                        <a:cubicBezTo>
                          <a:pt x="547" y="578"/>
                          <a:pt x="547" y="548"/>
                          <a:pt x="578" y="548"/>
                        </a:cubicBezTo>
                        <a:cubicBezTo>
                          <a:pt x="578" y="518"/>
                          <a:pt x="608" y="487"/>
                          <a:pt x="578" y="487"/>
                        </a:cubicBezTo>
                        <a:cubicBezTo>
                          <a:pt x="517" y="366"/>
                          <a:pt x="456" y="244"/>
                          <a:pt x="395" y="92"/>
                        </a:cubicBezTo>
                        <a:cubicBezTo>
                          <a:pt x="304" y="1"/>
                          <a:pt x="152" y="1"/>
                          <a:pt x="91" y="12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99" name="Google Shape;579;p21">
                    <a:extLst>
                      <a:ext uri="{FF2B5EF4-FFF2-40B4-BE49-F238E27FC236}">
                        <a16:creationId xmlns:a16="http://schemas.microsoft.com/office/drawing/2014/main" id="{4B42C9A6-01B2-3F31-3DA0-0F1AAFED481D}"/>
                      </a:ext>
                    </a:extLst>
                  </p:cNvPr>
                  <p:cNvSpPr/>
                  <p:nvPr/>
                </p:nvSpPr>
                <p:spPr>
                  <a:xfrm>
                    <a:off x="3352575" y="2306225"/>
                    <a:ext cx="15975" cy="16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9" h="669" extrusionOk="0">
                        <a:moveTo>
                          <a:pt x="213" y="639"/>
                        </a:moveTo>
                        <a:cubicBezTo>
                          <a:pt x="274" y="669"/>
                          <a:pt x="365" y="669"/>
                          <a:pt x="396" y="639"/>
                        </a:cubicBezTo>
                        <a:cubicBezTo>
                          <a:pt x="517" y="517"/>
                          <a:pt x="608" y="395"/>
                          <a:pt x="639" y="243"/>
                        </a:cubicBezTo>
                        <a:cubicBezTo>
                          <a:pt x="639" y="213"/>
                          <a:pt x="639" y="152"/>
                          <a:pt x="608" y="122"/>
                        </a:cubicBezTo>
                        <a:cubicBezTo>
                          <a:pt x="548" y="61"/>
                          <a:pt x="456" y="0"/>
                          <a:pt x="365" y="0"/>
                        </a:cubicBezTo>
                        <a:cubicBezTo>
                          <a:pt x="183" y="61"/>
                          <a:pt x="0" y="243"/>
                          <a:pt x="122" y="456"/>
                        </a:cubicBezTo>
                        <a:cubicBezTo>
                          <a:pt x="183" y="517"/>
                          <a:pt x="213" y="578"/>
                          <a:pt x="213" y="6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00" name="Google Shape;580;p21">
                    <a:extLst>
                      <a:ext uri="{FF2B5EF4-FFF2-40B4-BE49-F238E27FC236}">
                        <a16:creationId xmlns:a16="http://schemas.microsoft.com/office/drawing/2014/main" id="{E331C64E-8D39-C874-38DE-09FAD76F6F24}"/>
                      </a:ext>
                    </a:extLst>
                  </p:cNvPr>
                  <p:cNvSpPr/>
                  <p:nvPr/>
                </p:nvSpPr>
                <p:spPr>
                  <a:xfrm>
                    <a:off x="3363200" y="2438450"/>
                    <a:ext cx="14475" cy="15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608" extrusionOk="0">
                        <a:moveTo>
                          <a:pt x="1" y="486"/>
                        </a:moveTo>
                        <a:cubicBezTo>
                          <a:pt x="1" y="486"/>
                          <a:pt x="1" y="517"/>
                          <a:pt x="31" y="547"/>
                        </a:cubicBezTo>
                        <a:cubicBezTo>
                          <a:pt x="123" y="608"/>
                          <a:pt x="244" y="608"/>
                          <a:pt x="366" y="547"/>
                        </a:cubicBezTo>
                        <a:cubicBezTo>
                          <a:pt x="457" y="517"/>
                          <a:pt x="518" y="426"/>
                          <a:pt x="548" y="334"/>
                        </a:cubicBezTo>
                        <a:cubicBezTo>
                          <a:pt x="579" y="152"/>
                          <a:pt x="427" y="30"/>
                          <a:pt x="275" y="0"/>
                        </a:cubicBezTo>
                        <a:cubicBezTo>
                          <a:pt x="214" y="30"/>
                          <a:pt x="183" y="30"/>
                          <a:pt x="153" y="61"/>
                        </a:cubicBezTo>
                        <a:cubicBezTo>
                          <a:pt x="62" y="182"/>
                          <a:pt x="1" y="334"/>
                          <a:pt x="1" y="48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01" name="Google Shape;581;p21">
                    <a:extLst>
                      <a:ext uri="{FF2B5EF4-FFF2-40B4-BE49-F238E27FC236}">
                        <a16:creationId xmlns:a16="http://schemas.microsoft.com/office/drawing/2014/main" id="{770B0333-8D99-BCD1-3EFA-58C62761F8D0}"/>
                      </a:ext>
                    </a:extLst>
                  </p:cNvPr>
                  <p:cNvSpPr/>
                  <p:nvPr/>
                </p:nvSpPr>
                <p:spPr>
                  <a:xfrm>
                    <a:off x="3267475" y="2388275"/>
                    <a:ext cx="14450" cy="12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8" h="518" extrusionOk="0">
                        <a:moveTo>
                          <a:pt x="31" y="274"/>
                        </a:moveTo>
                        <a:cubicBezTo>
                          <a:pt x="91" y="426"/>
                          <a:pt x="213" y="518"/>
                          <a:pt x="395" y="518"/>
                        </a:cubicBezTo>
                        <a:cubicBezTo>
                          <a:pt x="486" y="518"/>
                          <a:pt x="578" y="426"/>
                          <a:pt x="578" y="305"/>
                        </a:cubicBezTo>
                        <a:cubicBezTo>
                          <a:pt x="547" y="153"/>
                          <a:pt x="426" y="1"/>
                          <a:pt x="243" y="1"/>
                        </a:cubicBezTo>
                        <a:cubicBezTo>
                          <a:pt x="91" y="1"/>
                          <a:pt x="0" y="123"/>
                          <a:pt x="31" y="2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02" name="Google Shape;582;p21">
                    <a:extLst>
                      <a:ext uri="{FF2B5EF4-FFF2-40B4-BE49-F238E27FC236}">
                        <a16:creationId xmlns:a16="http://schemas.microsoft.com/office/drawing/2014/main" id="{9DCAD478-9A62-B270-7420-BD145654DEC8}"/>
                      </a:ext>
                    </a:extLst>
                  </p:cNvPr>
                  <p:cNvSpPr/>
                  <p:nvPr/>
                </p:nvSpPr>
                <p:spPr>
                  <a:xfrm>
                    <a:off x="3154250" y="2344200"/>
                    <a:ext cx="52450" cy="41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8" h="1643" extrusionOk="0">
                        <a:moveTo>
                          <a:pt x="335" y="639"/>
                        </a:moveTo>
                        <a:lnTo>
                          <a:pt x="335" y="639"/>
                        </a:lnTo>
                        <a:lnTo>
                          <a:pt x="365" y="639"/>
                        </a:lnTo>
                        <a:cubicBezTo>
                          <a:pt x="335" y="700"/>
                          <a:pt x="304" y="791"/>
                          <a:pt x="274" y="882"/>
                        </a:cubicBezTo>
                        <a:cubicBezTo>
                          <a:pt x="213" y="974"/>
                          <a:pt x="243" y="1095"/>
                          <a:pt x="304" y="1217"/>
                        </a:cubicBezTo>
                        <a:cubicBezTo>
                          <a:pt x="365" y="1308"/>
                          <a:pt x="426" y="1399"/>
                          <a:pt x="487" y="1490"/>
                        </a:cubicBezTo>
                        <a:cubicBezTo>
                          <a:pt x="547" y="1551"/>
                          <a:pt x="638" y="1582"/>
                          <a:pt x="730" y="1612"/>
                        </a:cubicBezTo>
                        <a:cubicBezTo>
                          <a:pt x="821" y="1612"/>
                          <a:pt x="912" y="1612"/>
                          <a:pt x="1003" y="1642"/>
                        </a:cubicBezTo>
                        <a:cubicBezTo>
                          <a:pt x="1155" y="1642"/>
                          <a:pt x="1307" y="1582"/>
                          <a:pt x="1429" y="1460"/>
                        </a:cubicBezTo>
                        <a:cubicBezTo>
                          <a:pt x="1520" y="1369"/>
                          <a:pt x="1581" y="1247"/>
                          <a:pt x="1611" y="1095"/>
                        </a:cubicBezTo>
                        <a:cubicBezTo>
                          <a:pt x="1611" y="1004"/>
                          <a:pt x="1702" y="943"/>
                          <a:pt x="1794" y="913"/>
                        </a:cubicBezTo>
                        <a:cubicBezTo>
                          <a:pt x="1854" y="882"/>
                          <a:pt x="1976" y="791"/>
                          <a:pt x="2067" y="730"/>
                        </a:cubicBezTo>
                        <a:cubicBezTo>
                          <a:pt x="2097" y="700"/>
                          <a:pt x="2097" y="639"/>
                          <a:pt x="2067" y="609"/>
                        </a:cubicBezTo>
                        <a:cubicBezTo>
                          <a:pt x="2037" y="578"/>
                          <a:pt x="2006" y="548"/>
                          <a:pt x="1976" y="518"/>
                        </a:cubicBezTo>
                        <a:cubicBezTo>
                          <a:pt x="1702" y="427"/>
                          <a:pt x="1398" y="366"/>
                          <a:pt x="1125" y="335"/>
                        </a:cubicBezTo>
                        <a:cubicBezTo>
                          <a:pt x="882" y="335"/>
                          <a:pt x="669" y="366"/>
                          <a:pt x="456" y="487"/>
                        </a:cubicBezTo>
                        <a:lnTo>
                          <a:pt x="456" y="487"/>
                        </a:lnTo>
                        <a:lnTo>
                          <a:pt x="456" y="487"/>
                        </a:lnTo>
                        <a:cubicBezTo>
                          <a:pt x="456" y="366"/>
                          <a:pt x="456" y="244"/>
                          <a:pt x="426" y="123"/>
                        </a:cubicBezTo>
                        <a:cubicBezTo>
                          <a:pt x="426" y="62"/>
                          <a:pt x="304" y="1"/>
                          <a:pt x="243" y="1"/>
                        </a:cubicBezTo>
                        <a:cubicBezTo>
                          <a:pt x="152" y="31"/>
                          <a:pt x="61" y="92"/>
                          <a:pt x="31" y="183"/>
                        </a:cubicBezTo>
                        <a:cubicBezTo>
                          <a:pt x="0" y="275"/>
                          <a:pt x="0" y="396"/>
                          <a:pt x="61" y="487"/>
                        </a:cubicBezTo>
                        <a:cubicBezTo>
                          <a:pt x="122" y="578"/>
                          <a:pt x="213" y="639"/>
                          <a:pt x="335" y="6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03" name="Google Shape;583;p21">
                    <a:extLst>
                      <a:ext uri="{FF2B5EF4-FFF2-40B4-BE49-F238E27FC236}">
                        <a16:creationId xmlns:a16="http://schemas.microsoft.com/office/drawing/2014/main" id="{BD540C8D-E859-9120-EB1C-264B66475CB9}"/>
                      </a:ext>
                    </a:extLst>
                  </p:cNvPr>
                  <p:cNvSpPr/>
                  <p:nvPr/>
                </p:nvSpPr>
                <p:spPr>
                  <a:xfrm>
                    <a:off x="3241625" y="3064575"/>
                    <a:ext cx="15225" cy="13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549" extrusionOk="0">
                        <a:moveTo>
                          <a:pt x="183" y="518"/>
                        </a:moveTo>
                        <a:cubicBezTo>
                          <a:pt x="335" y="487"/>
                          <a:pt x="487" y="396"/>
                          <a:pt x="578" y="275"/>
                        </a:cubicBezTo>
                        <a:cubicBezTo>
                          <a:pt x="609" y="153"/>
                          <a:pt x="487" y="1"/>
                          <a:pt x="365" y="31"/>
                        </a:cubicBezTo>
                        <a:cubicBezTo>
                          <a:pt x="274" y="31"/>
                          <a:pt x="183" y="62"/>
                          <a:pt x="92" y="92"/>
                        </a:cubicBezTo>
                        <a:cubicBezTo>
                          <a:pt x="31" y="123"/>
                          <a:pt x="1" y="214"/>
                          <a:pt x="1" y="305"/>
                        </a:cubicBezTo>
                        <a:cubicBezTo>
                          <a:pt x="1" y="335"/>
                          <a:pt x="1" y="366"/>
                          <a:pt x="1" y="396"/>
                        </a:cubicBezTo>
                        <a:cubicBezTo>
                          <a:pt x="31" y="487"/>
                          <a:pt x="92" y="548"/>
                          <a:pt x="183" y="5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04" name="Google Shape;584;p21">
                    <a:extLst>
                      <a:ext uri="{FF2B5EF4-FFF2-40B4-BE49-F238E27FC236}">
                        <a16:creationId xmlns:a16="http://schemas.microsoft.com/office/drawing/2014/main" id="{BB60A97F-A589-337E-F8F1-D48616C8740C}"/>
                      </a:ext>
                    </a:extLst>
                  </p:cNvPr>
                  <p:cNvSpPr/>
                  <p:nvPr/>
                </p:nvSpPr>
                <p:spPr>
                  <a:xfrm>
                    <a:off x="3212750" y="2541025"/>
                    <a:ext cx="21300" cy="9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2" h="366" extrusionOk="0">
                        <a:moveTo>
                          <a:pt x="578" y="304"/>
                        </a:moveTo>
                        <a:cubicBezTo>
                          <a:pt x="669" y="304"/>
                          <a:pt x="730" y="244"/>
                          <a:pt x="791" y="183"/>
                        </a:cubicBezTo>
                        <a:cubicBezTo>
                          <a:pt x="821" y="183"/>
                          <a:pt x="821" y="122"/>
                          <a:pt x="852" y="92"/>
                        </a:cubicBezTo>
                        <a:cubicBezTo>
                          <a:pt x="852" y="31"/>
                          <a:pt x="821" y="31"/>
                          <a:pt x="791" y="31"/>
                        </a:cubicBezTo>
                        <a:cubicBezTo>
                          <a:pt x="609" y="0"/>
                          <a:pt x="426" y="0"/>
                          <a:pt x="244" y="31"/>
                        </a:cubicBezTo>
                        <a:cubicBezTo>
                          <a:pt x="92" y="31"/>
                          <a:pt x="31" y="152"/>
                          <a:pt x="1" y="274"/>
                        </a:cubicBezTo>
                        <a:cubicBezTo>
                          <a:pt x="183" y="335"/>
                          <a:pt x="365" y="365"/>
                          <a:pt x="578" y="30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05" name="Google Shape;585;p21">
                    <a:extLst>
                      <a:ext uri="{FF2B5EF4-FFF2-40B4-BE49-F238E27FC236}">
                        <a16:creationId xmlns:a16="http://schemas.microsoft.com/office/drawing/2014/main" id="{5DFD688C-F5F1-0096-E51F-D0796759FC9A}"/>
                      </a:ext>
                    </a:extLst>
                  </p:cNvPr>
                  <p:cNvSpPr/>
                  <p:nvPr/>
                </p:nvSpPr>
                <p:spPr>
                  <a:xfrm>
                    <a:off x="3183875" y="2477200"/>
                    <a:ext cx="12950" cy="12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" h="517" extrusionOk="0">
                        <a:moveTo>
                          <a:pt x="183" y="487"/>
                        </a:moveTo>
                        <a:cubicBezTo>
                          <a:pt x="274" y="517"/>
                          <a:pt x="396" y="456"/>
                          <a:pt x="457" y="365"/>
                        </a:cubicBezTo>
                        <a:cubicBezTo>
                          <a:pt x="517" y="274"/>
                          <a:pt x="517" y="152"/>
                          <a:pt x="457" y="61"/>
                        </a:cubicBezTo>
                        <a:cubicBezTo>
                          <a:pt x="426" y="0"/>
                          <a:pt x="396" y="0"/>
                          <a:pt x="335" y="0"/>
                        </a:cubicBezTo>
                        <a:cubicBezTo>
                          <a:pt x="183" y="31"/>
                          <a:pt x="92" y="152"/>
                          <a:pt x="31" y="304"/>
                        </a:cubicBezTo>
                        <a:cubicBezTo>
                          <a:pt x="1" y="365"/>
                          <a:pt x="92" y="487"/>
                          <a:pt x="183" y="4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06" name="Google Shape;586;p21">
                    <a:extLst>
                      <a:ext uri="{FF2B5EF4-FFF2-40B4-BE49-F238E27FC236}">
                        <a16:creationId xmlns:a16="http://schemas.microsoft.com/office/drawing/2014/main" id="{E09033CD-60CD-EF7C-2D83-7EFEFF411661}"/>
                      </a:ext>
                    </a:extLst>
                  </p:cNvPr>
                  <p:cNvSpPr/>
                  <p:nvPr/>
                </p:nvSpPr>
                <p:spPr>
                  <a:xfrm>
                    <a:off x="4332825" y="2511400"/>
                    <a:ext cx="12950" cy="20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" h="821" extrusionOk="0">
                        <a:moveTo>
                          <a:pt x="62" y="0"/>
                        </a:moveTo>
                        <a:cubicBezTo>
                          <a:pt x="62" y="30"/>
                          <a:pt x="1" y="91"/>
                          <a:pt x="1" y="122"/>
                        </a:cubicBezTo>
                        <a:cubicBezTo>
                          <a:pt x="31" y="395"/>
                          <a:pt x="214" y="669"/>
                          <a:pt x="457" y="821"/>
                        </a:cubicBezTo>
                        <a:cubicBezTo>
                          <a:pt x="457" y="821"/>
                          <a:pt x="487" y="790"/>
                          <a:pt x="518" y="790"/>
                        </a:cubicBezTo>
                        <a:cubicBezTo>
                          <a:pt x="518" y="760"/>
                          <a:pt x="518" y="730"/>
                          <a:pt x="518" y="730"/>
                        </a:cubicBezTo>
                        <a:cubicBezTo>
                          <a:pt x="396" y="486"/>
                          <a:pt x="274" y="243"/>
                          <a:pt x="122" y="30"/>
                        </a:cubicBezTo>
                        <a:cubicBezTo>
                          <a:pt x="122" y="30"/>
                          <a:pt x="92" y="0"/>
                          <a:pt x="62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07" name="Google Shape;587;p21">
                    <a:extLst>
                      <a:ext uri="{FF2B5EF4-FFF2-40B4-BE49-F238E27FC236}">
                        <a16:creationId xmlns:a16="http://schemas.microsoft.com/office/drawing/2014/main" id="{BBAF9E3E-F519-06AC-60FB-580DDFE1A30C}"/>
                      </a:ext>
                    </a:extLst>
                  </p:cNvPr>
                  <p:cNvSpPr/>
                  <p:nvPr/>
                </p:nvSpPr>
                <p:spPr>
                  <a:xfrm>
                    <a:off x="3310025" y="2898175"/>
                    <a:ext cx="12950" cy="12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" h="487" extrusionOk="0">
                        <a:moveTo>
                          <a:pt x="91" y="61"/>
                        </a:moveTo>
                        <a:cubicBezTo>
                          <a:pt x="0" y="122"/>
                          <a:pt x="31" y="244"/>
                          <a:pt x="122" y="365"/>
                        </a:cubicBezTo>
                        <a:cubicBezTo>
                          <a:pt x="122" y="395"/>
                          <a:pt x="152" y="426"/>
                          <a:pt x="213" y="456"/>
                        </a:cubicBezTo>
                        <a:cubicBezTo>
                          <a:pt x="243" y="487"/>
                          <a:pt x="335" y="487"/>
                          <a:pt x="395" y="456"/>
                        </a:cubicBezTo>
                        <a:cubicBezTo>
                          <a:pt x="426" y="426"/>
                          <a:pt x="456" y="365"/>
                          <a:pt x="517" y="335"/>
                        </a:cubicBezTo>
                        <a:cubicBezTo>
                          <a:pt x="517" y="244"/>
                          <a:pt x="456" y="152"/>
                          <a:pt x="395" y="92"/>
                        </a:cubicBezTo>
                        <a:cubicBezTo>
                          <a:pt x="274" y="61"/>
                          <a:pt x="183" y="0"/>
                          <a:pt x="91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08" name="Google Shape;588;p21">
                    <a:extLst>
                      <a:ext uri="{FF2B5EF4-FFF2-40B4-BE49-F238E27FC236}">
                        <a16:creationId xmlns:a16="http://schemas.microsoft.com/office/drawing/2014/main" id="{467654F7-B23A-FD29-AB66-16602CA30F55}"/>
                      </a:ext>
                    </a:extLst>
                  </p:cNvPr>
                  <p:cNvSpPr/>
                  <p:nvPr/>
                </p:nvSpPr>
                <p:spPr>
                  <a:xfrm>
                    <a:off x="3199075" y="3132975"/>
                    <a:ext cx="14475" cy="10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427" extrusionOk="0">
                        <a:moveTo>
                          <a:pt x="152" y="61"/>
                        </a:moveTo>
                        <a:cubicBezTo>
                          <a:pt x="92" y="92"/>
                          <a:pt x="31" y="153"/>
                          <a:pt x="31" y="213"/>
                        </a:cubicBezTo>
                        <a:cubicBezTo>
                          <a:pt x="1" y="244"/>
                          <a:pt x="31" y="305"/>
                          <a:pt x="61" y="335"/>
                        </a:cubicBezTo>
                        <a:cubicBezTo>
                          <a:pt x="152" y="365"/>
                          <a:pt x="244" y="396"/>
                          <a:pt x="335" y="426"/>
                        </a:cubicBezTo>
                        <a:cubicBezTo>
                          <a:pt x="365" y="426"/>
                          <a:pt x="396" y="426"/>
                          <a:pt x="426" y="426"/>
                        </a:cubicBezTo>
                        <a:cubicBezTo>
                          <a:pt x="487" y="396"/>
                          <a:pt x="517" y="396"/>
                          <a:pt x="548" y="365"/>
                        </a:cubicBezTo>
                        <a:cubicBezTo>
                          <a:pt x="578" y="335"/>
                          <a:pt x="578" y="244"/>
                          <a:pt x="548" y="183"/>
                        </a:cubicBezTo>
                        <a:cubicBezTo>
                          <a:pt x="456" y="61"/>
                          <a:pt x="274" y="1"/>
                          <a:pt x="152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09" name="Google Shape;589;p21">
                    <a:extLst>
                      <a:ext uri="{FF2B5EF4-FFF2-40B4-BE49-F238E27FC236}">
                        <a16:creationId xmlns:a16="http://schemas.microsoft.com/office/drawing/2014/main" id="{6A4FEAB9-9FC5-864C-33F0-920C66F038B6}"/>
                      </a:ext>
                    </a:extLst>
                  </p:cNvPr>
                  <p:cNvSpPr/>
                  <p:nvPr/>
                </p:nvSpPr>
                <p:spPr>
                  <a:xfrm>
                    <a:off x="2339625" y="2863225"/>
                    <a:ext cx="15225" cy="11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457" extrusionOk="0">
                        <a:moveTo>
                          <a:pt x="305" y="61"/>
                        </a:moveTo>
                        <a:cubicBezTo>
                          <a:pt x="183" y="183"/>
                          <a:pt x="62" y="243"/>
                          <a:pt x="1" y="426"/>
                        </a:cubicBezTo>
                        <a:cubicBezTo>
                          <a:pt x="153" y="456"/>
                          <a:pt x="305" y="456"/>
                          <a:pt x="457" y="426"/>
                        </a:cubicBezTo>
                        <a:cubicBezTo>
                          <a:pt x="518" y="395"/>
                          <a:pt x="548" y="365"/>
                          <a:pt x="578" y="335"/>
                        </a:cubicBezTo>
                        <a:cubicBezTo>
                          <a:pt x="609" y="304"/>
                          <a:pt x="578" y="152"/>
                          <a:pt x="548" y="91"/>
                        </a:cubicBezTo>
                        <a:cubicBezTo>
                          <a:pt x="487" y="31"/>
                          <a:pt x="366" y="0"/>
                          <a:pt x="305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0" name="Google Shape;590;p21">
                    <a:extLst>
                      <a:ext uri="{FF2B5EF4-FFF2-40B4-BE49-F238E27FC236}">
                        <a16:creationId xmlns:a16="http://schemas.microsoft.com/office/drawing/2014/main" id="{6996842B-69A8-2340-21CF-CC7CB654560E}"/>
                      </a:ext>
                    </a:extLst>
                  </p:cNvPr>
                  <p:cNvSpPr/>
                  <p:nvPr/>
                </p:nvSpPr>
                <p:spPr>
                  <a:xfrm>
                    <a:off x="2306200" y="2874625"/>
                    <a:ext cx="41050" cy="32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2" h="1308" extrusionOk="0">
                        <a:moveTo>
                          <a:pt x="1338" y="0"/>
                        </a:moveTo>
                        <a:cubicBezTo>
                          <a:pt x="1247" y="61"/>
                          <a:pt x="1156" y="91"/>
                          <a:pt x="1034" y="91"/>
                        </a:cubicBezTo>
                        <a:cubicBezTo>
                          <a:pt x="912" y="30"/>
                          <a:pt x="791" y="91"/>
                          <a:pt x="760" y="213"/>
                        </a:cubicBezTo>
                        <a:cubicBezTo>
                          <a:pt x="760" y="243"/>
                          <a:pt x="700" y="274"/>
                          <a:pt x="669" y="274"/>
                        </a:cubicBezTo>
                        <a:cubicBezTo>
                          <a:pt x="639" y="304"/>
                          <a:pt x="639" y="274"/>
                          <a:pt x="608" y="274"/>
                        </a:cubicBezTo>
                        <a:cubicBezTo>
                          <a:pt x="122" y="365"/>
                          <a:pt x="31" y="486"/>
                          <a:pt x="1" y="942"/>
                        </a:cubicBezTo>
                        <a:cubicBezTo>
                          <a:pt x="31" y="1003"/>
                          <a:pt x="61" y="1064"/>
                          <a:pt x="92" y="1094"/>
                        </a:cubicBezTo>
                        <a:cubicBezTo>
                          <a:pt x="153" y="1155"/>
                          <a:pt x="153" y="1216"/>
                          <a:pt x="213" y="1277"/>
                        </a:cubicBezTo>
                        <a:cubicBezTo>
                          <a:pt x="244" y="1307"/>
                          <a:pt x="274" y="1307"/>
                          <a:pt x="335" y="1307"/>
                        </a:cubicBezTo>
                        <a:cubicBezTo>
                          <a:pt x="548" y="1064"/>
                          <a:pt x="821" y="912"/>
                          <a:pt x="1125" y="790"/>
                        </a:cubicBezTo>
                        <a:cubicBezTo>
                          <a:pt x="1247" y="760"/>
                          <a:pt x="1338" y="608"/>
                          <a:pt x="1490" y="547"/>
                        </a:cubicBezTo>
                        <a:cubicBezTo>
                          <a:pt x="1642" y="486"/>
                          <a:pt x="1612" y="365"/>
                          <a:pt x="1612" y="243"/>
                        </a:cubicBezTo>
                        <a:cubicBezTo>
                          <a:pt x="1581" y="122"/>
                          <a:pt x="1551" y="152"/>
                          <a:pt x="1490" y="91"/>
                        </a:cubicBezTo>
                        <a:cubicBezTo>
                          <a:pt x="1429" y="61"/>
                          <a:pt x="1399" y="30"/>
                          <a:pt x="1368" y="0"/>
                        </a:cubicBezTo>
                        <a:lnTo>
                          <a:pt x="1368" y="0"/>
                        </a:lnTo>
                        <a:lnTo>
                          <a:pt x="1338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1" name="Google Shape;591;p21">
                    <a:extLst>
                      <a:ext uri="{FF2B5EF4-FFF2-40B4-BE49-F238E27FC236}">
                        <a16:creationId xmlns:a16="http://schemas.microsoft.com/office/drawing/2014/main" id="{292BEACB-1050-8B2D-6E50-419FE653021B}"/>
                      </a:ext>
                    </a:extLst>
                  </p:cNvPr>
                  <p:cNvSpPr/>
                  <p:nvPr/>
                </p:nvSpPr>
                <p:spPr>
                  <a:xfrm>
                    <a:off x="3377650" y="3856400"/>
                    <a:ext cx="10675" cy="11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7" h="457" extrusionOk="0">
                        <a:moveTo>
                          <a:pt x="31" y="274"/>
                        </a:moveTo>
                        <a:cubicBezTo>
                          <a:pt x="1" y="365"/>
                          <a:pt x="92" y="456"/>
                          <a:pt x="183" y="456"/>
                        </a:cubicBezTo>
                        <a:cubicBezTo>
                          <a:pt x="304" y="456"/>
                          <a:pt x="396" y="365"/>
                          <a:pt x="426" y="243"/>
                        </a:cubicBezTo>
                        <a:cubicBezTo>
                          <a:pt x="426" y="122"/>
                          <a:pt x="365" y="31"/>
                          <a:pt x="244" y="0"/>
                        </a:cubicBezTo>
                        <a:cubicBezTo>
                          <a:pt x="152" y="0"/>
                          <a:pt x="61" y="61"/>
                          <a:pt x="31" y="152"/>
                        </a:cubicBezTo>
                        <a:cubicBezTo>
                          <a:pt x="31" y="183"/>
                          <a:pt x="31" y="243"/>
                          <a:pt x="31" y="2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2" name="Google Shape;592;p21">
                    <a:extLst>
                      <a:ext uri="{FF2B5EF4-FFF2-40B4-BE49-F238E27FC236}">
                        <a16:creationId xmlns:a16="http://schemas.microsoft.com/office/drawing/2014/main" id="{ABDF1849-8AF9-AF0F-7B09-B4BA78E595F9}"/>
                      </a:ext>
                    </a:extLst>
                  </p:cNvPr>
                  <p:cNvSpPr/>
                  <p:nvPr/>
                </p:nvSpPr>
                <p:spPr>
                  <a:xfrm>
                    <a:off x="4750775" y="2364725"/>
                    <a:ext cx="13700" cy="12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8" h="487" extrusionOk="0">
                        <a:moveTo>
                          <a:pt x="396" y="457"/>
                        </a:moveTo>
                        <a:cubicBezTo>
                          <a:pt x="426" y="396"/>
                          <a:pt x="456" y="335"/>
                          <a:pt x="487" y="305"/>
                        </a:cubicBezTo>
                        <a:cubicBezTo>
                          <a:pt x="548" y="183"/>
                          <a:pt x="456" y="61"/>
                          <a:pt x="365" y="31"/>
                        </a:cubicBezTo>
                        <a:cubicBezTo>
                          <a:pt x="274" y="1"/>
                          <a:pt x="183" y="31"/>
                          <a:pt x="92" y="92"/>
                        </a:cubicBezTo>
                        <a:cubicBezTo>
                          <a:pt x="1" y="153"/>
                          <a:pt x="1" y="274"/>
                          <a:pt x="92" y="365"/>
                        </a:cubicBezTo>
                        <a:cubicBezTo>
                          <a:pt x="153" y="457"/>
                          <a:pt x="274" y="487"/>
                          <a:pt x="396" y="4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3" name="Google Shape;593;p21">
                    <a:extLst>
                      <a:ext uri="{FF2B5EF4-FFF2-40B4-BE49-F238E27FC236}">
                        <a16:creationId xmlns:a16="http://schemas.microsoft.com/office/drawing/2014/main" id="{1C071D2E-53D2-CE7D-7483-E2AA2C076B2D}"/>
                      </a:ext>
                    </a:extLst>
                  </p:cNvPr>
                  <p:cNvSpPr/>
                  <p:nvPr/>
                </p:nvSpPr>
                <p:spPr>
                  <a:xfrm>
                    <a:off x="4985575" y="3838150"/>
                    <a:ext cx="13700" cy="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8" h="336" extrusionOk="0">
                        <a:moveTo>
                          <a:pt x="305" y="31"/>
                        </a:moveTo>
                        <a:cubicBezTo>
                          <a:pt x="244" y="1"/>
                          <a:pt x="214" y="1"/>
                          <a:pt x="153" y="31"/>
                        </a:cubicBezTo>
                        <a:cubicBezTo>
                          <a:pt x="122" y="61"/>
                          <a:pt x="62" y="92"/>
                          <a:pt x="31" y="122"/>
                        </a:cubicBezTo>
                        <a:cubicBezTo>
                          <a:pt x="1" y="183"/>
                          <a:pt x="92" y="305"/>
                          <a:pt x="183" y="305"/>
                        </a:cubicBezTo>
                        <a:cubicBezTo>
                          <a:pt x="305" y="335"/>
                          <a:pt x="426" y="274"/>
                          <a:pt x="518" y="183"/>
                        </a:cubicBezTo>
                        <a:cubicBezTo>
                          <a:pt x="548" y="122"/>
                          <a:pt x="518" y="92"/>
                          <a:pt x="487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4" name="Google Shape;594;p21">
                    <a:extLst>
                      <a:ext uri="{FF2B5EF4-FFF2-40B4-BE49-F238E27FC236}">
                        <a16:creationId xmlns:a16="http://schemas.microsoft.com/office/drawing/2014/main" id="{36950235-0CC9-B633-857D-F9EDE7042DA9}"/>
                      </a:ext>
                    </a:extLst>
                  </p:cNvPr>
                  <p:cNvSpPr/>
                  <p:nvPr/>
                </p:nvSpPr>
                <p:spPr>
                  <a:xfrm>
                    <a:off x="3356375" y="2741625"/>
                    <a:ext cx="15225" cy="12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518" extrusionOk="0">
                        <a:moveTo>
                          <a:pt x="456" y="31"/>
                        </a:moveTo>
                        <a:cubicBezTo>
                          <a:pt x="426" y="62"/>
                          <a:pt x="365" y="92"/>
                          <a:pt x="335" y="122"/>
                        </a:cubicBezTo>
                        <a:cubicBezTo>
                          <a:pt x="244" y="183"/>
                          <a:pt x="61" y="183"/>
                          <a:pt x="0" y="335"/>
                        </a:cubicBezTo>
                        <a:cubicBezTo>
                          <a:pt x="0" y="366"/>
                          <a:pt x="0" y="396"/>
                          <a:pt x="0" y="457"/>
                        </a:cubicBezTo>
                        <a:cubicBezTo>
                          <a:pt x="0" y="457"/>
                          <a:pt x="31" y="487"/>
                          <a:pt x="61" y="487"/>
                        </a:cubicBezTo>
                        <a:cubicBezTo>
                          <a:pt x="122" y="487"/>
                          <a:pt x="183" y="518"/>
                          <a:pt x="244" y="487"/>
                        </a:cubicBezTo>
                        <a:cubicBezTo>
                          <a:pt x="365" y="396"/>
                          <a:pt x="456" y="335"/>
                          <a:pt x="548" y="244"/>
                        </a:cubicBezTo>
                        <a:cubicBezTo>
                          <a:pt x="608" y="183"/>
                          <a:pt x="608" y="122"/>
                          <a:pt x="578" y="62"/>
                        </a:cubicBezTo>
                        <a:cubicBezTo>
                          <a:pt x="548" y="31"/>
                          <a:pt x="487" y="1"/>
                          <a:pt x="456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5" name="Google Shape;595;p21">
                    <a:extLst>
                      <a:ext uri="{FF2B5EF4-FFF2-40B4-BE49-F238E27FC236}">
                        <a16:creationId xmlns:a16="http://schemas.microsoft.com/office/drawing/2014/main" id="{5DF11399-8896-B3FB-ED76-512C2DF4779D}"/>
                      </a:ext>
                    </a:extLst>
                  </p:cNvPr>
                  <p:cNvSpPr/>
                  <p:nvPr/>
                </p:nvSpPr>
                <p:spPr>
                  <a:xfrm>
                    <a:off x="3398175" y="2784200"/>
                    <a:ext cx="12175" cy="9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7" h="396" extrusionOk="0">
                        <a:moveTo>
                          <a:pt x="395" y="365"/>
                        </a:moveTo>
                        <a:cubicBezTo>
                          <a:pt x="426" y="365"/>
                          <a:pt x="456" y="304"/>
                          <a:pt x="487" y="274"/>
                        </a:cubicBezTo>
                        <a:cubicBezTo>
                          <a:pt x="487" y="213"/>
                          <a:pt x="487" y="182"/>
                          <a:pt x="456" y="152"/>
                        </a:cubicBezTo>
                        <a:cubicBezTo>
                          <a:pt x="395" y="61"/>
                          <a:pt x="304" y="0"/>
                          <a:pt x="183" y="0"/>
                        </a:cubicBezTo>
                        <a:cubicBezTo>
                          <a:pt x="122" y="0"/>
                          <a:pt x="61" y="61"/>
                          <a:pt x="31" y="122"/>
                        </a:cubicBezTo>
                        <a:cubicBezTo>
                          <a:pt x="0" y="182"/>
                          <a:pt x="31" y="243"/>
                          <a:pt x="91" y="304"/>
                        </a:cubicBezTo>
                        <a:cubicBezTo>
                          <a:pt x="183" y="365"/>
                          <a:pt x="304" y="395"/>
                          <a:pt x="395" y="36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6" name="Google Shape;596;p21">
                    <a:extLst>
                      <a:ext uri="{FF2B5EF4-FFF2-40B4-BE49-F238E27FC236}">
                        <a16:creationId xmlns:a16="http://schemas.microsoft.com/office/drawing/2014/main" id="{1AD18478-467C-F3C4-B297-3B485AEFC35C}"/>
                      </a:ext>
                    </a:extLst>
                  </p:cNvPr>
                  <p:cNvSpPr/>
                  <p:nvPr/>
                </p:nvSpPr>
                <p:spPr>
                  <a:xfrm>
                    <a:off x="4701375" y="2403475"/>
                    <a:ext cx="14475" cy="9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366" extrusionOk="0">
                        <a:moveTo>
                          <a:pt x="426" y="31"/>
                        </a:moveTo>
                        <a:cubicBezTo>
                          <a:pt x="366" y="31"/>
                          <a:pt x="274" y="1"/>
                          <a:pt x="214" y="1"/>
                        </a:cubicBezTo>
                        <a:cubicBezTo>
                          <a:pt x="183" y="1"/>
                          <a:pt x="122" y="1"/>
                          <a:pt x="92" y="31"/>
                        </a:cubicBezTo>
                        <a:cubicBezTo>
                          <a:pt x="62" y="62"/>
                          <a:pt x="31" y="92"/>
                          <a:pt x="31" y="153"/>
                        </a:cubicBezTo>
                        <a:cubicBezTo>
                          <a:pt x="1" y="183"/>
                          <a:pt x="31" y="214"/>
                          <a:pt x="92" y="244"/>
                        </a:cubicBezTo>
                        <a:cubicBezTo>
                          <a:pt x="244" y="244"/>
                          <a:pt x="426" y="305"/>
                          <a:pt x="578" y="366"/>
                        </a:cubicBezTo>
                        <a:lnTo>
                          <a:pt x="578" y="214"/>
                        </a:lnTo>
                        <a:cubicBezTo>
                          <a:pt x="548" y="62"/>
                          <a:pt x="548" y="62"/>
                          <a:pt x="426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7" name="Google Shape;597;p21">
                    <a:extLst>
                      <a:ext uri="{FF2B5EF4-FFF2-40B4-BE49-F238E27FC236}">
                        <a16:creationId xmlns:a16="http://schemas.microsoft.com/office/drawing/2014/main" id="{2C2CF6FB-07B0-7F43-3D50-B9DAB6074702}"/>
                      </a:ext>
                    </a:extLst>
                  </p:cNvPr>
                  <p:cNvSpPr/>
                  <p:nvPr/>
                </p:nvSpPr>
                <p:spPr>
                  <a:xfrm>
                    <a:off x="4715825" y="2412600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0" y="1"/>
                        </a:moveTo>
                        <a:lnTo>
                          <a:pt x="0" y="31"/>
                        </a:lnTo>
                        <a:lnTo>
                          <a:pt x="0" y="31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8" name="Google Shape;598;p21">
                    <a:extLst>
                      <a:ext uri="{FF2B5EF4-FFF2-40B4-BE49-F238E27FC236}">
                        <a16:creationId xmlns:a16="http://schemas.microsoft.com/office/drawing/2014/main" id="{B94BC3B2-E60A-BAD8-0C40-4E4CAE704497}"/>
                      </a:ext>
                    </a:extLst>
                  </p:cNvPr>
                  <p:cNvSpPr/>
                  <p:nvPr/>
                </p:nvSpPr>
                <p:spPr>
                  <a:xfrm>
                    <a:off x="3546350" y="4468875"/>
                    <a:ext cx="25" cy="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extrusionOk="0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9" name="Google Shape;599;p21">
                    <a:extLst>
                      <a:ext uri="{FF2B5EF4-FFF2-40B4-BE49-F238E27FC236}">
                        <a16:creationId xmlns:a16="http://schemas.microsoft.com/office/drawing/2014/main" id="{4B42A1FE-7915-74D3-08DB-EAA396B3F63E}"/>
                      </a:ext>
                    </a:extLst>
                  </p:cNvPr>
                  <p:cNvSpPr/>
                  <p:nvPr/>
                </p:nvSpPr>
                <p:spPr>
                  <a:xfrm>
                    <a:off x="3529625" y="4468875"/>
                    <a:ext cx="16750" cy="16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669" extrusionOk="0">
                        <a:moveTo>
                          <a:pt x="244" y="274"/>
                        </a:moveTo>
                        <a:cubicBezTo>
                          <a:pt x="183" y="365"/>
                          <a:pt x="122" y="426"/>
                          <a:pt x="61" y="517"/>
                        </a:cubicBezTo>
                        <a:cubicBezTo>
                          <a:pt x="31" y="578"/>
                          <a:pt x="1" y="608"/>
                          <a:pt x="1" y="669"/>
                        </a:cubicBezTo>
                        <a:cubicBezTo>
                          <a:pt x="305" y="638"/>
                          <a:pt x="609" y="395"/>
                          <a:pt x="669" y="61"/>
                        </a:cubicBezTo>
                        <a:cubicBezTo>
                          <a:pt x="669" y="61"/>
                          <a:pt x="669" y="30"/>
                          <a:pt x="669" y="0"/>
                        </a:cubicBezTo>
                        <a:cubicBezTo>
                          <a:pt x="609" y="30"/>
                          <a:pt x="548" y="61"/>
                          <a:pt x="517" y="91"/>
                        </a:cubicBezTo>
                        <a:cubicBezTo>
                          <a:pt x="426" y="152"/>
                          <a:pt x="335" y="213"/>
                          <a:pt x="244" y="2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0" name="Google Shape;600;p21">
                    <a:extLst>
                      <a:ext uri="{FF2B5EF4-FFF2-40B4-BE49-F238E27FC236}">
                        <a16:creationId xmlns:a16="http://schemas.microsoft.com/office/drawing/2014/main" id="{1DCE5879-88A7-56E2-1237-F4FD9A5EFAD4}"/>
                      </a:ext>
                    </a:extLst>
                  </p:cNvPr>
                  <p:cNvSpPr/>
                  <p:nvPr/>
                </p:nvSpPr>
                <p:spPr>
                  <a:xfrm>
                    <a:off x="3535700" y="4475700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1" name="Google Shape;601;p21">
                    <a:extLst>
                      <a:ext uri="{FF2B5EF4-FFF2-40B4-BE49-F238E27FC236}">
                        <a16:creationId xmlns:a16="http://schemas.microsoft.com/office/drawing/2014/main" id="{0197D0B7-EB4F-9B4D-990B-03E630042A4C}"/>
                      </a:ext>
                    </a:extLst>
                  </p:cNvPr>
                  <p:cNvSpPr/>
                  <p:nvPr/>
                </p:nvSpPr>
                <p:spPr>
                  <a:xfrm>
                    <a:off x="3870825" y="2289500"/>
                    <a:ext cx="10650" cy="9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" h="396" extrusionOk="0">
                        <a:moveTo>
                          <a:pt x="122" y="365"/>
                        </a:moveTo>
                        <a:cubicBezTo>
                          <a:pt x="152" y="365"/>
                          <a:pt x="213" y="365"/>
                          <a:pt x="274" y="396"/>
                        </a:cubicBezTo>
                        <a:cubicBezTo>
                          <a:pt x="304" y="365"/>
                          <a:pt x="365" y="335"/>
                          <a:pt x="365" y="274"/>
                        </a:cubicBezTo>
                        <a:cubicBezTo>
                          <a:pt x="426" y="183"/>
                          <a:pt x="365" y="61"/>
                          <a:pt x="243" y="31"/>
                        </a:cubicBezTo>
                        <a:cubicBezTo>
                          <a:pt x="183" y="0"/>
                          <a:pt x="92" y="31"/>
                          <a:pt x="31" y="152"/>
                        </a:cubicBezTo>
                        <a:cubicBezTo>
                          <a:pt x="0" y="213"/>
                          <a:pt x="31" y="304"/>
                          <a:pt x="122" y="36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2" name="Google Shape;602;p21">
                    <a:extLst>
                      <a:ext uri="{FF2B5EF4-FFF2-40B4-BE49-F238E27FC236}">
                        <a16:creationId xmlns:a16="http://schemas.microsoft.com/office/drawing/2014/main" id="{C0E91754-E818-5651-C1CB-A54E74B9C89A}"/>
                      </a:ext>
                    </a:extLst>
                  </p:cNvPr>
                  <p:cNvSpPr/>
                  <p:nvPr/>
                </p:nvSpPr>
                <p:spPr>
                  <a:xfrm>
                    <a:off x="4680100" y="2427800"/>
                    <a:ext cx="10675" cy="11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7" h="457" extrusionOk="0">
                        <a:moveTo>
                          <a:pt x="1" y="274"/>
                        </a:moveTo>
                        <a:cubicBezTo>
                          <a:pt x="1" y="304"/>
                          <a:pt x="31" y="365"/>
                          <a:pt x="62" y="396"/>
                        </a:cubicBezTo>
                        <a:cubicBezTo>
                          <a:pt x="183" y="456"/>
                          <a:pt x="305" y="426"/>
                          <a:pt x="396" y="335"/>
                        </a:cubicBezTo>
                        <a:cubicBezTo>
                          <a:pt x="426" y="335"/>
                          <a:pt x="426" y="304"/>
                          <a:pt x="426" y="274"/>
                        </a:cubicBezTo>
                        <a:cubicBezTo>
                          <a:pt x="396" y="213"/>
                          <a:pt x="335" y="122"/>
                          <a:pt x="274" y="61"/>
                        </a:cubicBezTo>
                        <a:cubicBezTo>
                          <a:pt x="214" y="0"/>
                          <a:pt x="153" y="61"/>
                          <a:pt x="62" y="92"/>
                        </a:cubicBezTo>
                        <a:cubicBezTo>
                          <a:pt x="31" y="152"/>
                          <a:pt x="31" y="213"/>
                          <a:pt x="1" y="2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3" name="Google Shape;603;p21">
                    <a:extLst>
                      <a:ext uri="{FF2B5EF4-FFF2-40B4-BE49-F238E27FC236}">
                        <a16:creationId xmlns:a16="http://schemas.microsoft.com/office/drawing/2014/main" id="{47CA9296-02C3-24C3-0B5A-DCC7EA147549}"/>
                      </a:ext>
                    </a:extLst>
                  </p:cNvPr>
                  <p:cNvSpPr/>
                  <p:nvPr/>
                </p:nvSpPr>
                <p:spPr>
                  <a:xfrm>
                    <a:off x="4756850" y="2416400"/>
                    <a:ext cx="9900" cy="9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6" h="366" extrusionOk="0">
                        <a:moveTo>
                          <a:pt x="1" y="213"/>
                        </a:moveTo>
                        <a:cubicBezTo>
                          <a:pt x="31" y="305"/>
                          <a:pt x="92" y="365"/>
                          <a:pt x="183" y="365"/>
                        </a:cubicBezTo>
                        <a:cubicBezTo>
                          <a:pt x="305" y="365"/>
                          <a:pt x="396" y="274"/>
                          <a:pt x="365" y="153"/>
                        </a:cubicBezTo>
                        <a:cubicBezTo>
                          <a:pt x="365" y="92"/>
                          <a:pt x="305" y="1"/>
                          <a:pt x="213" y="1"/>
                        </a:cubicBezTo>
                        <a:cubicBezTo>
                          <a:pt x="92" y="1"/>
                          <a:pt x="1" y="92"/>
                          <a:pt x="1" y="2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4" name="Google Shape;604;p21">
                    <a:extLst>
                      <a:ext uri="{FF2B5EF4-FFF2-40B4-BE49-F238E27FC236}">
                        <a16:creationId xmlns:a16="http://schemas.microsoft.com/office/drawing/2014/main" id="{4B034A50-3579-79DB-4508-5571A978BE41}"/>
                      </a:ext>
                    </a:extLst>
                  </p:cNvPr>
                  <p:cNvSpPr/>
                  <p:nvPr/>
                </p:nvSpPr>
                <p:spPr>
                  <a:xfrm>
                    <a:off x="4700625" y="2417150"/>
                    <a:ext cx="14450" cy="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8" h="336" extrusionOk="0">
                        <a:moveTo>
                          <a:pt x="183" y="305"/>
                        </a:moveTo>
                        <a:cubicBezTo>
                          <a:pt x="335" y="214"/>
                          <a:pt x="456" y="123"/>
                          <a:pt x="578" y="1"/>
                        </a:cubicBezTo>
                        <a:lnTo>
                          <a:pt x="152" y="1"/>
                        </a:lnTo>
                        <a:cubicBezTo>
                          <a:pt x="61" y="1"/>
                          <a:pt x="0" y="92"/>
                          <a:pt x="0" y="183"/>
                        </a:cubicBezTo>
                        <a:cubicBezTo>
                          <a:pt x="0" y="244"/>
                          <a:pt x="31" y="275"/>
                          <a:pt x="61" y="305"/>
                        </a:cubicBezTo>
                        <a:cubicBezTo>
                          <a:pt x="92" y="335"/>
                          <a:pt x="152" y="335"/>
                          <a:pt x="183" y="30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5" name="Google Shape;605;p21">
                    <a:extLst>
                      <a:ext uri="{FF2B5EF4-FFF2-40B4-BE49-F238E27FC236}">
                        <a16:creationId xmlns:a16="http://schemas.microsoft.com/office/drawing/2014/main" id="{B9B42727-D71C-7B9E-19D2-43919C67CC61}"/>
                      </a:ext>
                    </a:extLst>
                  </p:cNvPr>
                  <p:cNvSpPr/>
                  <p:nvPr/>
                </p:nvSpPr>
                <p:spPr>
                  <a:xfrm>
                    <a:off x="2439175" y="2829775"/>
                    <a:ext cx="2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2" extrusionOk="0">
                        <a:moveTo>
                          <a:pt x="1" y="3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6" name="Google Shape;606;p21">
                    <a:extLst>
                      <a:ext uri="{FF2B5EF4-FFF2-40B4-BE49-F238E27FC236}">
                        <a16:creationId xmlns:a16="http://schemas.microsoft.com/office/drawing/2014/main" id="{604B49CA-26A4-AA94-B9FB-0CE0514D6F9A}"/>
                      </a:ext>
                    </a:extLst>
                  </p:cNvPr>
                  <p:cNvSpPr/>
                  <p:nvPr/>
                </p:nvSpPr>
                <p:spPr>
                  <a:xfrm>
                    <a:off x="4151975" y="3092700"/>
                    <a:ext cx="800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32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31"/>
                        </a:lnTo>
                        <a:lnTo>
                          <a:pt x="3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7" name="Google Shape;607;p21">
                    <a:extLst>
                      <a:ext uri="{FF2B5EF4-FFF2-40B4-BE49-F238E27FC236}">
                        <a16:creationId xmlns:a16="http://schemas.microsoft.com/office/drawing/2014/main" id="{97510D24-BCEE-24B5-64B8-C9F2EBF2729F}"/>
                      </a:ext>
                    </a:extLst>
                  </p:cNvPr>
                  <p:cNvSpPr/>
                  <p:nvPr/>
                </p:nvSpPr>
                <p:spPr>
                  <a:xfrm>
                    <a:off x="4151975" y="3080550"/>
                    <a:ext cx="9150" cy="11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457" extrusionOk="0">
                        <a:moveTo>
                          <a:pt x="365" y="122"/>
                        </a:moveTo>
                        <a:cubicBezTo>
                          <a:pt x="365" y="61"/>
                          <a:pt x="365" y="31"/>
                          <a:pt x="305" y="0"/>
                        </a:cubicBezTo>
                        <a:cubicBezTo>
                          <a:pt x="274" y="0"/>
                          <a:pt x="274" y="0"/>
                          <a:pt x="244" y="0"/>
                        </a:cubicBezTo>
                        <a:cubicBezTo>
                          <a:pt x="122" y="31"/>
                          <a:pt x="31" y="91"/>
                          <a:pt x="31" y="213"/>
                        </a:cubicBezTo>
                        <a:cubicBezTo>
                          <a:pt x="1" y="304"/>
                          <a:pt x="1" y="395"/>
                          <a:pt x="31" y="456"/>
                        </a:cubicBezTo>
                        <a:cubicBezTo>
                          <a:pt x="62" y="456"/>
                          <a:pt x="92" y="456"/>
                          <a:pt x="122" y="426"/>
                        </a:cubicBezTo>
                        <a:cubicBezTo>
                          <a:pt x="244" y="365"/>
                          <a:pt x="335" y="243"/>
                          <a:pt x="365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8" name="Google Shape;608;p21">
                    <a:extLst>
                      <a:ext uri="{FF2B5EF4-FFF2-40B4-BE49-F238E27FC236}">
                        <a16:creationId xmlns:a16="http://schemas.microsoft.com/office/drawing/2014/main" id="{25AD6EE1-802D-373D-ABE5-2380FAC56278}"/>
                      </a:ext>
                    </a:extLst>
                  </p:cNvPr>
                  <p:cNvSpPr/>
                  <p:nvPr/>
                </p:nvSpPr>
                <p:spPr>
                  <a:xfrm>
                    <a:off x="3114725" y="2700600"/>
                    <a:ext cx="10675" cy="10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7" h="427" extrusionOk="0">
                        <a:moveTo>
                          <a:pt x="335" y="1"/>
                        </a:moveTo>
                        <a:cubicBezTo>
                          <a:pt x="244" y="31"/>
                          <a:pt x="183" y="61"/>
                          <a:pt x="92" y="122"/>
                        </a:cubicBezTo>
                        <a:cubicBezTo>
                          <a:pt x="31" y="152"/>
                          <a:pt x="1" y="244"/>
                          <a:pt x="31" y="335"/>
                        </a:cubicBezTo>
                        <a:cubicBezTo>
                          <a:pt x="31" y="396"/>
                          <a:pt x="92" y="426"/>
                          <a:pt x="122" y="396"/>
                        </a:cubicBezTo>
                        <a:cubicBezTo>
                          <a:pt x="274" y="335"/>
                          <a:pt x="365" y="213"/>
                          <a:pt x="426" y="61"/>
                        </a:cubicBezTo>
                        <a:cubicBezTo>
                          <a:pt x="426" y="31"/>
                          <a:pt x="426" y="31"/>
                          <a:pt x="396" y="1"/>
                        </a:cubicBezTo>
                        <a:cubicBezTo>
                          <a:pt x="365" y="1"/>
                          <a:pt x="365" y="1"/>
                          <a:pt x="335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9" name="Google Shape;609;p21">
                    <a:extLst>
                      <a:ext uri="{FF2B5EF4-FFF2-40B4-BE49-F238E27FC236}">
                        <a16:creationId xmlns:a16="http://schemas.microsoft.com/office/drawing/2014/main" id="{11379D16-D3E3-EDB1-F199-9CCF1BB6803D}"/>
                      </a:ext>
                    </a:extLst>
                  </p:cNvPr>
                  <p:cNvSpPr/>
                  <p:nvPr/>
                </p:nvSpPr>
                <p:spPr>
                  <a:xfrm>
                    <a:off x="3412600" y="2984050"/>
                    <a:ext cx="7625" cy="7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305" extrusionOk="0">
                        <a:moveTo>
                          <a:pt x="153" y="30"/>
                        </a:moveTo>
                        <a:cubicBezTo>
                          <a:pt x="92" y="91"/>
                          <a:pt x="62" y="122"/>
                          <a:pt x="1" y="182"/>
                        </a:cubicBezTo>
                        <a:cubicBezTo>
                          <a:pt x="1" y="213"/>
                          <a:pt x="1" y="213"/>
                          <a:pt x="1" y="243"/>
                        </a:cubicBezTo>
                        <a:cubicBezTo>
                          <a:pt x="62" y="274"/>
                          <a:pt x="92" y="304"/>
                          <a:pt x="122" y="304"/>
                        </a:cubicBezTo>
                        <a:cubicBezTo>
                          <a:pt x="183" y="274"/>
                          <a:pt x="244" y="243"/>
                          <a:pt x="274" y="213"/>
                        </a:cubicBezTo>
                        <a:cubicBezTo>
                          <a:pt x="305" y="182"/>
                          <a:pt x="305" y="122"/>
                          <a:pt x="305" y="91"/>
                        </a:cubicBezTo>
                        <a:cubicBezTo>
                          <a:pt x="274" y="30"/>
                          <a:pt x="213" y="0"/>
                          <a:pt x="153" y="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0" name="Google Shape;610;p21">
                    <a:extLst>
                      <a:ext uri="{FF2B5EF4-FFF2-40B4-BE49-F238E27FC236}">
                        <a16:creationId xmlns:a16="http://schemas.microsoft.com/office/drawing/2014/main" id="{8940246B-0E06-1D6C-2E15-DCB3BAC371CE}"/>
                      </a:ext>
                    </a:extLst>
                  </p:cNvPr>
                  <p:cNvSpPr/>
                  <p:nvPr/>
                </p:nvSpPr>
                <p:spPr>
                  <a:xfrm>
                    <a:off x="3249225" y="2434650"/>
                    <a:ext cx="11425" cy="8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" h="335" extrusionOk="0">
                        <a:moveTo>
                          <a:pt x="457" y="122"/>
                        </a:moveTo>
                        <a:cubicBezTo>
                          <a:pt x="457" y="91"/>
                          <a:pt x="426" y="61"/>
                          <a:pt x="396" y="61"/>
                        </a:cubicBezTo>
                        <a:cubicBezTo>
                          <a:pt x="274" y="0"/>
                          <a:pt x="122" y="30"/>
                          <a:pt x="31" y="122"/>
                        </a:cubicBezTo>
                        <a:cubicBezTo>
                          <a:pt x="1" y="152"/>
                          <a:pt x="1" y="213"/>
                          <a:pt x="31" y="243"/>
                        </a:cubicBezTo>
                        <a:cubicBezTo>
                          <a:pt x="61" y="274"/>
                          <a:pt x="122" y="304"/>
                          <a:pt x="183" y="334"/>
                        </a:cubicBezTo>
                        <a:cubicBezTo>
                          <a:pt x="274" y="274"/>
                          <a:pt x="365" y="213"/>
                          <a:pt x="426" y="152"/>
                        </a:cubicBezTo>
                        <a:cubicBezTo>
                          <a:pt x="457" y="152"/>
                          <a:pt x="457" y="122"/>
                          <a:pt x="457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1" name="Google Shape;611;p21">
                    <a:extLst>
                      <a:ext uri="{FF2B5EF4-FFF2-40B4-BE49-F238E27FC236}">
                        <a16:creationId xmlns:a16="http://schemas.microsoft.com/office/drawing/2014/main" id="{2A7B0F64-08D4-B0B1-A052-3B237A18EB24}"/>
                      </a:ext>
                    </a:extLst>
                  </p:cNvPr>
                  <p:cNvSpPr/>
                  <p:nvPr/>
                </p:nvSpPr>
                <p:spPr>
                  <a:xfrm>
                    <a:off x="3253025" y="2442250"/>
                    <a:ext cx="8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1" extrusionOk="0">
                        <a:moveTo>
                          <a:pt x="31" y="0"/>
                        </a:move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2" name="Google Shape;612;p21">
                    <a:extLst>
                      <a:ext uri="{FF2B5EF4-FFF2-40B4-BE49-F238E27FC236}">
                        <a16:creationId xmlns:a16="http://schemas.microsoft.com/office/drawing/2014/main" id="{C33B3A27-6254-092A-EEBB-6E6ACA22DDF1}"/>
                      </a:ext>
                    </a:extLst>
                  </p:cNvPr>
                  <p:cNvSpPr/>
                  <p:nvPr/>
                </p:nvSpPr>
                <p:spPr>
                  <a:xfrm>
                    <a:off x="3268975" y="2823700"/>
                    <a:ext cx="7625" cy="9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396" extrusionOk="0">
                        <a:moveTo>
                          <a:pt x="92" y="1"/>
                        </a:moveTo>
                        <a:cubicBezTo>
                          <a:pt x="62" y="1"/>
                          <a:pt x="31" y="31"/>
                          <a:pt x="1" y="61"/>
                        </a:cubicBezTo>
                        <a:cubicBezTo>
                          <a:pt x="1" y="92"/>
                          <a:pt x="1" y="153"/>
                          <a:pt x="1" y="183"/>
                        </a:cubicBezTo>
                        <a:cubicBezTo>
                          <a:pt x="62" y="244"/>
                          <a:pt x="123" y="335"/>
                          <a:pt x="183" y="396"/>
                        </a:cubicBezTo>
                        <a:cubicBezTo>
                          <a:pt x="214" y="396"/>
                          <a:pt x="214" y="396"/>
                          <a:pt x="244" y="396"/>
                        </a:cubicBezTo>
                        <a:cubicBezTo>
                          <a:pt x="274" y="365"/>
                          <a:pt x="305" y="335"/>
                          <a:pt x="305" y="305"/>
                        </a:cubicBezTo>
                        <a:cubicBezTo>
                          <a:pt x="274" y="153"/>
                          <a:pt x="214" y="61"/>
                          <a:pt x="92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3" name="Google Shape;613;p21">
                    <a:extLst>
                      <a:ext uri="{FF2B5EF4-FFF2-40B4-BE49-F238E27FC236}">
                        <a16:creationId xmlns:a16="http://schemas.microsoft.com/office/drawing/2014/main" id="{550E2799-5BD4-D99C-970C-98EF78AEA575}"/>
                      </a:ext>
                    </a:extLst>
                  </p:cNvPr>
                  <p:cNvSpPr/>
                  <p:nvPr/>
                </p:nvSpPr>
                <p:spPr>
                  <a:xfrm>
                    <a:off x="3456675" y="2959725"/>
                    <a:ext cx="6875" cy="10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" h="426" extrusionOk="0">
                        <a:moveTo>
                          <a:pt x="213" y="31"/>
                        </a:moveTo>
                        <a:cubicBezTo>
                          <a:pt x="183" y="31"/>
                          <a:pt x="122" y="31"/>
                          <a:pt x="122" y="61"/>
                        </a:cubicBezTo>
                        <a:cubicBezTo>
                          <a:pt x="61" y="92"/>
                          <a:pt x="31" y="152"/>
                          <a:pt x="1" y="213"/>
                        </a:cubicBezTo>
                        <a:cubicBezTo>
                          <a:pt x="1" y="274"/>
                          <a:pt x="31" y="335"/>
                          <a:pt x="61" y="365"/>
                        </a:cubicBezTo>
                        <a:cubicBezTo>
                          <a:pt x="61" y="396"/>
                          <a:pt x="153" y="426"/>
                          <a:pt x="183" y="426"/>
                        </a:cubicBezTo>
                        <a:cubicBezTo>
                          <a:pt x="213" y="365"/>
                          <a:pt x="244" y="335"/>
                          <a:pt x="274" y="274"/>
                        </a:cubicBezTo>
                        <a:cubicBezTo>
                          <a:pt x="274" y="213"/>
                          <a:pt x="274" y="122"/>
                          <a:pt x="244" y="61"/>
                        </a:cubicBezTo>
                        <a:cubicBezTo>
                          <a:pt x="244" y="0"/>
                          <a:pt x="244" y="31"/>
                          <a:pt x="213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4" name="Google Shape;614;p21">
                    <a:extLst>
                      <a:ext uri="{FF2B5EF4-FFF2-40B4-BE49-F238E27FC236}">
                        <a16:creationId xmlns:a16="http://schemas.microsoft.com/office/drawing/2014/main" id="{83C2256A-1700-77C4-9F84-E0D0A835B32E}"/>
                      </a:ext>
                    </a:extLst>
                  </p:cNvPr>
                  <p:cNvSpPr/>
                  <p:nvPr/>
                </p:nvSpPr>
                <p:spPr>
                  <a:xfrm>
                    <a:off x="4715825" y="2331300"/>
                    <a:ext cx="9900" cy="6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6" h="274" extrusionOk="0">
                        <a:moveTo>
                          <a:pt x="152" y="274"/>
                        </a:moveTo>
                        <a:cubicBezTo>
                          <a:pt x="183" y="274"/>
                          <a:pt x="213" y="274"/>
                          <a:pt x="244" y="274"/>
                        </a:cubicBezTo>
                        <a:cubicBezTo>
                          <a:pt x="335" y="274"/>
                          <a:pt x="395" y="183"/>
                          <a:pt x="365" y="91"/>
                        </a:cubicBezTo>
                        <a:cubicBezTo>
                          <a:pt x="335" y="31"/>
                          <a:pt x="274" y="0"/>
                          <a:pt x="213" y="0"/>
                        </a:cubicBezTo>
                        <a:cubicBezTo>
                          <a:pt x="122" y="0"/>
                          <a:pt x="0" y="91"/>
                          <a:pt x="31" y="152"/>
                        </a:cubicBezTo>
                        <a:cubicBezTo>
                          <a:pt x="61" y="183"/>
                          <a:pt x="92" y="243"/>
                          <a:pt x="152" y="2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5" name="Google Shape;615;p21">
                    <a:extLst>
                      <a:ext uri="{FF2B5EF4-FFF2-40B4-BE49-F238E27FC236}">
                        <a16:creationId xmlns:a16="http://schemas.microsoft.com/office/drawing/2014/main" id="{96BCEE91-3120-6052-AC73-6E2B02A28705}"/>
                      </a:ext>
                    </a:extLst>
                  </p:cNvPr>
                  <p:cNvSpPr/>
                  <p:nvPr/>
                </p:nvSpPr>
                <p:spPr>
                  <a:xfrm>
                    <a:off x="4758375" y="2332050"/>
                    <a:ext cx="7625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244" extrusionOk="0">
                        <a:moveTo>
                          <a:pt x="152" y="244"/>
                        </a:moveTo>
                        <a:cubicBezTo>
                          <a:pt x="244" y="244"/>
                          <a:pt x="304" y="153"/>
                          <a:pt x="274" y="92"/>
                        </a:cubicBezTo>
                        <a:cubicBezTo>
                          <a:pt x="274" y="31"/>
                          <a:pt x="213" y="1"/>
                          <a:pt x="152" y="1"/>
                        </a:cubicBezTo>
                        <a:cubicBezTo>
                          <a:pt x="92" y="1"/>
                          <a:pt x="1" y="92"/>
                          <a:pt x="31" y="153"/>
                        </a:cubicBezTo>
                        <a:cubicBezTo>
                          <a:pt x="61" y="183"/>
                          <a:pt x="122" y="213"/>
                          <a:pt x="152" y="24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6" name="Google Shape;616;p21">
                    <a:extLst>
                      <a:ext uri="{FF2B5EF4-FFF2-40B4-BE49-F238E27FC236}">
                        <a16:creationId xmlns:a16="http://schemas.microsoft.com/office/drawing/2014/main" id="{80B01BD9-4B57-8039-C3DD-E2B8197972FD}"/>
                      </a:ext>
                    </a:extLst>
                  </p:cNvPr>
                  <p:cNvSpPr/>
                  <p:nvPr/>
                </p:nvSpPr>
                <p:spPr>
                  <a:xfrm>
                    <a:off x="3129175" y="2390575"/>
                    <a:ext cx="8375" cy="6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" h="274" extrusionOk="0">
                        <a:moveTo>
                          <a:pt x="0" y="61"/>
                        </a:moveTo>
                        <a:cubicBezTo>
                          <a:pt x="0" y="91"/>
                          <a:pt x="0" y="152"/>
                          <a:pt x="31" y="182"/>
                        </a:cubicBezTo>
                        <a:cubicBezTo>
                          <a:pt x="61" y="243"/>
                          <a:pt x="122" y="274"/>
                          <a:pt x="213" y="274"/>
                        </a:cubicBezTo>
                        <a:cubicBezTo>
                          <a:pt x="274" y="274"/>
                          <a:pt x="334" y="213"/>
                          <a:pt x="334" y="152"/>
                        </a:cubicBezTo>
                        <a:cubicBezTo>
                          <a:pt x="334" y="122"/>
                          <a:pt x="304" y="61"/>
                          <a:pt x="274" y="31"/>
                        </a:cubicBezTo>
                        <a:cubicBezTo>
                          <a:pt x="213" y="0"/>
                          <a:pt x="152" y="0"/>
                          <a:pt x="91" y="0"/>
                        </a:cubicBezTo>
                        <a:cubicBezTo>
                          <a:pt x="61" y="0"/>
                          <a:pt x="0" y="31"/>
                          <a:pt x="0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7" name="Google Shape;617;p21">
                    <a:extLst>
                      <a:ext uri="{FF2B5EF4-FFF2-40B4-BE49-F238E27FC236}">
                        <a16:creationId xmlns:a16="http://schemas.microsoft.com/office/drawing/2014/main" id="{B7620470-137A-BA70-F0E6-663C7186E432}"/>
                      </a:ext>
                    </a:extLst>
                  </p:cNvPr>
                  <p:cNvSpPr/>
                  <p:nvPr/>
                </p:nvSpPr>
                <p:spPr>
                  <a:xfrm>
                    <a:off x="3264425" y="2492400"/>
                    <a:ext cx="12950" cy="8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" h="335" extrusionOk="0">
                        <a:moveTo>
                          <a:pt x="365" y="213"/>
                        </a:moveTo>
                        <a:lnTo>
                          <a:pt x="517" y="182"/>
                        </a:lnTo>
                        <a:cubicBezTo>
                          <a:pt x="365" y="61"/>
                          <a:pt x="183" y="0"/>
                          <a:pt x="1" y="61"/>
                        </a:cubicBezTo>
                        <a:cubicBezTo>
                          <a:pt x="92" y="334"/>
                          <a:pt x="92" y="334"/>
                          <a:pt x="365" y="2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8" name="Google Shape;618;p21">
                    <a:extLst>
                      <a:ext uri="{FF2B5EF4-FFF2-40B4-BE49-F238E27FC236}">
                        <a16:creationId xmlns:a16="http://schemas.microsoft.com/office/drawing/2014/main" id="{EF8AA8B6-C466-7DFC-22C7-02CA4B98F1F2}"/>
                      </a:ext>
                    </a:extLst>
                  </p:cNvPr>
                  <p:cNvSpPr/>
                  <p:nvPr/>
                </p:nvSpPr>
                <p:spPr>
                  <a:xfrm>
                    <a:off x="3264425" y="24946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9" name="Google Shape;619;p21">
                    <a:extLst>
                      <a:ext uri="{FF2B5EF4-FFF2-40B4-BE49-F238E27FC236}">
                        <a16:creationId xmlns:a16="http://schemas.microsoft.com/office/drawing/2014/main" id="{5DE5C632-8B6C-F650-B719-69A80E5B78E2}"/>
                      </a:ext>
                    </a:extLst>
                  </p:cNvPr>
                  <p:cNvSpPr/>
                  <p:nvPr/>
                </p:nvSpPr>
                <p:spPr>
                  <a:xfrm>
                    <a:off x="3385250" y="3797125"/>
                    <a:ext cx="6100" cy="6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274" extrusionOk="0">
                        <a:moveTo>
                          <a:pt x="183" y="31"/>
                        </a:moveTo>
                        <a:cubicBezTo>
                          <a:pt x="152" y="0"/>
                          <a:pt x="92" y="0"/>
                          <a:pt x="61" y="0"/>
                        </a:cubicBezTo>
                        <a:cubicBezTo>
                          <a:pt x="31" y="31"/>
                          <a:pt x="0" y="92"/>
                          <a:pt x="31" y="122"/>
                        </a:cubicBezTo>
                        <a:cubicBezTo>
                          <a:pt x="31" y="183"/>
                          <a:pt x="92" y="213"/>
                          <a:pt x="122" y="274"/>
                        </a:cubicBezTo>
                        <a:cubicBezTo>
                          <a:pt x="122" y="274"/>
                          <a:pt x="213" y="243"/>
                          <a:pt x="244" y="213"/>
                        </a:cubicBezTo>
                        <a:cubicBezTo>
                          <a:pt x="244" y="152"/>
                          <a:pt x="213" y="92"/>
                          <a:pt x="183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0" name="Google Shape;620;p21">
                    <a:extLst>
                      <a:ext uri="{FF2B5EF4-FFF2-40B4-BE49-F238E27FC236}">
                        <a16:creationId xmlns:a16="http://schemas.microsoft.com/office/drawing/2014/main" id="{4CF99CE9-1852-7ABE-9EBA-DEB222584ABB}"/>
                      </a:ext>
                    </a:extLst>
                  </p:cNvPr>
                  <p:cNvSpPr/>
                  <p:nvPr/>
                </p:nvSpPr>
                <p:spPr>
                  <a:xfrm>
                    <a:off x="3379925" y="3772800"/>
                    <a:ext cx="7625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275" extrusionOk="0">
                        <a:moveTo>
                          <a:pt x="305" y="92"/>
                        </a:moveTo>
                        <a:cubicBezTo>
                          <a:pt x="274" y="61"/>
                          <a:pt x="244" y="1"/>
                          <a:pt x="213" y="1"/>
                        </a:cubicBezTo>
                        <a:cubicBezTo>
                          <a:pt x="122" y="1"/>
                          <a:pt x="31" y="61"/>
                          <a:pt x="1" y="122"/>
                        </a:cubicBezTo>
                        <a:cubicBezTo>
                          <a:pt x="1" y="183"/>
                          <a:pt x="1" y="213"/>
                          <a:pt x="61" y="244"/>
                        </a:cubicBezTo>
                        <a:cubicBezTo>
                          <a:pt x="153" y="274"/>
                          <a:pt x="274" y="213"/>
                          <a:pt x="305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1" name="Google Shape;621;p21">
                    <a:extLst>
                      <a:ext uri="{FF2B5EF4-FFF2-40B4-BE49-F238E27FC236}">
                        <a16:creationId xmlns:a16="http://schemas.microsoft.com/office/drawing/2014/main" id="{AE8A6612-1814-3C88-8190-14A9D76D979F}"/>
                      </a:ext>
                    </a:extLst>
                  </p:cNvPr>
                  <p:cNvSpPr/>
                  <p:nvPr/>
                </p:nvSpPr>
                <p:spPr>
                  <a:xfrm>
                    <a:off x="3326725" y="2895900"/>
                    <a:ext cx="9150" cy="7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305" extrusionOk="0">
                        <a:moveTo>
                          <a:pt x="92" y="31"/>
                        </a:moveTo>
                        <a:cubicBezTo>
                          <a:pt x="31" y="31"/>
                          <a:pt x="1" y="91"/>
                          <a:pt x="31" y="122"/>
                        </a:cubicBezTo>
                        <a:cubicBezTo>
                          <a:pt x="62" y="213"/>
                          <a:pt x="123" y="274"/>
                          <a:pt x="214" y="304"/>
                        </a:cubicBezTo>
                        <a:cubicBezTo>
                          <a:pt x="244" y="304"/>
                          <a:pt x="305" y="274"/>
                          <a:pt x="366" y="243"/>
                        </a:cubicBezTo>
                        <a:cubicBezTo>
                          <a:pt x="366" y="213"/>
                          <a:pt x="366" y="183"/>
                          <a:pt x="366" y="183"/>
                        </a:cubicBezTo>
                        <a:cubicBezTo>
                          <a:pt x="335" y="61"/>
                          <a:pt x="214" y="0"/>
                          <a:pt x="92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2" name="Google Shape;622;p21">
                    <a:extLst>
                      <a:ext uri="{FF2B5EF4-FFF2-40B4-BE49-F238E27FC236}">
                        <a16:creationId xmlns:a16="http://schemas.microsoft.com/office/drawing/2014/main" id="{2C180B88-F231-073A-E21C-9DA0D9472C0F}"/>
                      </a:ext>
                    </a:extLst>
                  </p:cNvPr>
                  <p:cNvSpPr/>
                  <p:nvPr/>
                </p:nvSpPr>
                <p:spPr>
                  <a:xfrm>
                    <a:off x="3159550" y="3642875"/>
                    <a:ext cx="6875" cy="7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" h="304" extrusionOk="0">
                        <a:moveTo>
                          <a:pt x="153" y="0"/>
                        </a:moveTo>
                        <a:cubicBezTo>
                          <a:pt x="62" y="0"/>
                          <a:pt x="1" y="91"/>
                          <a:pt x="1" y="182"/>
                        </a:cubicBezTo>
                        <a:cubicBezTo>
                          <a:pt x="31" y="243"/>
                          <a:pt x="62" y="304"/>
                          <a:pt x="153" y="304"/>
                        </a:cubicBezTo>
                        <a:cubicBezTo>
                          <a:pt x="214" y="304"/>
                          <a:pt x="275" y="243"/>
                          <a:pt x="275" y="182"/>
                        </a:cubicBezTo>
                        <a:cubicBezTo>
                          <a:pt x="244" y="91"/>
                          <a:pt x="214" y="0"/>
                          <a:pt x="153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3" name="Google Shape;623;p21">
                    <a:extLst>
                      <a:ext uri="{FF2B5EF4-FFF2-40B4-BE49-F238E27FC236}">
                        <a16:creationId xmlns:a16="http://schemas.microsoft.com/office/drawing/2014/main" id="{40C07028-766F-3037-0883-1C9229DABBED}"/>
                      </a:ext>
                    </a:extLst>
                  </p:cNvPr>
                  <p:cNvSpPr/>
                  <p:nvPr/>
                </p:nvSpPr>
                <p:spPr>
                  <a:xfrm>
                    <a:off x="3174000" y="3613975"/>
                    <a:ext cx="7625" cy="9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397" extrusionOk="0">
                        <a:moveTo>
                          <a:pt x="183" y="396"/>
                        </a:moveTo>
                        <a:cubicBezTo>
                          <a:pt x="304" y="275"/>
                          <a:pt x="274" y="92"/>
                          <a:pt x="122" y="1"/>
                        </a:cubicBezTo>
                        <a:cubicBezTo>
                          <a:pt x="92" y="1"/>
                          <a:pt x="61" y="1"/>
                          <a:pt x="61" y="31"/>
                        </a:cubicBezTo>
                        <a:cubicBezTo>
                          <a:pt x="0" y="153"/>
                          <a:pt x="31" y="275"/>
                          <a:pt x="122" y="396"/>
                        </a:cubicBezTo>
                        <a:cubicBezTo>
                          <a:pt x="122" y="396"/>
                          <a:pt x="152" y="396"/>
                          <a:pt x="183" y="39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4" name="Google Shape;624;p21">
                    <a:extLst>
                      <a:ext uri="{FF2B5EF4-FFF2-40B4-BE49-F238E27FC236}">
                        <a16:creationId xmlns:a16="http://schemas.microsoft.com/office/drawing/2014/main" id="{E5843EFC-86EA-D16A-BC3D-1E6B3C6DDC52}"/>
                      </a:ext>
                    </a:extLst>
                  </p:cNvPr>
                  <p:cNvSpPr/>
                  <p:nvPr/>
                </p:nvSpPr>
                <p:spPr>
                  <a:xfrm>
                    <a:off x="3157275" y="3613225"/>
                    <a:ext cx="8400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6" h="244" extrusionOk="0">
                        <a:moveTo>
                          <a:pt x="1" y="92"/>
                        </a:moveTo>
                        <a:cubicBezTo>
                          <a:pt x="1" y="92"/>
                          <a:pt x="1" y="153"/>
                          <a:pt x="1" y="183"/>
                        </a:cubicBezTo>
                        <a:cubicBezTo>
                          <a:pt x="1" y="244"/>
                          <a:pt x="31" y="213"/>
                          <a:pt x="62" y="213"/>
                        </a:cubicBezTo>
                        <a:cubicBezTo>
                          <a:pt x="153" y="213"/>
                          <a:pt x="244" y="183"/>
                          <a:pt x="305" y="122"/>
                        </a:cubicBezTo>
                        <a:cubicBezTo>
                          <a:pt x="305" y="122"/>
                          <a:pt x="305" y="92"/>
                          <a:pt x="335" y="61"/>
                        </a:cubicBezTo>
                        <a:cubicBezTo>
                          <a:pt x="335" y="31"/>
                          <a:pt x="305" y="31"/>
                          <a:pt x="274" y="31"/>
                        </a:cubicBezTo>
                        <a:cubicBezTo>
                          <a:pt x="183" y="1"/>
                          <a:pt x="92" y="1"/>
                          <a:pt x="1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5" name="Google Shape;625;p21">
                    <a:extLst>
                      <a:ext uri="{FF2B5EF4-FFF2-40B4-BE49-F238E27FC236}">
                        <a16:creationId xmlns:a16="http://schemas.microsoft.com/office/drawing/2014/main" id="{D603AFC7-5D2D-0634-54F2-AF0EDDD18229}"/>
                      </a:ext>
                    </a:extLst>
                  </p:cNvPr>
                  <p:cNvSpPr/>
                  <p:nvPr/>
                </p:nvSpPr>
                <p:spPr>
                  <a:xfrm>
                    <a:off x="3218075" y="3700625"/>
                    <a:ext cx="6850" cy="5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" h="213" extrusionOk="0">
                        <a:moveTo>
                          <a:pt x="244" y="182"/>
                        </a:moveTo>
                        <a:cubicBezTo>
                          <a:pt x="244" y="182"/>
                          <a:pt x="274" y="152"/>
                          <a:pt x="274" y="152"/>
                        </a:cubicBezTo>
                        <a:cubicBezTo>
                          <a:pt x="274" y="152"/>
                          <a:pt x="274" y="61"/>
                          <a:pt x="244" y="30"/>
                        </a:cubicBezTo>
                        <a:cubicBezTo>
                          <a:pt x="183" y="0"/>
                          <a:pt x="122" y="0"/>
                          <a:pt x="61" y="30"/>
                        </a:cubicBezTo>
                        <a:cubicBezTo>
                          <a:pt x="31" y="61"/>
                          <a:pt x="31" y="91"/>
                          <a:pt x="0" y="152"/>
                        </a:cubicBezTo>
                        <a:cubicBezTo>
                          <a:pt x="0" y="182"/>
                          <a:pt x="92" y="182"/>
                          <a:pt x="122" y="213"/>
                        </a:cubicBezTo>
                        <a:cubicBezTo>
                          <a:pt x="152" y="213"/>
                          <a:pt x="183" y="213"/>
                          <a:pt x="244" y="1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6" name="Google Shape;626;p21">
                    <a:extLst>
                      <a:ext uri="{FF2B5EF4-FFF2-40B4-BE49-F238E27FC236}">
                        <a16:creationId xmlns:a16="http://schemas.microsoft.com/office/drawing/2014/main" id="{52DF4C92-0E75-F922-CF20-60919A6F14F0}"/>
                      </a:ext>
                    </a:extLst>
                  </p:cNvPr>
                  <p:cNvSpPr/>
                  <p:nvPr/>
                </p:nvSpPr>
                <p:spPr>
                  <a:xfrm>
                    <a:off x="3382975" y="2744675"/>
                    <a:ext cx="6100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275" extrusionOk="0">
                        <a:moveTo>
                          <a:pt x="213" y="61"/>
                        </a:moveTo>
                        <a:cubicBezTo>
                          <a:pt x="213" y="31"/>
                          <a:pt x="152" y="0"/>
                          <a:pt x="122" y="0"/>
                        </a:cubicBezTo>
                        <a:cubicBezTo>
                          <a:pt x="61" y="0"/>
                          <a:pt x="0" y="61"/>
                          <a:pt x="0" y="122"/>
                        </a:cubicBezTo>
                        <a:cubicBezTo>
                          <a:pt x="0" y="183"/>
                          <a:pt x="31" y="213"/>
                          <a:pt x="61" y="274"/>
                        </a:cubicBezTo>
                        <a:cubicBezTo>
                          <a:pt x="122" y="244"/>
                          <a:pt x="183" y="244"/>
                          <a:pt x="183" y="213"/>
                        </a:cubicBezTo>
                        <a:cubicBezTo>
                          <a:pt x="213" y="152"/>
                          <a:pt x="243" y="122"/>
                          <a:pt x="213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7" name="Google Shape;627;p21">
                    <a:extLst>
                      <a:ext uri="{FF2B5EF4-FFF2-40B4-BE49-F238E27FC236}">
                        <a16:creationId xmlns:a16="http://schemas.microsoft.com/office/drawing/2014/main" id="{9481A110-3AD5-A3D9-4E1B-286990F82C6D}"/>
                      </a:ext>
                    </a:extLst>
                  </p:cNvPr>
                  <p:cNvSpPr/>
                  <p:nvPr/>
                </p:nvSpPr>
                <p:spPr>
                  <a:xfrm>
                    <a:off x="4680875" y="2430075"/>
                    <a:ext cx="2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2" extrusionOk="0">
                        <a:moveTo>
                          <a:pt x="0" y="1"/>
                        </a:moveTo>
                        <a:lnTo>
                          <a:pt x="0" y="31"/>
                        </a:lnTo>
                        <a:lnTo>
                          <a:pt x="0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8" name="Google Shape;628;p21">
                    <a:extLst>
                      <a:ext uri="{FF2B5EF4-FFF2-40B4-BE49-F238E27FC236}">
                        <a16:creationId xmlns:a16="http://schemas.microsoft.com/office/drawing/2014/main" id="{93B3C71D-096F-14DE-8063-8E2A1B9AAB50}"/>
                      </a:ext>
                    </a:extLst>
                  </p:cNvPr>
                  <p:cNvSpPr/>
                  <p:nvPr/>
                </p:nvSpPr>
                <p:spPr>
                  <a:xfrm>
                    <a:off x="4674025" y="2423250"/>
                    <a:ext cx="6875" cy="6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" h="274" extrusionOk="0">
                        <a:moveTo>
                          <a:pt x="92" y="31"/>
                        </a:moveTo>
                        <a:cubicBezTo>
                          <a:pt x="61" y="31"/>
                          <a:pt x="1" y="61"/>
                          <a:pt x="1" y="91"/>
                        </a:cubicBezTo>
                        <a:cubicBezTo>
                          <a:pt x="1" y="122"/>
                          <a:pt x="31" y="243"/>
                          <a:pt x="61" y="243"/>
                        </a:cubicBezTo>
                        <a:cubicBezTo>
                          <a:pt x="122" y="274"/>
                          <a:pt x="213" y="274"/>
                          <a:pt x="274" y="274"/>
                        </a:cubicBezTo>
                        <a:cubicBezTo>
                          <a:pt x="274" y="182"/>
                          <a:pt x="244" y="122"/>
                          <a:pt x="213" y="61"/>
                        </a:cubicBezTo>
                        <a:cubicBezTo>
                          <a:pt x="183" y="31"/>
                          <a:pt x="122" y="0"/>
                          <a:pt x="92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9" name="Google Shape;629;p21">
                    <a:extLst>
                      <a:ext uri="{FF2B5EF4-FFF2-40B4-BE49-F238E27FC236}">
                        <a16:creationId xmlns:a16="http://schemas.microsoft.com/office/drawing/2014/main" id="{CF9ACB51-8D9D-471E-E4F5-575A9610A2E7}"/>
                      </a:ext>
                    </a:extLst>
                  </p:cNvPr>
                  <p:cNvSpPr/>
                  <p:nvPr/>
                </p:nvSpPr>
                <p:spPr>
                  <a:xfrm>
                    <a:off x="4077500" y="2370050"/>
                    <a:ext cx="5350" cy="8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335" extrusionOk="0">
                        <a:moveTo>
                          <a:pt x="123" y="335"/>
                        </a:moveTo>
                        <a:cubicBezTo>
                          <a:pt x="153" y="274"/>
                          <a:pt x="183" y="213"/>
                          <a:pt x="214" y="183"/>
                        </a:cubicBezTo>
                        <a:cubicBezTo>
                          <a:pt x="214" y="122"/>
                          <a:pt x="183" y="92"/>
                          <a:pt x="153" y="61"/>
                        </a:cubicBezTo>
                        <a:cubicBezTo>
                          <a:pt x="123" y="0"/>
                          <a:pt x="31" y="61"/>
                          <a:pt x="31" y="152"/>
                        </a:cubicBezTo>
                        <a:cubicBezTo>
                          <a:pt x="1" y="213"/>
                          <a:pt x="62" y="304"/>
                          <a:pt x="123" y="3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0" name="Google Shape;630;p21">
                    <a:extLst>
                      <a:ext uri="{FF2B5EF4-FFF2-40B4-BE49-F238E27FC236}">
                        <a16:creationId xmlns:a16="http://schemas.microsoft.com/office/drawing/2014/main" id="{BB40615E-C60B-D515-0A78-40CBDF058522}"/>
                      </a:ext>
                    </a:extLst>
                  </p:cNvPr>
                  <p:cNvSpPr/>
                  <p:nvPr/>
                </p:nvSpPr>
                <p:spPr>
                  <a:xfrm>
                    <a:off x="4070675" y="2490875"/>
                    <a:ext cx="5350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244" extrusionOk="0">
                        <a:moveTo>
                          <a:pt x="92" y="31"/>
                        </a:moveTo>
                        <a:cubicBezTo>
                          <a:pt x="31" y="31"/>
                          <a:pt x="0" y="122"/>
                          <a:pt x="0" y="183"/>
                        </a:cubicBezTo>
                        <a:cubicBezTo>
                          <a:pt x="0" y="183"/>
                          <a:pt x="0" y="213"/>
                          <a:pt x="31" y="213"/>
                        </a:cubicBezTo>
                        <a:cubicBezTo>
                          <a:pt x="61" y="243"/>
                          <a:pt x="122" y="213"/>
                          <a:pt x="152" y="213"/>
                        </a:cubicBezTo>
                        <a:cubicBezTo>
                          <a:pt x="183" y="183"/>
                          <a:pt x="213" y="122"/>
                          <a:pt x="213" y="92"/>
                        </a:cubicBezTo>
                        <a:cubicBezTo>
                          <a:pt x="183" y="0"/>
                          <a:pt x="152" y="0"/>
                          <a:pt x="92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1" name="Google Shape;631;p21">
                    <a:extLst>
                      <a:ext uri="{FF2B5EF4-FFF2-40B4-BE49-F238E27FC236}">
                        <a16:creationId xmlns:a16="http://schemas.microsoft.com/office/drawing/2014/main" id="{4392F41E-2EF7-3DD8-EE7B-C5D1D559A267}"/>
                      </a:ext>
                    </a:extLst>
                  </p:cNvPr>
                  <p:cNvSpPr/>
                  <p:nvPr/>
                </p:nvSpPr>
                <p:spPr>
                  <a:xfrm>
                    <a:off x="4506850" y="3447575"/>
                    <a:ext cx="8375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" h="244" extrusionOk="0">
                        <a:moveTo>
                          <a:pt x="244" y="61"/>
                        </a:moveTo>
                        <a:cubicBezTo>
                          <a:pt x="213" y="61"/>
                          <a:pt x="183" y="31"/>
                          <a:pt x="183" y="31"/>
                        </a:cubicBezTo>
                        <a:cubicBezTo>
                          <a:pt x="153" y="0"/>
                          <a:pt x="92" y="0"/>
                          <a:pt x="61" y="31"/>
                        </a:cubicBezTo>
                        <a:cubicBezTo>
                          <a:pt x="31" y="61"/>
                          <a:pt x="1" y="92"/>
                          <a:pt x="31" y="122"/>
                        </a:cubicBezTo>
                        <a:cubicBezTo>
                          <a:pt x="31" y="183"/>
                          <a:pt x="61" y="213"/>
                          <a:pt x="92" y="213"/>
                        </a:cubicBezTo>
                        <a:cubicBezTo>
                          <a:pt x="153" y="244"/>
                          <a:pt x="244" y="244"/>
                          <a:pt x="335" y="213"/>
                        </a:cubicBezTo>
                        <a:lnTo>
                          <a:pt x="335" y="92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2" name="Google Shape;632;p21">
                    <a:extLst>
                      <a:ext uri="{FF2B5EF4-FFF2-40B4-BE49-F238E27FC236}">
                        <a16:creationId xmlns:a16="http://schemas.microsoft.com/office/drawing/2014/main" id="{EB26EC35-1813-9739-A276-314710652DA4}"/>
                      </a:ext>
                    </a:extLst>
                  </p:cNvPr>
                  <p:cNvSpPr/>
                  <p:nvPr/>
                </p:nvSpPr>
                <p:spPr>
                  <a:xfrm>
                    <a:off x="4515200" y="3452900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31"/>
                        </a:moveTo>
                        <a:lnTo>
                          <a:pt x="1" y="31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3" name="Google Shape;633;p21">
                    <a:extLst>
                      <a:ext uri="{FF2B5EF4-FFF2-40B4-BE49-F238E27FC236}">
                        <a16:creationId xmlns:a16="http://schemas.microsoft.com/office/drawing/2014/main" id="{FCEEEBA2-0E89-3422-4457-AA805609A9AD}"/>
                      </a:ext>
                    </a:extLst>
                  </p:cNvPr>
                  <p:cNvSpPr/>
                  <p:nvPr/>
                </p:nvSpPr>
                <p:spPr>
                  <a:xfrm>
                    <a:off x="3253025" y="4708225"/>
                    <a:ext cx="6100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275" extrusionOk="0">
                        <a:moveTo>
                          <a:pt x="213" y="274"/>
                        </a:moveTo>
                        <a:cubicBezTo>
                          <a:pt x="213" y="274"/>
                          <a:pt x="244" y="244"/>
                          <a:pt x="244" y="213"/>
                        </a:cubicBezTo>
                        <a:cubicBezTo>
                          <a:pt x="244" y="122"/>
                          <a:pt x="183" y="31"/>
                          <a:pt x="122" y="1"/>
                        </a:cubicBezTo>
                        <a:cubicBezTo>
                          <a:pt x="92" y="31"/>
                          <a:pt x="31" y="31"/>
                          <a:pt x="31" y="61"/>
                        </a:cubicBezTo>
                        <a:cubicBezTo>
                          <a:pt x="1" y="153"/>
                          <a:pt x="31" y="213"/>
                          <a:pt x="153" y="274"/>
                        </a:cubicBezTo>
                        <a:cubicBezTo>
                          <a:pt x="153" y="274"/>
                          <a:pt x="183" y="274"/>
                          <a:pt x="213" y="2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4" name="Google Shape;634;p21">
                    <a:extLst>
                      <a:ext uri="{FF2B5EF4-FFF2-40B4-BE49-F238E27FC236}">
                        <a16:creationId xmlns:a16="http://schemas.microsoft.com/office/drawing/2014/main" id="{2DEA84FE-1573-3795-AF44-25C39377EC82}"/>
                      </a:ext>
                    </a:extLst>
                  </p:cNvPr>
                  <p:cNvSpPr/>
                  <p:nvPr/>
                </p:nvSpPr>
                <p:spPr>
                  <a:xfrm>
                    <a:off x="3842700" y="2313825"/>
                    <a:ext cx="6875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" h="244" extrusionOk="0">
                        <a:moveTo>
                          <a:pt x="183" y="243"/>
                        </a:moveTo>
                        <a:cubicBezTo>
                          <a:pt x="183" y="243"/>
                          <a:pt x="213" y="213"/>
                          <a:pt x="244" y="213"/>
                        </a:cubicBezTo>
                        <a:cubicBezTo>
                          <a:pt x="274" y="122"/>
                          <a:pt x="213" y="31"/>
                          <a:pt x="122" y="0"/>
                        </a:cubicBezTo>
                        <a:cubicBezTo>
                          <a:pt x="92" y="0"/>
                          <a:pt x="92" y="0"/>
                          <a:pt x="61" y="0"/>
                        </a:cubicBezTo>
                        <a:cubicBezTo>
                          <a:pt x="1" y="61"/>
                          <a:pt x="1" y="122"/>
                          <a:pt x="61" y="183"/>
                        </a:cubicBezTo>
                        <a:cubicBezTo>
                          <a:pt x="92" y="213"/>
                          <a:pt x="153" y="243"/>
                          <a:pt x="183" y="2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5" name="Google Shape;635;p21">
                    <a:extLst>
                      <a:ext uri="{FF2B5EF4-FFF2-40B4-BE49-F238E27FC236}">
                        <a16:creationId xmlns:a16="http://schemas.microsoft.com/office/drawing/2014/main" id="{8F3C7BFC-281B-116B-D3A7-C7FE0367ADB0}"/>
                      </a:ext>
                    </a:extLst>
                  </p:cNvPr>
                  <p:cNvSpPr/>
                  <p:nvPr/>
                </p:nvSpPr>
                <p:spPr>
                  <a:xfrm>
                    <a:off x="4800175" y="2734800"/>
                    <a:ext cx="9150" cy="7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" h="305" extrusionOk="0">
                        <a:moveTo>
                          <a:pt x="122" y="0"/>
                        </a:moveTo>
                        <a:cubicBezTo>
                          <a:pt x="61" y="31"/>
                          <a:pt x="31" y="31"/>
                          <a:pt x="0" y="61"/>
                        </a:cubicBezTo>
                        <a:lnTo>
                          <a:pt x="0" y="122"/>
                        </a:lnTo>
                        <a:cubicBezTo>
                          <a:pt x="61" y="183"/>
                          <a:pt x="122" y="243"/>
                          <a:pt x="183" y="304"/>
                        </a:cubicBezTo>
                        <a:cubicBezTo>
                          <a:pt x="213" y="304"/>
                          <a:pt x="274" y="304"/>
                          <a:pt x="304" y="304"/>
                        </a:cubicBezTo>
                        <a:cubicBezTo>
                          <a:pt x="335" y="304"/>
                          <a:pt x="365" y="183"/>
                          <a:pt x="304" y="122"/>
                        </a:cubicBezTo>
                        <a:cubicBezTo>
                          <a:pt x="274" y="61"/>
                          <a:pt x="183" y="0"/>
                          <a:pt x="122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6" name="Google Shape;636;p21">
                    <a:extLst>
                      <a:ext uri="{FF2B5EF4-FFF2-40B4-BE49-F238E27FC236}">
                        <a16:creationId xmlns:a16="http://schemas.microsoft.com/office/drawing/2014/main" id="{226D307A-8681-98AD-4A70-1FFA696C9B13}"/>
                      </a:ext>
                    </a:extLst>
                  </p:cNvPr>
                  <p:cNvSpPr/>
                  <p:nvPr/>
                </p:nvSpPr>
                <p:spPr>
                  <a:xfrm>
                    <a:off x="3387525" y="3810800"/>
                    <a:ext cx="307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153" extrusionOk="0">
                        <a:moveTo>
                          <a:pt x="122" y="92"/>
                        </a:moveTo>
                        <a:cubicBezTo>
                          <a:pt x="122" y="31"/>
                          <a:pt x="92" y="0"/>
                          <a:pt x="31" y="31"/>
                        </a:cubicBezTo>
                        <a:cubicBezTo>
                          <a:pt x="31" y="31"/>
                          <a:pt x="1" y="31"/>
                          <a:pt x="1" y="61"/>
                        </a:cubicBezTo>
                        <a:cubicBezTo>
                          <a:pt x="1" y="122"/>
                          <a:pt x="1" y="152"/>
                          <a:pt x="61" y="152"/>
                        </a:cubicBezTo>
                        <a:cubicBezTo>
                          <a:pt x="92" y="152"/>
                          <a:pt x="92" y="92"/>
                          <a:pt x="122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7" name="Google Shape;637;p21">
                    <a:extLst>
                      <a:ext uri="{FF2B5EF4-FFF2-40B4-BE49-F238E27FC236}">
                        <a16:creationId xmlns:a16="http://schemas.microsoft.com/office/drawing/2014/main" id="{A9BC73DF-8B78-A56B-22A6-9085DB82C89A}"/>
                      </a:ext>
                    </a:extLst>
                  </p:cNvPr>
                  <p:cNvSpPr/>
                  <p:nvPr/>
                </p:nvSpPr>
                <p:spPr>
                  <a:xfrm>
                    <a:off x="3291775" y="2486300"/>
                    <a:ext cx="6875" cy="5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" h="214" extrusionOk="0">
                        <a:moveTo>
                          <a:pt x="183" y="1"/>
                        </a:moveTo>
                        <a:cubicBezTo>
                          <a:pt x="92" y="1"/>
                          <a:pt x="1" y="62"/>
                          <a:pt x="31" y="183"/>
                        </a:cubicBezTo>
                        <a:cubicBezTo>
                          <a:pt x="31" y="183"/>
                          <a:pt x="62" y="214"/>
                          <a:pt x="92" y="214"/>
                        </a:cubicBezTo>
                        <a:cubicBezTo>
                          <a:pt x="153" y="214"/>
                          <a:pt x="274" y="123"/>
                          <a:pt x="214" y="62"/>
                        </a:cubicBezTo>
                        <a:cubicBezTo>
                          <a:pt x="214" y="31"/>
                          <a:pt x="183" y="1"/>
                          <a:pt x="183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8" name="Google Shape;638;p21">
                    <a:extLst>
                      <a:ext uri="{FF2B5EF4-FFF2-40B4-BE49-F238E27FC236}">
                        <a16:creationId xmlns:a16="http://schemas.microsoft.com/office/drawing/2014/main" id="{6B1FA7BA-E6C4-2169-354F-9F00CD124196}"/>
                      </a:ext>
                    </a:extLst>
                  </p:cNvPr>
                  <p:cNvSpPr/>
                  <p:nvPr/>
                </p:nvSpPr>
                <p:spPr>
                  <a:xfrm>
                    <a:off x="3280375" y="2700600"/>
                    <a:ext cx="9900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6" h="244" extrusionOk="0">
                        <a:moveTo>
                          <a:pt x="31" y="61"/>
                        </a:moveTo>
                        <a:cubicBezTo>
                          <a:pt x="1" y="122"/>
                          <a:pt x="62" y="183"/>
                          <a:pt x="122" y="213"/>
                        </a:cubicBezTo>
                        <a:cubicBezTo>
                          <a:pt x="244" y="244"/>
                          <a:pt x="366" y="183"/>
                          <a:pt x="396" y="61"/>
                        </a:cubicBezTo>
                        <a:cubicBezTo>
                          <a:pt x="305" y="61"/>
                          <a:pt x="214" y="31"/>
                          <a:pt x="153" y="1"/>
                        </a:cubicBezTo>
                        <a:cubicBezTo>
                          <a:pt x="92" y="1"/>
                          <a:pt x="62" y="31"/>
                          <a:pt x="31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9" name="Google Shape;639;p21">
                    <a:extLst>
                      <a:ext uri="{FF2B5EF4-FFF2-40B4-BE49-F238E27FC236}">
                        <a16:creationId xmlns:a16="http://schemas.microsoft.com/office/drawing/2014/main" id="{DA16D0FA-D7C8-62A1-A5A7-E37ACD7FE050}"/>
                      </a:ext>
                    </a:extLst>
                  </p:cNvPr>
                  <p:cNvSpPr/>
                  <p:nvPr/>
                </p:nvSpPr>
                <p:spPr>
                  <a:xfrm>
                    <a:off x="3290275" y="2702125"/>
                    <a:ext cx="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h="1" extrusionOk="0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0" name="Google Shape;640;p21">
                    <a:extLst>
                      <a:ext uri="{FF2B5EF4-FFF2-40B4-BE49-F238E27FC236}">
                        <a16:creationId xmlns:a16="http://schemas.microsoft.com/office/drawing/2014/main" id="{D6528701-AF4C-A660-DAE9-99A7EE0DBA9D}"/>
                      </a:ext>
                    </a:extLst>
                  </p:cNvPr>
                  <p:cNvSpPr/>
                  <p:nvPr/>
                </p:nvSpPr>
                <p:spPr>
                  <a:xfrm>
                    <a:off x="3544825" y="2484025"/>
                    <a:ext cx="7625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244" extrusionOk="0">
                        <a:moveTo>
                          <a:pt x="244" y="92"/>
                        </a:moveTo>
                        <a:cubicBezTo>
                          <a:pt x="213" y="31"/>
                          <a:pt x="153" y="1"/>
                          <a:pt x="61" y="31"/>
                        </a:cubicBezTo>
                        <a:cubicBezTo>
                          <a:pt x="61" y="31"/>
                          <a:pt x="31" y="62"/>
                          <a:pt x="31" y="62"/>
                        </a:cubicBezTo>
                        <a:cubicBezTo>
                          <a:pt x="1" y="92"/>
                          <a:pt x="1" y="122"/>
                          <a:pt x="31" y="122"/>
                        </a:cubicBezTo>
                        <a:cubicBezTo>
                          <a:pt x="31" y="183"/>
                          <a:pt x="122" y="244"/>
                          <a:pt x="183" y="214"/>
                        </a:cubicBezTo>
                        <a:cubicBezTo>
                          <a:pt x="213" y="214"/>
                          <a:pt x="244" y="183"/>
                          <a:pt x="274" y="153"/>
                        </a:cubicBezTo>
                        <a:cubicBezTo>
                          <a:pt x="305" y="122"/>
                          <a:pt x="274" y="92"/>
                          <a:pt x="244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1" name="Google Shape;641;p21">
                    <a:extLst>
                      <a:ext uri="{FF2B5EF4-FFF2-40B4-BE49-F238E27FC236}">
                        <a16:creationId xmlns:a16="http://schemas.microsoft.com/office/drawing/2014/main" id="{D6BDDAFB-E588-717E-3118-ABB2F9D56E72}"/>
                      </a:ext>
                    </a:extLst>
                  </p:cNvPr>
                  <p:cNvSpPr/>
                  <p:nvPr/>
                </p:nvSpPr>
                <p:spPr>
                  <a:xfrm>
                    <a:off x="4568400" y="3417925"/>
                    <a:ext cx="382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53" extrusionOk="0">
                        <a:moveTo>
                          <a:pt x="122" y="123"/>
                        </a:moveTo>
                        <a:cubicBezTo>
                          <a:pt x="153" y="62"/>
                          <a:pt x="122" y="31"/>
                          <a:pt x="92" y="1"/>
                        </a:cubicBezTo>
                        <a:cubicBezTo>
                          <a:pt x="61" y="1"/>
                          <a:pt x="31" y="1"/>
                          <a:pt x="31" y="1"/>
                        </a:cubicBezTo>
                        <a:cubicBezTo>
                          <a:pt x="1" y="31"/>
                          <a:pt x="1" y="92"/>
                          <a:pt x="31" y="123"/>
                        </a:cubicBezTo>
                        <a:cubicBezTo>
                          <a:pt x="61" y="153"/>
                          <a:pt x="92" y="153"/>
                          <a:pt x="122" y="12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2" name="Google Shape;642;p21">
                    <a:extLst>
                      <a:ext uri="{FF2B5EF4-FFF2-40B4-BE49-F238E27FC236}">
                        <a16:creationId xmlns:a16="http://schemas.microsoft.com/office/drawing/2014/main" id="{D437CA98-0379-A648-71A6-955F2A646536}"/>
                      </a:ext>
                    </a:extLst>
                  </p:cNvPr>
                  <p:cNvSpPr/>
                  <p:nvPr/>
                </p:nvSpPr>
                <p:spPr>
                  <a:xfrm>
                    <a:off x="2553925" y="3007600"/>
                    <a:ext cx="4575" cy="6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" h="274" extrusionOk="0">
                        <a:moveTo>
                          <a:pt x="183" y="152"/>
                        </a:moveTo>
                        <a:cubicBezTo>
                          <a:pt x="183" y="61"/>
                          <a:pt x="122" y="0"/>
                          <a:pt x="61" y="31"/>
                        </a:cubicBezTo>
                        <a:cubicBezTo>
                          <a:pt x="31" y="61"/>
                          <a:pt x="1" y="122"/>
                          <a:pt x="31" y="183"/>
                        </a:cubicBezTo>
                        <a:cubicBezTo>
                          <a:pt x="61" y="274"/>
                          <a:pt x="92" y="243"/>
                          <a:pt x="122" y="243"/>
                        </a:cubicBezTo>
                        <a:cubicBezTo>
                          <a:pt x="153" y="213"/>
                          <a:pt x="153" y="183"/>
                          <a:pt x="183" y="1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3" name="Google Shape;643;p21">
                    <a:extLst>
                      <a:ext uri="{FF2B5EF4-FFF2-40B4-BE49-F238E27FC236}">
                        <a16:creationId xmlns:a16="http://schemas.microsoft.com/office/drawing/2014/main" id="{E5D6ED3D-7104-BC0A-C0AB-8DCE76DD9C44}"/>
                      </a:ext>
                    </a:extLst>
                  </p:cNvPr>
                  <p:cNvSpPr/>
                  <p:nvPr/>
                </p:nvSpPr>
                <p:spPr>
                  <a:xfrm>
                    <a:off x="3455150" y="252202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1"/>
                        </a:move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4" name="Google Shape;644;p21">
                    <a:extLst>
                      <a:ext uri="{FF2B5EF4-FFF2-40B4-BE49-F238E27FC236}">
                        <a16:creationId xmlns:a16="http://schemas.microsoft.com/office/drawing/2014/main" id="{74A6767C-06C2-6C7B-9160-568F276086D3}"/>
                      </a:ext>
                    </a:extLst>
                  </p:cNvPr>
                  <p:cNvSpPr/>
                  <p:nvPr/>
                </p:nvSpPr>
                <p:spPr>
                  <a:xfrm>
                    <a:off x="3449850" y="2522025"/>
                    <a:ext cx="5325" cy="5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" h="214" extrusionOk="0">
                        <a:moveTo>
                          <a:pt x="61" y="213"/>
                        </a:moveTo>
                        <a:cubicBezTo>
                          <a:pt x="91" y="213"/>
                          <a:pt x="152" y="213"/>
                          <a:pt x="182" y="183"/>
                        </a:cubicBezTo>
                        <a:cubicBezTo>
                          <a:pt x="182" y="122"/>
                          <a:pt x="213" y="61"/>
                          <a:pt x="213" y="1"/>
                        </a:cubicBezTo>
                        <a:cubicBezTo>
                          <a:pt x="152" y="1"/>
                          <a:pt x="91" y="1"/>
                          <a:pt x="31" y="61"/>
                        </a:cubicBezTo>
                        <a:cubicBezTo>
                          <a:pt x="0" y="122"/>
                          <a:pt x="0" y="213"/>
                          <a:pt x="61" y="2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5" name="Google Shape;645;p21">
                    <a:extLst>
                      <a:ext uri="{FF2B5EF4-FFF2-40B4-BE49-F238E27FC236}">
                        <a16:creationId xmlns:a16="http://schemas.microsoft.com/office/drawing/2014/main" id="{68776141-B31D-2ED9-16FC-2F57A61EE7B8}"/>
                      </a:ext>
                    </a:extLst>
                  </p:cNvPr>
                  <p:cNvSpPr/>
                  <p:nvPr/>
                </p:nvSpPr>
                <p:spPr>
                  <a:xfrm>
                    <a:off x="3674775" y="2769750"/>
                    <a:ext cx="3825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244" extrusionOk="0">
                        <a:moveTo>
                          <a:pt x="152" y="61"/>
                        </a:moveTo>
                        <a:cubicBezTo>
                          <a:pt x="122" y="31"/>
                          <a:pt x="91" y="1"/>
                          <a:pt x="31" y="31"/>
                        </a:cubicBezTo>
                        <a:cubicBezTo>
                          <a:pt x="31" y="31"/>
                          <a:pt x="0" y="61"/>
                          <a:pt x="0" y="61"/>
                        </a:cubicBezTo>
                        <a:lnTo>
                          <a:pt x="0" y="183"/>
                        </a:lnTo>
                        <a:cubicBezTo>
                          <a:pt x="31" y="213"/>
                          <a:pt x="91" y="213"/>
                          <a:pt x="152" y="244"/>
                        </a:cubicBezTo>
                        <a:lnTo>
                          <a:pt x="152" y="152"/>
                        </a:lnTo>
                        <a:cubicBezTo>
                          <a:pt x="152" y="122"/>
                          <a:pt x="152" y="92"/>
                          <a:pt x="152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6" name="Google Shape;646;p21">
                    <a:extLst>
                      <a:ext uri="{FF2B5EF4-FFF2-40B4-BE49-F238E27FC236}">
                        <a16:creationId xmlns:a16="http://schemas.microsoft.com/office/drawing/2014/main" id="{9AB4642B-4C97-E982-F483-7E0322654B09}"/>
                      </a:ext>
                    </a:extLst>
                  </p:cNvPr>
                  <p:cNvSpPr/>
                  <p:nvPr/>
                </p:nvSpPr>
                <p:spPr>
                  <a:xfrm>
                    <a:off x="3259875" y="4721900"/>
                    <a:ext cx="5325" cy="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" h="336" extrusionOk="0">
                        <a:moveTo>
                          <a:pt x="183" y="62"/>
                        </a:moveTo>
                        <a:cubicBezTo>
                          <a:pt x="152" y="31"/>
                          <a:pt x="122" y="1"/>
                          <a:pt x="61" y="1"/>
                        </a:cubicBezTo>
                        <a:cubicBezTo>
                          <a:pt x="31" y="1"/>
                          <a:pt x="0" y="62"/>
                          <a:pt x="0" y="92"/>
                        </a:cubicBezTo>
                        <a:cubicBezTo>
                          <a:pt x="31" y="153"/>
                          <a:pt x="61" y="244"/>
                          <a:pt x="61" y="335"/>
                        </a:cubicBezTo>
                        <a:cubicBezTo>
                          <a:pt x="122" y="274"/>
                          <a:pt x="152" y="244"/>
                          <a:pt x="183" y="183"/>
                        </a:cubicBezTo>
                        <a:cubicBezTo>
                          <a:pt x="213" y="153"/>
                          <a:pt x="213" y="122"/>
                          <a:pt x="183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7" name="Google Shape;647;p21">
                    <a:extLst>
                      <a:ext uri="{FF2B5EF4-FFF2-40B4-BE49-F238E27FC236}">
                        <a16:creationId xmlns:a16="http://schemas.microsoft.com/office/drawing/2014/main" id="{2F5B9A6B-701F-2833-97DA-1AB12C4B5D1E}"/>
                      </a:ext>
                    </a:extLst>
                  </p:cNvPr>
                  <p:cNvSpPr/>
                  <p:nvPr/>
                </p:nvSpPr>
                <p:spPr>
                  <a:xfrm>
                    <a:off x="3261375" y="47302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0"/>
                        </a:move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8" name="Google Shape;648;p21">
                    <a:extLst>
                      <a:ext uri="{FF2B5EF4-FFF2-40B4-BE49-F238E27FC236}">
                        <a16:creationId xmlns:a16="http://schemas.microsoft.com/office/drawing/2014/main" id="{74263D24-D2DD-332A-C9B3-3317FDCD9219}"/>
                      </a:ext>
                    </a:extLst>
                  </p:cNvPr>
                  <p:cNvSpPr/>
                  <p:nvPr/>
                </p:nvSpPr>
                <p:spPr>
                  <a:xfrm>
                    <a:off x="3854875" y="2293300"/>
                    <a:ext cx="5325" cy="4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" h="183" extrusionOk="0">
                        <a:moveTo>
                          <a:pt x="122" y="183"/>
                        </a:moveTo>
                        <a:cubicBezTo>
                          <a:pt x="182" y="183"/>
                          <a:pt x="213" y="122"/>
                          <a:pt x="182" y="92"/>
                        </a:cubicBezTo>
                        <a:cubicBezTo>
                          <a:pt x="152" y="61"/>
                          <a:pt x="122" y="31"/>
                          <a:pt x="91" y="0"/>
                        </a:cubicBezTo>
                        <a:lnTo>
                          <a:pt x="30" y="0"/>
                        </a:lnTo>
                        <a:cubicBezTo>
                          <a:pt x="0" y="0"/>
                          <a:pt x="0" y="61"/>
                          <a:pt x="30" y="92"/>
                        </a:cubicBezTo>
                        <a:cubicBezTo>
                          <a:pt x="61" y="122"/>
                          <a:pt x="91" y="152"/>
                          <a:pt x="122" y="1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9" name="Google Shape;649;p21">
                    <a:extLst>
                      <a:ext uri="{FF2B5EF4-FFF2-40B4-BE49-F238E27FC236}">
                        <a16:creationId xmlns:a16="http://schemas.microsoft.com/office/drawing/2014/main" id="{897E28F4-1A8A-B5D3-B78C-0501C9483040}"/>
                      </a:ext>
                    </a:extLst>
                  </p:cNvPr>
                  <p:cNvSpPr/>
                  <p:nvPr/>
                </p:nvSpPr>
                <p:spPr>
                  <a:xfrm>
                    <a:off x="4666425" y="2376875"/>
                    <a:ext cx="3825" cy="4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84" extrusionOk="0">
                        <a:moveTo>
                          <a:pt x="92" y="153"/>
                        </a:moveTo>
                        <a:cubicBezTo>
                          <a:pt x="122" y="153"/>
                          <a:pt x="153" y="123"/>
                          <a:pt x="153" y="123"/>
                        </a:cubicBezTo>
                        <a:cubicBezTo>
                          <a:pt x="153" y="62"/>
                          <a:pt x="122" y="1"/>
                          <a:pt x="92" y="1"/>
                        </a:cubicBezTo>
                        <a:cubicBezTo>
                          <a:pt x="31" y="1"/>
                          <a:pt x="1" y="31"/>
                          <a:pt x="1" y="92"/>
                        </a:cubicBezTo>
                        <a:cubicBezTo>
                          <a:pt x="1" y="153"/>
                          <a:pt x="61" y="183"/>
                          <a:pt x="92" y="15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0" name="Google Shape;650;p21">
                    <a:extLst>
                      <a:ext uri="{FF2B5EF4-FFF2-40B4-BE49-F238E27FC236}">
                        <a16:creationId xmlns:a16="http://schemas.microsoft.com/office/drawing/2014/main" id="{A14584A1-A39F-41FE-F02C-8BDD0D5124A8}"/>
                      </a:ext>
                    </a:extLst>
                  </p:cNvPr>
                  <p:cNvSpPr/>
                  <p:nvPr/>
                </p:nvSpPr>
                <p:spPr>
                  <a:xfrm>
                    <a:off x="3265175" y="4819175"/>
                    <a:ext cx="5350" cy="6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274" extrusionOk="0">
                        <a:moveTo>
                          <a:pt x="62" y="61"/>
                        </a:moveTo>
                        <a:cubicBezTo>
                          <a:pt x="1" y="92"/>
                          <a:pt x="1" y="183"/>
                          <a:pt x="62" y="213"/>
                        </a:cubicBezTo>
                        <a:cubicBezTo>
                          <a:pt x="123" y="244"/>
                          <a:pt x="153" y="244"/>
                          <a:pt x="214" y="274"/>
                        </a:cubicBezTo>
                        <a:lnTo>
                          <a:pt x="214" y="0"/>
                        </a:lnTo>
                        <a:cubicBezTo>
                          <a:pt x="153" y="0"/>
                          <a:pt x="123" y="31"/>
                          <a:pt x="62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1" name="Google Shape;651;p21">
                    <a:extLst>
                      <a:ext uri="{FF2B5EF4-FFF2-40B4-BE49-F238E27FC236}">
                        <a16:creationId xmlns:a16="http://schemas.microsoft.com/office/drawing/2014/main" id="{4C1E6BA8-55F6-D399-B8C2-0F552DE4C295}"/>
                      </a:ext>
                    </a:extLst>
                  </p:cNvPr>
                  <p:cNvSpPr/>
                  <p:nvPr/>
                </p:nvSpPr>
                <p:spPr>
                  <a:xfrm>
                    <a:off x="3090400" y="2708200"/>
                    <a:ext cx="4600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4" h="153" extrusionOk="0">
                        <a:moveTo>
                          <a:pt x="31" y="122"/>
                        </a:moveTo>
                        <a:cubicBezTo>
                          <a:pt x="31" y="122"/>
                          <a:pt x="62" y="152"/>
                          <a:pt x="92" y="152"/>
                        </a:cubicBezTo>
                        <a:cubicBezTo>
                          <a:pt x="123" y="152"/>
                          <a:pt x="183" y="122"/>
                          <a:pt x="183" y="92"/>
                        </a:cubicBezTo>
                        <a:cubicBezTo>
                          <a:pt x="183" y="31"/>
                          <a:pt x="123" y="0"/>
                          <a:pt x="92" y="0"/>
                        </a:cubicBezTo>
                        <a:cubicBezTo>
                          <a:pt x="31" y="31"/>
                          <a:pt x="1" y="61"/>
                          <a:pt x="31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2" name="Google Shape;652;p21">
                    <a:extLst>
                      <a:ext uri="{FF2B5EF4-FFF2-40B4-BE49-F238E27FC236}">
                        <a16:creationId xmlns:a16="http://schemas.microsoft.com/office/drawing/2014/main" id="{B2809043-301C-CFC2-24AF-AF58A71D6FE3}"/>
                      </a:ext>
                    </a:extLst>
                  </p:cNvPr>
                  <p:cNvSpPr/>
                  <p:nvPr/>
                </p:nvSpPr>
                <p:spPr>
                  <a:xfrm>
                    <a:off x="4041025" y="3601825"/>
                    <a:ext cx="4600" cy="4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4" h="184" extrusionOk="0">
                        <a:moveTo>
                          <a:pt x="31" y="92"/>
                        </a:moveTo>
                        <a:cubicBezTo>
                          <a:pt x="1" y="122"/>
                          <a:pt x="1" y="153"/>
                          <a:pt x="31" y="183"/>
                        </a:cubicBezTo>
                        <a:lnTo>
                          <a:pt x="92" y="183"/>
                        </a:lnTo>
                        <a:cubicBezTo>
                          <a:pt x="123" y="153"/>
                          <a:pt x="153" y="122"/>
                          <a:pt x="183" y="92"/>
                        </a:cubicBezTo>
                        <a:lnTo>
                          <a:pt x="123" y="1"/>
                        </a:lnTo>
                        <a:cubicBezTo>
                          <a:pt x="92" y="31"/>
                          <a:pt x="62" y="61"/>
                          <a:pt x="31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3" name="Google Shape;653;p21">
                    <a:extLst>
                      <a:ext uri="{FF2B5EF4-FFF2-40B4-BE49-F238E27FC236}">
                        <a16:creationId xmlns:a16="http://schemas.microsoft.com/office/drawing/2014/main" id="{0343A867-5607-350B-A5F6-7B1905DD09A7}"/>
                      </a:ext>
                    </a:extLst>
                  </p:cNvPr>
                  <p:cNvSpPr/>
                  <p:nvPr/>
                </p:nvSpPr>
                <p:spPr>
                  <a:xfrm>
                    <a:off x="3196800" y="3652750"/>
                    <a:ext cx="3050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153" extrusionOk="0">
                        <a:moveTo>
                          <a:pt x="122" y="91"/>
                        </a:moveTo>
                        <a:lnTo>
                          <a:pt x="31" y="0"/>
                        </a:lnTo>
                        <a:cubicBezTo>
                          <a:pt x="31" y="61"/>
                          <a:pt x="0" y="91"/>
                          <a:pt x="0" y="122"/>
                        </a:cubicBezTo>
                        <a:cubicBezTo>
                          <a:pt x="0" y="122"/>
                          <a:pt x="31" y="152"/>
                          <a:pt x="61" y="152"/>
                        </a:cubicBezTo>
                        <a:cubicBezTo>
                          <a:pt x="61" y="152"/>
                          <a:pt x="122" y="152"/>
                          <a:pt x="122" y="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4" name="Google Shape;654;p21">
                    <a:extLst>
                      <a:ext uri="{FF2B5EF4-FFF2-40B4-BE49-F238E27FC236}">
                        <a16:creationId xmlns:a16="http://schemas.microsoft.com/office/drawing/2014/main" id="{BA8D852F-FFA9-C60C-66A6-4F20C1628BAA}"/>
                      </a:ext>
                    </a:extLst>
                  </p:cNvPr>
                  <p:cNvSpPr/>
                  <p:nvPr/>
                </p:nvSpPr>
                <p:spPr>
                  <a:xfrm>
                    <a:off x="3164875" y="3656550"/>
                    <a:ext cx="3825" cy="5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213" extrusionOk="0">
                        <a:moveTo>
                          <a:pt x="92" y="183"/>
                        </a:moveTo>
                        <a:cubicBezTo>
                          <a:pt x="122" y="183"/>
                          <a:pt x="122" y="122"/>
                          <a:pt x="153" y="91"/>
                        </a:cubicBezTo>
                        <a:lnTo>
                          <a:pt x="62" y="0"/>
                        </a:lnTo>
                        <a:cubicBezTo>
                          <a:pt x="62" y="31"/>
                          <a:pt x="1" y="61"/>
                          <a:pt x="1" y="91"/>
                        </a:cubicBezTo>
                        <a:cubicBezTo>
                          <a:pt x="1" y="122"/>
                          <a:pt x="62" y="213"/>
                          <a:pt x="92" y="1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5" name="Google Shape;655;p21">
                    <a:extLst>
                      <a:ext uri="{FF2B5EF4-FFF2-40B4-BE49-F238E27FC236}">
                        <a16:creationId xmlns:a16="http://schemas.microsoft.com/office/drawing/2014/main" id="{4DDE4982-2887-1DEB-82B8-FCBC6AB3E232}"/>
                      </a:ext>
                    </a:extLst>
                  </p:cNvPr>
                  <p:cNvSpPr/>
                  <p:nvPr/>
                </p:nvSpPr>
                <p:spPr>
                  <a:xfrm>
                    <a:off x="3212750" y="3678575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6" name="Google Shape;656;p21">
                    <a:extLst>
                      <a:ext uri="{FF2B5EF4-FFF2-40B4-BE49-F238E27FC236}">
                        <a16:creationId xmlns:a16="http://schemas.microsoft.com/office/drawing/2014/main" id="{CA2B15EF-64CB-3C91-4342-1ED7CEF270DB}"/>
                      </a:ext>
                    </a:extLst>
                  </p:cNvPr>
                  <p:cNvSpPr/>
                  <p:nvPr/>
                </p:nvSpPr>
                <p:spPr>
                  <a:xfrm>
                    <a:off x="3212750" y="3678575"/>
                    <a:ext cx="4600" cy="4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4" h="183" extrusionOk="0">
                        <a:moveTo>
                          <a:pt x="153" y="122"/>
                        </a:moveTo>
                        <a:cubicBezTo>
                          <a:pt x="153" y="122"/>
                          <a:pt x="183" y="92"/>
                          <a:pt x="183" y="61"/>
                        </a:cubicBezTo>
                        <a:cubicBezTo>
                          <a:pt x="183" y="31"/>
                          <a:pt x="183" y="1"/>
                          <a:pt x="122" y="1"/>
                        </a:cubicBezTo>
                        <a:cubicBezTo>
                          <a:pt x="92" y="1"/>
                          <a:pt x="31" y="1"/>
                          <a:pt x="1" y="1"/>
                        </a:cubicBezTo>
                        <a:cubicBezTo>
                          <a:pt x="1" y="31"/>
                          <a:pt x="31" y="61"/>
                          <a:pt x="31" y="92"/>
                        </a:cubicBezTo>
                        <a:cubicBezTo>
                          <a:pt x="61" y="153"/>
                          <a:pt x="122" y="183"/>
                          <a:pt x="153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7" name="Google Shape;657;p21">
                    <a:extLst>
                      <a:ext uri="{FF2B5EF4-FFF2-40B4-BE49-F238E27FC236}">
                        <a16:creationId xmlns:a16="http://schemas.microsoft.com/office/drawing/2014/main" id="{C61DF5F7-B565-8043-6C94-B16D1CAD2349}"/>
                      </a:ext>
                    </a:extLst>
                  </p:cNvPr>
                  <p:cNvSpPr/>
                  <p:nvPr/>
                </p:nvSpPr>
                <p:spPr>
                  <a:xfrm>
                    <a:off x="3657300" y="2726425"/>
                    <a:ext cx="3825" cy="4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84" extrusionOk="0">
                        <a:moveTo>
                          <a:pt x="152" y="123"/>
                        </a:moveTo>
                        <a:cubicBezTo>
                          <a:pt x="152" y="62"/>
                          <a:pt x="152" y="31"/>
                          <a:pt x="122" y="1"/>
                        </a:cubicBezTo>
                        <a:cubicBezTo>
                          <a:pt x="91" y="1"/>
                          <a:pt x="61" y="31"/>
                          <a:pt x="31" y="62"/>
                        </a:cubicBezTo>
                        <a:cubicBezTo>
                          <a:pt x="0" y="92"/>
                          <a:pt x="31" y="123"/>
                          <a:pt x="61" y="153"/>
                        </a:cubicBezTo>
                        <a:cubicBezTo>
                          <a:pt x="91" y="183"/>
                          <a:pt x="152" y="153"/>
                          <a:pt x="152" y="12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8" name="Google Shape;658;p21">
                    <a:extLst>
                      <a:ext uri="{FF2B5EF4-FFF2-40B4-BE49-F238E27FC236}">
                        <a16:creationId xmlns:a16="http://schemas.microsoft.com/office/drawing/2014/main" id="{3C7402F1-BBC2-8019-9E82-FA9670C93D7A}"/>
                      </a:ext>
                    </a:extLst>
                  </p:cNvPr>
                  <p:cNvSpPr/>
                  <p:nvPr/>
                </p:nvSpPr>
                <p:spPr>
                  <a:xfrm>
                    <a:off x="3088900" y="3689225"/>
                    <a:ext cx="4575" cy="5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" h="213" extrusionOk="0">
                        <a:moveTo>
                          <a:pt x="0" y="91"/>
                        </a:moveTo>
                        <a:cubicBezTo>
                          <a:pt x="0" y="122"/>
                          <a:pt x="0" y="183"/>
                          <a:pt x="61" y="183"/>
                        </a:cubicBezTo>
                        <a:cubicBezTo>
                          <a:pt x="91" y="213"/>
                          <a:pt x="152" y="183"/>
                          <a:pt x="183" y="152"/>
                        </a:cubicBezTo>
                        <a:cubicBezTo>
                          <a:pt x="183" y="122"/>
                          <a:pt x="152" y="61"/>
                          <a:pt x="122" y="31"/>
                        </a:cubicBezTo>
                        <a:cubicBezTo>
                          <a:pt x="91" y="0"/>
                          <a:pt x="31" y="31"/>
                          <a:pt x="0" y="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9" name="Google Shape;659;p21">
                    <a:extLst>
                      <a:ext uri="{FF2B5EF4-FFF2-40B4-BE49-F238E27FC236}">
                        <a16:creationId xmlns:a16="http://schemas.microsoft.com/office/drawing/2014/main" id="{E4618F8C-7B97-2FFA-8D78-C46B7CA3DFC6}"/>
                      </a:ext>
                    </a:extLst>
                  </p:cNvPr>
                  <p:cNvSpPr/>
                  <p:nvPr/>
                </p:nvSpPr>
                <p:spPr>
                  <a:xfrm>
                    <a:off x="3408800" y="3820675"/>
                    <a:ext cx="3825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23" extrusionOk="0">
                        <a:moveTo>
                          <a:pt x="31" y="31"/>
                        </a:moveTo>
                        <a:cubicBezTo>
                          <a:pt x="1" y="61"/>
                          <a:pt x="31" y="122"/>
                          <a:pt x="92" y="122"/>
                        </a:cubicBezTo>
                        <a:cubicBezTo>
                          <a:pt x="92" y="122"/>
                          <a:pt x="122" y="92"/>
                          <a:pt x="153" y="92"/>
                        </a:cubicBezTo>
                        <a:cubicBezTo>
                          <a:pt x="153" y="61"/>
                          <a:pt x="153" y="1"/>
                          <a:pt x="62" y="1"/>
                        </a:cubicBezTo>
                        <a:cubicBezTo>
                          <a:pt x="1" y="1"/>
                          <a:pt x="31" y="1"/>
                          <a:pt x="3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0" name="Google Shape;660;p21">
                    <a:extLst>
                      <a:ext uri="{FF2B5EF4-FFF2-40B4-BE49-F238E27FC236}">
                        <a16:creationId xmlns:a16="http://schemas.microsoft.com/office/drawing/2014/main" id="{2C9D3834-7E65-5200-B80B-A879FE4C0939}"/>
                      </a:ext>
                    </a:extLst>
                  </p:cNvPr>
                  <p:cNvSpPr/>
                  <p:nvPr/>
                </p:nvSpPr>
                <p:spPr>
                  <a:xfrm>
                    <a:off x="3373850" y="2732525"/>
                    <a:ext cx="382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53" extrusionOk="0">
                        <a:moveTo>
                          <a:pt x="122" y="61"/>
                        </a:moveTo>
                        <a:cubicBezTo>
                          <a:pt x="122" y="0"/>
                          <a:pt x="61" y="0"/>
                          <a:pt x="31" y="61"/>
                        </a:cubicBezTo>
                        <a:lnTo>
                          <a:pt x="1" y="91"/>
                        </a:lnTo>
                        <a:lnTo>
                          <a:pt x="92" y="152"/>
                        </a:lnTo>
                        <a:cubicBezTo>
                          <a:pt x="122" y="122"/>
                          <a:pt x="153" y="91"/>
                          <a:pt x="122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1" name="Google Shape;661;p21">
                    <a:extLst>
                      <a:ext uri="{FF2B5EF4-FFF2-40B4-BE49-F238E27FC236}">
                        <a16:creationId xmlns:a16="http://schemas.microsoft.com/office/drawing/2014/main" id="{7145C2A0-A66B-F755-3443-ADB5A08E0098}"/>
                      </a:ext>
                    </a:extLst>
                  </p:cNvPr>
                  <p:cNvSpPr/>
                  <p:nvPr/>
                </p:nvSpPr>
                <p:spPr>
                  <a:xfrm>
                    <a:off x="4065350" y="2548625"/>
                    <a:ext cx="3075" cy="3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122" extrusionOk="0">
                        <a:moveTo>
                          <a:pt x="31" y="122"/>
                        </a:moveTo>
                        <a:lnTo>
                          <a:pt x="122" y="31"/>
                        </a:lnTo>
                        <a:cubicBezTo>
                          <a:pt x="122" y="31"/>
                          <a:pt x="122" y="0"/>
                          <a:pt x="92" y="0"/>
                        </a:cubicBezTo>
                        <a:cubicBezTo>
                          <a:pt x="61" y="0"/>
                          <a:pt x="31" y="31"/>
                          <a:pt x="1" y="61"/>
                        </a:cubicBezTo>
                        <a:cubicBezTo>
                          <a:pt x="1" y="61"/>
                          <a:pt x="31" y="122"/>
                          <a:pt x="31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2" name="Google Shape;662;p21">
                    <a:extLst>
                      <a:ext uri="{FF2B5EF4-FFF2-40B4-BE49-F238E27FC236}">
                        <a16:creationId xmlns:a16="http://schemas.microsoft.com/office/drawing/2014/main" id="{4CDBC7EB-A9A9-914A-3BDB-EF72FA5B7DAF}"/>
                      </a:ext>
                    </a:extLst>
                  </p:cNvPr>
                  <p:cNvSpPr/>
                  <p:nvPr/>
                </p:nvSpPr>
                <p:spPr>
                  <a:xfrm>
                    <a:off x="4091200" y="2368525"/>
                    <a:ext cx="3050" cy="4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184" extrusionOk="0">
                        <a:moveTo>
                          <a:pt x="122" y="92"/>
                        </a:moveTo>
                        <a:cubicBezTo>
                          <a:pt x="122" y="61"/>
                          <a:pt x="91" y="31"/>
                          <a:pt x="61" y="1"/>
                        </a:cubicBezTo>
                        <a:cubicBezTo>
                          <a:pt x="61" y="31"/>
                          <a:pt x="0" y="61"/>
                          <a:pt x="0" y="92"/>
                        </a:cubicBezTo>
                        <a:cubicBezTo>
                          <a:pt x="0" y="122"/>
                          <a:pt x="30" y="153"/>
                          <a:pt x="61" y="183"/>
                        </a:cubicBezTo>
                        <a:cubicBezTo>
                          <a:pt x="91" y="153"/>
                          <a:pt x="122" y="122"/>
                          <a:pt x="122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3" name="Google Shape;663;p21">
                    <a:extLst>
                      <a:ext uri="{FF2B5EF4-FFF2-40B4-BE49-F238E27FC236}">
                        <a16:creationId xmlns:a16="http://schemas.microsoft.com/office/drawing/2014/main" id="{50D28A55-5F11-30F8-B4C0-8E560ADD033B}"/>
                      </a:ext>
                    </a:extLst>
                  </p:cNvPr>
                  <p:cNvSpPr/>
                  <p:nvPr/>
                </p:nvSpPr>
                <p:spPr>
                  <a:xfrm>
                    <a:off x="4731025" y="2369300"/>
                    <a:ext cx="6100" cy="6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274" extrusionOk="0">
                        <a:moveTo>
                          <a:pt x="183" y="30"/>
                        </a:moveTo>
                        <a:cubicBezTo>
                          <a:pt x="152" y="30"/>
                          <a:pt x="91" y="0"/>
                          <a:pt x="61" y="30"/>
                        </a:cubicBezTo>
                        <a:cubicBezTo>
                          <a:pt x="0" y="30"/>
                          <a:pt x="0" y="61"/>
                          <a:pt x="0" y="122"/>
                        </a:cubicBezTo>
                        <a:cubicBezTo>
                          <a:pt x="31" y="152"/>
                          <a:pt x="61" y="213"/>
                          <a:pt x="91" y="274"/>
                        </a:cubicBezTo>
                        <a:lnTo>
                          <a:pt x="243" y="274"/>
                        </a:lnTo>
                        <a:cubicBezTo>
                          <a:pt x="213" y="182"/>
                          <a:pt x="213" y="91"/>
                          <a:pt x="183" y="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4" name="Google Shape;664;p21">
                    <a:extLst>
                      <a:ext uri="{FF2B5EF4-FFF2-40B4-BE49-F238E27FC236}">
                        <a16:creationId xmlns:a16="http://schemas.microsoft.com/office/drawing/2014/main" id="{CF0CFF92-BEBE-AA08-4048-5328D9226531}"/>
                      </a:ext>
                    </a:extLst>
                  </p:cNvPr>
                  <p:cNvSpPr/>
                  <p:nvPr/>
                </p:nvSpPr>
                <p:spPr>
                  <a:xfrm>
                    <a:off x="3222625" y="2579025"/>
                    <a:ext cx="4600" cy="5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4" h="213" extrusionOk="0">
                        <a:moveTo>
                          <a:pt x="92" y="0"/>
                        </a:moveTo>
                        <a:cubicBezTo>
                          <a:pt x="62" y="0"/>
                          <a:pt x="31" y="31"/>
                          <a:pt x="1" y="61"/>
                        </a:cubicBezTo>
                        <a:cubicBezTo>
                          <a:pt x="1" y="122"/>
                          <a:pt x="31" y="152"/>
                          <a:pt x="31" y="183"/>
                        </a:cubicBezTo>
                        <a:cubicBezTo>
                          <a:pt x="92" y="213"/>
                          <a:pt x="183" y="152"/>
                          <a:pt x="153" y="91"/>
                        </a:cubicBezTo>
                        <a:cubicBezTo>
                          <a:pt x="153" y="31"/>
                          <a:pt x="122" y="31"/>
                          <a:pt x="92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5" name="Google Shape;665;p21">
                    <a:extLst>
                      <a:ext uri="{FF2B5EF4-FFF2-40B4-BE49-F238E27FC236}">
                        <a16:creationId xmlns:a16="http://schemas.microsoft.com/office/drawing/2014/main" id="{EC4449A2-513D-0DC5-C91D-260446640463}"/>
                      </a:ext>
                    </a:extLst>
                  </p:cNvPr>
                  <p:cNvSpPr/>
                  <p:nvPr/>
                </p:nvSpPr>
                <p:spPr>
                  <a:xfrm>
                    <a:off x="2449825" y="2827500"/>
                    <a:ext cx="4575" cy="5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" h="214" extrusionOk="0">
                        <a:moveTo>
                          <a:pt x="61" y="31"/>
                        </a:moveTo>
                        <a:cubicBezTo>
                          <a:pt x="31" y="31"/>
                          <a:pt x="31" y="61"/>
                          <a:pt x="0" y="61"/>
                        </a:cubicBezTo>
                        <a:cubicBezTo>
                          <a:pt x="0" y="153"/>
                          <a:pt x="61" y="213"/>
                          <a:pt x="122" y="183"/>
                        </a:cubicBezTo>
                        <a:cubicBezTo>
                          <a:pt x="183" y="183"/>
                          <a:pt x="152" y="183"/>
                          <a:pt x="152" y="153"/>
                        </a:cubicBezTo>
                        <a:cubicBezTo>
                          <a:pt x="183" y="122"/>
                          <a:pt x="92" y="1"/>
                          <a:pt x="6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6" name="Google Shape;666;p21">
                    <a:extLst>
                      <a:ext uri="{FF2B5EF4-FFF2-40B4-BE49-F238E27FC236}">
                        <a16:creationId xmlns:a16="http://schemas.microsoft.com/office/drawing/2014/main" id="{E51912AC-C539-596F-FC24-F3E064E92A0E}"/>
                      </a:ext>
                    </a:extLst>
                  </p:cNvPr>
                  <p:cNvSpPr/>
                  <p:nvPr/>
                </p:nvSpPr>
                <p:spPr>
                  <a:xfrm>
                    <a:off x="4386800" y="2845750"/>
                    <a:ext cx="457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" h="153" extrusionOk="0">
                        <a:moveTo>
                          <a:pt x="30" y="152"/>
                        </a:moveTo>
                        <a:cubicBezTo>
                          <a:pt x="30" y="152"/>
                          <a:pt x="91" y="152"/>
                          <a:pt x="91" y="122"/>
                        </a:cubicBezTo>
                        <a:cubicBezTo>
                          <a:pt x="91" y="91"/>
                          <a:pt x="152" y="30"/>
                          <a:pt x="182" y="0"/>
                        </a:cubicBezTo>
                        <a:cubicBezTo>
                          <a:pt x="152" y="0"/>
                          <a:pt x="91" y="30"/>
                          <a:pt x="30" y="30"/>
                        </a:cubicBezTo>
                        <a:cubicBezTo>
                          <a:pt x="0" y="61"/>
                          <a:pt x="0" y="122"/>
                          <a:pt x="30" y="1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7" name="Google Shape;667;p21">
                    <a:extLst>
                      <a:ext uri="{FF2B5EF4-FFF2-40B4-BE49-F238E27FC236}">
                        <a16:creationId xmlns:a16="http://schemas.microsoft.com/office/drawing/2014/main" id="{7E0EEB1F-84E9-C6AD-2714-BB0505F22FD6}"/>
                      </a:ext>
                    </a:extLst>
                  </p:cNvPr>
                  <p:cNvSpPr/>
                  <p:nvPr/>
                </p:nvSpPr>
                <p:spPr>
                  <a:xfrm>
                    <a:off x="4391350" y="2845750"/>
                    <a:ext cx="155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1" extrusionOk="0">
                        <a:moveTo>
                          <a:pt x="0" y="0"/>
                        </a:moveTo>
                        <a:lnTo>
                          <a:pt x="61" y="0"/>
                        </a:lnTo>
                        <a:lnTo>
                          <a:pt x="61" y="0"/>
                        </a:lnTo>
                        <a:lnTo>
                          <a:pt x="3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8" name="Google Shape;668;p21">
                    <a:extLst>
                      <a:ext uri="{FF2B5EF4-FFF2-40B4-BE49-F238E27FC236}">
                        <a16:creationId xmlns:a16="http://schemas.microsoft.com/office/drawing/2014/main" id="{4006D1AC-4912-DC2A-D0AF-D06A98B2BB62}"/>
                      </a:ext>
                    </a:extLst>
                  </p:cNvPr>
                  <p:cNvSpPr/>
                  <p:nvPr/>
                </p:nvSpPr>
                <p:spPr>
                  <a:xfrm>
                    <a:off x="4642875" y="2916400"/>
                    <a:ext cx="3825" cy="2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93" extrusionOk="0">
                        <a:moveTo>
                          <a:pt x="0" y="31"/>
                        </a:moveTo>
                        <a:lnTo>
                          <a:pt x="92" y="92"/>
                        </a:lnTo>
                        <a:cubicBezTo>
                          <a:pt x="92" y="92"/>
                          <a:pt x="122" y="92"/>
                          <a:pt x="122" y="92"/>
                        </a:cubicBezTo>
                        <a:cubicBezTo>
                          <a:pt x="152" y="31"/>
                          <a:pt x="92" y="1"/>
                          <a:pt x="61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9" name="Google Shape;669;p21">
                    <a:extLst>
                      <a:ext uri="{FF2B5EF4-FFF2-40B4-BE49-F238E27FC236}">
                        <a16:creationId xmlns:a16="http://schemas.microsoft.com/office/drawing/2014/main" id="{8D7B18F0-B8D5-9DCF-3002-BF9982940D5D}"/>
                      </a:ext>
                    </a:extLst>
                  </p:cNvPr>
                  <p:cNvSpPr/>
                  <p:nvPr/>
                </p:nvSpPr>
                <p:spPr>
                  <a:xfrm>
                    <a:off x="3399675" y="2927800"/>
                    <a:ext cx="5350" cy="5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214" extrusionOk="0">
                        <a:moveTo>
                          <a:pt x="92" y="1"/>
                        </a:moveTo>
                        <a:cubicBezTo>
                          <a:pt x="62" y="1"/>
                          <a:pt x="1" y="62"/>
                          <a:pt x="1" y="92"/>
                        </a:cubicBezTo>
                        <a:cubicBezTo>
                          <a:pt x="31" y="122"/>
                          <a:pt x="31" y="153"/>
                          <a:pt x="92" y="183"/>
                        </a:cubicBezTo>
                        <a:cubicBezTo>
                          <a:pt x="123" y="214"/>
                          <a:pt x="183" y="183"/>
                          <a:pt x="183" y="122"/>
                        </a:cubicBezTo>
                        <a:cubicBezTo>
                          <a:pt x="183" y="92"/>
                          <a:pt x="214" y="62"/>
                          <a:pt x="214" y="31"/>
                        </a:cubicBezTo>
                        <a:cubicBezTo>
                          <a:pt x="183" y="1"/>
                          <a:pt x="123" y="1"/>
                          <a:pt x="92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0" name="Google Shape;670;p21">
                    <a:extLst>
                      <a:ext uri="{FF2B5EF4-FFF2-40B4-BE49-F238E27FC236}">
                        <a16:creationId xmlns:a16="http://schemas.microsoft.com/office/drawing/2014/main" id="{A4E36416-216B-1618-D325-D884520B42DE}"/>
                      </a:ext>
                    </a:extLst>
                  </p:cNvPr>
                  <p:cNvSpPr/>
                  <p:nvPr/>
                </p:nvSpPr>
                <p:spPr>
                  <a:xfrm>
                    <a:off x="4269775" y="3423250"/>
                    <a:ext cx="5325" cy="4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" h="184" extrusionOk="0">
                        <a:moveTo>
                          <a:pt x="213" y="92"/>
                        </a:moveTo>
                        <a:cubicBezTo>
                          <a:pt x="213" y="61"/>
                          <a:pt x="182" y="61"/>
                          <a:pt x="152" y="31"/>
                        </a:cubicBezTo>
                        <a:cubicBezTo>
                          <a:pt x="122" y="1"/>
                          <a:pt x="0" y="122"/>
                          <a:pt x="30" y="153"/>
                        </a:cubicBezTo>
                        <a:cubicBezTo>
                          <a:pt x="61" y="183"/>
                          <a:pt x="122" y="183"/>
                          <a:pt x="152" y="183"/>
                        </a:cubicBezTo>
                        <a:cubicBezTo>
                          <a:pt x="182" y="183"/>
                          <a:pt x="213" y="153"/>
                          <a:pt x="213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1" name="Google Shape;671;p21">
                    <a:extLst>
                      <a:ext uri="{FF2B5EF4-FFF2-40B4-BE49-F238E27FC236}">
                        <a16:creationId xmlns:a16="http://schemas.microsoft.com/office/drawing/2014/main" id="{7F6C02B6-245E-C083-AE89-F71B2CBBA849}"/>
                      </a:ext>
                    </a:extLst>
                  </p:cNvPr>
                  <p:cNvSpPr/>
                  <p:nvPr/>
                </p:nvSpPr>
                <p:spPr>
                  <a:xfrm>
                    <a:off x="4607925" y="3482525"/>
                    <a:ext cx="6100" cy="4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183" extrusionOk="0">
                        <a:moveTo>
                          <a:pt x="122" y="153"/>
                        </a:moveTo>
                        <a:cubicBezTo>
                          <a:pt x="152" y="122"/>
                          <a:pt x="183" y="92"/>
                          <a:pt x="213" y="61"/>
                        </a:cubicBezTo>
                        <a:cubicBezTo>
                          <a:pt x="243" y="31"/>
                          <a:pt x="152" y="1"/>
                          <a:pt x="122" y="1"/>
                        </a:cubicBezTo>
                        <a:cubicBezTo>
                          <a:pt x="31" y="1"/>
                          <a:pt x="0" y="61"/>
                          <a:pt x="31" y="122"/>
                        </a:cubicBezTo>
                        <a:cubicBezTo>
                          <a:pt x="31" y="153"/>
                          <a:pt x="61" y="153"/>
                          <a:pt x="61" y="183"/>
                        </a:cubicBezTo>
                        <a:cubicBezTo>
                          <a:pt x="91" y="183"/>
                          <a:pt x="122" y="183"/>
                          <a:pt x="122" y="15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2" name="Google Shape;672;p21">
                    <a:extLst>
                      <a:ext uri="{FF2B5EF4-FFF2-40B4-BE49-F238E27FC236}">
                        <a16:creationId xmlns:a16="http://schemas.microsoft.com/office/drawing/2014/main" id="{32C6122B-0404-97AC-EB78-C3A10C204A98}"/>
                      </a:ext>
                    </a:extLst>
                  </p:cNvPr>
                  <p:cNvSpPr/>
                  <p:nvPr/>
                </p:nvSpPr>
                <p:spPr>
                  <a:xfrm>
                    <a:off x="3009100" y="357142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1"/>
                        </a:move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3" name="Google Shape;673;p21">
                    <a:extLst>
                      <a:ext uri="{FF2B5EF4-FFF2-40B4-BE49-F238E27FC236}">
                        <a16:creationId xmlns:a16="http://schemas.microsoft.com/office/drawing/2014/main" id="{1F1B9912-7478-048B-76A7-16C973334947}"/>
                      </a:ext>
                    </a:extLst>
                  </p:cNvPr>
                  <p:cNvSpPr/>
                  <p:nvPr/>
                </p:nvSpPr>
                <p:spPr>
                  <a:xfrm>
                    <a:off x="3008350" y="3571425"/>
                    <a:ext cx="532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" h="153" extrusionOk="0">
                        <a:moveTo>
                          <a:pt x="122" y="153"/>
                        </a:moveTo>
                        <a:cubicBezTo>
                          <a:pt x="152" y="153"/>
                          <a:pt x="213" y="153"/>
                          <a:pt x="213" y="92"/>
                        </a:cubicBezTo>
                        <a:cubicBezTo>
                          <a:pt x="213" y="62"/>
                          <a:pt x="213" y="62"/>
                          <a:pt x="183" y="31"/>
                        </a:cubicBezTo>
                        <a:cubicBezTo>
                          <a:pt x="122" y="31"/>
                          <a:pt x="61" y="1"/>
                          <a:pt x="0" y="1"/>
                        </a:cubicBezTo>
                        <a:cubicBezTo>
                          <a:pt x="0" y="62"/>
                          <a:pt x="61" y="122"/>
                          <a:pt x="122" y="15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4" name="Google Shape;674;p21">
                    <a:extLst>
                      <a:ext uri="{FF2B5EF4-FFF2-40B4-BE49-F238E27FC236}">
                        <a16:creationId xmlns:a16="http://schemas.microsoft.com/office/drawing/2014/main" id="{39D993BA-293C-9916-5A1D-204A0C3C7E1C}"/>
                      </a:ext>
                    </a:extLst>
                  </p:cNvPr>
                  <p:cNvSpPr/>
                  <p:nvPr/>
                </p:nvSpPr>
                <p:spPr>
                  <a:xfrm>
                    <a:off x="3264425" y="2530375"/>
                    <a:ext cx="1550" cy="2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93" extrusionOk="0">
                        <a:moveTo>
                          <a:pt x="61" y="62"/>
                        </a:moveTo>
                        <a:lnTo>
                          <a:pt x="61" y="1"/>
                        </a:lnTo>
                        <a:cubicBezTo>
                          <a:pt x="61" y="1"/>
                          <a:pt x="31" y="1"/>
                          <a:pt x="31" y="1"/>
                        </a:cubicBezTo>
                        <a:cubicBezTo>
                          <a:pt x="1" y="1"/>
                          <a:pt x="31" y="92"/>
                          <a:pt x="61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5" name="Google Shape;675;p21">
                    <a:extLst>
                      <a:ext uri="{FF2B5EF4-FFF2-40B4-BE49-F238E27FC236}">
                        <a16:creationId xmlns:a16="http://schemas.microsoft.com/office/drawing/2014/main" id="{281FB758-AC2C-110D-EAC6-F0109AE90901}"/>
                      </a:ext>
                    </a:extLst>
                  </p:cNvPr>
                  <p:cNvSpPr/>
                  <p:nvPr/>
                </p:nvSpPr>
                <p:spPr>
                  <a:xfrm>
                    <a:off x="3116250" y="2531900"/>
                    <a:ext cx="2300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32" extrusionOk="0">
                        <a:moveTo>
                          <a:pt x="31" y="31"/>
                        </a:moveTo>
                        <a:lnTo>
                          <a:pt x="61" y="31"/>
                        </a:lnTo>
                        <a:cubicBezTo>
                          <a:pt x="92" y="31"/>
                          <a:pt x="61" y="1"/>
                          <a:pt x="61" y="1"/>
                        </a:cubicBezTo>
                        <a:cubicBezTo>
                          <a:pt x="61" y="1"/>
                          <a:pt x="0" y="31"/>
                          <a:pt x="3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6" name="Google Shape;676;p21">
                    <a:extLst>
                      <a:ext uri="{FF2B5EF4-FFF2-40B4-BE49-F238E27FC236}">
                        <a16:creationId xmlns:a16="http://schemas.microsoft.com/office/drawing/2014/main" id="{FBF26107-226A-2CB5-63D3-DC2CC8B83848}"/>
                      </a:ext>
                    </a:extLst>
                  </p:cNvPr>
                  <p:cNvSpPr/>
                  <p:nvPr/>
                </p:nvSpPr>
                <p:spPr>
                  <a:xfrm>
                    <a:off x="2699825" y="2569150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31" y="0"/>
                        </a:move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7" name="Google Shape;677;p21">
                    <a:extLst>
                      <a:ext uri="{FF2B5EF4-FFF2-40B4-BE49-F238E27FC236}">
                        <a16:creationId xmlns:a16="http://schemas.microsoft.com/office/drawing/2014/main" id="{CF05724A-B213-7A85-2AA9-A1F1F54245F9}"/>
                      </a:ext>
                    </a:extLst>
                  </p:cNvPr>
                  <p:cNvSpPr/>
                  <p:nvPr/>
                </p:nvSpPr>
                <p:spPr>
                  <a:xfrm>
                    <a:off x="2700575" y="2566100"/>
                    <a:ext cx="3825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23" extrusionOk="0">
                        <a:moveTo>
                          <a:pt x="153" y="92"/>
                        </a:moveTo>
                        <a:lnTo>
                          <a:pt x="153" y="31"/>
                        </a:lnTo>
                        <a:cubicBezTo>
                          <a:pt x="153" y="31"/>
                          <a:pt x="62" y="0"/>
                          <a:pt x="62" y="31"/>
                        </a:cubicBezTo>
                        <a:cubicBezTo>
                          <a:pt x="31" y="92"/>
                          <a:pt x="1" y="92"/>
                          <a:pt x="1" y="122"/>
                        </a:cubicBezTo>
                        <a:cubicBezTo>
                          <a:pt x="31" y="122"/>
                          <a:pt x="62" y="122"/>
                          <a:pt x="92" y="122"/>
                        </a:cubicBezTo>
                        <a:cubicBezTo>
                          <a:pt x="123" y="122"/>
                          <a:pt x="153" y="122"/>
                          <a:pt x="153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8" name="Google Shape;678;p21">
                    <a:extLst>
                      <a:ext uri="{FF2B5EF4-FFF2-40B4-BE49-F238E27FC236}">
                        <a16:creationId xmlns:a16="http://schemas.microsoft.com/office/drawing/2014/main" id="{BFC38520-89EE-F786-F049-83BCDE87F5C7}"/>
                      </a:ext>
                    </a:extLst>
                  </p:cNvPr>
                  <p:cNvSpPr/>
                  <p:nvPr/>
                </p:nvSpPr>
                <p:spPr>
                  <a:xfrm>
                    <a:off x="4284200" y="3418700"/>
                    <a:ext cx="3075" cy="3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122" extrusionOk="0">
                        <a:moveTo>
                          <a:pt x="122" y="31"/>
                        </a:moveTo>
                        <a:cubicBezTo>
                          <a:pt x="92" y="0"/>
                          <a:pt x="61" y="0"/>
                          <a:pt x="61" y="31"/>
                        </a:cubicBezTo>
                        <a:cubicBezTo>
                          <a:pt x="1" y="61"/>
                          <a:pt x="1" y="92"/>
                          <a:pt x="61" y="92"/>
                        </a:cubicBezTo>
                        <a:cubicBezTo>
                          <a:pt x="92" y="122"/>
                          <a:pt x="92" y="92"/>
                          <a:pt x="122" y="92"/>
                        </a:cubicBezTo>
                        <a:cubicBezTo>
                          <a:pt x="122" y="61"/>
                          <a:pt x="122" y="31"/>
                          <a:pt x="122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9" name="Google Shape;679;p21">
                    <a:extLst>
                      <a:ext uri="{FF2B5EF4-FFF2-40B4-BE49-F238E27FC236}">
                        <a16:creationId xmlns:a16="http://schemas.microsoft.com/office/drawing/2014/main" id="{2AF381F8-7989-D4E6-DEF5-B75A0FC495D2}"/>
                      </a:ext>
                    </a:extLst>
                  </p:cNvPr>
                  <p:cNvSpPr/>
                  <p:nvPr/>
                </p:nvSpPr>
                <p:spPr>
                  <a:xfrm>
                    <a:off x="3355625" y="2769750"/>
                    <a:ext cx="77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1" extrusionOk="0">
                        <a:moveTo>
                          <a:pt x="30" y="31"/>
                        </a:moveTo>
                        <a:lnTo>
                          <a:pt x="30" y="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0" name="Google Shape;680;p21">
                    <a:extLst>
                      <a:ext uri="{FF2B5EF4-FFF2-40B4-BE49-F238E27FC236}">
                        <a16:creationId xmlns:a16="http://schemas.microsoft.com/office/drawing/2014/main" id="{DF14501C-E97E-66AE-8274-5A60675A61F8}"/>
                      </a:ext>
                    </a:extLst>
                  </p:cNvPr>
                  <p:cNvSpPr/>
                  <p:nvPr/>
                </p:nvSpPr>
                <p:spPr>
                  <a:xfrm>
                    <a:off x="4729500" y="2349525"/>
                    <a:ext cx="382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53" extrusionOk="0">
                        <a:moveTo>
                          <a:pt x="122" y="122"/>
                        </a:moveTo>
                        <a:cubicBezTo>
                          <a:pt x="152" y="92"/>
                          <a:pt x="122" y="31"/>
                          <a:pt x="92" y="1"/>
                        </a:cubicBezTo>
                        <a:cubicBezTo>
                          <a:pt x="92" y="1"/>
                          <a:pt x="31" y="31"/>
                          <a:pt x="31" y="62"/>
                        </a:cubicBezTo>
                        <a:cubicBezTo>
                          <a:pt x="0" y="92"/>
                          <a:pt x="31" y="153"/>
                          <a:pt x="61" y="153"/>
                        </a:cubicBezTo>
                        <a:cubicBezTo>
                          <a:pt x="61" y="153"/>
                          <a:pt x="122" y="153"/>
                          <a:pt x="122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1" name="Google Shape;681;p21">
                    <a:extLst>
                      <a:ext uri="{FF2B5EF4-FFF2-40B4-BE49-F238E27FC236}">
                        <a16:creationId xmlns:a16="http://schemas.microsoft.com/office/drawing/2014/main" id="{07C99711-10A7-ACF6-69D3-8380E2854DA0}"/>
                      </a:ext>
                    </a:extLst>
                  </p:cNvPr>
                  <p:cNvSpPr/>
                  <p:nvPr/>
                </p:nvSpPr>
                <p:spPr>
                  <a:xfrm>
                    <a:off x="4032675" y="2591175"/>
                    <a:ext cx="2300" cy="5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214" extrusionOk="0">
                        <a:moveTo>
                          <a:pt x="1" y="1"/>
                        </a:moveTo>
                        <a:lnTo>
                          <a:pt x="1" y="213"/>
                        </a:lnTo>
                        <a:cubicBezTo>
                          <a:pt x="92" y="92"/>
                          <a:pt x="92" y="92"/>
                          <a:pt x="1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2" name="Google Shape;682;p21">
                    <a:extLst>
                      <a:ext uri="{FF2B5EF4-FFF2-40B4-BE49-F238E27FC236}">
                        <a16:creationId xmlns:a16="http://schemas.microsoft.com/office/drawing/2014/main" id="{DB970442-534B-EF79-4E67-2BA1D0111EAA}"/>
                      </a:ext>
                    </a:extLst>
                  </p:cNvPr>
                  <p:cNvSpPr/>
                  <p:nvPr/>
                </p:nvSpPr>
                <p:spPr>
                  <a:xfrm>
                    <a:off x="3275825" y="2370800"/>
                    <a:ext cx="3075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123" extrusionOk="0">
                        <a:moveTo>
                          <a:pt x="31" y="122"/>
                        </a:moveTo>
                        <a:cubicBezTo>
                          <a:pt x="122" y="122"/>
                          <a:pt x="92" y="62"/>
                          <a:pt x="92" y="1"/>
                        </a:cubicBezTo>
                        <a:cubicBezTo>
                          <a:pt x="61" y="31"/>
                          <a:pt x="31" y="62"/>
                          <a:pt x="31" y="92"/>
                        </a:cubicBezTo>
                        <a:cubicBezTo>
                          <a:pt x="0" y="92"/>
                          <a:pt x="31" y="122"/>
                          <a:pt x="31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3" name="Google Shape;683;p21">
                    <a:extLst>
                      <a:ext uri="{FF2B5EF4-FFF2-40B4-BE49-F238E27FC236}">
                        <a16:creationId xmlns:a16="http://schemas.microsoft.com/office/drawing/2014/main" id="{AFA5404A-641B-F4E4-8F7D-32610C5B9A68}"/>
                      </a:ext>
                    </a:extLst>
                  </p:cNvPr>
                  <p:cNvSpPr/>
                  <p:nvPr/>
                </p:nvSpPr>
                <p:spPr>
                  <a:xfrm>
                    <a:off x="4081300" y="2379175"/>
                    <a:ext cx="2325" cy="4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" h="183" extrusionOk="0">
                        <a:moveTo>
                          <a:pt x="92" y="122"/>
                        </a:moveTo>
                        <a:cubicBezTo>
                          <a:pt x="92" y="122"/>
                          <a:pt x="92" y="91"/>
                          <a:pt x="92" y="61"/>
                        </a:cubicBezTo>
                        <a:cubicBezTo>
                          <a:pt x="62" y="61"/>
                          <a:pt x="31" y="31"/>
                          <a:pt x="1" y="0"/>
                        </a:cubicBezTo>
                        <a:lnTo>
                          <a:pt x="1" y="91"/>
                        </a:lnTo>
                        <a:cubicBezTo>
                          <a:pt x="31" y="152"/>
                          <a:pt x="31" y="183"/>
                          <a:pt x="92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4" name="Google Shape;684;p21">
                    <a:extLst>
                      <a:ext uri="{FF2B5EF4-FFF2-40B4-BE49-F238E27FC236}">
                        <a16:creationId xmlns:a16="http://schemas.microsoft.com/office/drawing/2014/main" id="{6B21EF1B-1E13-1D3A-BC0E-EAA9191ABADD}"/>
                      </a:ext>
                    </a:extLst>
                  </p:cNvPr>
                  <p:cNvSpPr/>
                  <p:nvPr/>
                </p:nvSpPr>
                <p:spPr>
                  <a:xfrm>
                    <a:off x="4081300" y="2378400"/>
                    <a:ext cx="2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2" extrusionOk="0">
                        <a:moveTo>
                          <a:pt x="1" y="3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5" name="Google Shape;685;p21">
                    <a:extLst>
                      <a:ext uri="{FF2B5EF4-FFF2-40B4-BE49-F238E27FC236}">
                        <a16:creationId xmlns:a16="http://schemas.microsoft.com/office/drawing/2014/main" id="{A262EBA7-5301-0352-16B3-FB2F437E3041}"/>
                      </a:ext>
                    </a:extLst>
                  </p:cNvPr>
                  <p:cNvSpPr/>
                  <p:nvPr/>
                </p:nvSpPr>
                <p:spPr>
                  <a:xfrm>
                    <a:off x="4887550" y="2784200"/>
                    <a:ext cx="1550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61" extrusionOk="0">
                        <a:moveTo>
                          <a:pt x="1" y="61"/>
                        </a:moveTo>
                        <a:lnTo>
                          <a:pt x="62" y="3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6" name="Google Shape;686;p21">
                    <a:extLst>
                      <a:ext uri="{FF2B5EF4-FFF2-40B4-BE49-F238E27FC236}">
                        <a16:creationId xmlns:a16="http://schemas.microsoft.com/office/drawing/2014/main" id="{86F8E2FF-9171-3747-98A8-83196B87AC0F}"/>
                      </a:ext>
                    </a:extLst>
                  </p:cNvPr>
                  <p:cNvSpPr/>
                  <p:nvPr/>
                </p:nvSpPr>
                <p:spPr>
                  <a:xfrm>
                    <a:off x="3141325" y="2651975"/>
                    <a:ext cx="2300" cy="2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92" extrusionOk="0">
                        <a:moveTo>
                          <a:pt x="61" y="91"/>
                        </a:moveTo>
                        <a:cubicBezTo>
                          <a:pt x="61" y="91"/>
                          <a:pt x="61" y="61"/>
                          <a:pt x="61" y="61"/>
                        </a:cubicBezTo>
                        <a:cubicBezTo>
                          <a:pt x="92" y="31"/>
                          <a:pt x="61" y="0"/>
                          <a:pt x="31" y="0"/>
                        </a:cubicBezTo>
                        <a:cubicBezTo>
                          <a:pt x="0" y="0"/>
                          <a:pt x="0" y="0"/>
                          <a:pt x="0" y="31"/>
                        </a:cubicBezTo>
                        <a:cubicBezTo>
                          <a:pt x="0" y="61"/>
                          <a:pt x="0" y="91"/>
                          <a:pt x="61" y="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7" name="Google Shape;687;p21">
                    <a:extLst>
                      <a:ext uri="{FF2B5EF4-FFF2-40B4-BE49-F238E27FC236}">
                        <a16:creationId xmlns:a16="http://schemas.microsoft.com/office/drawing/2014/main" id="{4F17C580-6FD8-1048-A4A0-11CA133516F1}"/>
                      </a:ext>
                    </a:extLst>
                  </p:cNvPr>
                  <p:cNvSpPr/>
                  <p:nvPr/>
                </p:nvSpPr>
                <p:spPr>
                  <a:xfrm>
                    <a:off x="3354100" y="2398925"/>
                    <a:ext cx="1550" cy="4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183" extrusionOk="0">
                        <a:moveTo>
                          <a:pt x="61" y="122"/>
                        </a:moveTo>
                        <a:cubicBezTo>
                          <a:pt x="61" y="92"/>
                          <a:pt x="61" y="92"/>
                          <a:pt x="61" y="61"/>
                        </a:cubicBezTo>
                        <a:cubicBezTo>
                          <a:pt x="31" y="31"/>
                          <a:pt x="31" y="31"/>
                          <a:pt x="0" y="0"/>
                        </a:cubicBezTo>
                        <a:cubicBezTo>
                          <a:pt x="0" y="31"/>
                          <a:pt x="0" y="61"/>
                          <a:pt x="0" y="92"/>
                        </a:cubicBezTo>
                        <a:cubicBezTo>
                          <a:pt x="0" y="152"/>
                          <a:pt x="31" y="183"/>
                          <a:pt x="61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8" name="Google Shape;688;p21">
                    <a:extLst>
                      <a:ext uri="{FF2B5EF4-FFF2-40B4-BE49-F238E27FC236}">
                        <a16:creationId xmlns:a16="http://schemas.microsoft.com/office/drawing/2014/main" id="{5EC25AEF-6DD8-163F-F024-1B302EF624EB}"/>
                      </a:ext>
                    </a:extLst>
                  </p:cNvPr>
                  <p:cNvSpPr/>
                  <p:nvPr/>
                </p:nvSpPr>
                <p:spPr>
                  <a:xfrm>
                    <a:off x="4715825" y="2413350"/>
                    <a:ext cx="5350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153" extrusionOk="0">
                        <a:moveTo>
                          <a:pt x="213" y="62"/>
                        </a:moveTo>
                        <a:cubicBezTo>
                          <a:pt x="183" y="31"/>
                          <a:pt x="152" y="31"/>
                          <a:pt x="122" y="1"/>
                        </a:cubicBezTo>
                        <a:cubicBezTo>
                          <a:pt x="92" y="1"/>
                          <a:pt x="31" y="1"/>
                          <a:pt x="0" y="1"/>
                        </a:cubicBezTo>
                        <a:lnTo>
                          <a:pt x="0" y="153"/>
                        </a:lnTo>
                        <a:cubicBezTo>
                          <a:pt x="31" y="153"/>
                          <a:pt x="92" y="153"/>
                          <a:pt x="122" y="153"/>
                        </a:cubicBezTo>
                        <a:cubicBezTo>
                          <a:pt x="152" y="123"/>
                          <a:pt x="183" y="92"/>
                          <a:pt x="213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9" name="Google Shape;689;p21">
                    <a:extLst>
                      <a:ext uri="{FF2B5EF4-FFF2-40B4-BE49-F238E27FC236}">
                        <a16:creationId xmlns:a16="http://schemas.microsoft.com/office/drawing/2014/main" id="{333E4152-C7A9-BF7F-A552-90A79237E789}"/>
                      </a:ext>
                    </a:extLst>
                  </p:cNvPr>
                  <p:cNvSpPr/>
                  <p:nvPr/>
                </p:nvSpPr>
                <p:spPr>
                  <a:xfrm>
                    <a:off x="4715050" y="2416400"/>
                    <a:ext cx="1550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31" extrusionOk="0">
                        <a:moveTo>
                          <a:pt x="62" y="1"/>
                        </a:moveTo>
                        <a:lnTo>
                          <a:pt x="31" y="1"/>
                        </a:lnTo>
                        <a:lnTo>
                          <a:pt x="1" y="31"/>
                        </a:lnTo>
                        <a:lnTo>
                          <a:pt x="62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0" name="Google Shape;690;p21">
                    <a:extLst>
                      <a:ext uri="{FF2B5EF4-FFF2-40B4-BE49-F238E27FC236}">
                        <a16:creationId xmlns:a16="http://schemas.microsoft.com/office/drawing/2014/main" id="{48376FC9-E2AD-E142-8CD7-DC5E903542A2}"/>
                      </a:ext>
                    </a:extLst>
                  </p:cNvPr>
                  <p:cNvSpPr/>
                  <p:nvPr/>
                </p:nvSpPr>
                <p:spPr>
                  <a:xfrm>
                    <a:off x="3411075" y="2413350"/>
                    <a:ext cx="2325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" h="123" extrusionOk="0">
                        <a:moveTo>
                          <a:pt x="92" y="123"/>
                        </a:moveTo>
                        <a:cubicBezTo>
                          <a:pt x="92" y="123"/>
                          <a:pt x="92" y="62"/>
                          <a:pt x="92" y="62"/>
                        </a:cubicBezTo>
                        <a:lnTo>
                          <a:pt x="1" y="1"/>
                        </a:lnTo>
                        <a:cubicBezTo>
                          <a:pt x="31" y="31"/>
                          <a:pt x="31" y="92"/>
                          <a:pt x="92" y="12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1" name="Google Shape;691;p21">
                    <a:extLst>
                      <a:ext uri="{FF2B5EF4-FFF2-40B4-BE49-F238E27FC236}">
                        <a16:creationId xmlns:a16="http://schemas.microsoft.com/office/drawing/2014/main" id="{71F867F3-1F8A-AE04-E9FD-9AF2D16CDB85}"/>
                      </a:ext>
                    </a:extLst>
                  </p:cNvPr>
                  <p:cNvSpPr/>
                  <p:nvPr/>
                </p:nvSpPr>
                <p:spPr>
                  <a:xfrm>
                    <a:off x="4415675" y="2428550"/>
                    <a:ext cx="3825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23" extrusionOk="0">
                        <a:moveTo>
                          <a:pt x="152" y="62"/>
                        </a:moveTo>
                        <a:cubicBezTo>
                          <a:pt x="152" y="62"/>
                          <a:pt x="122" y="31"/>
                          <a:pt x="91" y="1"/>
                        </a:cubicBezTo>
                        <a:lnTo>
                          <a:pt x="0" y="1"/>
                        </a:lnTo>
                        <a:cubicBezTo>
                          <a:pt x="0" y="31"/>
                          <a:pt x="30" y="62"/>
                          <a:pt x="61" y="92"/>
                        </a:cubicBezTo>
                        <a:cubicBezTo>
                          <a:pt x="122" y="122"/>
                          <a:pt x="152" y="122"/>
                          <a:pt x="152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2" name="Google Shape;692;p21">
                    <a:extLst>
                      <a:ext uri="{FF2B5EF4-FFF2-40B4-BE49-F238E27FC236}">
                        <a16:creationId xmlns:a16="http://schemas.microsoft.com/office/drawing/2014/main" id="{C9D98F02-03FF-1912-FC40-42D44954FBD9}"/>
                      </a:ext>
                    </a:extLst>
                  </p:cNvPr>
                  <p:cNvSpPr/>
                  <p:nvPr/>
                </p:nvSpPr>
                <p:spPr>
                  <a:xfrm>
                    <a:off x="4414900" y="2428550"/>
                    <a:ext cx="800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32" extrusionOk="0">
                        <a:moveTo>
                          <a:pt x="31" y="31"/>
                        </a:moveTo>
                        <a:lnTo>
                          <a:pt x="31" y="31"/>
                        </a:lnTo>
                        <a:lnTo>
                          <a:pt x="1" y="1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3" name="Google Shape;693;p21">
                    <a:extLst>
                      <a:ext uri="{FF2B5EF4-FFF2-40B4-BE49-F238E27FC236}">
                        <a16:creationId xmlns:a16="http://schemas.microsoft.com/office/drawing/2014/main" id="{0A364A1A-D34C-5DEE-EC3A-50C5F88F7171}"/>
                      </a:ext>
                    </a:extLst>
                  </p:cNvPr>
                  <p:cNvSpPr/>
                  <p:nvPr/>
                </p:nvSpPr>
                <p:spPr>
                  <a:xfrm>
                    <a:off x="3119275" y="2683125"/>
                    <a:ext cx="800" cy="1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62" extrusionOk="0">
                        <a:moveTo>
                          <a:pt x="1" y="61"/>
                        </a:moveTo>
                        <a:lnTo>
                          <a:pt x="1" y="31"/>
                        </a:lnTo>
                        <a:cubicBezTo>
                          <a:pt x="31" y="0"/>
                          <a:pt x="1" y="31"/>
                          <a:pt x="1" y="31"/>
                        </a:cubicBez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4" name="Google Shape;694;p21">
                    <a:extLst>
                      <a:ext uri="{FF2B5EF4-FFF2-40B4-BE49-F238E27FC236}">
                        <a16:creationId xmlns:a16="http://schemas.microsoft.com/office/drawing/2014/main" id="{309109BA-61B9-68EE-A801-7809A7F0DCB4}"/>
                      </a:ext>
                    </a:extLst>
                  </p:cNvPr>
                  <p:cNvSpPr/>
                  <p:nvPr/>
                </p:nvSpPr>
                <p:spPr>
                  <a:xfrm>
                    <a:off x="3117000" y="2683875"/>
                    <a:ext cx="1550" cy="4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184" extrusionOk="0">
                        <a:moveTo>
                          <a:pt x="62" y="183"/>
                        </a:moveTo>
                        <a:lnTo>
                          <a:pt x="62" y="122"/>
                        </a:lnTo>
                        <a:cubicBezTo>
                          <a:pt x="62" y="92"/>
                          <a:pt x="62" y="31"/>
                          <a:pt x="62" y="1"/>
                        </a:cubicBezTo>
                        <a:cubicBezTo>
                          <a:pt x="31" y="31"/>
                          <a:pt x="31" y="62"/>
                          <a:pt x="1" y="92"/>
                        </a:cubicBezTo>
                        <a:cubicBezTo>
                          <a:pt x="1" y="153"/>
                          <a:pt x="31" y="183"/>
                          <a:pt x="62" y="1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5" name="Google Shape;695;p21">
                    <a:extLst>
                      <a:ext uri="{FF2B5EF4-FFF2-40B4-BE49-F238E27FC236}">
                        <a16:creationId xmlns:a16="http://schemas.microsoft.com/office/drawing/2014/main" id="{AD6D7054-5C5A-D78B-9355-2D8C935FCF70}"/>
                      </a:ext>
                    </a:extLst>
                  </p:cNvPr>
                  <p:cNvSpPr/>
                  <p:nvPr/>
                </p:nvSpPr>
                <p:spPr>
                  <a:xfrm>
                    <a:off x="4193775" y="3066875"/>
                    <a:ext cx="1550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153" extrusionOk="0">
                        <a:moveTo>
                          <a:pt x="61" y="91"/>
                        </a:moveTo>
                        <a:cubicBezTo>
                          <a:pt x="61" y="31"/>
                          <a:pt x="31" y="0"/>
                          <a:pt x="0" y="91"/>
                        </a:cubicBezTo>
                        <a:cubicBezTo>
                          <a:pt x="0" y="152"/>
                          <a:pt x="0" y="122"/>
                          <a:pt x="31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6" name="Google Shape;696;p21">
                    <a:extLst>
                      <a:ext uri="{FF2B5EF4-FFF2-40B4-BE49-F238E27FC236}">
                        <a16:creationId xmlns:a16="http://schemas.microsoft.com/office/drawing/2014/main" id="{A6406D36-1538-07EA-FE1E-07D95B7FACED}"/>
                      </a:ext>
                    </a:extLst>
                  </p:cNvPr>
                  <p:cNvSpPr/>
                  <p:nvPr/>
                </p:nvSpPr>
                <p:spPr>
                  <a:xfrm>
                    <a:off x="3383725" y="3788000"/>
                    <a:ext cx="2300" cy="2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92" extrusionOk="0">
                        <a:moveTo>
                          <a:pt x="61" y="92"/>
                        </a:moveTo>
                        <a:cubicBezTo>
                          <a:pt x="61" y="92"/>
                          <a:pt x="61" y="61"/>
                          <a:pt x="92" y="31"/>
                        </a:cubicBezTo>
                        <a:cubicBezTo>
                          <a:pt x="92" y="31"/>
                          <a:pt x="92" y="1"/>
                          <a:pt x="61" y="1"/>
                        </a:cubicBezTo>
                        <a:cubicBezTo>
                          <a:pt x="31" y="1"/>
                          <a:pt x="1" y="1"/>
                          <a:pt x="1" y="31"/>
                        </a:cubicBezTo>
                        <a:cubicBezTo>
                          <a:pt x="1" y="61"/>
                          <a:pt x="1" y="92"/>
                          <a:pt x="61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7" name="Google Shape;697;p21">
                    <a:extLst>
                      <a:ext uri="{FF2B5EF4-FFF2-40B4-BE49-F238E27FC236}">
                        <a16:creationId xmlns:a16="http://schemas.microsoft.com/office/drawing/2014/main" id="{85F6CF32-7A44-9604-B336-76A4A0911598}"/>
                      </a:ext>
                    </a:extLst>
                  </p:cNvPr>
                  <p:cNvSpPr/>
                  <p:nvPr/>
                </p:nvSpPr>
                <p:spPr>
                  <a:xfrm>
                    <a:off x="4514450" y="3457450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0" y="1"/>
                        </a:moveTo>
                        <a:lnTo>
                          <a:pt x="31" y="1"/>
                        </a:lnTo>
                        <a:lnTo>
                          <a:pt x="31" y="1"/>
                        </a:lnTo>
                        <a:lnTo>
                          <a:pt x="3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8" name="Google Shape;698;p21">
                    <a:extLst>
                      <a:ext uri="{FF2B5EF4-FFF2-40B4-BE49-F238E27FC236}">
                        <a16:creationId xmlns:a16="http://schemas.microsoft.com/office/drawing/2014/main" id="{46B44665-DBBD-84C2-2EBE-F4E7D3BDC9E4}"/>
                      </a:ext>
                    </a:extLst>
                  </p:cNvPr>
                  <p:cNvSpPr/>
                  <p:nvPr/>
                </p:nvSpPr>
                <p:spPr>
                  <a:xfrm>
                    <a:off x="4512175" y="3457450"/>
                    <a:ext cx="2300" cy="1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62" extrusionOk="0">
                        <a:moveTo>
                          <a:pt x="0" y="61"/>
                        </a:moveTo>
                        <a:cubicBezTo>
                          <a:pt x="0" y="61"/>
                          <a:pt x="31" y="61"/>
                          <a:pt x="31" y="61"/>
                        </a:cubicBezTo>
                        <a:lnTo>
                          <a:pt x="91" y="1"/>
                        </a:lnTo>
                        <a:cubicBezTo>
                          <a:pt x="61" y="1"/>
                          <a:pt x="0" y="1"/>
                          <a:pt x="0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9" name="Google Shape;699;p21">
                    <a:extLst>
                      <a:ext uri="{FF2B5EF4-FFF2-40B4-BE49-F238E27FC236}">
                        <a16:creationId xmlns:a16="http://schemas.microsoft.com/office/drawing/2014/main" id="{F460EB1B-4F1C-5A9F-19AB-F29A36ACF8F7}"/>
                      </a:ext>
                    </a:extLst>
                  </p:cNvPr>
                  <p:cNvSpPr/>
                  <p:nvPr/>
                </p:nvSpPr>
                <p:spPr>
                  <a:xfrm>
                    <a:off x="3672500" y="27180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0" name="Google Shape;700;p21">
                    <a:extLst>
                      <a:ext uri="{FF2B5EF4-FFF2-40B4-BE49-F238E27FC236}">
                        <a16:creationId xmlns:a16="http://schemas.microsoft.com/office/drawing/2014/main" id="{F0BA22D9-C82E-0595-66D8-BA58586C566B}"/>
                      </a:ext>
                    </a:extLst>
                  </p:cNvPr>
                  <p:cNvSpPr/>
                  <p:nvPr/>
                </p:nvSpPr>
                <p:spPr>
                  <a:xfrm>
                    <a:off x="3667175" y="2715050"/>
                    <a:ext cx="5350" cy="3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122" extrusionOk="0">
                        <a:moveTo>
                          <a:pt x="91" y="0"/>
                        </a:moveTo>
                        <a:cubicBezTo>
                          <a:pt x="61" y="0"/>
                          <a:pt x="31" y="30"/>
                          <a:pt x="0" y="61"/>
                        </a:cubicBezTo>
                        <a:cubicBezTo>
                          <a:pt x="31" y="91"/>
                          <a:pt x="61" y="91"/>
                          <a:pt x="91" y="122"/>
                        </a:cubicBezTo>
                        <a:cubicBezTo>
                          <a:pt x="122" y="122"/>
                          <a:pt x="183" y="122"/>
                          <a:pt x="213" y="122"/>
                        </a:cubicBezTo>
                        <a:lnTo>
                          <a:pt x="213" y="0"/>
                        </a:lnTo>
                        <a:cubicBezTo>
                          <a:pt x="183" y="0"/>
                          <a:pt x="122" y="0"/>
                          <a:pt x="9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1" name="Google Shape;701;p21">
                    <a:extLst>
                      <a:ext uri="{FF2B5EF4-FFF2-40B4-BE49-F238E27FC236}">
                        <a16:creationId xmlns:a16="http://schemas.microsoft.com/office/drawing/2014/main" id="{36A6855C-1B1E-62AA-C146-20D963B5C587}"/>
                      </a:ext>
                    </a:extLst>
                  </p:cNvPr>
                  <p:cNvSpPr/>
                  <p:nvPr/>
                </p:nvSpPr>
                <p:spPr>
                  <a:xfrm>
                    <a:off x="3559275" y="2485550"/>
                    <a:ext cx="3050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123" extrusionOk="0">
                        <a:moveTo>
                          <a:pt x="122" y="61"/>
                        </a:moveTo>
                        <a:cubicBezTo>
                          <a:pt x="91" y="31"/>
                          <a:pt x="61" y="31"/>
                          <a:pt x="30" y="1"/>
                        </a:cubicBezTo>
                        <a:cubicBezTo>
                          <a:pt x="30" y="1"/>
                          <a:pt x="0" y="31"/>
                          <a:pt x="0" y="31"/>
                        </a:cubicBezTo>
                        <a:cubicBezTo>
                          <a:pt x="0" y="61"/>
                          <a:pt x="30" y="122"/>
                          <a:pt x="91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2" name="Google Shape;702;p21">
                    <a:extLst>
                      <a:ext uri="{FF2B5EF4-FFF2-40B4-BE49-F238E27FC236}">
                        <a16:creationId xmlns:a16="http://schemas.microsoft.com/office/drawing/2014/main" id="{98F4BBD1-9D91-DF53-312E-FC223E86BF9F}"/>
                      </a:ext>
                    </a:extLst>
                  </p:cNvPr>
                  <p:cNvSpPr/>
                  <p:nvPr/>
                </p:nvSpPr>
                <p:spPr>
                  <a:xfrm>
                    <a:off x="4576000" y="3468850"/>
                    <a:ext cx="77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1" extrusionOk="0">
                        <a:moveTo>
                          <a:pt x="31" y="31"/>
                        </a:moveTo>
                        <a:lnTo>
                          <a:pt x="31" y="0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3" name="Google Shape;703;p21">
                    <a:extLst>
                      <a:ext uri="{FF2B5EF4-FFF2-40B4-BE49-F238E27FC236}">
                        <a16:creationId xmlns:a16="http://schemas.microsoft.com/office/drawing/2014/main" id="{57A1F9C3-8E0E-B29C-E74D-32A33FF72559}"/>
                      </a:ext>
                    </a:extLst>
                  </p:cNvPr>
                  <p:cNvSpPr/>
                  <p:nvPr/>
                </p:nvSpPr>
                <p:spPr>
                  <a:xfrm>
                    <a:off x="3199825" y="3669450"/>
                    <a:ext cx="1550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123" extrusionOk="0">
                        <a:moveTo>
                          <a:pt x="62" y="1"/>
                        </a:moveTo>
                        <a:cubicBezTo>
                          <a:pt x="62" y="1"/>
                          <a:pt x="31" y="31"/>
                          <a:pt x="1" y="62"/>
                        </a:cubicBezTo>
                        <a:cubicBezTo>
                          <a:pt x="1" y="62"/>
                          <a:pt x="1" y="92"/>
                          <a:pt x="31" y="92"/>
                        </a:cubicBezTo>
                        <a:cubicBezTo>
                          <a:pt x="62" y="122"/>
                          <a:pt x="62" y="62"/>
                          <a:pt x="62" y="62"/>
                        </a:cubicBezTo>
                        <a:cubicBezTo>
                          <a:pt x="62" y="31"/>
                          <a:pt x="62" y="31"/>
                          <a:pt x="62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4" name="Google Shape;704;p21">
                    <a:extLst>
                      <a:ext uri="{FF2B5EF4-FFF2-40B4-BE49-F238E27FC236}">
                        <a16:creationId xmlns:a16="http://schemas.microsoft.com/office/drawing/2014/main" id="{DFDB668E-A866-4EB9-8EA2-4005E498F9FB}"/>
                      </a:ext>
                    </a:extLst>
                  </p:cNvPr>
                  <p:cNvSpPr/>
                  <p:nvPr/>
                </p:nvSpPr>
                <p:spPr>
                  <a:xfrm>
                    <a:off x="4371600" y="3368550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0" y="0"/>
                        </a:moveTo>
                        <a:lnTo>
                          <a:pt x="30" y="0"/>
                        </a:lnTo>
                        <a:lnTo>
                          <a:pt x="30" y="0"/>
                        </a:lnTo>
                        <a:lnTo>
                          <a:pt x="3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5" name="Google Shape;705;p21">
                    <a:extLst>
                      <a:ext uri="{FF2B5EF4-FFF2-40B4-BE49-F238E27FC236}">
                        <a16:creationId xmlns:a16="http://schemas.microsoft.com/office/drawing/2014/main" id="{79416E19-E75A-525E-3D7E-E7A36BC26C03}"/>
                      </a:ext>
                    </a:extLst>
                  </p:cNvPr>
                  <p:cNvSpPr/>
                  <p:nvPr/>
                </p:nvSpPr>
                <p:spPr>
                  <a:xfrm>
                    <a:off x="4368550" y="3367775"/>
                    <a:ext cx="3075" cy="2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92" extrusionOk="0">
                        <a:moveTo>
                          <a:pt x="61" y="62"/>
                        </a:moveTo>
                        <a:cubicBezTo>
                          <a:pt x="92" y="31"/>
                          <a:pt x="122" y="31"/>
                          <a:pt x="122" y="1"/>
                        </a:cubicBezTo>
                        <a:cubicBezTo>
                          <a:pt x="92" y="1"/>
                          <a:pt x="31" y="1"/>
                          <a:pt x="1" y="62"/>
                        </a:cubicBezTo>
                        <a:cubicBezTo>
                          <a:pt x="1" y="92"/>
                          <a:pt x="61" y="62"/>
                          <a:pt x="61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6" name="Google Shape;706;p21">
                    <a:extLst>
                      <a:ext uri="{FF2B5EF4-FFF2-40B4-BE49-F238E27FC236}">
                        <a16:creationId xmlns:a16="http://schemas.microsoft.com/office/drawing/2014/main" id="{D2F2E4DB-D45E-5591-107F-1BDF286AD689}"/>
                      </a:ext>
                    </a:extLst>
                  </p:cNvPr>
                  <p:cNvSpPr/>
                  <p:nvPr/>
                </p:nvSpPr>
                <p:spPr>
                  <a:xfrm>
                    <a:off x="4480250" y="2509100"/>
                    <a:ext cx="307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153" extrusionOk="0">
                        <a:moveTo>
                          <a:pt x="1" y="31"/>
                        </a:moveTo>
                        <a:cubicBezTo>
                          <a:pt x="1" y="92"/>
                          <a:pt x="31" y="122"/>
                          <a:pt x="31" y="153"/>
                        </a:cubicBezTo>
                        <a:cubicBezTo>
                          <a:pt x="31" y="153"/>
                          <a:pt x="92" y="122"/>
                          <a:pt x="92" y="122"/>
                        </a:cubicBezTo>
                        <a:cubicBezTo>
                          <a:pt x="122" y="62"/>
                          <a:pt x="92" y="1"/>
                          <a:pt x="61" y="1"/>
                        </a:cubicBezTo>
                        <a:cubicBezTo>
                          <a:pt x="31" y="1"/>
                          <a:pt x="1" y="31"/>
                          <a:pt x="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7" name="Google Shape;707;p21">
                    <a:extLst>
                      <a:ext uri="{FF2B5EF4-FFF2-40B4-BE49-F238E27FC236}">
                        <a16:creationId xmlns:a16="http://schemas.microsoft.com/office/drawing/2014/main" id="{39649530-C5C6-6FDF-0F2A-FEE9E1D9AC18}"/>
                      </a:ext>
                    </a:extLst>
                  </p:cNvPr>
                  <p:cNvSpPr/>
                  <p:nvPr/>
                </p:nvSpPr>
                <p:spPr>
                  <a:xfrm>
                    <a:off x="4161850" y="313070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8" name="Google Shape;708;p21">
                    <a:extLst>
                      <a:ext uri="{FF2B5EF4-FFF2-40B4-BE49-F238E27FC236}">
                        <a16:creationId xmlns:a16="http://schemas.microsoft.com/office/drawing/2014/main" id="{7855B0BF-1912-C55D-2DE1-C5C342C65EF5}"/>
                      </a:ext>
                    </a:extLst>
                  </p:cNvPr>
                  <p:cNvSpPr/>
                  <p:nvPr/>
                </p:nvSpPr>
                <p:spPr>
                  <a:xfrm>
                    <a:off x="4158050" y="3130700"/>
                    <a:ext cx="3825" cy="3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22" extrusionOk="0">
                        <a:moveTo>
                          <a:pt x="1" y="61"/>
                        </a:moveTo>
                        <a:cubicBezTo>
                          <a:pt x="1" y="92"/>
                          <a:pt x="62" y="122"/>
                          <a:pt x="92" y="92"/>
                        </a:cubicBezTo>
                        <a:cubicBezTo>
                          <a:pt x="122" y="92"/>
                          <a:pt x="122" y="31"/>
                          <a:pt x="153" y="0"/>
                        </a:cubicBezTo>
                        <a:cubicBezTo>
                          <a:pt x="92" y="0"/>
                          <a:pt x="62" y="0"/>
                          <a:pt x="31" y="0"/>
                        </a:cubicBezTo>
                        <a:cubicBezTo>
                          <a:pt x="31" y="0"/>
                          <a:pt x="1" y="31"/>
                          <a:pt x="1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9" name="Google Shape;709;p21">
                    <a:extLst>
                      <a:ext uri="{FF2B5EF4-FFF2-40B4-BE49-F238E27FC236}">
                        <a16:creationId xmlns:a16="http://schemas.microsoft.com/office/drawing/2014/main" id="{E70CEAAE-7BBA-8F43-6CCE-762E2C18D04F}"/>
                      </a:ext>
                    </a:extLst>
                  </p:cNvPr>
                  <p:cNvSpPr/>
                  <p:nvPr/>
                </p:nvSpPr>
                <p:spPr>
                  <a:xfrm>
                    <a:off x="3379175" y="3836625"/>
                    <a:ext cx="1550" cy="2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93" extrusionOk="0">
                        <a:moveTo>
                          <a:pt x="0" y="62"/>
                        </a:moveTo>
                        <a:cubicBezTo>
                          <a:pt x="31" y="92"/>
                          <a:pt x="61" y="92"/>
                          <a:pt x="61" y="31"/>
                        </a:cubicBezTo>
                        <a:cubicBezTo>
                          <a:pt x="61" y="1"/>
                          <a:pt x="31" y="31"/>
                          <a:pt x="0" y="31"/>
                        </a:cubicBezTo>
                        <a:cubicBezTo>
                          <a:pt x="0" y="31"/>
                          <a:pt x="0" y="62"/>
                          <a:pt x="0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0" name="Google Shape;710;p21">
                    <a:extLst>
                      <a:ext uri="{FF2B5EF4-FFF2-40B4-BE49-F238E27FC236}">
                        <a16:creationId xmlns:a16="http://schemas.microsoft.com/office/drawing/2014/main" id="{3BFB92A4-AE5A-2AFD-51CE-F4AADE9881C0}"/>
                      </a:ext>
                    </a:extLst>
                  </p:cNvPr>
                  <p:cNvSpPr/>
                  <p:nvPr/>
                </p:nvSpPr>
                <p:spPr>
                  <a:xfrm>
                    <a:off x="2545575" y="2943775"/>
                    <a:ext cx="1550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153" extrusionOk="0">
                        <a:moveTo>
                          <a:pt x="61" y="152"/>
                        </a:moveTo>
                        <a:lnTo>
                          <a:pt x="61" y="91"/>
                        </a:lnTo>
                        <a:lnTo>
                          <a:pt x="61" y="0"/>
                        </a:lnTo>
                        <a:cubicBezTo>
                          <a:pt x="31" y="30"/>
                          <a:pt x="31" y="61"/>
                          <a:pt x="0" y="91"/>
                        </a:cubicBezTo>
                        <a:cubicBezTo>
                          <a:pt x="0" y="122"/>
                          <a:pt x="0" y="152"/>
                          <a:pt x="61" y="1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1" name="Google Shape;711;p21">
                    <a:extLst>
                      <a:ext uri="{FF2B5EF4-FFF2-40B4-BE49-F238E27FC236}">
                        <a16:creationId xmlns:a16="http://schemas.microsoft.com/office/drawing/2014/main" id="{1133BD9D-5744-64B7-A8F3-0448F178671F}"/>
                      </a:ext>
                    </a:extLst>
                  </p:cNvPr>
                  <p:cNvSpPr/>
                  <p:nvPr/>
                </p:nvSpPr>
                <p:spPr>
                  <a:xfrm>
                    <a:off x="3538750" y="40083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0"/>
                        </a:move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2" name="Google Shape;712;p21">
                    <a:extLst>
                      <a:ext uri="{FF2B5EF4-FFF2-40B4-BE49-F238E27FC236}">
                        <a16:creationId xmlns:a16="http://schemas.microsoft.com/office/drawing/2014/main" id="{114E11E3-0B0D-0390-0468-81F63B7A7D22}"/>
                      </a:ext>
                    </a:extLst>
                  </p:cNvPr>
                  <p:cNvSpPr/>
                  <p:nvPr/>
                </p:nvSpPr>
                <p:spPr>
                  <a:xfrm>
                    <a:off x="3538750" y="4007600"/>
                    <a:ext cx="6100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153" extrusionOk="0">
                        <a:moveTo>
                          <a:pt x="244" y="153"/>
                        </a:moveTo>
                        <a:cubicBezTo>
                          <a:pt x="213" y="62"/>
                          <a:pt x="122" y="1"/>
                          <a:pt x="0" y="31"/>
                        </a:cubicBezTo>
                        <a:cubicBezTo>
                          <a:pt x="61" y="153"/>
                          <a:pt x="152" y="153"/>
                          <a:pt x="244" y="15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3" name="Google Shape;713;p21">
                    <a:extLst>
                      <a:ext uri="{FF2B5EF4-FFF2-40B4-BE49-F238E27FC236}">
                        <a16:creationId xmlns:a16="http://schemas.microsoft.com/office/drawing/2014/main" id="{AAA225BA-9862-3071-0193-16A22B0BE4E2}"/>
                      </a:ext>
                    </a:extLst>
                  </p:cNvPr>
                  <p:cNvSpPr/>
                  <p:nvPr/>
                </p:nvSpPr>
                <p:spPr>
                  <a:xfrm>
                    <a:off x="4177050" y="3161850"/>
                    <a:ext cx="3825" cy="2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92" extrusionOk="0">
                        <a:moveTo>
                          <a:pt x="92" y="31"/>
                        </a:moveTo>
                        <a:cubicBezTo>
                          <a:pt x="92" y="1"/>
                          <a:pt x="62" y="1"/>
                          <a:pt x="31" y="31"/>
                        </a:cubicBezTo>
                        <a:cubicBezTo>
                          <a:pt x="1" y="61"/>
                          <a:pt x="31" y="61"/>
                          <a:pt x="92" y="92"/>
                        </a:cubicBezTo>
                        <a:cubicBezTo>
                          <a:pt x="122" y="92"/>
                          <a:pt x="122" y="61"/>
                          <a:pt x="122" y="61"/>
                        </a:cubicBezTo>
                        <a:cubicBezTo>
                          <a:pt x="153" y="61"/>
                          <a:pt x="122" y="31"/>
                          <a:pt x="92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4" name="Google Shape;714;p21">
                    <a:extLst>
                      <a:ext uri="{FF2B5EF4-FFF2-40B4-BE49-F238E27FC236}">
                        <a16:creationId xmlns:a16="http://schemas.microsoft.com/office/drawing/2014/main" id="{60FC2323-36CD-30A7-6C51-834EC4A82DAD}"/>
                      </a:ext>
                    </a:extLst>
                  </p:cNvPr>
                  <p:cNvSpPr/>
                  <p:nvPr/>
                </p:nvSpPr>
                <p:spPr>
                  <a:xfrm>
                    <a:off x="4833600" y="2800900"/>
                    <a:ext cx="3825" cy="2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92" extrusionOk="0">
                        <a:moveTo>
                          <a:pt x="92" y="1"/>
                        </a:moveTo>
                        <a:cubicBezTo>
                          <a:pt x="92" y="1"/>
                          <a:pt x="61" y="1"/>
                          <a:pt x="61" y="1"/>
                        </a:cubicBezTo>
                        <a:cubicBezTo>
                          <a:pt x="31" y="31"/>
                          <a:pt x="1" y="62"/>
                          <a:pt x="1" y="92"/>
                        </a:cubicBezTo>
                        <a:lnTo>
                          <a:pt x="92" y="92"/>
                        </a:lnTo>
                        <a:cubicBezTo>
                          <a:pt x="153" y="62"/>
                          <a:pt x="153" y="31"/>
                          <a:pt x="92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5" name="Google Shape;715;p21">
                    <a:extLst>
                      <a:ext uri="{FF2B5EF4-FFF2-40B4-BE49-F238E27FC236}">
                        <a16:creationId xmlns:a16="http://schemas.microsoft.com/office/drawing/2014/main" id="{02BBBA3C-BFB3-C943-A83E-4D2250EE3B66}"/>
                      </a:ext>
                    </a:extLst>
                  </p:cNvPr>
                  <p:cNvSpPr/>
                  <p:nvPr/>
                </p:nvSpPr>
                <p:spPr>
                  <a:xfrm>
                    <a:off x="4832850" y="2803175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31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6" name="Google Shape;716;p21">
                    <a:extLst>
                      <a:ext uri="{FF2B5EF4-FFF2-40B4-BE49-F238E27FC236}">
                        <a16:creationId xmlns:a16="http://schemas.microsoft.com/office/drawing/2014/main" id="{9269F79A-0412-AE6A-4839-F5A38A3D99E8}"/>
                      </a:ext>
                    </a:extLst>
                  </p:cNvPr>
                  <p:cNvSpPr/>
                  <p:nvPr/>
                </p:nvSpPr>
                <p:spPr>
                  <a:xfrm>
                    <a:off x="4447575" y="2793300"/>
                    <a:ext cx="2300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123" extrusionOk="0">
                        <a:moveTo>
                          <a:pt x="31" y="92"/>
                        </a:moveTo>
                        <a:lnTo>
                          <a:pt x="92" y="62"/>
                        </a:lnTo>
                        <a:cubicBezTo>
                          <a:pt x="92" y="1"/>
                          <a:pt x="61" y="1"/>
                          <a:pt x="31" y="62"/>
                        </a:cubicBezTo>
                        <a:cubicBezTo>
                          <a:pt x="1" y="122"/>
                          <a:pt x="31" y="92"/>
                          <a:pt x="31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7" name="Google Shape;717;p21">
                    <a:extLst>
                      <a:ext uri="{FF2B5EF4-FFF2-40B4-BE49-F238E27FC236}">
                        <a16:creationId xmlns:a16="http://schemas.microsoft.com/office/drawing/2014/main" id="{E6038DB5-8DDA-EBE8-3025-10C8AF2BE9CB}"/>
                      </a:ext>
                    </a:extLst>
                  </p:cNvPr>
                  <p:cNvSpPr/>
                  <p:nvPr/>
                </p:nvSpPr>
                <p:spPr>
                  <a:xfrm>
                    <a:off x="3426275" y="4906550"/>
                    <a:ext cx="3075" cy="1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62" extrusionOk="0">
                        <a:moveTo>
                          <a:pt x="62" y="62"/>
                        </a:moveTo>
                        <a:cubicBezTo>
                          <a:pt x="62" y="62"/>
                          <a:pt x="92" y="62"/>
                          <a:pt x="92" y="31"/>
                        </a:cubicBezTo>
                        <a:cubicBezTo>
                          <a:pt x="122" y="1"/>
                          <a:pt x="62" y="1"/>
                          <a:pt x="62" y="1"/>
                        </a:cubicBezTo>
                        <a:cubicBezTo>
                          <a:pt x="31" y="1"/>
                          <a:pt x="1" y="31"/>
                          <a:pt x="62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8" name="Google Shape;718;p21">
                    <a:extLst>
                      <a:ext uri="{FF2B5EF4-FFF2-40B4-BE49-F238E27FC236}">
                        <a16:creationId xmlns:a16="http://schemas.microsoft.com/office/drawing/2014/main" id="{B9D06E6D-92D6-12B7-EE36-B2A1BAB690B0}"/>
                      </a:ext>
                    </a:extLst>
                  </p:cNvPr>
                  <p:cNvSpPr/>
                  <p:nvPr/>
                </p:nvSpPr>
                <p:spPr>
                  <a:xfrm>
                    <a:off x="3647400" y="2694525"/>
                    <a:ext cx="2325" cy="3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" h="122" extrusionOk="0">
                        <a:moveTo>
                          <a:pt x="31" y="31"/>
                        </a:moveTo>
                        <a:cubicBezTo>
                          <a:pt x="1" y="61"/>
                          <a:pt x="31" y="92"/>
                          <a:pt x="62" y="92"/>
                        </a:cubicBezTo>
                        <a:cubicBezTo>
                          <a:pt x="92" y="122"/>
                          <a:pt x="62" y="31"/>
                          <a:pt x="62" y="0"/>
                        </a:cubicBezTo>
                        <a:cubicBezTo>
                          <a:pt x="31" y="0"/>
                          <a:pt x="31" y="0"/>
                          <a:pt x="3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9" name="Google Shape;719;p21">
                    <a:extLst>
                      <a:ext uri="{FF2B5EF4-FFF2-40B4-BE49-F238E27FC236}">
                        <a16:creationId xmlns:a16="http://schemas.microsoft.com/office/drawing/2014/main" id="{A875AB94-F890-920D-2B0A-676B4120E13C}"/>
                      </a:ext>
                    </a:extLst>
                  </p:cNvPr>
                  <p:cNvSpPr/>
                  <p:nvPr/>
                </p:nvSpPr>
                <p:spPr>
                  <a:xfrm>
                    <a:off x="3334325" y="2736325"/>
                    <a:ext cx="8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1" extrusionOk="0">
                        <a:moveTo>
                          <a:pt x="31" y="0"/>
                        </a:moveTo>
                        <a:lnTo>
                          <a:pt x="1" y="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0" name="Google Shape;720;p21">
                    <a:extLst>
                      <a:ext uri="{FF2B5EF4-FFF2-40B4-BE49-F238E27FC236}">
                        <a16:creationId xmlns:a16="http://schemas.microsoft.com/office/drawing/2014/main" id="{2DE3128D-2C0E-5A26-EF18-A56299E49298}"/>
                      </a:ext>
                    </a:extLst>
                  </p:cNvPr>
                  <p:cNvSpPr/>
                  <p:nvPr/>
                </p:nvSpPr>
                <p:spPr>
                  <a:xfrm>
                    <a:off x="4481025" y="2777350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3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cubicBezTo>
                          <a:pt x="0" y="0"/>
                          <a:pt x="30" y="0"/>
                          <a:pt x="3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1" name="Google Shape;721;p21">
                    <a:extLst>
                      <a:ext uri="{FF2B5EF4-FFF2-40B4-BE49-F238E27FC236}">
                        <a16:creationId xmlns:a16="http://schemas.microsoft.com/office/drawing/2014/main" id="{968BA88F-5B5B-EC26-AC2E-60E3EEDE1C6D}"/>
                      </a:ext>
                    </a:extLst>
                  </p:cNvPr>
                  <p:cNvSpPr/>
                  <p:nvPr/>
                </p:nvSpPr>
                <p:spPr>
                  <a:xfrm>
                    <a:off x="4481775" y="2776600"/>
                    <a:ext cx="1550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31" extrusionOk="0">
                        <a:moveTo>
                          <a:pt x="0" y="0"/>
                        </a:moveTo>
                        <a:lnTo>
                          <a:pt x="0" y="30"/>
                        </a:lnTo>
                        <a:cubicBezTo>
                          <a:pt x="31" y="0"/>
                          <a:pt x="61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2" name="Google Shape;722;p21">
                    <a:extLst>
                      <a:ext uri="{FF2B5EF4-FFF2-40B4-BE49-F238E27FC236}">
                        <a16:creationId xmlns:a16="http://schemas.microsoft.com/office/drawing/2014/main" id="{D565C5B8-95CC-35D6-56BC-305AE897F1F3}"/>
                      </a:ext>
                    </a:extLst>
                  </p:cNvPr>
                  <p:cNvSpPr/>
                  <p:nvPr/>
                </p:nvSpPr>
                <p:spPr>
                  <a:xfrm>
                    <a:off x="4576000" y="3412625"/>
                    <a:ext cx="1550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31" extrusionOk="0">
                        <a:moveTo>
                          <a:pt x="31" y="0"/>
                        </a:moveTo>
                        <a:lnTo>
                          <a:pt x="1" y="31"/>
                        </a:lnTo>
                        <a:lnTo>
                          <a:pt x="6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3" name="Google Shape;723;p21">
                    <a:extLst>
                      <a:ext uri="{FF2B5EF4-FFF2-40B4-BE49-F238E27FC236}">
                        <a16:creationId xmlns:a16="http://schemas.microsoft.com/office/drawing/2014/main" id="{A09A924E-2C10-1308-B1CF-81D3688482E6}"/>
                      </a:ext>
                    </a:extLst>
                  </p:cNvPr>
                  <p:cNvSpPr/>
                  <p:nvPr/>
                </p:nvSpPr>
                <p:spPr>
                  <a:xfrm>
                    <a:off x="4427050" y="3488600"/>
                    <a:ext cx="1550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32" extrusionOk="0">
                        <a:moveTo>
                          <a:pt x="1" y="31"/>
                        </a:moveTo>
                        <a:lnTo>
                          <a:pt x="62" y="31"/>
                        </a:lnTo>
                        <a:lnTo>
                          <a:pt x="3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4" name="Google Shape;724;p21">
                    <a:extLst>
                      <a:ext uri="{FF2B5EF4-FFF2-40B4-BE49-F238E27FC236}">
                        <a16:creationId xmlns:a16="http://schemas.microsoft.com/office/drawing/2014/main" id="{95CC386F-33AA-0CD6-5325-79702FFB9511}"/>
                      </a:ext>
                    </a:extLst>
                  </p:cNvPr>
                  <p:cNvSpPr/>
                  <p:nvPr/>
                </p:nvSpPr>
                <p:spPr>
                  <a:xfrm>
                    <a:off x="3212000" y="3677050"/>
                    <a:ext cx="77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2" extrusionOk="0">
                        <a:moveTo>
                          <a:pt x="0" y="31"/>
                        </a:moveTo>
                        <a:lnTo>
                          <a:pt x="31" y="31"/>
                        </a:lnTo>
                        <a:cubicBezTo>
                          <a:pt x="0" y="1"/>
                          <a:pt x="0" y="1"/>
                          <a:pt x="0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5" name="Google Shape;725;p21">
                    <a:extLst>
                      <a:ext uri="{FF2B5EF4-FFF2-40B4-BE49-F238E27FC236}">
                        <a16:creationId xmlns:a16="http://schemas.microsoft.com/office/drawing/2014/main" id="{20DF9C35-36B7-E9EE-A1ED-62EBA01F330F}"/>
                      </a:ext>
                    </a:extLst>
                  </p:cNvPr>
                  <p:cNvSpPr/>
                  <p:nvPr/>
                </p:nvSpPr>
                <p:spPr>
                  <a:xfrm>
                    <a:off x="3360175" y="3748500"/>
                    <a:ext cx="1550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31" extrusionOk="0">
                        <a:moveTo>
                          <a:pt x="61" y="30"/>
                        </a:moveTo>
                        <a:lnTo>
                          <a:pt x="31" y="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6" name="Google Shape;726;p21">
                    <a:extLst>
                      <a:ext uri="{FF2B5EF4-FFF2-40B4-BE49-F238E27FC236}">
                        <a16:creationId xmlns:a16="http://schemas.microsoft.com/office/drawing/2014/main" id="{A6D70C18-0537-E73F-354B-3952F2F50099}"/>
                      </a:ext>
                    </a:extLst>
                  </p:cNvPr>
                  <p:cNvSpPr/>
                  <p:nvPr/>
                </p:nvSpPr>
                <p:spPr>
                  <a:xfrm>
                    <a:off x="4256850" y="3436175"/>
                    <a:ext cx="1550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31" extrusionOk="0">
                        <a:moveTo>
                          <a:pt x="0" y="31"/>
                        </a:moveTo>
                        <a:lnTo>
                          <a:pt x="61" y="3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7" name="Google Shape;727;p21">
                    <a:extLst>
                      <a:ext uri="{FF2B5EF4-FFF2-40B4-BE49-F238E27FC236}">
                        <a16:creationId xmlns:a16="http://schemas.microsoft.com/office/drawing/2014/main" id="{06791466-DC69-A2F9-C1F8-6DD3C36841CF}"/>
                      </a:ext>
                    </a:extLst>
                  </p:cNvPr>
                  <p:cNvSpPr/>
                  <p:nvPr/>
                </p:nvSpPr>
                <p:spPr>
                  <a:xfrm>
                    <a:off x="3933125" y="2277350"/>
                    <a:ext cx="2300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61" extrusionOk="0">
                        <a:moveTo>
                          <a:pt x="1" y="0"/>
                        </a:moveTo>
                        <a:cubicBezTo>
                          <a:pt x="1" y="31"/>
                          <a:pt x="1" y="61"/>
                          <a:pt x="62" y="61"/>
                        </a:cubicBezTo>
                        <a:cubicBezTo>
                          <a:pt x="92" y="61"/>
                          <a:pt x="62" y="31"/>
                          <a:pt x="62" y="31"/>
                        </a:cubicBezTo>
                        <a:cubicBezTo>
                          <a:pt x="62" y="0"/>
                          <a:pt x="3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8" name="Google Shape;728;p21">
                    <a:extLst>
                      <a:ext uri="{FF2B5EF4-FFF2-40B4-BE49-F238E27FC236}">
                        <a16:creationId xmlns:a16="http://schemas.microsoft.com/office/drawing/2014/main" id="{23505807-6B39-80E4-7E80-9B34100ECE67}"/>
                      </a:ext>
                    </a:extLst>
                  </p:cNvPr>
                  <p:cNvSpPr/>
                  <p:nvPr/>
                </p:nvSpPr>
                <p:spPr>
                  <a:xfrm>
                    <a:off x="2268200" y="2904250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3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9" name="Google Shape;729;p21">
                    <a:extLst>
                      <a:ext uri="{FF2B5EF4-FFF2-40B4-BE49-F238E27FC236}">
                        <a16:creationId xmlns:a16="http://schemas.microsoft.com/office/drawing/2014/main" id="{3C7DABC1-1D17-3451-67C6-7E5621EDEBA6}"/>
                      </a:ext>
                    </a:extLst>
                  </p:cNvPr>
                  <p:cNvSpPr/>
                  <p:nvPr/>
                </p:nvSpPr>
                <p:spPr>
                  <a:xfrm>
                    <a:off x="3656525" y="2365500"/>
                    <a:ext cx="1550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31" extrusionOk="0">
                        <a:moveTo>
                          <a:pt x="1" y="0"/>
                        </a:moveTo>
                        <a:lnTo>
                          <a:pt x="31" y="30"/>
                        </a:lnTo>
                        <a:lnTo>
                          <a:pt x="31" y="30"/>
                        </a:lnTo>
                        <a:lnTo>
                          <a:pt x="62" y="3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50" name="Google Shape;730;p21">
                    <a:extLst>
                      <a:ext uri="{FF2B5EF4-FFF2-40B4-BE49-F238E27FC236}">
                        <a16:creationId xmlns:a16="http://schemas.microsoft.com/office/drawing/2014/main" id="{D4C7D167-B743-6C03-3F8C-A62C57D0A107}"/>
                      </a:ext>
                    </a:extLst>
                  </p:cNvPr>
                  <p:cNvSpPr/>
                  <p:nvPr/>
                </p:nvSpPr>
                <p:spPr>
                  <a:xfrm>
                    <a:off x="4737100" y="2394375"/>
                    <a:ext cx="1550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61" extrusionOk="0">
                        <a:moveTo>
                          <a:pt x="0" y="0"/>
                        </a:moveTo>
                        <a:lnTo>
                          <a:pt x="31" y="61"/>
                        </a:lnTo>
                        <a:lnTo>
                          <a:pt x="6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51" name="Google Shape;731;p21">
                    <a:extLst>
                      <a:ext uri="{FF2B5EF4-FFF2-40B4-BE49-F238E27FC236}">
                        <a16:creationId xmlns:a16="http://schemas.microsoft.com/office/drawing/2014/main" id="{A6ADD936-AF19-8048-5681-32D3A0B4A793}"/>
                      </a:ext>
                    </a:extLst>
                  </p:cNvPr>
                  <p:cNvSpPr/>
                  <p:nvPr/>
                </p:nvSpPr>
                <p:spPr>
                  <a:xfrm>
                    <a:off x="3267475" y="2442250"/>
                    <a:ext cx="15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" h="1" extrusionOk="0">
                        <a:moveTo>
                          <a:pt x="61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52" name="Google Shape;732;p21">
                    <a:extLst>
                      <a:ext uri="{FF2B5EF4-FFF2-40B4-BE49-F238E27FC236}">
                        <a16:creationId xmlns:a16="http://schemas.microsoft.com/office/drawing/2014/main" id="{A933D0C0-A157-4F96-D52F-FFC46FA48F64}"/>
                      </a:ext>
                    </a:extLst>
                  </p:cNvPr>
                  <p:cNvSpPr/>
                  <p:nvPr/>
                </p:nvSpPr>
                <p:spPr>
                  <a:xfrm>
                    <a:off x="4480250" y="2452125"/>
                    <a:ext cx="800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61" extrusionOk="0">
                        <a:moveTo>
                          <a:pt x="1" y="0"/>
                        </a:moveTo>
                        <a:lnTo>
                          <a:pt x="1" y="31"/>
                        </a:lnTo>
                        <a:cubicBezTo>
                          <a:pt x="1" y="61"/>
                          <a:pt x="3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53" name="Google Shape;733;p21">
                    <a:extLst>
                      <a:ext uri="{FF2B5EF4-FFF2-40B4-BE49-F238E27FC236}">
                        <a16:creationId xmlns:a16="http://schemas.microsoft.com/office/drawing/2014/main" id="{23B91038-A740-62EA-4611-2498785B3C6D}"/>
                      </a:ext>
                    </a:extLst>
                  </p:cNvPr>
                  <p:cNvSpPr/>
                  <p:nvPr/>
                </p:nvSpPr>
                <p:spPr>
                  <a:xfrm>
                    <a:off x="4479500" y="2452875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31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cubicBezTo>
                          <a:pt x="0" y="1"/>
                          <a:pt x="31" y="1"/>
                          <a:pt x="31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54" name="Google Shape;734;p21">
                    <a:extLst>
                      <a:ext uri="{FF2B5EF4-FFF2-40B4-BE49-F238E27FC236}">
                        <a16:creationId xmlns:a16="http://schemas.microsoft.com/office/drawing/2014/main" id="{2E55A0CB-029B-E544-D50B-4FD00F103E24}"/>
                      </a:ext>
                    </a:extLst>
                  </p:cNvPr>
                  <p:cNvSpPr/>
                  <p:nvPr/>
                </p:nvSpPr>
                <p:spPr>
                  <a:xfrm>
                    <a:off x="2435375" y="2830550"/>
                    <a:ext cx="25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61" extrusionOk="0">
                        <a:moveTo>
                          <a:pt x="1" y="31"/>
                        </a:moveTo>
                        <a:cubicBezTo>
                          <a:pt x="1" y="31"/>
                          <a:pt x="1" y="61"/>
                          <a:pt x="1" y="61"/>
                        </a:cubicBezTo>
                        <a:lnTo>
                          <a:pt x="1" y="0"/>
                        </a:lnTo>
                        <a:cubicBezTo>
                          <a:pt x="1" y="31"/>
                          <a:pt x="1" y="31"/>
                          <a:pt x="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55" name="Google Shape;735;p21">
                    <a:extLst>
                      <a:ext uri="{FF2B5EF4-FFF2-40B4-BE49-F238E27FC236}">
                        <a16:creationId xmlns:a16="http://schemas.microsoft.com/office/drawing/2014/main" id="{65421FA3-B0F1-38CC-414C-852AE62FC17B}"/>
                      </a:ext>
                    </a:extLst>
                  </p:cNvPr>
                  <p:cNvSpPr/>
                  <p:nvPr/>
                </p:nvSpPr>
                <p:spPr>
                  <a:xfrm>
                    <a:off x="2429300" y="2831300"/>
                    <a:ext cx="15225" cy="12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487" extrusionOk="0">
                        <a:moveTo>
                          <a:pt x="244" y="31"/>
                        </a:moveTo>
                        <a:lnTo>
                          <a:pt x="244" y="122"/>
                        </a:lnTo>
                        <a:lnTo>
                          <a:pt x="244" y="122"/>
                        </a:lnTo>
                        <a:cubicBezTo>
                          <a:pt x="183" y="183"/>
                          <a:pt x="122" y="244"/>
                          <a:pt x="61" y="304"/>
                        </a:cubicBezTo>
                        <a:cubicBezTo>
                          <a:pt x="1" y="396"/>
                          <a:pt x="1" y="456"/>
                          <a:pt x="61" y="487"/>
                        </a:cubicBezTo>
                        <a:cubicBezTo>
                          <a:pt x="153" y="487"/>
                          <a:pt x="183" y="487"/>
                          <a:pt x="183" y="487"/>
                        </a:cubicBezTo>
                        <a:cubicBezTo>
                          <a:pt x="335" y="396"/>
                          <a:pt x="487" y="244"/>
                          <a:pt x="578" y="92"/>
                        </a:cubicBezTo>
                        <a:cubicBezTo>
                          <a:pt x="609" y="61"/>
                          <a:pt x="578" y="31"/>
                          <a:pt x="517" y="1"/>
                        </a:cubicBezTo>
                        <a:cubicBezTo>
                          <a:pt x="457" y="1"/>
                          <a:pt x="426" y="1"/>
                          <a:pt x="396" y="1"/>
                        </a:cubicBezTo>
                        <a:lnTo>
                          <a:pt x="244" y="122"/>
                        </a:lnTo>
                        <a:cubicBezTo>
                          <a:pt x="244" y="122"/>
                          <a:pt x="244" y="61"/>
                          <a:pt x="244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56" name="Google Shape;736;p21">
                    <a:extLst>
                      <a:ext uri="{FF2B5EF4-FFF2-40B4-BE49-F238E27FC236}">
                        <a16:creationId xmlns:a16="http://schemas.microsoft.com/office/drawing/2014/main" id="{EA6A1278-8EFB-9D02-A084-AE7F8252CD14}"/>
                      </a:ext>
                    </a:extLst>
                  </p:cNvPr>
                  <p:cNvSpPr/>
                  <p:nvPr/>
                </p:nvSpPr>
                <p:spPr>
                  <a:xfrm>
                    <a:off x="2592675" y="3091175"/>
                    <a:ext cx="2300" cy="2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93" extrusionOk="0">
                        <a:moveTo>
                          <a:pt x="1" y="62"/>
                        </a:moveTo>
                        <a:lnTo>
                          <a:pt x="62" y="92"/>
                        </a:lnTo>
                        <a:cubicBezTo>
                          <a:pt x="62" y="62"/>
                          <a:pt x="92" y="1"/>
                          <a:pt x="1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57" name="Google Shape;737;p21">
                    <a:extLst>
                      <a:ext uri="{FF2B5EF4-FFF2-40B4-BE49-F238E27FC236}">
                        <a16:creationId xmlns:a16="http://schemas.microsoft.com/office/drawing/2014/main" id="{50B18736-D0B0-36D0-CFF3-551123832CD2}"/>
                      </a:ext>
                    </a:extLst>
                  </p:cNvPr>
                  <p:cNvSpPr/>
                  <p:nvPr/>
                </p:nvSpPr>
                <p:spPr>
                  <a:xfrm>
                    <a:off x="3525075" y="2826750"/>
                    <a:ext cx="1550" cy="2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92" extrusionOk="0">
                        <a:moveTo>
                          <a:pt x="0" y="0"/>
                        </a:moveTo>
                        <a:lnTo>
                          <a:pt x="0" y="91"/>
                        </a:lnTo>
                        <a:cubicBezTo>
                          <a:pt x="61" y="61"/>
                          <a:pt x="61" y="61"/>
                          <a:pt x="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58" name="Google Shape;738;p21">
                    <a:extLst>
                      <a:ext uri="{FF2B5EF4-FFF2-40B4-BE49-F238E27FC236}">
                        <a16:creationId xmlns:a16="http://schemas.microsoft.com/office/drawing/2014/main" id="{03FFAE0D-53AC-372F-C97D-47D1E707BF5C}"/>
                      </a:ext>
                    </a:extLst>
                  </p:cNvPr>
                  <p:cNvSpPr/>
                  <p:nvPr/>
                </p:nvSpPr>
                <p:spPr>
                  <a:xfrm>
                    <a:off x="3455150" y="2519750"/>
                    <a:ext cx="2325" cy="2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" h="92" extrusionOk="0">
                        <a:moveTo>
                          <a:pt x="62" y="0"/>
                        </a:moveTo>
                        <a:cubicBezTo>
                          <a:pt x="1" y="31"/>
                          <a:pt x="1" y="61"/>
                          <a:pt x="1" y="92"/>
                        </a:cubicBezTo>
                        <a:lnTo>
                          <a:pt x="92" y="61"/>
                        </a:lnTo>
                        <a:cubicBezTo>
                          <a:pt x="92" y="61"/>
                          <a:pt x="62" y="0"/>
                          <a:pt x="62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59" name="Google Shape;739;p21">
                    <a:extLst>
                      <a:ext uri="{FF2B5EF4-FFF2-40B4-BE49-F238E27FC236}">
                        <a16:creationId xmlns:a16="http://schemas.microsoft.com/office/drawing/2014/main" id="{C2CF8AF2-4192-D826-582A-5EB7509FB208}"/>
                      </a:ext>
                    </a:extLst>
                  </p:cNvPr>
                  <p:cNvSpPr/>
                  <p:nvPr/>
                </p:nvSpPr>
                <p:spPr>
                  <a:xfrm>
                    <a:off x="3240875" y="2525075"/>
                    <a:ext cx="1550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61" extrusionOk="0">
                        <a:moveTo>
                          <a:pt x="61" y="61"/>
                        </a:moveTo>
                        <a:lnTo>
                          <a:pt x="31" y="0"/>
                        </a:lnTo>
                        <a:lnTo>
                          <a:pt x="0" y="6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0" name="Google Shape;740;p21">
                    <a:extLst>
                      <a:ext uri="{FF2B5EF4-FFF2-40B4-BE49-F238E27FC236}">
                        <a16:creationId xmlns:a16="http://schemas.microsoft.com/office/drawing/2014/main" id="{59BBCB09-99EF-5C0B-20A7-29CC8BF9E506}"/>
                      </a:ext>
                    </a:extLst>
                  </p:cNvPr>
                  <p:cNvSpPr/>
                  <p:nvPr/>
                </p:nvSpPr>
                <p:spPr>
                  <a:xfrm>
                    <a:off x="3324450" y="4901250"/>
                    <a:ext cx="8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1" extrusionOk="0">
                        <a:moveTo>
                          <a:pt x="1" y="0"/>
                        </a:moveTo>
                        <a:lnTo>
                          <a:pt x="31" y="0"/>
                        </a:lnTo>
                        <a:lnTo>
                          <a:pt x="31" y="0"/>
                        </a:lnTo>
                        <a:lnTo>
                          <a:pt x="3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1" name="Google Shape;741;p21">
                    <a:extLst>
                      <a:ext uri="{FF2B5EF4-FFF2-40B4-BE49-F238E27FC236}">
                        <a16:creationId xmlns:a16="http://schemas.microsoft.com/office/drawing/2014/main" id="{8A3E4291-1F40-9694-B53E-580ABDFB3D5A}"/>
                      </a:ext>
                    </a:extLst>
                  </p:cNvPr>
                  <p:cNvSpPr/>
                  <p:nvPr/>
                </p:nvSpPr>
                <p:spPr>
                  <a:xfrm>
                    <a:off x="3322175" y="4901250"/>
                    <a:ext cx="2300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61" extrusionOk="0">
                        <a:moveTo>
                          <a:pt x="92" y="0"/>
                        </a:moveTo>
                        <a:lnTo>
                          <a:pt x="1" y="0"/>
                        </a:lnTo>
                        <a:cubicBezTo>
                          <a:pt x="31" y="61"/>
                          <a:pt x="61" y="61"/>
                          <a:pt x="92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2" name="Google Shape;742;p21">
                    <a:extLst>
                      <a:ext uri="{FF2B5EF4-FFF2-40B4-BE49-F238E27FC236}">
                        <a16:creationId xmlns:a16="http://schemas.microsoft.com/office/drawing/2014/main" id="{31C5FEA0-060E-34EA-97B8-8330F1140615}"/>
                      </a:ext>
                    </a:extLst>
                  </p:cNvPr>
                  <p:cNvSpPr/>
                  <p:nvPr/>
                </p:nvSpPr>
                <p:spPr>
                  <a:xfrm>
                    <a:off x="4454425" y="3091175"/>
                    <a:ext cx="12925" cy="19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761" extrusionOk="0">
                        <a:moveTo>
                          <a:pt x="61" y="639"/>
                        </a:moveTo>
                        <a:cubicBezTo>
                          <a:pt x="91" y="670"/>
                          <a:pt x="122" y="700"/>
                          <a:pt x="152" y="730"/>
                        </a:cubicBezTo>
                        <a:cubicBezTo>
                          <a:pt x="183" y="761"/>
                          <a:pt x="274" y="730"/>
                          <a:pt x="304" y="639"/>
                        </a:cubicBezTo>
                        <a:cubicBezTo>
                          <a:pt x="456" y="457"/>
                          <a:pt x="517" y="244"/>
                          <a:pt x="456" y="31"/>
                        </a:cubicBezTo>
                        <a:cubicBezTo>
                          <a:pt x="335" y="1"/>
                          <a:pt x="213" y="31"/>
                          <a:pt x="152" y="122"/>
                        </a:cubicBezTo>
                        <a:cubicBezTo>
                          <a:pt x="61" y="214"/>
                          <a:pt x="0" y="366"/>
                          <a:pt x="31" y="518"/>
                        </a:cubicBezTo>
                        <a:cubicBezTo>
                          <a:pt x="31" y="548"/>
                          <a:pt x="61" y="578"/>
                          <a:pt x="61" y="6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3" name="Google Shape;743;p21">
                    <a:extLst>
                      <a:ext uri="{FF2B5EF4-FFF2-40B4-BE49-F238E27FC236}">
                        <a16:creationId xmlns:a16="http://schemas.microsoft.com/office/drawing/2014/main" id="{92F7113E-9605-8B92-4AB2-38FF29775882}"/>
                      </a:ext>
                    </a:extLst>
                  </p:cNvPr>
                  <p:cNvSpPr/>
                  <p:nvPr/>
                </p:nvSpPr>
                <p:spPr>
                  <a:xfrm>
                    <a:off x="4468850" y="3032675"/>
                    <a:ext cx="7625" cy="8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335" extrusionOk="0">
                        <a:moveTo>
                          <a:pt x="183" y="304"/>
                        </a:moveTo>
                        <a:cubicBezTo>
                          <a:pt x="183" y="335"/>
                          <a:pt x="214" y="335"/>
                          <a:pt x="244" y="304"/>
                        </a:cubicBezTo>
                        <a:cubicBezTo>
                          <a:pt x="305" y="274"/>
                          <a:pt x="305" y="213"/>
                          <a:pt x="274" y="152"/>
                        </a:cubicBezTo>
                        <a:cubicBezTo>
                          <a:pt x="244" y="92"/>
                          <a:pt x="214" y="31"/>
                          <a:pt x="153" y="0"/>
                        </a:cubicBezTo>
                        <a:cubicBezTo>
                          <a:pt x="122" y="0"/>
                          <a:pt x="92" y="31"/>
                          <a:pt x="92" y="31"/>
                        </a:cubicBezTo>
                        <a:cubicBezTo>
                          <a:pt x="31" y="92"/>
                          <a:pt x="1" y="152"/>
                          <a:pt x="31" y="213"/>
                        </a:cubicBezTo>
                        <a:cubicBezTo>
                          <a:pt x="62" y="274"/>
                          <a:pt x="122" y="304"/>
                          <a:pt x="183" y="30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4" name="Google Shape;744;p21">
                    <a:extLst>
                      <a:ext uri="{FF2B5EF4-FFF2-40B4-BE49-F238E27FC236}">
                        <a16:creationId xmlns:a16="http://schemas.microsoft.com/office/drawing/2014/main" id="{DFF1EE34-4308-020D-8371-ED66BE6EBAE3}"/>
                      </a:ext>
                    </a:extLst>
                  </p:cNvPr>
                  <p:cNvSpPr/>
                  <p:nvPr/>
                </p:nvSpPr>
                <p:spPr>
                  <a:xfrm>
                    <a:off x="4415675" y="3143625"/>
                    <a:ext cx="4575" cy="4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" h="183" extrusionOk="0">
                        <a:moveTo>
                          <a:pt x="122" y="182"/>
                        </a:moveTo>
                        <a:cubicBezTo>
                          <a:pt x="122" y="182"/>
                          <a:pt x="152" y="152"/>
                          <a:pt x="182" y="122"/>
                        </a:cubicBezTo>
                        <a:cubicBezTo>
                          <a:pt x="152" y="91"/>
                          <a:pt x="122" y="61"/>
                          <a:pt x="122" y="31"/>
                        </a:cubicBezTo>
                        <a:cubicBezTo>
                          <a:pt x="91" y="0"/>
                          <a:pt x="30" y="0"/>
                          <a:pt x="30" y="31"/>
                        </a:cubicBezTo>
                        <a:cubicBezTo>
                          <a:pt x="0" y="61"/>
                          <a:pt x="0" y="91"/>
                          <a:pt x="30" y="122"/>
                        </a:cubicBezTo>
                        <a:cubicBezTo>
                          <a:pt x="30" y="152"/>
                          <a:pt x="91" y="152"/>
                          <a:pt x="122" y="1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5" name="Google Shape;745;p21">
                    <a:extLst>
                      <a:ext uri="{FF2B5EF4-FFF2-40B4-BE49-F238E27FC236}">
                        <a16:creationId xmlns:a16="http://schemas.microsoft.com/office/drawing/2014/main" id="{4FF32876-00A6-57BC-6F65-7DE7AD33AC01}"/>
                      </a:ext>
                    </a:extLst>
                  </p:cNvPr>
                  <p:cNvSpPr/>
                  <p:nvPr/>
                </p:nvSpPr>
                <p:spPr>
                  <a:xfrm>
                    <a:off x="4505325" y="3063825"/>
                    <a:ext cx="6100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275" extrusionOk="0">
                        <a:moveTo>
                          <a:pt x="92" y="213"/>
                        </a:moveTo>
                        <a:cubicBezTo>
                          <a:pt x="153" y="274"/>
                          <a:pt x="214" y="213"/>
                          <a:pt x="244" y="153"/>
                        </a:cubicBezTo>
                        <a:cubicBezTo>
                          <a:pt x="244" y="122"/>
                          <a:pt x="244" y="122"/>
                          <a:pt x="244" y="92"/>
                        </a:cubicBezTo>
                        <a:cubicBezTo>
                          <a:pt x="244" y="61"/>
                          <a:pt x="122" y="1"/>
                          <a:pt x="62" y="31"/>
                        </a:cubicBezTo>
                        <a:cubicBezTo>
                          <a:pt x="31" y="61"/>
                          <a:pt x="1" y="92"/>
                          <a:pt x="1" y="122"/>
                        </a:cubicBezTo>
                        <a:cubicBezTo>
                          <a:pt x="31" y="183"/>
                          <a:pt x="31" y="213"/>
                          <a:pt x="92" y="2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6" name="Google Shape;746;p21">
                    <a:extLst>
                      <a:ext uri="{FF2B5EF4-FFF2-40B4-BE49-F238E27FC236}">
                        <a16:creationId xmlns:a16="http://schemas.microsoft.com/office/drawing/2014/main" id="{A7E10D82-674C-A429-5CB3-7AF6DD9217D2}"/>
                      </a:ext>
                    </a:extLst>
                  </p:cNvPr>
                  <p:cNvSpPr/>
                  <p:nvPr/>
                </p:nvSpPr>
                <p:spPr>
                  <a:xfrm>
                    <a:off x="4465825" y="3091175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31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7" name="Google Shape;747;p21">
                    <a:extLst>
                      <a:ext uri="{FF2B5EF4-FFF2-40B4-BE49-F238E27FC236}">
                        <a16:creationId xmlns:a16="http://schemas.microsoft.com/office/drawing/2014/main" id="{B10C53C1-E16E-42B3-B939-92D357D2E5F6}"/>
                      </a:ext>
                    </a:extLst>
                  </p:cNvPr>
                  <p:cNvSpPr/>
                  <p:nvPr/>
                </p:nvSpPr>
                <p:spPr>
                  <a:xfrm>
                    <a:off x="4503050" y="3085100"/>
                    <a:ext cx="77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2" extrusionOk="0">
                        <a:moveTo>
                          <a:pt x="1" y="31"/>
                        </a:moveTo>
                        <a:lnTo>
                          <a:pt x="31" y="1"/>
                        </a:lnTo>
                        <a:lnTo>
                          <a:pt x="31" y="1"/>
                        </a:lnTo>
                        <a:lnTo>
                          <a:pt x="3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8" name="Google Shape;748;p21">
                    <a:extLst>
                      <a:ext uri="{FF2B5EF4-FFF2-40B4-BE49-F238E27FC236}">
                        <a16:creationId xmlns:a16="http://schemas.microsoft.com/office/drawing/2014/main" id="{8F21E8E8-DB80-D509-695C-8C203318D09F}"/>
                      </a:ext>
                    </a:extLst>
                  </p:cNvPr>
                  <p:cNvSpPr/>
                  <p:nvPr/>
                </p:nvSpPr>
                <p:spPr>
                  <a:xfrm>
                    <a:off x="4508375" y="2996950"/>
                    <a:ext cx="354900" cy="354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96" h="14166" fill="none" extrusionOk="0">
                        <a:moveTo>
                          <a:pt x="13982" y="6688"/>
                        </a:moveTo>
                        <a:cubicBezTo>
                          <a:pt x="14195" y="10518"/>
                          <a:pt x="11277" y="13770"/>
                          <a:pt x="7478" y="13952"/>
                        </a:cubicBezTo>
                        <a:cubicBezTo>
                          <a:pt x="3678" y="14165"/>
                          <a:pt x="426" y="11278"/>
                          <a:pt x="213" y="7478"/>
                        </a:cubicBezTo>
                        <a:cubicBezTo>
                          <a:pt x="0" y="3648"/>
                          <a:pt x="2918" y="396"/>
                          <a:pt x="6718" y="183"/>
                        </a:cubicBezTo>
                        <a:cubicBezTo>
                          <a:pt x="10517" y="1"/>
                          <a:pt x="13770" y="2888"/>
                          <a:pt x="13982" y="6688"/>
                        </a:cubicBezTo>
                        <a:close/>
                      </a:path>
                    </a:pathLst>
                  </a:custGeom>
                  <a:grpFill/>
                  <a:ln w="9125" cap="rnd" cmpd="sng">
                    <a:solidFill>
                      <a:srgbClr val="87868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9" name="Google Shape;749;p21">
                    <a:extLst>
                      <a:ext uri="{FF2B5EF4-FFF2-40B4-BE49-F238E27FC236}">
                        <a16:creationId xmlns:a16="http://schemas.microsoft.com/office/drawing/2014/main" id="{A2D500EB-0D7C-8A66-3F16-7E0D2FB50AA3}"/>
                      </a:ext>
                    </a:extLst>
                  </p:cNvPr>
                  <p:cNvSpPr/>
                  <p:nvPr/>
                </p:nvSpPr>
                <p:spPr>
                  <a:xfrm>
                    <a:off x="4663400" y="3154250"/>
                    <a:ext cx="35725" cy="43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9" h="1734" extrusionOk="0">
                        <a:moveTo>
                          <a:pt x="1368" y="791"/>
                        </a:moveTo>
                        <a:cubicBezTo>
                          <a:pt x="1429" y="1733"/>
                          <a:pt x="0" y="1733"/>
                          <a:pt x="61" y="791"/>
                        </a:cubicBezTo>
                        <a:cubicBezTo>
                          <a:pt x="122" y="1"/>
                          <a:pt x="1307" y="1"/>
                          <a:pt x="1368" y="7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0" name="Google Shape;750;p21">
                    <a:extLst>
                      <a:ext uri="{FF2B5EF4-FFF2-40B4-BE49-F238E27FC236}">
                        <a16:creationId xmlns:a16="http://schemas.microsoft.com/office/drawing/2014/main" id="{DFE125E8-0E42-1AA3-1013-3EFC5A052FFD}"/>
                      </a:ext>
                    </a:extLst>
                  </p:cNvPr>
                  <p:cNvSpPr/>
                  <p:nvPr/>
                </p:nvSpPr>
                <p:spPr>
                  <a:xfrm>
                    <a:off x="3392425" y="3859000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31" y="1"/>
                        </a:moveTo>
                        <a:lnTo>
                          <a:pt x="31" y="1"/>
                        </a:lnTo>
                        <a:lnTo>
                          <a:pt x="1" y="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1" name="Google Shape;751;p21">
                    <a:extLst>
                      <a:ext uri="{FF2B5EF4-FFF2-40B4-BE49-F238E27FC236}">
                        <a16:creationId xmlns:a16="http://schemas.microsoft.com/office/drawing/2014/main" id="{439A7AA1-7852-031F-8858-0FB197A9B967}"/>
                      </a:ext>
                    </a:extLst>
                  </p:cNvPr>
                  <p:cNvSpPr/>
                  <p:nvPr/>
                </p:nvSpPr>
                <p:spPr>
                  <a:xfrm>
                    <a:off x="3169025" y="4748075"/>
                    <a:ext cx="77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2" extrusionOk="0">
                        <a:moveTo>
                          <a:pt x="0" y="31"/>
                        </a:moveTo>
                        <a:lnTo>
                          <a:pt x="0" y="31"/>
                        </a:lnTo>
                        <a:lnTo>
                          <a:pt x="31" y="31"/>
                        </a:lnTo>
                        <a:lnTo>
                          <a:pt x="3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2" name="Google Shape;752;p21">
                    <a:extLst>
                      <a:ext uri="{FF2B5EF4-FFF2-40B4-BE49-F238E27FC236}">
                        <a16:creationId xmlns:a16="http://schemas.microsoft.com/office/drawing/2014/main" id="{F0E6575F-1E40-9C26-8211-6824E156B4C3}"/>
                      </a:ext>
                    </a:extLst>
                  </p:cNvPr>
                  <p:cNvSpPr/>
                  <p:nvPr/>
                </p:nvSpPr>
                <p:spPr>
                  <a:xfrm>
                    <a:off x="3196375" y="47693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1"/>
                        </a:move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3" name="Google Shape;753;p21">
                    <a:extLst>
                      <a:ext uri="{FF2B5EF4-FFF2-40B4-BE49-F238E27FC236}">
                        <a16:creationId xmlns:a16="http://schemas.microsoft.com/office/drawing/2014/main" id="{F9B1C3EA-CD46-DD03-619E-5FDE97FE5313}"/>
                      </a:ext>
                    </a:extLst>
                  </p:cNvPr>
                  <p:cNvSpPr/>
                  <p:nvPr/>
                </p:nvSpPr>
                <p:spPr>
                  <a:xfrm>
                    <a:off x="2472950" y="3003375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0"/>
                        </a:moveTo>
                        <a:lnTo>
                          <a:pt x="1" y="0"/>
                        </a:lnTo>
                        <a:lnTo>
                          <a:pt x="1" y="31"/>
                        </a:lnTo>
                        <a:lnTo>
                          <a:pt x="1" y="31"/>
                        </a:lnTo>
                        <a:cubicBezTo>
                          <a:pt x="1" y="31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4" name="Google Shape;754;p21">
                    <a:extLst>
                      <a:ext uri="{FF2B5EF4-FFF2-40B4-BE49-F238E27FC236}">
                        <a16:creationId xmlns:a16="http://schemas.microsoft.com/office/drawing/2014/main" id="{306C0B56-D433-9D5E-10B9-EA5C444891DB}"/>
                      </a:ext>
                    </a:extLst>
                  </p:cNvPr>
                  <p:cNvSpPr/>
                  <p:nvPr/>
                </p:nvSpPr>
                <p:spPr>
                  <a:xfrm>
                    <a:off x="2997275" y="3587725"/>
                    <a:ext cx="28150" cy="15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6" h="639" extrusionOk="0">
                        <a:moveTo>
                          <a:pt x="426" y="61"/>
                        </a:moveTo>
                        <a:cubicBezTo>
                          <a:pt x="335" y="61"/>
                          <a:pt x="214" y="61"/>
                          <a:pt x="92" y="122"/>
                        </a:cubicBezTo>
                        <a:cubicBezTo>
                          <a:pt x="31" y="122"/>
                          <a:pt x="1" y="183"/>
                          <a:pt x="31" y="213"/>
                        </a:cubicBezTo>
                        <a:cubicBezTo>
                          <a:pt x="183" y="487"/>
                          <a:pt x="548" y="639"/>
                          <a:pt x="852" y="517"/>
                        </a:cubicBezTo>
                        <a:lnTo>
                          <a:pt x="1034" y="457"/>
                        </a:lnTo>
                        <a:cubicBezTo>
                          <a:pt x="1095" y="426"/>
                          <a:pt x="1125" y="335"/>
                          <a:pt x="1095" y="274"/>
                        </a:cubicBezTo>
                        <a:cubicBezTo>
                          <a:pt x="913" y="92"/>
                          <a:pt x="670" y="1"/>
                          <a:pt x="426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5" name="Google Shape;755;p21">
                    <a:extLst>
                      <a:ext uri="{FF2B5EF4-FFF2-40B4-BE49-F238E27FC236}">
                        <a16:creationId xmlns:a16="http://schemas.microsoft.com/office/drawing/2014/main" id="{AC58D970-6CF2-4D93-3968-A537B62EF05C}"/>
                      </a:ext>
                    </a:extLst>
                  </p:cNvPr>
                  <p:cNvSpPr/>
                  <p:nvPr/>
                </p:nvSpPr>
                <p:spPr>
                  <a:xfrm>
                    <a:off x="3089225" y="2912175"/>
                    <a:ext cx="15225" cy="13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549" extrusionOk="0">
                        <a:moveTo>
                          <a:pt x="183" y="518"/>
                        </a:moveTo>
                        <a:cubicBezTo>
                          <a:pt x="335" y="487"/>
                          <a:pt x="487" y="396"/>
                          <a:pt x="578" y="275"/>
                        </a:cubicBezTo>
                        <a:cubicBezTo>
                          <a:pt x="609" y="153"/>
                          <a:pt x="487" y="1"/>
                          <a:pt x="365" y="31"/>
                        </a:cubicBezTo>
                        <a:cubicBezTo>
                          <a:pt x="274" y="31"/>
                          <a:pt x="183" y="62"/>
                          <a:pt x="92" y="92"/>
                        </a:cubicBezTo>
                        <a:cubicBezTo>
                          <a:pt x="31" y="123"/>
                          <a:pt x="1" y="214"/>
                          <a:pt x="1" y="305"/>
                        </a:cubicBezTo>
                        <a:cubicBezTo>
                          <a:pt x="1" y="335"/>
                          <a:pt x="1" y="366"/>
                          <a:pt x="1" y="396"/>
                        </a:cubicBezTo>
                        <a:cubicBezTo>
                          <a:pt x="31" y="487"/>
                          <a:pt x="92" y="548"/>
                          <a:pt x="183" y="5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6" name="Google Shape;756;p21">
                    <a:extLst>
                      <a:ext uri="{FF2B5EF4-FFF2-40B4-BE49-F238E27FC236}">
                        <a16:creationId xmlns:a16="http://schemas.microsoft.com/office/drawing/2014/main" id="{5CF84935-C7A2-BA8A-FF3D-CC66A6D9B867}"/>
                      </a:ext>
                    </a:extLst>
                  </p:cNvPr>
                  <p:cNvSpPr/>
                  <p:nvPr/>
                </p:nvSpPr>
                <p:spPr>
                  <a:xfrm>
                    <a:off x="3046675" y="2980575"/>
                    <a:ext cx="14475" cy="10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" h="427" extrusionOk="0">
                        <a:moveTo>
                          <a:pt x="152" y="61"/>
                        </a:moveTo>
                        <a:cubicBezTo>
                          <a:pt x="92" y="92"/>
                          <a:pt x="31" y="153"/>
                          <a:pt x="31" y="213"/>
                        </a:cubicBezTo>
                        <a:cubicBezTo>
                          <a:pt x="1" y="244"/>
                          <a:pt x="31" y="305"/>
                          <a:pt x="61" y="335"/>
                        </a:cubicBezTo>
                        <a:cubicBezTo>
                          <a:pt x="152" y="365"/>
                          <a:pt x="244" y="396"/>
                          <a:pt x="335" y="426"/>
                        </a:cubicBezTo>
                        <a:cubicBezTo>
                          <a:pt x="365" y="426"/>
                          <a:pt x="396" y="426"/>
                          <a:pt x="426" y="426"/>
                        </a:cubicBezTo>
                        <a:cubicBezTo>
                          <a:pt x="487" y="396"/>
                          <a:pt x="517" y="396"/>
                          <a:pt x="548" y="365"/>
                        </a:cubicBezTo>
                        <a:cubicBezTo>
                          <a:pt x="578" y="335"/>
                          <a:pt x="578" y="244"/>
                          <a:pt x="548" y="183"/>
                        </a:cubicBezTo>
                        <a:cubicBezTo>
                          <a:pt x="456" y="61"/>
                          <a:pt x="274" y="1"/>
                          <a:pt x="152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7" name="Google Shape;757;p21">
                    <a:extLst>
                      <a:ext uri="{FF2B5EF4-FFF2-40B4-BE49-F238E27FC236}">
                        <a16:creationId xmlns:a16="http://schemas.microsoft.com/office/drawing/2014/main" id="{B79A437E-0708-BC2F-F62A-C845AFC15BDF}"/>
                      </a:ext>
                    </a:extLst>
                  </p:cNvPr>
                  <p:cNvSpPr/>
                  <p:nvPr/>
                </p:nvSpPr>
                <p:spPr>
                  <a:xfrm>
                    <a:off x="3225250" y="3704000"/>
                    <a:ext cx="10675" cy="11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7" h="457" extrusionOk="0">
                        <a:moveTo>
                          <a:pt x="31" y="274"/>
                        </a:moveTo>
                        <a:cubicBezTo>
                          <a:pt x="1" y="365"/>
                          <a:pt x="92" y="456"/>
                          <a:pt x="183" y="456"/>
                        </a:cubicBezTo>
                        <a:cubicBezTo>
                          <a:pt x="304" y="456"/>
                          <a:pt x="396" y="365"/>
                          <a:pt x="426" y="243"/>
                        </a:cubicBezTo>
                        <a:cubicBezTo>
                          <a:pt x="426" y="122"/>
                          <a:pt x="365" y="31"/>
                          <a:pt x="244" y="0"/>
                        </a:cubicBezTo>
                        <a:cubicBezTo>
                          <a:pt x="152" y="0"/>
                          <a:pt x="61" y="61"/>
                          <a:pt x="31" y="152"/>
                        </a:cubicBezTo>
                        <a:cubicBezTo>
                          <a:pt x="31" y="183"/>
                          <a:pt x="31" y="243"/>
                          <a:pt x="31" y="2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8" name="Google Shape;758;p21">
                    <a:extLst>
                      <a:ext uri="{FF2B5EF4-FFF2-40B4-BE49-F238E27FC236}">
                        <a16:creationId xmlns:a16="http://schemas.microsoft.com/office/drawing/2014/main" id="{93010C75-1806-FD07-C781-2D80F2CABB17}"/>
                      </a:ext>
                    </a:extLst>
                  </p:cNvPr>
                  <p:cNvSpPr/>
                  <p:nvPr/>
                </p:nvSpPr>
                <p:spPr>
                  <a:xfrm>
                    <a:off x="4833175" y="3685750"/>
                    <a:ext cx="13700" cy="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8" h="336" extrusionOk="0">
                        <a:moveTo>
                          <a:pt x="305" y="31"/>
                        </a:moveTo>
                        <a:cubicBezTo>
                          <a:pt x="244" y="1"/>
                          <a:pt x="214" y="1"/>
                          <a:pt x="153" y="31"/>
                        </a:cubicBezTo>
                        <a:cubicBezTo>
                          <a:pt x="122" y="61"/>
                          <a:pt x="62" y="92"/>
                          <a:pt x="31" y="122"/>
                        </a:cubicBezTo>
                        <a:cubicBezTo>
                          <a:pt x="1" y="183"/>
                          <a:pt x="92" y="305"/>
                          <a:pt x="183" y="305"/>
                        </a:cubicBezTo>
                        <a:cubicBezTo>
                          <a:pt x="305" y="335"/>
                          <a:pt x="426" y="274"/>
                          <a:pt x="518" y="183"/>
                        </a:cubicBezTo>
                        <a:cubicBezTo>
                          <a:pt x="548" y="122"/>
                          <a:pt x="518" y="92"/>
                          <a:pt x="487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9" name="Google Shape;759;p21">
                    <a:extLst>
                      <a:ext uri="{FF2B5EF4-FFF2-40B4-BE49-F238E27FC236}">
                        <a16:creationId xmlns:a16="http://schemas.microsoft.com/office/drawing/2014/main" id="{019F13AA-D27B-535E-6E45-75053ABE641C}"/>
                      </a:ext>
                    </a:extLst>
                  </p:cNvPr>
                  <p:cNvSpPr/>
                  <p:nvPr/>
                </p:nvSpPr>
                <p:spPr>
                  <a:xfrm>
                    <a:off x="3393950" y="4316475"/>
                    <a:ext cx="25" cy="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extrusionOk="0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0" name="Google Shape;760;p21">
                    <a:extLst>
                      <a:ext uri="{FF2B5EF4-FFF2-40B4-BE49-F238E27FC236}">
                        <a16:creationId xmlns:a16="http://schemas.microsoft.com/office/drawing/2014/main" id="{5453254A-262B-FB4B-DB10-C72A30350C71}"/>
                      </a:ext>
                    </a:extLst>
                  </p:cNvPr>
                  <p:cNvSpPr/>
                  <p:nvPr/>
                </p:nvSpPr>
                <p:spPr>
                  <a:xfrm>
                    <a:off x="3377225" y="4316475"/>
                    <a:ext cx="16750" cy="16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669" extrusionOk="0">
                        <a:moveTo>
                          <a:pt x="244" y="274"/>
                        </a:moveTo>
                        <a:cubicBezTo>
                          <a:pt x="183" y="365"/>
                          <a:pt x="122" y="426"/>
                          <a:pt x="61" y="517"/>
                        </a:cubicBezTo>
                        <a:cubicBezTo>
                          <a:pt x="31" y="578"/>
                          <a:pt x="1" y="608"/>
                          <a:pt x="1" y="669"/>
                        </a:cubicBezTo>
                        <a:cubicBezTo>
                          <a:pt x="305" y="638"/>
                          <a:pt x="609" y="395"/>
                          <a:pt x="669" y="61"/>
                        </a:cubicBezTo>
                        <a:cubicBezTo>
                          <a:pt x="669" y="61"/>
                          <a:pt x="669" y="30"/>
                          <a:pt x="669" y="0"/>
                        </a:cubicBezTo>
                        <a:cubicBezTo>
                          <a:pt x="609" y="30"/>
                          <a:pt x="548" y="61"/>
                          <a:pt x="517" y="91"/>
                        </a:cubicBezTo>
                        <a:cubicBezTo>
                          <a:pt x="426" y="152"/>
                          <a:pt x="335" y="213"/>
                          <a:pt x="244" y="2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1" name="Google Shape;761;p21">
                    <a:extLst>
                      <a:ext uri="{FF2B5EF4-FFF2-40B4-BE49-F238E27FC236}">
                        <a16:creationId xmlns:a16="http://schemas.microsoft.com/office/drawing/2014/main" id="{BA69E1FA-C4BF-8B18-B632-EF8F35CCDB90}"/>
                      </a:ext>
                    </a:extLst>
                  </p:cNvPr>
                  <p:cNvSpPr/>
                  <p:nvPr/>
                </p:nvSpPr>
                <p:spPr>
                  <a:xfrm>
                    <a:off x="3383300" y="4323300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2" name="Google Shape;762;p21">
                    <a:extLst>
                      <a:ext uri="{FF2B5EF4-FFF2-40B4-BE49-F238E27FC236}">
                        <a16:creationId xmlns:a16="http://schemas.microsoft.com/office/drawing/2014/main" id="{38A4951A-EC54-105B-B775-A128B09BBE47}"/>
                      </a:ext>
                    </a:extLst>
                  </p:cNvPr>
                  <p:cNvSpPr/>
                  <p:nvPr/>
                </p:nvSpPr>
                <p:spPr>
                  <a:xfrm>
                    <a:off x="3232850" y="3644725"/>
                    <a:ext cx="6100" cy="6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274" extrusionOk="0">
                        <a:moveTo>
                          <a:pt x="183" y="31"/>
                        </a:moveTo>
                        <a:cubicBezTo>
                          <a:pt x="152" y="0"/>
                          <a:pt x="92" y="0"/>
                          <a:pt x="61" y="0"/>
                        </a:cubicBezTo>
                        <a:cubicBezTo>
                          <a:pt x="31" y="31"/>
                          <a:pt x="0" y="92"/>
                          <a:pt x="31" y="122"/>
                        </a:cubicBezTo>
                        <a:cubicBezTo>
                          <a:pt x="31" y="183"/>
                          <a:pt x="92" y="213"/>
                          <a:pt x="122" y="274"/>
                        </a:cubicBezTo>
                        <a:cubicBezTo>
                          <a:pt x="122" y="274"/>
                          <a:pt x="213" y="243"/>
                          <a:pt x="244" y="213"/>
                        </a:cubicBezTo>
                        <a:cubicBezTo>
                          <a:pt x="244" y="152"/>
                          <a:pt x="213" y="92"/>
                          <a:pt x="183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3" name="Google Shape;763;p21">
                    <a:extLst>
                      <a:ext uri="{FF2B5EF4-FFF2-40B4-BE49-F238E27FC236}">
                        <a16:creationId xmlns:a16="http://schemas.microsoft.com/office/drawing/2014/main" id="{FA5AC131-FDC8-1C01-E0BB-8C679E52BDE1}"/>
                      </a:ext>
                    </a:extLst>
                  </p:cNvPr>
                  <p:cNvSpPr/>
                  <p:nvPr/>
                </p:nvSpPr>
                <p:spPr>
                  <a:xfrm>
                    <a:off x="3227525" y="3620400"/>
                    <a:ext cx="7625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275" extrusionOk="0">
                        <a:moveTo>
                          <a:pt x="305" y="92"/>
                        </a:moveTo>
                        <a:cubicBezTo>
                          <a:pt x="274" y="61"/>
                          <a:pt x="244" y="1"/>
                          <a:pt x="213" y="1"/>
                        </a:cubicBezTo>
                        <a:cubicBezTo>
                          <a:pt x="122" y="1"/>
                          <a:pt x="31" y="61"/>
                          <a:pt x="1" y="122"/>
                        </a:cubicBezTo>
                        <a:cubicBezTo>
                          <a:pt x="1" y="183"/>
                          <a:pt x="1" y="213"/>
                          <a:pt x="61" y="244"/>
                        </a:cubicBezTo>
                        <a:cubicBezTo>
                          <a:pt x="153" y="274"/>
                          <a:pt x="274" y="213"/>
                          <a:pt x="305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4" name="Google Shape;764;p21">
                    <a:extLst>
                      <a:ext uri="{FF2B5EF4-FFF2-40B4-BE49-F238E27FC236}">
                        <a16:creationId xmlns:a16="http://schemas.microsoft.com/office/drawing/2014/main" id="{6D9F3456-D855-7BFB-25FE-B2828FF4AED1}"/>
                      </a:ext>
                    </a:extLst>
                  </p:cNvPr>
                  <p:cNvSpPr/>
                  <p:nvPr/>
                </p:nvSpPr>
                <p:spPr>
                  <a:xfrm>
                    <a:off x="3007150" y="3490475"/>
                    <a:ext cx="6875" cy="7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" h="304" extrusionOk="0">
                        <a:moveTo>
                          <a:pt x="153" y="0"/>
                        </a:moveTo>
                        <a:cubicBezTo>
                          <a:pt x="62" y="0"/>
                          <a:pt x="1" y="91"/>
                          <a:pt x="1" y="182"/>
                        </a:cubicBezTo>
                        <a:cubicBezTo>
                          <a:pt x="31" y="243"/>
                          <a:pt x="62" y="304"/>
                          <a:pt x="153" y="304"/>
                        </a:cubicBezTo>
                        <a:cubicBezTo>
                          <a:pt x="214" y="304"/>
                          <a:pt x="275" y="243"/>
                          <a:pt x="275" y="182"/>
                        </a:cubicBezTo>
                        <a:cubicBezTo>
                          <a:pt x="244" y="91"/>
                          <a:pt x="214" y="0"/>
                          <a:pt x="153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5" name="Google Shape;765;p21">
                    <a:extLst>
                      <a:ext uri="{FF2B5EF4-FFF2-40B4-BE49-F238E27FC236}">
                        <a16:creationId xmlns:a16="http://schemas.microsoft.com/office/drawing/2014/main" id="{A98E16AB-5A87-8E77-48B3-6971409E1AEE}"/>
                      </a:ext>
                    </a:extLst>
                  </p:cNvPr>
                  <p:cNvSpPr/>
                  <p:nvPr/>
                </p:nvSpPr>
                <p:spPr>
                  <a:xfrm>
                    <a:off x="3021600" y="3461575"/>
                    <a:ext cx="7625" cy="9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397" extrusionOk="0">
                        <a:moveTo>
                          <a:pt x="183" y="396"/>
                        </a:moveTo>
                        <a:cubicBezTo>
                          <a:pt x="304" y="275"/>
                          <a:pt x="274" y="92"/>
                          <a:pt x="122" y="1"/>
                        </a:cubicBezTo>
                        <a:cubicBezTo>
                          <a:pt x="92" y="1"/>
                          <a:pt x="61" y="1"/>
                          <a:pt x="61" y="31"/>
                        </a:cubicBezTo>
                        <a:cubicBezTo>
                          <a:pt x="0" y="153"/>
                          <a:pt x="31" y="275"/>
                          <a:pt x="122" y="396"/>
                        </a:cubicBezTo>
                        <a:cubicBezTo>
                          <a:pt x="122" y="396"/>
                          <a:pt x="152" y="396"/>
                          <a:pt x="183" y="39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6" name="Google Shape;766;p21">
                    <a:extLst>
                      <a:ext uri="{FF2B5EF4-FFF2-40B4-BE49-F238E27FC236}">
                        <a16:creationId xmlns:a16="http://schemas.microsoft.com/office/drawing/2014/main" id="{3CB3C90D-2916-88CC-37A7-B6F80A5C3824}"/>
                      </a:ext>
                    </a:extLst>
                  </p:cNvPr>
                  <p:cNvSpPr/>
                  <p:nvPr/>
                </p:nvSpPr>
                <p:spPr>
                  <a:xfrm>
                    <a:off x="3004875" y="3460825"/>
                    <a:ext cx="8400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6" h="244" extrusionOk="0">
                        <a:moveTo>
                          <a:pt x="1" y="92"/>
                        </a:moveTo>
                        <a:cubicBezTo>
                          <a:pt x="1" y="92"/>
                          <a:pt x="1" y="153"/>
                          <a:pt x="1" y="183"/>
                        </a:cubicBezTo>
                        <a:cubicBezTo>
                          <a:pt x="1" y="244"/>
                          <a:pt x="31" y="213"/>
                          <a:pt x="62" y="213"/>
                        </a:cubicBezTo>
                        <a:cubicBezTo>
                          <a:pt x="153" y="213"/>
                          <a:pt x="244" y="183"/>
                          <a:pt x="305" y="122"/>
                        </a:cubicBezTo>
                        <a:cubicBezTo>
                          <a:pt x="305" y="122"/>
                          <a:pt x="305" y="92"/>
                          <a:pt x="335" y="61"/>
                        </a:cubicBezTo>
                        <a:cubicBezTo>
                          <a:pt x="335" y="31"/>
                          <a:pt x="305" y="31"/>
                          <a:pt x="274" y="31"/>
                        </a:cubicBezTo>
                        <a:cubicBezTo>
                          <a:pt x="183" y="1"/>
                          <a:pt x="92" y="1"/>
                          <a:pt x="1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7" name="Google Shape;767;p21">
                    <a:extLst>
                      <a:ext uri="{FF2B5EF4-FFF2-40B4-BE49-F238E27FC236}">
                        <a16:creationId xmlns:a16="http://schemas.microsoft.com/office/drawing/2014/main" id="{03AC06AB-414C-44F4-3FAE-482BEFB57108}"/>
                      </a:ext>
                    </a:extLst>
                  </p:cNvPr>
                  <p:cNvSpPr/>
                  <p:nvPr/>
                </p:nvSpPr>
                <p:spPr>
                  <a:xfrm>
                    <a:off x="3065675" y="3548225"/>
                    <a:ext cx="6850" cy="5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" h="213" extrusionOk="0">
                        <a:moveTo>
                          <a:pt x="244" y="182"/>
                        </a:moveTo>
                        <a:cubicBezTo>
                          <a:pt x="244" y="182"/>
                          <a:pt x="274" y="152"/>
                          <a:pt x="274" y="152"/>
                        </a:cubicBezTo>
                        <a:cubicBezTo>
                          <a:pt x="274" y="152"/>
                          <a:pt x="274" y="61"/>
                          <a:pt x="244" y="30"/>
                        </a:cubicBezTo>
                        <a:cubicBezTo>
                          <a:pt x="183" y="0"/>
                          <a:pt x="122" y="0"/>
                          <a:pt x="61" y="30"/>
                        </a:cubicBezTo>
                        <a:cubicBezTo>
                          <a:pt x="31" y="61"/>
                          <a:pt x="31" y="91"/>
                          <a:pt x="0" y="152"/>
                        </a:cubicBezTo>
                        <a:cubicBezTo>
                          <a:pt x="0" y="182"/>
                          <a:pt x="92" y="182"/>
                          <a:pt x="122" y="213"/>
                        </a:cubicBezTo>
                        <a:cubicBezTo>
                          <a:pt x="152" y="213"/>
                          <a:pt x="183" y="213"/>
                          <a:pt x="244" y="1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8" name="Google Shape;768;p21">
                    <a:extLst>
                      <a:ext uri="{FF2B5EF4-FFF2-40B4-BE49-F238E27FC236}">
                        <a16:creationId xmlns:a16="http://schemas.microsoft.com/office/drawing/2014/main" id="{2C48D66A-E09F-54F8-FB87-B477456838F6}"/>
                      </a:ext>
                    </a:extLst>
                  </p:cNvPr>
                  <p:cNvSpPr/>
                  <p:nvPr/>
                </p:nvSpPr>
                <p:spPr>
                  <a:xfrm>
                    <a:off x="3100625" y="4555825"/>
                    <a:ext cx="6100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275" extrusionOk="0">
                        <a:moveTo>
                          <a:pt x="213" y="274"/>
                        </a:moveTo>
                        <a:cubicBezTo>
                          <a:pt x="213" y="274"/>
                          <a:pt x="244" y="244"/>
                          <a:pt x="244" y="213"/>
                        </a:cubicBezTo>
                        <a:cubicBezTo>
                          <a:pt x="244" y="122"/>
                          <a:pt x="183" y="31"/>
                          <a:pt x="122" y="1"/>
                        </a:cubicBezTo>
                        <a:cubicBezTo>
                          <a:pt x="92" y="31"/>
                          <a:pt x="31" y="31"/>
                          <a:pt x="31" y="61"/>
                        </a:cubicBezTo>
                        <a:cubicBezTo>
                          <a:pt x="1" y="153"/>
                          <a:pt x="31" y="213"/>
                          <a:pt x="153" y="274"/>
                        </a:cubicBezTo>
                        <a:cubicBezTo>
                          <a:pt x="153" y="274"/>
                          <a:pt x="183" y="274"/>
                          <a:pt x="213" y="2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9" name="Google Shape;769;p21">
                    <a:extLst>
                      <a:ext uri="{FF2B5EF4-FFF2-40B4-BE49-F238E27FC236}">
                        <a16:creationId xmlns:a16="http://schemas.microsoft.com/office/drawing/2014/main" id="{AA8457CC-F2CD-3218-B4F5-A85E34F49C86}"/>
                      </a:ext>
                    </a:extLst>
                  </p:cNvPr>
                  <p:cNvSpPr/>
                  <p:nvPr/>
                </p:nvSpPr>
                <p:spPr>
                  <a:xfrm>
                    <a:off x="3235125" y="3658400"/>
                    <a:ext cx="307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153" extrusionOk="0">
                        <a:moveTo>
                          <a:pt x="122" y="92"/>
                        </a:moveTo>
                        <a:cubicBezTo>
                          <a:pt x="122" y="31"/>
                          <a:pt x="92" y="0"/>
                          <a:pt x="31" y="31"/>
                        </a:cubicBezTo>
                        <a:cubicBezTo>
                          <a:pt x="31" y="31"/>
                          <a:pt x="1" y="31"/>
                          <a:pt x="1" y="61"/>
                        </a:cubicBezTo>
                        <a:cubicBezTo>
                          <a:pt x="1" y="122"/>
                          <a:pt x="1" y="152"/>
                          <a:pt x="61" y="152"/>
                        </a:cubicBezTo>
                        <a:cubicBezTo>
                          <a:pt x="92" y="152"/>
                          <a:pt x="92" y="92"/>
                          <a:pt x="122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0" name="Google Shape;770;p21">
                    <a:extLst>
                      <a:ext uri="{FF2B5EF4-FFF2-40B4-BE49-F238E27FC236}">
                        <a16:creationId xmlns:a16="http://schemas.microsoft.com/office/drawing/2014/main" id="{5A27BE3D-8DCD-C056-D3B6-70F48A9F8854}"/>
                      </a:ext>
                    </a:extLst>
                  </p:cNvPr>
                  <p:cNvSpPr/>
                  <p:nvPr/>
                </p:nvSpPr>
                <p:spPr>
                  <a:xfrm>
                    <a:off x="3107475" y="4569500"/>
                    <a:ext cx="5325" cy="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" h="336" extrusionOk="0">
                        <a:moveTo>
                          <a:pt x="183" y="62"/>
                        </a:moveTo>
                        <a:cubicBezTo>
                          <a:pt x="152" y="31"/>
                          <a:pt x="122" y="1"/>
                          <a:pt x="61" y="1"/>
                        </a:cubicBezTo>
                        <a:cubicBezTo>
                          <a:pt x="31" y="1"/>
                          <a:pt x="0" y="62"/>
                          <a:pt x="0" y="92"/>
                        </a:cubicBezTo>
                        <a:cubicBezTo>
                          <a:pt x="31" y="153"/>
                          <a:pt x="61" y="244"/>
                          <a:pt x="61" y="335"/>
                        </a:cubicBezTo>
                        <a:cubicBezTo>
                          <a:pt x="122" y="274"/>
                          <a:pt x="152" y="244"/>
                          <a:pt x="183" y="183"/>
                        </a:cubicBezTo>
                        <a:cubicBezTo>
                          <a:pt x="213" y="153"/>
                          <a:pt x="213" y="122"/>
                          <a:pt x="183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1" name="Google Shape;771;p21">
                    <a:extLst>
                      <a:ext uri="{FF2B5EF4-FFF2-40B4-BE49-F238E27FC236}">
                        <a16:creationId xmlns:a16="http://schemas.microsoft.com/office/drawing/2014/main" id="{505EC42E-7E4A-C5D6-42E0-5BD740D501B3}"/>
                      </a:ext>
                    </a:extLst>
                  </p:cNvPr>
                  <p:cNvSpPr/>
                  <p:nvPr/>
                </p:nvSpPr>
                <p:spPr>
                  <a:xfrm>
                    <a:off x="3108975" y="45778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0"/>
                        </a:move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2" name="Google Shape;772;p21">
                    <a:extLst>
                      <a:ext uri="{FF2B5EF4-FFF2-40B4-BE49-F238E27FC236}">
                        <a16:creationId xmlns:a16="http://schemas.microsoft.com/office/drawing/2014/main" id="{20B05180-AD70-B853-17F7-017A84E7938F}"/>
                      </a:ext>
                    </a:extLst>
                  </p:cNvPr>
                  <p:cNvSpPr/>
                  <p:nvPr/>
                </p:nvSpPr>
                <p:spPr>
                  <a:xfrm>
                    <a:off x="3112775" y="4666775"/>
                    <a:ext cx="5350" cy="6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274" extrusionOk="0">
                        <a:moveTo>
                          <a:pt x="62" y="61"/>
                        </a:moveTo>
                        <a:cubicBezTo>
                          <a:pt x="1" y="92"/>
                          <a:pt x="1" y="183"/>
                          <a:pt x="62" y="213"/>
                        </a:cubicBezTo>
                        <a:cubicBezTo>
                          <a:pt x="123" y="244"/>
                          <a:pt x="153" y="244"/>
                          <a:pt x="214" y="274"/>
                        </a:cubicBezTo>
                        <a:lnTo>
                          <a:pt x="214" y="0"/>
                        </a:lnTo>
                        <a:cubicBezTo>
                          <a:pt x="153" y="0"/>
                          <a:pt x="123" y="31"/>
                          <a:pt x="62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3" name="Google Shape;773;p21">
                    <a:extLst>
                      <a:ext uri="{FF2B5EF4-FFF2-40B4-BE49-F238E27FC236}">
                        <a16:creationId xmlns:a16="http://schemas.microsoft.com/office/drawing/2014/main" id="{68ED22C3-AEDF-CCE8-B56D-E9AD6B215945}"/>
                      </a:ext>
                    </a:extLst>
                  </p:cNvPr>
                  <p:cNvSpPr/>
                  <p:nvPr/>
                </p:nvSpPr>
                <p:spPr>
                  <a:xfrm>
                    <a:off x="3888625" y="3449425"/>
                    <a:ext cx="4600" cy="4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4" h="184" extrusionOk="0">
                        <a:moveTo>
                          <a:pt x="31" y="92"/>
                        </a:moveTo>
                        <a:cubicBezTo>
                          <a:pt x="1" y="122"/>
                          <a:pt x="1" y="153"/>
                          <a:pt x="31" y="183"/>
                        </a:cubicBezTo>
                        <a:lnTo>
                          <a:pt x="92" y="183"/>
                        </a:lnTo>
                        <a:cubicBezTo>
                          <a:pt x="123" y="153"/>
                          <a:pt x="153" y="122"/>
                          <a:pt x="183" y="92"/>
                        </a:cubicBezTo>
                        <a:lnTo>
                          <a:pt x="123" y="1"/>
                        </a:lnTo>
                        <a:cubicBezTo>
                          <a:pt x="92" y="31"/>
                          <a:pt x="62" y="61"/>
                          <a:pt x="31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4" name="Google Shape;774;p21">
                    <a:extLst>
                      <a:ext uri="{FF2B5EF4-FFF2-40B4-BE49-F238E27FC236}">
                        <a16:creationId xmlns:a16="http://schemas.microsoft.com/office/drawing/2014/main" id="{F33DC97E-6CA8-23F7-BDDA-4CFC51595BFF}"/>
                      </a:ext>
                    </a:extLst>
                  </p:cNvPr>
                  <p:cNvSpPr/>
                  <p:nvPr/>
                </p:nvSpPr>
                <p:spPr>
                  <a:xfrm>
                    <a:off x="3044400" y="3500350"/>
                    <a:ext cx="3050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153" extrusionOk="0">
                        <a:moveTo>
                          <a:pt x="122" y="91"/>
                        </a:moveTo>
                        <a:lnTo>
                          <a:pt x="31" y="0"/>
                        </a:lnTo>
                        <a:cubicBezTo>
                          <a:pt x="31" y="61"/>
                          <a:pt x="0" y="91"/>
                          <a:pt x="0" y="122"/>
                        </a:cubicBezTo>
                        <a:cubicBezTo>
                          <a:pt x="0" y="122"/>
                          <a:pt x="31" y="152"/>
                          <a:pt x="61" y="152"/>
                        </a:cubicBezTo>
                        <a:cubicBezTo>
                          <a:pt x="61" y="152"/>
                          <a:pt x="122" y="152"/>
                          <a:pt x="122" y="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5" name="Google Shape;775;p21">
                    <a:extLst>
                      <a:ext uri="{FF2B5EF4-FFF2-40B4-BE49-F238E27FC236}">
                        <a16:creationId xmlns:a16="http://schemas.microsoft.com/office/drawing/2014/main" id="{E007593E-398E-9B7A-82C8-0CC40B29F5B5}"/>
                      </a:ext>
                    </a:extLst>
                  </p:cNvPr>
                  <p:cNvSpPr/>
                  <p:nvPr/>
                </p:nvSpPr>
                <p:spPr>
                  <a:xfrm>
                    <a:off x="3060350" y="3526175"/>
                    <a:ext cx="25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31" extrusionOk="0">
                        <a:moveTo>
                          <a:pt x="1" y="1"/>
                        </a:moveTo>
                        <a:lnTo>
                          <a:pt x="1" y="1"/>
                        </a:lnTo>
                        <a:lnTo>
                          <a:pt x="1" y="1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6" name="Google Shape;776;p21">
                    <a:extLst>
                      <a:ext uri="{FF2B5EF4-FFF2-40B4-BE49-F238E27FC236}">
                        <a16:creationId xmlns:a16="http://schemas.microsoft.com/office/drawing/2014/main" id="{E748FBC8-3182-8896-523F-12AB5F6B9815}"/>
                      </a:ext>
                    </a:extLst>
                  </p:cNvPr>
                  <p:cNvSpPr/>
                  <p:nvPr/>
                </p:nvSpPr>
                <p:spPr>
                  <a:xfrm>
                    <a:off x="3060350" y="3526175"/>
                    <a:ext cx="4600" cy="4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4" h="183" extrusionOk="0">
                        <a:moveTo>
                          <a:pt x="153" y="122"/>
                        </a:moveTo>
                        <a:cubicBezTo>
                          <a:pt x="153" y="122"/>
                          <a:pt x="183" y="92"/>
                          <a:pt x="183" y="61"/>
                        </a:cubicBezTo>
                        <a:cubicBezTo>
                          <a:pt x="183" y="31"/>
                          <a:pt x="183" y="1"/>
                          <a:pt x="122" y="1"/>
                        </a:cubicBezTo>
                        <a:cubicBezTo>
                          <a:pt x="92" y="1"/>
                          <a:pt x="31" y="1"/>
                          <a:pt x="1" y="1"/>
                        </a:cubicBezTo>
                        <a:cubicBezTo>
                          <a:pt x="1" y="31"/>
                          <a:pt x="31" y="61"/>
                          <a:pt x="31" y="92"/>
                        </a:cubicBezTo>
                        <a:cubicBezTo>
                          <a:pt x="61" y="153"/>
                          <a:pt x="122" y="183"/>
                          <a:pt x="153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7" name="Google Shape;777;p21">
                    <a:extLst>
                      <a:ext uri="{FF2B5EF4-FFF2-40B4-BE49-F238E27FC236}">
                        <a16:creationId xmlns:a16="http://schemas.microsoft.com/office/drawing/2014/main" id="{59685BF5-DC8E-FA3F-E015-F27E34D525DA}"/>
                      </a:ext>
                    </a:extLst>
                  </p:cNvPr>
                  <p:cNvSpPr/>
                  <p:nvPr/>
                </p:nvSpPr>
                <p:spPr>
                  <a:xfrm>
                    <a:off x="2936500" y="3536825"/>
                    <a:ext cx="4575" cy="5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" h="213" extrusionOk="0">
                        <a:moveTo>
                          <a:pt x="0" y="91"/>
                        </a:moveTo>
                        <a:cubicBezTo>
                          <a:pt x="0" y="122"/>
                          <a:pt x="0" y="183"/>
                          <a:pt x="61" y="183"/>
                        </a:cubicBezTo>
                        <a:cubicBezTo>
                          <a:pt x="91" y="213"/>
                          <a:pt x="152" y="183"/>
                          <a:pt x="183" y="152"/>
                        </a:cubicBezTo>
                        <a:cubicBezTo>
                          <a:pt x="183" y="122"/>
                          <a:pt x="152" y="61"/>
                          <a:pt x="122" y="31"/>
                        </a:cubicBezTo>
                        <a:cubicBezTo>
                          <a:pt x="91" y="0"/>
                          <a:pt x="31" y="31"/>
                          <a:pt x="0" y="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8" name="Google Shape;778;p21">
                    <a:extLst>
                      <a:ext uri="{FF2B5EF4-FFF2-40B4-BE49-F238E27FC236}">
                        <a16:creationId xmlns:a16="http://schemas.microsoft.com/office/drawing/2014/main" id="{AA6C686B-3110-B17D-187E-275B0AD12932}"/>
                      </a:ext>
                    </a:extLst>
                  </p:cNvPr>
                  <p:cNvSpPr/>
                  <p:nvPr/>
                </p:nvSpPr>
                <p:spPr>
                  <a:xfrm>
                    <a:off x="3256400" y="3668275"/>
                    <a:ext cx="3825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23" extrusionOk="0">
                        <a:moveTo>
                          <a:pt x="31" y="31"/>
                        </a:moveTo>
                        <a:cubicBezTo>
                          <a:pt x="1" y="61"/>
                          <a:pt x="31" y="122"/>
                          <a:pt x="92" y="122"/>
                        </a:cubicBezTo>
                        <a:cubicBezTo>
                          <a:pt x="92" y="122"/>
                          <a:pt x="122" y="92"/>
                          <a:pt x="153" y="92"/>
                        </a:cubicBezTo>
                        <a:cubicBezTo>
                          <a:pt x="153" y="61"/>
                          <a:pt x="153" y="1"/>
                          <a:pt x="62" y="1"/>
                        </a:cubicBezTo>
                        <a:cubicBezTo>
                          <a:pt x="1" y="1"/>
                          <a:pt x="31" y="1"/>
                          <a:pt x="3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9" name="Google Shape;779;p21">
                    <a:extLst>
                      <a:ext uri="{FF2B5EF4-FFF2-40B4-BE49-F238E27FC236}">
                        <a16:creationId xmlns:a16="http://schemas.microsoft.com/office/drawing/2014/main" id="{AD4E7C48-6968-E5B1-A88F-4980835FCF1E}"/>
                      </a:ext>
                    </a:extLst>
                  </p:cNvPr>
                  <p:cNvSpPr/>
                  <p:nvPr/>
                </p:nvSpPr>
                <p:spPr>
                  <a:xfrm>
                    <a:off x="2856700" y="341902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1" y="1"/>
                        </a:moveTo>
                        <a:lnTo>
                          <a:pt x="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0" name="Google Shape;780;p21">
                    <a:extLst>
                      <a:ext uri="{FF2B5EF4-FFF2-40B4-BE49-F238E27FC236}">
                        <a16:creationId xmlns:a16="http://schemas.microsoft.com/office/drawing/2014/main" id="{E1FD5B9F-0A92-A978-1E28-624BB6CC353C}"/>
                      </a:ext>
                    </a:extLst>
                  </p:cNvPr>
                  <p:cNvSpPr/>
                  <p:nvPr/>
                </p:nvSpPr>
                <p:spPr>
                  <a:xfrm>
                    <a:off x="2855950" y="3419025"/>
                    <a:ext cx="532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" h="153" extrusionOk="0">
                        <a:moveTo>
                          <a:pt x="122" y="153"/>
                        </a:moveTo>
                        <a:cubicBezTo>
                          <a:pt x="152" y="153"/>
                          <a:pt x="213" y="153"/>
                          <a:pt x="213" y="92"/>
                        </a:cubicBezTo>
                        <a:cubicBezTo>
                          <a:pt x="213" y="62"/>
                          <a:pt x="213" y="62"/>
                          <a:pt x="183" y="31"/>
                        </a:cubicBezTo>
                        <a:cubicBezTo>
                          <a:pt x="122" y="31"/>
                          <a:pt x="61" y="1"/>
                          <a:pt x="0" y="1"/>
                        </a:cubicBezTo>
                        <a:cubicBezTo>
                          <a:pt x="0" y="62"/>
                          <a:pt x="61" y="122"/>
                          <a:pt x="122" y="15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1" name="Google Shape;781;p21">
                    <a:extLst>
                      <a:ext uri="{FF2B5EF4-FFF2-40B4-BE49-F238E27FC236}">
                        <a16:creationId xmlns:a16="http://schemas.microsoft.com/office/drawing/2014/main" id="{D60120E0-EE34-59DB-03B2-6A67B779D830}"/>
                      </a:ext>
                    </a:extLst>
                  </p:cNvPr>
                  <p:cNvSpPr/>
                  <p:nvPr/>
                </p:nvSpPr>
                <p:spPr>
                  <a:xfrm>
                    <a:off x="3231325" y="3635600"/>
                    <a:ext cx="2300" cy="2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92" extrusionOk="0">
                        <a:moveTo>
                          <a:pt x="61" y="92"/>
                        </a:moveTo>
                        <a:cubicBezTo>
                          <a:pt x="61" y="92"/>
                          <a:pt x="61" y="61"/>
                          <a:pt x="92" y="31"/>
                        </a:cubicBezTo>
                        <a:cubicBezTo>
                          <a:pt x="92" y="31"/>
                          <a:pt x="92" y="1"/>
                          <a:pt x="61" y="1"/>
                        </a:cubicBezTo>
                        <a:cubicBezTo>
                          <a:pt x="31" y="1"/>
                          <a:pt x="1" y="1"/>
                          <a:pt x="1" y="31"/>
                        </a:cubicBezTo>
                        <a:cubicBezTo>
                          <a:pt x="1" y="61"/>
                          <a:pt x="1" y="92"/>
                          <a:pt x="61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2" name="Google Shape;782;p21">
                    <a:extLst>
                      <a:ext uri="{FF2B5EF4-FFF2-40B4-BE49-F238E27FC236}">
                        <a16:creationId xmlns:a16="http://schemas.microsoft.com/office/drawing/2014/main" id="{F02035B8-5D53-C80C-8E01-0465454DDB89}"/>
                      </a:ext>
                    </a:extLst>
                  </p:cNvPr>
                  <p:cNvSpPr/>
                  <p:nvPr/>
                </p:nvSpPr>
                <p:spPr>
                  <a:xfrm>
                    <a:off x="3226775" y="3684225"/>
                    <a:ext cx="1550" cy="2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93" extrusionOk="0">
                        <a:moveTo>
                          <a:pt x="0" y="62"/>
                        </a:moveTo>
                        <a:cubicBezTo>
                          <a:pt x="31" y="92"/>
                          <a:pt x="61" y="92"/>
                          <a:pt x="61" y="31"/>
                        </a:cubicBezTo>
                        <a:cubicBezTo>
                          <a:pt x="61" y="1"/>
                          <a:pt x="31" y="31"/>
                          <a:pt x="0" y="31"/>
                        </a:cubicBezTo>
                        <a:cubicBezTo>
                          <a:pt x="0" y="31"/>
                          <a:pt x="0" y="62"/>
                          <a:pt x="0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3" name="Google Shape;783;p21">
                    <a:extLst>
                      <a:ext uri="{FF2B5EF4-FFF2-40B4-BE49-F238E27FC236}">
                        <a16:creationId xmlns:a16="http://schemas.microsoft.com/office/drawing/2014/main" id="{27EAC101-A5A9-282B-61AB-600DB3D35DE0}"/>
                      </a:ext>
                    </a:extLst>
                  </p:cNvPr>
                  <p:cNvSpPr/>
                  <p:nvPr/>
                </p:nvSpPr>
                <p:spPr>
                  <a:xfrm>
                    <a:off x="2393175" y="2791375"/>
                    <a:ext cx="1550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153" extrusionOk="0">
                        <a:moveTo>
                          <a:pt x="61" y="152"/>
                        </a:moveTo>
                        <a:lnTo>
                          <a:pt x="61" y="91"/>
                        </a:lnTo>
                        <a:lnTo>
                          <a:pt x="61" y="0"/>
                        </a:lnTo>
                        <a:cubicBezTo>
                          <a:pt x="31" y="30"/>
                          <a:pt x="31" y="61"/>
                          <a:pt x="0" y="91"/>
                        </a:cubicBezTo>
                        <a:cubicBezTo>
                          <a:pt x="0" y="122"/>
                          <a:pt x="0" y="152"/>
                          <a:pt x="61" y="1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4" name="Google Shape;784;p21">
                    <a:extLst>
                      <a:ext uri="{FF2B5EF4-FFF2-40B4-BE49-F238E27FC236}">
                        <a16:creationId xmlns:a16="http://schemas.microsoft.com/office/drawing/2014/main" id="{F4FEC443-1753-F292-5516-3B1D9A36C0A9}"/>
                      </a:ext>
                    </a:extLst>
                  </p:cNvPr>
                  <p:cNvSpPr/>
                  <p:nvPr/>
                </p:nvSpPr>
                <p:spPr>
                  <a:xfrm>
                    <a:off x="3386350" y="38559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0"/>
                        </a:move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5" name="Google Shape;785;p21">
                    <a:extLst>
                      <a:ext uri="{FF2B5EF4-FFF2-40B4-BE49-F238E27FC236}">
                        <a16:creationId xmlns:a16="http://schemas.microsoft.com/office/drawing/2014/main" id="{F44ECA17-9997-8F3D-78A3-C21E703CD322}"/>
                      </a:ext>
                    </a:extLst>
                  </p:cNvPr>
                  <p:cNvSpPr/>
                  <p:nvPr/>
                </p:nvSpPr>
                <p:spPr>
                  <a:xfrm>
                    <a:off x="3386350" y="3855200"/>
                    <a:ext cx="6100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153" extrusionOk="0">
                        <a:moveTo>
                          <a:pt x="244" y="153"/>
                        </a:moveTo>
                        <a:cubicBezTo>
                          <a:pt x="213" y="62"/>
                          <a:pt x="122" y="1"/>
                          <a:pt x="0" y="31"/>
                        </a:cubicBezTo>
                        <a:cubicBezTo>
                          <a:pt x="61" y="153"/>
                          <a:pt x="152" y="153"/>
                          <a:pt x="244" y="15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6" name="Google Shape;786;p21">
                    <a:extLst>
                      <a:ext uri="{FF2B5EF4-FFF2-40B4-BE49-F238E27FC236}">
                        <a16:creationId xmlns:a16="http://schemas.microsoft.com/office/drawing/2014/main" id="{9CF9EF8A-B1A5-D37B-D141-35C89FE5047D}"/>
                      </a:ext>
                    </a:extLst>
                  </p:cNvPr>
                  <p:cNvSpPr/>
                  <p:nvPr/>
                </p:nvSpPr>
                <p:spPr>
                  <a:xfrm>
                    <a:off x="3273875" y="4754150"/>
                    <a:ext cx="3075" cy="1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62" extrusionOk="0">
                        <a:moveTo>
                          <a:pt x="62" y="62"/>
                        </a:moveTo>
                        <a:cubicBezTo>
                          <a:pt x="62" y="62"/>
                          <a:pt x="92" y="62"/>
                          <a:pt x="92" y="31"/>
                        </a:cubicBezTo>
                        <a:cubicBezTo>
                          <a:pt x="122" y="1"/>
                          <a:pt x="62" y="1"/>
                          <a:pt x="62" y="1"/>
                        </a:cubicBezTo>
                        <a:cubicBezTo>
                          <a:pt x="31" y="1"/>
                          <a:pt x="1" y="31"/>
                          <a:pt x="62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7" name="Google Shape;787;p21">
                    <a:extLst>
                      <a:ext uri="{FF2B5EF4-FFF2-40B4-BE49-F238E27FC236}">
                        <a16:creationId xmlns:a16="http://schemas.microsoft.com/office/drawing/2014/main" id="{811E221C-CE4E-08EB-F7C2-2C091AFE8728}"/>
                      </a:ext>
                    </a:extLst>
                  </p:cNvPr>
                  <p:cNvSpPr/>
                  <p:nvPr/>
                </p:nvSpPr>
                <p:spPr>
                  <a:xfrm>
                    <a:off x="3059600" y="3524650"/>
                    <a:ext cx="77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2" extrusionOk="0">
                        <a:moveTo>
                          <a:pt x="0" y="31"/>
                        </a:moveTo>
                        <a:lnTo>
                          <a:pt x="31" y="31"/>
                        </a:lnTo>
                        <a:cubicBezTo>
                          <a:pt x="0" y="1"/>
                          <a:pt x="0" y="1"/>
                          <a:pt x="0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8" name="Google Shape;788;p21">
                    <a:extLst>
                      <a:ext uri="{FF2B5EF4-FFF2-40B4-BE49-F238E27FC236}">
                        <a16:creationId xmlns:a16="http://schemas.microsoft.com/office/drawing/2014/main" id="{9AABB67C-50D4-2166-0D98-4AD227798C84}"/>
                      </a:ext>
                    </a:extLst>
                  </p:cNvPr>
                  <p:cNvSpPr/>
                  <p:nvPr/>
                </p:nvSpPr>
                <p:spPr>
                  <a:xfrm>
                    <a:off x="3996975" y="2404250"/>
                    <a:ext cx="2405825" cy="2125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233" h="85017" extrusionOk="0">
                        <a:moveTo>
                          <a:pt x="95898" y="4955"/>
                        </a:moveTo>
                        <a:cubicBezTo>
                          <a:pt x="95807" y="4955"/>
                          <a:pt x="95777" y="4833"/>
                          <a:pt x="95746" y="4742"/>
                        </a:cubicBezTo>
                        <a:cubicBezTo>
                          <a:pt x="95746" y="4712"/>
                          <a:pt x="95746" y="4651"/>
                          <a:pt x="95746" y="4620"/>
                        </a:cubicBezTo>
                        <a:cubicBezTo>
                          <a:pt x="95777" y="4408"/>
                          <a:pt x="95686" y="4195"/>
                          <a:pt x="95503" y="4104"/>
                        </a:cubicBezTo>
                        <a:cubicBezTo>
                          <a:pt x="95412" y="4012"/>
                          <a:pt x="95351" y="3952"/>
                          <a:pt x="95291" y="3860"/>
                        </a:cubicBezTo>
                        <a:cubicBezTo>
                          <a:pt x="95199" y="3739"/>
                          <a:pt x="95199" y="3708"/>
                          <a:pt x="95291" y="3617"/>
                        </a:cubicBezTo>
                        <a:cubicBezTo>
                          <a:pt x="95443" y="3496"/>
                          <a:pt x="95534" y="3313"/>
                          <a:pt x="95594" y="3101"/>
                        </a:cubicBezTo>
                        <a:cubicBezTo>
                          <a:pt x="95625" y="3040"/>
                          <a:pt x="95594" y="2979"/>
                          <a:pt x="95564" y="2918"/>
                        </a:cubicBezTo>
                        <a:cubicBezTo>
                          <a:pt x="95382" y="2705"/>
                          <a:pt x="95291" y="2432"/>
                          <a:pt x="95291" y="2158"/>
                        </a:cubicBezTo>
                        <a:cubicBezTo>
                          <a:pt x="95291" y="2067"/>
                          <a:pt x="95260" y="2037"/>
                          <a:pt x="95169" y="2037"/>
                        </a:cubicBezTo>
                        <a:cubicBezTo>
                          <a:pt x="95078" y="2037"/>
                          <a:pt x="95078" y="2067"/>
                          <a:pt x="95047" y="2067"/>
                        </a:cubicBezTo>
                        <a:cubicBezTo>
                          <a:pt x="94804" y="1976"/>
                          <a:pt x="94561" y="1915"/>
                          <a:pt x="94318" y="1885"/>
                        </a:cubicBezTo>
                        <a:cubicBezTo>
                          <a:pt x="94227" y="1885"/>
                          <a:pt x="94166" y="1794"/>
                          <a:pt x="94075" y="1763"/>
                        </a:cubicBezTo>
                        <a:cubicBezTo>
                          <a:pt x="93953" y="1672"/>
                          <a:pt x="93801" y="1702"/>
                          <a:pt x="93710" y="1824"/>
                        </a:cubicBezTo>
                        <a:cubicBezTo>
                          <a:pt x="93588" y="1976"/>
                          <a:pt x="93406" y="2098"/>
                          <a:pt x="93224" y="2158"/>
                        </a:cubicBezTo>
                        <a:cubicBezTo>
                          <a:pt x="93163" y="2158"/>
                          <a:pt x="93163" y="2219"/>
                          <a:pt x="93132" y="2250"/>
                        </a:cubicBezTo>
                        <a:cubicBezTo>
                          <a:pt x="93072" y="2341"/>
                          <a:pt x="93072" y="2432"/>
                          <a:pt x="93132" y="2493"/>
                        </a:cubicBezTo>
                        <a:cubicBezTo>
                          <a:pt x="93224" y="2614"/>
                          <a:pt x="93345" y="2736"/>
                          <a:pt x="93436" y="2888"/>
                        </a:cubicBezTo>
                        <a:cubicBezTo>
                          <a:pt x="93467" y="2949"/>
                          <a:pt x="93467" y="3070"/>
                          <a:pt x="93436" y="3131"/>
                        </a:cubicBezTo>
                        <a:cubicBezTo>
                          <a:pt x="93406" y="3192"/>
                          <a:pt x="93376" y="3192"/>
                          <a:pt x="93315" y="3222"/>
                        </a:cubicBezTo>
                        <a:lnTo>
                          <a:pt x="93254" y="3222"/>
                        </a:lnTo>
                        <a:cubicBezTo>
                          <a:pt x="93132" y="2888"/>
                          <a:pt x="92768" y="2705"/>
                          <a:pt x="92616" y="2371"/>
                        </a:cubicBezTo>
                        <a:cubicBezTo>
                          <a:pt x="92403" y="2128"/>
                          <a:pt x="92069" y="1976"/>
                          <a:pt x="91765" y="2037"/>
                        </a:cubicBezTo>
                        <a:cubicBezTo>
                          <a:pt x="91643" y="2067"/>
                          <a:pt x="91491" y="2067"/>
                          <a:pt x="91369" y="2037"/>
                        </a:cubicBezTo>
                        <a:cubicBezTo>
                          <a:pt x="91187" y="1976"/>
                          <a:pt x="90974" y="1946"/>
                          <a:pt x="90762" y="1946"/>
                        </a:cubicBezTo>
                        <a:cubicBezTo>
                          <a:pt x="90518" y="1946"/>
                          <a:pt x="90275" y="1915"/>
                          <a:pt x="90032" y="1854"/>
                        </a:cubicBezTo>
                        <a:cubicBezTo>
                          <a:pt x="89819" y="1763"/>
                          <a:pt x="89576" y="1763"/>
                          <a:pt x="89363" y="1854"/>
                        </a:cubicBezTo>
                        <a:cubicBezTo>
                          <a:pt x="89211" y="1915"/>
                          <a:pt x="89059" y="1885"/>
                          <a:pt x="88938" y="1763"/>
                        </a:cubicBezTo>
                        <a:cubicBezTo>
                          <a:pt x="88816" y="1642"/>
                          <a:pt x="88664" y="1581"/>
                          <a:pt x="88512" y="1581"/>
                        </a:cubicBezTo>
                        <a:cubicBezTo>
                          <a:pt x="88026" y="1459"/>
                          <a:pt x="87509" y="1398"/>
                          <a:pt x="87023" y="1398"/>
                        </a:cubicBezTo>
                        <a:cubicBezTo>
                          <a:pt x="86962" y="1398"/>
                          <a:pt x="86871" y="1398"/>
                          <a:pt x="86810" y="1368"/>
                        </a:cubicBezTo>
                        <a:cubicBezTo>
                          <a:pt x="86506" y="1307"/>
                          <a:pt x="86172" y="1338"/>
                          <a:pt x="85898" y="1490"/>
                        </a:cubicBezTo>
                        <a:cubicBezTo>
                          <a:pt x="85685" y="1611"/>
                          <a:pt x="85473" y="1672"/>
                          <a:pt x="85260" y="1733"/>
                        </a:cubicBezTo>
                        <a:cubicBezTo>
                          <a:pt x="85017" y="1733"/>
                          <a:pt x="84774" y="1824"/>
                          <a:pt x="84500" y="1824"/>
                        </a:cubicBezTo>
                        <a:cubicBezTo>
                          <a:pt x="84409" y="1824"/>
                          <a:pt x="84287" y="1824"/>
                          <a:pt x="84166" y="1854"/>
                        </a:cubicBezTo>
                        <a:cubicBezTo>
                          <a:pt x="84105" y="1854"/>
                          <a:pt x="84105" y="1885"/>
                          <a:pt x="84105" y="1946"/>
                        </a:cubicBezTo>
                        <a:cubicBezTo>
                          <a:pt x="84135" y="2189"/>
                          <a:pt x="84348" y="2341"/>
                          <a:pt x="84287" y="2584"/>
                        </a:cubicBezTo>
                        <a:cubicBezTo>
                          <a:pt x="84287" y="2645"/>
                          <a:pt x="84378" y="2705"/>
                          <a:pt x="84439" y="2736"/>
                        </a:cubicBezTo>
                        <a:cubicBezTo>
                          <a:pt x="84622" y="2766"/>
                          <a:pt x="84774" y="2857"/>
                          <a:pt x="84895" y="2979"/>
                        </a:cubicBezTo>
                        <a:cubicBezTo>
                          <a:pt x="85047" y="3131"/>
                          <a:pt x="85169" y="3283"/>
                          <a:pt x="85290" y="3465"/>
                        </a:cubicBezTo>
                        <a:cubicBezTo>
                          <a:pt x="85351" y="3526"/>
                          <a:pt x="85351" y="3648"/>
                          <a:pt x="85290" y="3708"/>
                        </a:cubicBezTo>
                        <a:cubicBezTo>
                          <a:pt x="85230" y="3769"/>
                          <a:pt x="85138" y="3830"/>
                          <a:pt x="85078" y="3891"/>
                        </a:cubicBezTo>
                        <a:cubicBezTo>
                          <a:pt x="84956" y="3982"/>
                          <a:pt x="84834" y="3982"/>
                          <a:pt x="84774" y="3860"/>
                        </a:cubicBezTo>
                        <a:cubicBezTo>
                          <a:pt x="84652" y="3617"/>
                          <a:pt x="84409" y="3465"/>
                          <a:pt x="84135" y="3465"/>
                        </a:cubicBezTo>
                        <a:cubicBezTo>
                          <a:pt x="84075" y="3465"/>
                          <a:pt x="84044" y="3435"/>
                          <a:pt x="83983" y="3435"/>
                        </a:cubicBezTo>
                        <a:cubicBezTo>
                          <a:pt x="83923" y="3405"/>
                          <a:pt x="83862" y="3344"/>
                          <a:pt x="83831" y="3313"/>
                        </a:cubicBezTo>
                        <a:cubicBezTo>
                          <a:pt x="83771" y="3222"/>
                          <a:pt x="83740" y="3161"/>
                          <a:pt x="83679" y="3070"/>
                        </a:cubicBezTo>
                        <a:cubicBezTo>
                          <a:pt x="83679" y="3040"/>
                          <a:pt x="83679" y="2979"/>
                          <a:pt x="83710" y="2949"/>
                        </a:cubicBezTo>
                        <a:cubicBezTo>
                          <a:pt x="83831" y="2857"/>
                          <a:pt x="83862" y="2645"/>
                          <a:pt x="83740" y="2523"/>
                        </a:cubicBezTo>
                        <a:cubicBezTo>
                          <a:pt x="83649" y="2401"/>
                          <a:pt x="83467" y="2341"/>
                          <a:pt x="83315" y="2371"/>
                        </a:cubicBezTo>
                        <a:cubicBezTo>
                          <a:pt x="83193" y="2401"/>
                          <a:pt x="83132" y="2493"/>
                          <a:pt x="83102" y="2584"/>
                        </a:cubicBezTo>
                        <a:lnTo>
                          <a:pt x="83102" y="3131"/>
                        </a:lnTo>
                        <a:cubicBezTo>
                          <a:pt x="83071" y="3253"/>
                          <a:pt x="83011" y="3344"/>
                          <a:pt x="82889" y="3374"/>
                        </a:cubicBezTo>
                        <a:cubicBezTo>
                          <a:pt x="82646" y="3405"/>
                          <a:pt x="82433" y="3435"/>
                          <a:pt x="82220" y="3496"/>
                        </a:cubicBezTo>
                        <a:cubicBezTo>
                          <a:pt x="82068" y="3557"/>
                          <a:pt x="81886" y="3557"/>
                          <a:pt x="81734" y="3526"/>
                        </a:cubicBezTo>
                        <a:cubicBezTo>
                          <a:pt x="81704" y="3496"/>
                          <a:pt x="81643" y="3496"/>
                          <a:pt x="81612" y="3526"/>
                        </a:cubicBezTo>
                        <a:cubicBezTo>
                          <a:pt x="81339" y="3648"/>
                          <a:pt x="81096" y="3800"/>
                          <a:pt x="80853" y="3952"/>
                        </a:cubicBezTo>
                        <a:cubicBezTo>
                          <a:pt x="80518" y="4164"/>
                          <a:pt x="80093" y="4256"/>
                          <a:pt x="79698" y="4225"/>
                        </a:cubicBezTo>
                        <a:cubicBezTo>
                          <a:pt x="79606" y="4195"/>
                          <a:pt x="79515" y="4134"/>
                          <a:pt x="79485" y="4073"/>
                        </a:cubicBezTo>
                        <a:cubicBezTo>
                          <a:pt x="79485" y="4043"/>
                          <a:pt x="79454" y="4012"/>
                          <a:pt x="79454" y="3982"/>
                        </a:cubicBezTo>
                        <a:cubicBezTo>
                          <a:pt x="79394" y="3587"/>
                          <a:pt x="79120" y="3222"/>
                          <a:pt x="78755" y="3040"/>
                        </a:cubicBezTo>
                        <a:cubicBezTo>
                          <a:pt x="78725" y="3009"/>
                          <a:pt x="78694" y="2979"/>
                          <a:pt x="78664" y="2949"/>
                        </a:cubicBezTo>
                        <a:cubicBezTo>
                          <a:pt x="78269" y="2675"/>
                          <a:pt x="77843" y="2523"/>
                          <a:pt x="77387" y="2766"/>
                        </a:cubicBezTo>
                        <a:cubicBezTo>
                          <a:pt x="77296" y="2827"/>
                          <a:pt x="77235" y="2857"/>
                          <a:pt x="77144" y="2857"/>
                        </a:cubicBezTo>
                        <a:cubicBezTo>
                          <a:pt x="76780" y="3009"/>
                          <a:pt x="76415" y="3161"/>
                          <a:pt x="76111" y="3405"/>
                        </a:cubicBezTo>
                        <a:cubicBezTo>
                          <a:pt x="75959" y="3526"/>
                          <a:pt x="75776" y="3617"/>
                          <a:pt x="75594" y="3739"/>
                        </a:cubicBezTo>
                        <a:cubicBezTo>
                          <a:pt x="75473" y="3800"/>
                          <a:pt x="75321" y="3769"/>
                          <a:pt x="75260" y="3648"/>
                        </a:cubicBezTo>
                        <a:cubicBezTo>
                          <a:pt x="75199" y="3496"/>
                          <a:pt x="75077" y="3374"/>
                          <a:pt x="74925" y="3313"/>
                        </a:cubicBezTo>
                        <a:lnTo>
                          <a:pt x="74621" y="3161"/>
                        </a:lnTo>
                        <a:cubicBezTo>
                          <a:pt x="74500" y="3101"/>
                          <a:pt x="74378" y="3131"/>
                          <a:pt x="74318" y="3222"/>
                        </a:cubicBezTo>
                        <a:cubicBezTo>
                          <a:pt x="74196" y="3313"/>
                          <a:pt x="74196" y="3313"/>
                          <a:pt x="74105" y="3222"/>
                        </a:cubicBezTo>
                        <a:cubicBezTo>
                          <a:pt x="74044" y="3161"/>
                          <a:pt x="73953" y="3131"/>
                          <a:pt x="73862" y="3131"/>
                        </a:cubicBezTo>
                        <a:cubicBezTo>
                          <a:pt x="73801" y="3161"/>
                          <a:pt x="73710" y="3161"/>
                          <a:pt x="73649" y="3131"/>
                        </a:cubicBezTo>
                        <a:cubicBezTo>
                          <a:pt x="73558" y="3040"/>
                          <a:pt x="73436" y="2979"/>
                          <a:pt x="73284" y="2949"/>
                        </a:cubicBezTo>
                        <a:cubicBezTo>
                          <a:pt x="73254" y="2949"/>
                          <a:pt x="73254" y="2888"/>
                          <a:pt x="73284" y="2857"/>
                        </a:cubicBezTo>
                        <a:cubicBezTo>
                          <a:pt x="73406" y="2645"/>
                          <a:pt x="73406" y="2553"/>
                          <a:pt x="73284" y="2432"/>
                        </a:cubicBezTo>
                        <a:cubicBezTo>
                          <a:pt x="73254" y="2432"/>
                          <a:pt x="73254" y="2401"/>
                          <a:pt x="73223" y="2401"/>
                        </a:cubicBezTo>
                        <a:cubicBezTo>
                          <a:pt x="72980" y="2219"/>
                          <a:pt x="72676" y="2128"/>
                          <a:pt x="72403" y="2189"/>
                        </a:cubicBezTo>
                        <a:cubicBezTo>
                          <a:pt x="72251" y="2219"/>
                          <a:pt x="72129" y="2250"/>
                          <a:pt x="72007" y="2280"/>
                        </a:cubicBezTo>
                        <a:cubicBezTo>
                          <a:pt x="71916" y="2310"/>
                          <a:pt x="71855" y="2341"/>
                          <a:pt x="71764" y="2432"/>
                        </a:cubicBezTo>
                        <a:cubicBezTo>
                          <a:pt x="71673" y="2584"/>
                          <a:pt x="71430" y="2645"/>
                          <a:pt x="71248" y="2553"/>
                        </a:cubicBezTo>
                        <a:cubicBezTo>
                          <a:pt x="71004" y="2523"/>
                          <a:pt x="70731" y="2493"/>
                          <a:pt x="70488" y="2523"/>
                        </a:cubicBezTo>
                        <a:cubicBezTo>
                          <a:pt x="70184" y="2523"/>
                          <a:pt x="69910" y="2553"/>
                          <a:pt x="69606" y="2584"/>
                        </a:cubicBezTo>
                        <a:cubicBezTo>
                          <a:pt x="69302" y="2645"/>
                          <a:pt x="68998" y="2645"/>
                          <a:pt x="68725" y="2553"/>
                        </a:cubicBezTo>
                        <a:cubicBezTo>
                          <a:pt x="68664" y="2553"/>
                          <a:pt x="68603" y="2584"/>
                          <a:pt x="68542" y="2614"/>
                        </a:cubicBezTo>
                        <a:cubicBezTo>
                          <a:pt x="68512" y="2645"/>
                          <a:pt x="68482" y="2705"/>
                          <a:pt x="68482" y="2736"/>
                        </a:cubicBezTo>
                        <a:cubicBezTo>
                          <a:pt x="68482" y="2736"/>
                          <a:pt x="68512" y="2797"/>
                          <a:pt x="68512" y="2797"/>
                        </a:cubicBezTo>
                        <a:cubicBezTo>
                          <a:pt x="68634" y="2827"/>
                          <a:pt x="68725" y="2857"/>
                          <a:pt x="68846" y="2918"/>
                        </a:cubicBezTo>
                        <a:cubicBezTo>
                          <a:pt x="68877" y="2949"/>
                          <a:pt x="68907" y="2979"/>
                          <a:pt x="68937" y="3009"/>
                        </a:cubicBezTo>
                        <a:cubicBezTo>
                          <a:pt x="68937" y="3040"/>
                          <a:pt x="68877" y="3131"/>
                          <a:pt x="68816" y="3161"/>
                        </a:cubicBezTo>
                        <a:cubicBezTo>
                          <a:pt x="68755" y="3192"/>
                          <a:pt x="68694" y="3222"/>
                          <a:pt x="68634" y="3253"/>
                        </a:cubicBezTo>
                        <a:cubicBezTo>
                          <a:pt x="68512" y="3313"/>
                          <a:pt x="68451" y="3435"/>
                          <a:pt x="68451" y="3587"/>
                        </a:cubicBezTo>
                        <a:cubicBezTo>
                          <a:pt x="68451" y="3708"/>
                          <a:pt x="68542" y="3800"/>
                          <a:pt x="68664" y="3830"/>
                        </a:cubicBezTo>
                        <a:lnTo>
                          <a:pt x="68937" y="3830"/>
                        </a:lnTo>
                        <a:cubicBezTo>
                          <a:pt x="68937" y="3800"/>
                          <a:pt x="68937" y="3800"/>
                          <a:pt x="68937" y="3800"/>
                        </a:cubicBezTo>
                        <a:lnTo>
                          <a:pt x="68937" y="3769"/>
                        </a:lnTo>
                        <a:lnTo>
                          <a:pt x="68937" y="3830"/>
                        </a:lnTo>
                        <a:lnTo>
                          <a:pt x="68937" y="3830"/>
                        </a:lnTo>
                        <a:cubicBezTo>
                          <a:pt x="68907" y="3921"/>
                          <a:pt x="68907" y="4043"/>
                          <a:pt x="68968" y="4134"/>
                        </a:cubicBezTo>
                        <a:cubicBezTo>
                          <a:pt x="69089" y="4286"/>
                          <a:pt x="69211" y="4408"/>
                          <a:pt x="69363" y="4529"/>
                        </a:cubicBezTo>
                        <a:cubicBezTo>
                          <a:pt x="69424" y="4560"/>
                          <a:pt x="69424" y="4620"/>
                          <a:pt x="69363" y="4712"/>
                        </a:cubicBezTo>
                        <a:cubicBezTo>
                          <a:pt x="69302" y="4772"/>
                          <a:pt x="69241" y="4803"/>
                          <a:pt x="69181" y="4772"/>
                        </a:cubicBezTo>
                        <a:cubicBezTo>
                          <a:pt x="69059" y="4651"/>
                          <a:pt x="68877" y="4651"/>
                          <a:pt x="68755" y="4742"/>
                        </a:cubicBezTo>
                        <a:cubicBezTo>
                          <a:pt x="68664" y="4803"/>
                          <a:pt x="68542" y="4864"/>
                          <a:pt x="68451" y="4924"/>
                        </a:cubicBezTo>
                        <a:cubicBezTo>
                          <a:pt x="68360" y="5016"/>
                          <a:pt x="68208" y="5046"/>
                          <a:pt x="68086" y="5016"/>
                        </a:cubicBezTo>
                        <a:cubicBezTo>
                          <a:pt x="67965" y="4985"/>
                          <a:pt x="67843" y="4985"/>
                          <a:pt x="67752" y="5016"/>
                        </a:cubicBezTo>
                        <a:cubicBezTo>
                          <a:pt x="67570" y="5016"/>
                          <a:pt x="67418" y="5107"/>
                          <a:pt x="67357" y="5289"/>
                        </a:cubicBezTo>
                        <a:cubicBezTo>
                          <a:pt x="67326" y="5441"/>
                          <a:pt x="67175" y="5532"/>
                          <a:pt x="67023" y="5532"/>
                        </a:cubicBezTo>
                        <a:cubicBezTo>
                          <a:pt x="66719" y="5593"/>
                          <a:pt x="66384" y="5471"/>
                          <a:pt x="66141" y="5259"/>
                        </a:cubicBezTo>
                        <a:cubicBezTo>
                          <a:pt x="66141" y="5228"/>
                          <a:pt x="66111" y="5228"/>
                          <a:pt x="66111" y="5228"/>
                        </a:cubicBezTo>
                        <a:cubicBezTo>
                          <a:pt x="66080" y="5228"/>
                          <a:pt x="66050" y="5228"/>
                          <a:pt x="66050" y="5228"/>
                        </a:cubicBezTo>
                        <a:cubicBezTo>
                          <a:pt x="66019" y="5228"/>
                          <a:pt x="66019" y="5259"/>
                          <a:pt x="65989" y="5289"/>
                        </a:cubicBezTo>
                        <a:cubicBezTo>
                          <a:pt x="65989" y="5471"/>
                          <a:pt x="66050" y="5684"/>
                          <a:pt x="66141" y="5867"/>
                        </a:cubicBezTo>
                        <a:cubicBezTo>
                          <a:pt x="66263" y="6110"/>
                          <a:pt x="66323" y="6353"/>
                          <a:pt x="66384" y="6626"/>
                        </a:cubicBezTo>
                        <a:cubicBezTo>
                          <a:pt x="66384" y="6718"/>
                          <a:pt x="66354" y="6748"/>
                          <a:pt x="66263" y="6748"/>
                        </a:cubicBezTo>
                        <a:cubicBezTo>
                          <a:pt x="66141" y="6718"/>
                          <a:pt x="65989" y="6687"/>
                          <a:pt x="65867" y="6657"/>
                        </a:cubicBezTo>
                        <a:cubicBezTo>
                          <a:pt x="65503" y="6474"/>
                          <a:pt x="65168" y="6262"/>
                          <a:pt x="64895" y="5988"/>
                        </a:cubicBezTo>
                        <a:lnTo>
                          <a:pt x="64895" y="5897"/>
                        </a:lnTo>
                        <a:cubicBezTo>
                          <a:pt x="64834" y="5745"/>
                          <a:pt x="64834" y="5745"/>
                          <a:pt x="64682" y="5836"/>
                        </a:cubicBezTo>
                        <a:cubicBezTo>
                          <a:pt x="64530" y="5927"/>
                          <a:pt x="64469" y="5897"/>
                          <a:pt x="64378" y="5836"/>
                        </a:cubicBezTo>
                        <a:cubicBezTo>
                          <a:pt x="64348" y="5775"/>
                          <a:pt x="64317" y="5715"/>
                          <a:pt x="64287" y="5654"/>
                        </a:cubicBezTo>
                        <a:lnTo>
                          <a:pt x="64287" y="5654"/>
                        </a:lnTo>
                        <a:lnTo>
                          <a:pt x="64287" y="5654"/>
                        </a:lnTo>
                        <a:cubicBezTo>
                          <a:pt x="64226" y="5654"/>
                          <a:pt x="64196" y="5654"/>
                          <a:pt x="64165" y="5593"/>
                        </a:cubicBezTo>
                        <a:cubicBezTo>
                          <a:pt x="64135" y="5563"/>
                          <a:pt x="64196" y="5563"/>
                          <a:pt x="64196" y="5593"/>
                        </a:cubicBezTo>
                        <a:cubicBezTo>
                          <a:pt x="64226" y="5623"/>
                          <a:pt x="64257" y="5654"/>
                          <a:pt x="64287" y="5684"/>
                        </a:cubicBezTo>
                        <a:lnTo>
                          <a:pt x="64317" y="5684"/>
                        </a:lnTo>
                        <a:lnTo>
                          <a:pt x="64317" y="5684"/>
                        </a:lnTo>
                        <a:cubicBezTo>
                          <a:pt x="64378" y="5623"/>
                          <a:pt x="64439" y="5563"/>
                          <a:pt x="64500" y="5502"/>
                        </a:cubicBezTo>
                        <a:cubicBezTo>
                          <a:pt x="64530" y="5471"/>
                          <a:pt x="64530" y="5441"/>
                          <a:pt x="64530" y="5380"/>
                        </a:cubicBezTo>
                        <a:cubicBezTo>
                          <a:pt x="64500" y="5228"/>
                          <a:pt x="64439" y="5076"/>
                          <a:pt x="64317" y="4985"/>
                        </a:cubicBezTo>
                        <a:cubicBezTo>
                          <a:pt x="64226" y="4894"/>
                          <a:pt x="64105" y="4864"/>
                          <a:pt x="63983" y="4864"/>
                        </a:cubicBezTo>
                        <a:cubicBezTo>
                          <a:pt x="63892" y="4864"/>
                          <a:pt x="63861" y="4833"/>
                          <a:pt x="63892" y="4742"/>
                        </a:cubicBezTo>
                        <a:cubicBezTo>
                          <a:pt x="63922" y="4651"/>
                          <a:pt x="63953" y="4590"/>
                          <a:pt x="63892" y="4499"/>
                        </a:cubicBezTo>
                        <a:cubicBezTo>
                          <a:pt x="63740" y="4316"/>
                          <a:pt x="63557" y="4134"/>
                          <a:pt x="63375" y="3982"/>
                        </a:cubicBezTo>
                        <a:cubicBezTo>
                          <a:pt x="63071" y="3800"/>
                          <a:pt x="62767" y="3708"/>
                          <a:pt x="62402" y="3678"/>
                        </a:cubicBezTo>
                        <a:cubicBezTo>
                          <a:pt x="62372" y="3678"/>
                          <a:pt x="62342" y="3678"/>
                          <a:pt x="62281" y="3708"/>
                        </a:cubicBezTo>
                        <a:cubicBezTo>
                          <a:pt x="62190" y="3769"/>
                          <a:pt x="62098" y="3800"/>
                          <a:pt x="61977" y="3769"/>
                        </a:cubicBezTo>
                        <a:cubicBezTo>
                          <a:pt x="61703" y="3678"/>
                          <a:pt x="61399" y="3648"/>
                          <a:pt x="61126" y="3708"/>
                        </a:cubicBezTo>
                        <a:cubicBezTo>
                          <a:pt x="61035" y="3739"/>
                          <a:pt x="60943" y="3769"/>
                          <a:pt x="60883" y="3830"/>
                        </a:cubicBezTo>
                        <a:cubicBezTo>
                          <a:pt x="60761" y="3891"/>
                          <a:pt x="60700" y="4073"/>
                          <a:pt x="60791" y="4195"/>
                        </a:cubicBezTo>
                        <a:cubicBezTo>
                          <a:pt x="60852" y="4347"/>
                          <a:pt x="60974" y="4499"/>
                          <a:pt x="61065" y="4651"/>
                        </a:cubicBezTo>
                        <a:cubicBezTo>
                          <a:pt x="61095" y="4712"/>
                          <a:pt x="61065" y="4803"/>
                          <a:pt x="61004" y="4833"/>
                        </a:cubicBezTo>
                        <a:cubicBezTo>
                          <a:pt x="60731" y="4955"/>
                          <a:pt x="60487" y="5046"/>
                          <a:pt x="60214" y="5167"/>
                        </a:cubicBezTo>
                        <a:cubicBezTo>
                          <a:pt x="60032" y="5228"/>
                          <a:pt x="59819" y="5167"/>
                          <a:pt x="59697" y="5046"/>
                        </a:cubicBezTo>
                        <a:cubicBezTo>
                          <a:pt x="59606" y="4955"/>
                          <a:pt x="59576" y="4955"/>
                          <a:pt x="59454" y="5046"/>
                        </a:cubicBezTo>
                        <a:cubicBezTo>
                          <a:pt x="59150" y="5259"/>
                          <a:pt x="58876" y="5167"/>
                          <a:pt x="58816" y="4833"/>
                        </a:cubicBezTo>
                        <a:lnTo>
                          <a:pt x="58816" y="4681"/>
                        </a:lnTo>
                        <a:cubicBezTo>
                          <a:pt x="58785" y="4590"/>
                          <a:pt x="58664" y="4499"/>
                          <a:pt x="58573" y="4529"/>
                        </a:cubicBezTo>
                        <a:cubicBezTo>
                          <a:pt x="58208" y="4590"/>
                          <a:pt x="57843" y="4681"/>
                          <a:pt x="57509" y="4742"/>
                        </a:cubicBezTo>
                        <a:cubicBezTo>
                          <a:pt x="57357" y="4772"/>
                          <a:pt x="57235" y="4803"/>
                          <a:pt x="57114" y="4864"/>
                        </a:cubicBezTo>
                        <a:cubicBezTo>
                          <a:pt x="56992" y="4924"/>
                          <a:pt x="56840" y="5016"/>
                          <a:pt x="56718" y="5107"/>
                        </a:cubicBezTo>
                        <a:lnTo>
                          <a:pt x="56293" y="4894"/>
                        </a:lnTo>
                        <a:cubicBezTo>
                          <a:pt x="56262" y="4894"/>
                          <a:pt x="56262" y="4894"/>
                          <a:pt x="56232" y="4894"/>
                        </a:cubicBezTo>
                        <a:cubicBezTo>
                          <a:pt x="56232" y="4955"/>
                          <a:pt x="56232" y="4985"/>
                          <a:pt x="56202" y="5016"/>
                        </a:cubicBezTo>
                        <a:cubicBezTo>
                          <a:pt x="56141" y="5259"/>
                          <a:pt x="55837" y="5350"/>
                          <a:pt x="55685" y="5167"/>
                        </a:cubicBezTo>
                        <a:cubicBezTo>
                          <a:pt x="55624" y="5107"/>
                          <a:pt x="55563" y="5046"/>
                          <a:pt x="55533" y="4955"/>
                        </a:cubicBezTo>
                        <a:cubicBezTo>
                          <a:pt x="55503" y="4894"/>
                          <a:pt x="55442" y="4833"/>
                          <a:pt x="55381" y="4894"/>
                        </a:cubicBezTo>
                        <a:cubicBezTo>
                          <a:pt x="55259" y="4924"/>
                          <a:pt x="55168" y="4955"/>
                          <a:pt x="55047" y="4924"/>
                        </a:cubicBezTo>
                        <a:cubicBezTo>
                          <a:pt x="54925" y="4924"/>
                          <a:pt x="54834" y="4985"/>
                          <a:pt x="54803" y="5107"/>
                        </a:cubicBezTo>
                        <a:cubicBezTo>
                          <a:pt x="54773" y="5167"/>
                          <a:pt x="54773" y="5259"/>
                          <a:pt x="54773" y="5319"/>
                        </a:cubicBezTo>
                        <a:cubicBezTo>
                          <a:pt x="54743" y="5411"/>
                          <a:pt x="54803" y="5502"/>
                          <a:pt x="54895" y="5532"/>
                        </a:cubicBezTo>
                        <a:cubicBezTo>
                          <a:pt x="54955" y="5563"/>
                          <a:pt x="55047" y="5563"/>
                          <a:pt x="55138" y="5593"/>
                        </a:cubicBezTo>
                        <a:lnTo>
                          <a:pt x="55138" y="5593"/>
                        </a:lnTo>
                        <a:lnTo>
                          <a:pt x="55138" y="5593"/>
                        </a:lnTo>
                        <a:cubicBezTo>
                          <a:pt x="55138" y="5563"/>
                          <a:pt x="55138" y="5532"/>
                          <a:pt x="55138" y="5502"/>
                        </a:cubicBezTo>
                        <a:cubicBezTo>
                          <a:pt x="55138" y="5471"/>
                          <a:pt x="55199" y="5441"/>
                          <a:pt x="55229" y="5441"/>
                        </a:cubicBezTo>
                        <a:cubicBezTo>
                          <a:pt x="55229" y="5441"/>
                          <a:pt x="55229" y="5471"/>
                          <a:pt x="55229" y="5471"/>
                        </a:cubicBezTo>
                        <a:cubicBezTo>
                          <a:pt x="55229" y="5502"/>
                          <a:pt x="55229" y="5532"/>
                          <a:pt x="55199" y="5532"/>
                        </a:cubicBezTo>
                        <a:cubicBezTo>
                          <a:pt x="55168" y="5563"/>
                          <a:pt x="55138" y="5563"/>
                          <a:pt x="55107" y="5593"/>
                        </a:cubicBezTo>
                        <a:lnTo>
                          <a:pt x="55107" y="5623"/>
                        </a:lnTo>
                        <a:lnTo>
                          <a:pt x="55107" y="5623"/>
                        </a:lnTo>
                        <a:cubicBezTo>
                          <a:pt x="55107" y="5684"/>
                          <a:pt x="55077" y="5745"/>
                          <a:pt x="55047" y="5806"/>
                        </a:cubicBezTo>
                        <a:cubicBezTo>
                          <a:pt x="54925" y="5897"/>
                          <a:pt x="54834" y="6019"/>
                          <a:pt x="54743" y="6171"/>
                        </a:cubicBezTo>
                        <a:cubicBezTo>
                          <a:pt x="54621" y="6414"/>
                          <a:pt x="54348" y="6566"/>
                          <a:pt x="54074" y="6566"/>
                        </a:cubicBezTo>
                        <a:cubicBezTo>
                          <a:pt x="53983" y="6566"/>
                          <a:pt x="53922" y="6535"/>
                          <a:pt x="53983" y="6444"/>
                        </a:cubicBezTo>
                        <a:cubicBezTo>
                          <a:pt x="54044" y="6323"/>
                          <a:pt x="54074" y="6201"/>
                          <a:pt x="54074" y="6049"/>
                        </a:cubicBezTo>
                        <a:cubicBezTo>
                          <a:pt x="54074" y="5897"/>
                          <a:pt x="54287" y="5897"/>
                          <a:pt x="54348" y="5775"/>
                        </a:cubicBezTo>
                        <a:cubicBezTo>
                          <a:pt x="54348" y="5715"/>
                          <a:pt x="54408" y="5623"/>
                          <a:pt x="54408" y="5563"/>
                        </a:cubicBezTo>
                        <a:cubicBezTo>
                          <a:pt x="54348" y="5380"/>
                          <a:pt x="54378" y="5167"/>
                          <a:pt x="54500" y="4985"/>
                        </a:cubicBezTo>
                        <a:cubicBezTo>
                          <a:pt x="54560" y="4894"/>
                          <a:pt x="54560" y="4803"/>
                          <a:pt x="54560" y="4712"/>
                        </a:cubicBezTo>
                        <a:cubicBezTo>
                          <a:pt x="54530" y="4620"/>
                          <a:pt x="54530" y="4529"/>
                          <a:pt x="54591" y="4468"/>
                        </a:cubicBezTo>
                        <a:cubicBezTo>
                          <a:pt x="54682" y="4256"/>
                          <a:pt x="54773" y="4043"/>
                          <a:pt x="54834" y="3830"/>
                        </a:cubicBezTo>
                        <a:cubicBezTo>
                          <a:pt x="54895" y="3617"/>
                          <a:pt x="54925" y="3374"/>
                          <a:pt x="54986" y="3161"/>
                        </a:cubicBezTo>
                        <a:cubicBezTo>
                          <a:pt x="55077" y="2979"/>
                          <a:pt x="55047" y="2766"/>
                          <a:pt x="54955" y="2584"/>
                        </a:cubicBezTo>
                        <a:cubicBezTo>
                          <a:pt x="54864" y="2371"/>
                          <a:pt x="54773" y="2189"/>
                          <a:pt x="54682" y="1946"/>
                        </a:cubicBezTo>
                        <a:cubicBezTo>
                          <a:pt x="54682" y="1915"/>
                          <a:pt x="54651" y="1885"/>
                          <a:pt x="54621" y="1854"/>
                        </a:cubicBezTo>
                        <a:cubicBezTo>
                          <a:pt x="54378" y="1733"/>
                          <a:pt x="54256" y="1520"/>
                          <a:pt x="54104" y="1338"/>
                        </a:cubicBezTo>
                        <a:cubicBezTo>
                          <a:pt x="54044" y="1277"/>
                          <a:pt x="53952" y="1277"/>
                          <a:pt x="53922" y="1338"/>
                        </a:cubicBezTo>
                        <a:cubicBezTo>
                          <a:pt x="53892" y="1368"/>
                          <a:pt x="53892" y="1550"/>
                          <a:pt x="53770" y="1398"/>
                        </a:cubicBezTo>
                        <a:cubicBezTo>
                          <a:pt x="53648" y="1246"/>
                          <a:pt x="53466" y="1094"/>
                          <a:pt x="53284" y="1003"/>
                        </a:cubicBezTo>
                        <a:cubicBezTo>
                          <a:pt x="53132" y="942"/>
                          <a:pt x="52949" y="851"/>
                          <a:pt x="52797" y="760"/>
                        </a:cubicBezTo>
                        <a:cubicBezTo>
                          <a:pt x="52676" y="669"/>
                          <a:pt x="52493" y="639"/>
                          <a:pt x="52372" y="730"/>
                        </a:cubicBezTo>
                        <a:cubicBezTo>
                          <a:pt x="52098" y="912"/>
                          <a:pt x="51794" y="1034"/>
                          <a:pt x="51490" y="1125"/>
                        </a:cubicBezTo>
                        <a:cubicBezTo>
                          <a:pt x="51430" y="1155"/>
                          <a:pt x="51399" y="1216"/>
                          <a:pt x="51430" y="1277"/>
                        </a:cubicBezTo>
                        <a:cubicBezTo>
                          <a:pt x="51460" y="1338"/>
                          <a:pt x="51490" y="1398"/>
                          <a:pt x="51521" y="1459"/>
                        </a:cubicBezTo>
                        <a:cubicBezTo>
                          <a:pt x="51551" y="1581"/>
                          <a:pt x="51521" y="1702"/>
                          <a:pt x="51399" y="1763"/>
                        </a:cubicBezTo>
                        <a:cubicBezTo>
                          <a:pt x="51278" y="1854"/>
                          <a:pt x="51095" y="1763"/>
                          <a:pt x="51095" y="1611"/>
                        </a:cubicBezTo>
                        <a:lnTo>
                          <a:pt x="51095" y="1277"/>
                        </a:lnTo>
                        <a:cubicBezTo>
                          <a:pt x="51095" y="1155"/>
                          <a:pt x="51065" y="1064"/>
                          <a:pt x="51065" y="942"/>
                        </a:cubicBezTo>
                        <a:cubicBezTo>
                          <a:pt x="51004" y="821"/>
                          <a:pt x="50913" y="760"/>
                          <a:pt x="50791" y="760"/>
                        </a:cubicBezTo>
                        <a:lnTo>
                          <a:pt x="50518" y="851"/>
                        </a:lnTo>
                        <a:cubicBezTo>
                          <a:pt x="50396" y="882"/>
                          <a:pt x="50275" y="851"/>
                          <a:pt x="50153" y="791"/>
                        </a:cubicBezTo>
                        <a:cubicBezTo>
                          <a:pt x="50062" y="730"/>
                          <a:pt x="50001" y="669"/>
                          <a:pt x="50031" y="578"/>
                        </a:cubicBezTo>
                        <a:cubicBezTo>
                          <a:pt x="50062" y="365"/>
                          <a:pt x="49940" y="243"/>
                          <a:pt x="49788" y="122"/>
                        </a:cubicBezTo>
                        <a:cubicBezTo>
                          <a:pt x="49515" y="152"/>
                          <a:pt x="49302" y="0"/>
                          <a:pt x="49059" y="0"/>
                        </a:cubicBezTo>
                        <a:cubicBezTo>
                          <a:pt x="48998" y="0"/>
                          <a:pt x="48937" y="31"/>
                          <a:pt x="48876" y="91"/>
                        </a:cubicBezTo>
                        <a:cubicBezTo>
                          <a:pt x="48846" y="91"/>
                          <a:pt x="48816" y="152"/>
                          <a:pt x="48785" y="183"/>
                        </a:cubicBezTo>
                        <a:cubicBezTo>
                          <a:pt x="48603" y="547"/>
                          <a:pt x="48512" y="973"/>
                          <a:pt x="48542" y="1368"/>
                        </a:cubicBezTo>
                        <a:cubicBezTo>
                          <a:pt x="48572" y="1611"/>
                          <a:pt x="48542" y="1915"/>
                          <a:pt x="48846" y="2098"/>
                        </a:cubicBezTo>
                        <a:cubicBezTo>
                          <a:pt x="48998" y="2158"/>
                          <a:pt x="48937" y="2341"/>
                          <a:pt x="48998" y="2462"/>
                        </a:cubicBezTo>
                        <a:cubicBezTo>
                          <a:pt x="49028" y="2584"/>
                          <a:pt x="49028" y="2645"/>
                          <a:pt x="48907" y="2645"/>
                        </a:cubicBezTo>
                        <a:cubicBezTo>
                          <a:pt x="48755" y="2645"/>
                          <a:pt x="48603" y="2675"/>
                          <a:pt x="48451" y="2736"/>
                        </a:cubicBezTo>
                        <a:cubicBezTo>
                          <a:pt x="48390" y="2766"/>
                          <a:pt x="48360" y="2827"/>
                          <a:pt x="48360" y="2918"/>
                        </a:cubicBezTo>
                        <a:cubicBezTo>
                          <a:pt x="48360" y="2979"/>
                          <a:pt x="48420" y="3040"/>
                          <a:pt x="48390" y="3101"/>
                        </a:cubicBezTo>
                        <a:cubicBezTo>
                          <a:pt x="48329" y="3253"/>
                          <a:pt x="48238" y="3374"/>
                          <a:pt x="48147" y="3496"/>
                        </a:cubicBezTo>
                        <a:cubicBezTo>
                          <a:pt x="48116" y="3557"/>
                          <a:pt x="48086" y="3587"/>
                          <a:pt x="48025" y="3587"/>
                        </a:cubicBezTo>
                        <a:cubicBezTo>
                          <a:pt x="47904" y="3648"/>
                          <a:pt x="47752" y="3708"/>
                          <a:pt x="47600" y="3739"/>
                        </a:cubicBezTo>
                        <a:cubicBezTo>
                          <a:pt x="47569" y="3739"/>
                          <a:pt x="47539" y="3708"/>
                          <a:pt x="47569" y="3648"/>
                        </a:cubicBezTo>
                        <a:cubicBezTo>
                          <a:pt x="47569" y="3587"/>
                          <a:pt x="47600" y="3496"/>
                          <a:pt x="47630" y="3405"/>
                        </a:cubicBezTo>
                        <a:cubicBezTo>
                          <a:pt x="47721" y="3253"/>
                          <a:pt x="47508" y="3101"/>
                          <a:pt x="47387" y="3222"/>
                        </a:cubicBezTo>
                        <a:cubicBezTo>
                          <a:pt x="47265" y="3222"/>
                          <a:pt x="47113" y="3283"/>
                          <a:pt x="47083" y="3435"/>
                        </a:cubicBezTo>
                        <a:cubicBezTo>
                          <a:pt x="47053" y="3587"/>
                          <a:pt x="47022" y="3587"/>
                          <a:pt x="46931" y="3587"/>
                        </a:cubicBezTo>
                        <a:cubicBezTo>
                          <a:pt x="46809" y="3617"/>
                          <a:pt x="46749" y="3648"/>
                          <a:pt x="46657" y="3648"/>
                        </a:cubicBezTo>
                        <a:cubicBezTo>
                          <a:pt x="46505" y="3648"/>
                          <a:pt x="46384" y="3739"/>
                          <a:pt x="46323" y="3830"/>
                        </a:cubicBezTo>
                        <a:cubicBezTo>
                          <a:pt x="46201" y="3952"/>
                          <a:pt x="46171" y="4043"/>
                          <a:pt x="46323" y="4195"/>
                        </a:cubicBezTo>
                        <a:cubicBezTo>
                          <a:pt x="46353" y="4256"/>
                          <a:pt x="46353" y="4347"/>
                          <a:pt x="46323" y="4377"/>
                        </a:cubicBezTo>
                        <a:cubicBezTo>
                          <a:pt x="46141" y="4468"/>
                          <a:pt x="45958" y="4590"/>
                          <a:pt x="45776" y="4681"/>
                        </a:cubicBezTo>
                        <a:cubicBezTo>
                          <a:pt x="45624" y="4742"/>
                          <a:pt x="45472" y="4833"/>
                          <a:pt x="45350" y="4985"/>
                        </a:cubicBezTo>
                        <a:cubicBezTo>
                          <a:pt x="45259" y="5107"/>
                          <a:pt x="45077" y="5198"/>
                          <a:pt x="45016" y="5411"/>
                        </a:cubicBezTo>
                        <a:cubicBezTo>
                          <a:pt x="44986" y="5532"/>
                          <a:pt x="44894" y="5654"/>
                          <a:pt x="44742" y="5684"/>
                        </a:cubicBezTo>
                        <a:cubicBezTo>
                          <a:pt x="44560" y="5745"/>
                          <a:pt x="44621" y="5958"/>
                          <a:pt x="44469" y="6049"/>
                        </a:cubicBezTo>
                        <a:cubicBezTo>
                          <a:pt x="44408" y="6110"/>
                          <a:pt x="44347" y="6171"/>
                          <a:pt x="44317" y="6262"/>
                        </a:cubicBezTo>
                        <a:cubicBezTo>
                          <a:pt x="44256" y="6414"/>
                          <a:pt x="44256" y="6566"/>
                          <a:pt x="44317" y="6718"/>
                        </a:cubicBezTo>
                        <a:cubicBezTo>
                          <a:pt x="44347" y="6809"/>
                          <a:pt x="44378" y="6870"/>
                          <a:pt x="44469" y="6930"/>
                        </a:cubicBezTo>
                        <a:cubicBezTo>
                          <a:pt x="44621" y="7052"/>
                          <a:pt x="44773" y="7174"/>
                          <a:pt x="44986" y="7265"/>
                        </a:cubicBezTo>
                        <a:cubicBezTo>
                          <a:pt x="45198" y="7295"/>
                          <a:pt x="45381" y="7417"/>
                          <a:pt x="45563" y="7599"/>
                        </a:cubicBezTo>
                        <a:cubicBezTo>
                          <a:pt x="45563" y="7630"/>
                          <a:pt x="45594" y="7690"/>
                          <a:pt x="45594" y="7721"/>
                        </a:cubicBezTo>
                        <a:cubicBezTo>
                          <a:pt x="45563" y="7751"/>
                          <a:pt x="45533" y="7812"/>
                          <a:pt x="45502" y="7842"/>
                        </a:cubicBezTo>
                        <a:cubicBezTo>
                          <a:pt x="45411" y="7873"/>
                          <a:pt x="45411" y="7812"/>
                          <a:pt x="45381" y="7751"/>
                        </a:cubicBezTo>
                        <a:cubicBezTo>
                          <a:pt x="45350" y="7690"/>
                          <a:pt x="45320" y="7599"/>
                          <a:pt x="45229" y="7630"/>
                        </a:cubicBezTo>
                        <a:cubicBezTo>
                          <a:pt x="45138" y="7630"/>
                          <a:pt x="45046" y="7630"/>
                          <a:pt x="44986" y="7690"/>
                        </a:cubicBezTo>
                        <a:cubicBezTo>
                          <a:pt x="44742" y="7842"/>
                          <a:pt x="44499" y="7964"/>
                          <a:pt x="44256" y="8055"/>
                        </a:cubicBezTo>
                        <a:cubicBezTo>
                          <a:pt x="44013" y="8177"/>
                          <a:pt x="43739" y="8268"/>
                          <a:pt x="43496" y="8329"/>
                        </a:cubicBezTo>
                        <a:cubicBezTo>
                          <a:pt x="43405" y="8359"/>
                          <a:pt x="43314" y="8389"/>
                          <a:pt x="43223" y="8420"/>
                        </a:cubicBezTo>
                        <a:cubicBezTo>
                          <a:pt x="42980" y="8481"/>
                          <a:pt x="42888" y="8754"/>
                          <a:pt x="43040" y="8967"/>
                        </a:cubicBezTo>
                        <a:cubicBezTo>
                          <a:pt x="43101" y="9058"/>
                          <a:pt x="43162" y="9149"/>
                          <a:pt x="43223" y="9240"/>
                        </a:cubicBezTo>
                        <a:cubicBezTo>
                          <a:pt x="43344" y="9362"/>
                          <a:pt x="43405" y="9514"/>
                          <a:pt x="43435" y="9666"/>
                        </a:cubicBezTo>
                        <a:cubicBezTo>
                          <a:pt x="43466" y="9757"/>
                          <a:pt x="43496" y="9848"/>
                          <a:pt x="43557" y="9909"/>
                        </a:cubicBezTo>
                        <a:cubicBezTo>
                          <a:pt x="43587" y="9970"/>
                          <a:pt x="43648" y="10031"/>
                          <a:pt x="43739" y="10092"/>
                        </a:cubicBezTo>
                        <a:cubicBezTo>
                          <a:pt x="43922" y="10152"/>
                          <a:pt x="44104" y="10152"/>
                          <a:pt x="44287" y="10152"/>
                        </a:cubicBezTo>
                        <a:cubicBezTo>
                          <a:pt x="44408" y="10304"/>
                          <a:pt x="44560" y="10426"/>
                          <a:pt x="44712" y="10578"/>
                        </a:cubicBezTo>
                        <a:cubicBezTo>
                          <a:pt x="44742" y="10578"/>
                          <a:pt x="44803" y="10608"/>
                          <a:pt x="44834" y="10608"/>
                        </a:cubicBezTo>
                        <a:cubicBezTo>
                          <a:pt x="44955" y="10669"/>
                          <a:pt x="45046" y="10699"/>
                          <a:pt x="45138" y="10760"/>
                        </a:cubicBezTo>
                        <a:cubicBezTo>
                          <a:pt x="45229" y="10791"/>
                          <a:pt x="45290" y="10851"/>
                          <a:pt x="45320" y="10943"/>
                        </a:cubicBezTo>
                        <a:cubicBezTo>
                          <a:pt x="45350" y="11247"/>
                          <a:pt x="45472" y="11520"/>
                          <a:pt x="45624" y="11763"/>
                        </a:cubicBezTo>
                        <a:cubicBezTo>
                          <a:pt x="45685" y="11824"/>
                          <a:pt x="45624" y="11885"/>
                          <a:pt x="45563" y="11946"/>
                        </a:cubicBezTo>
                        <a:lnTo>
                          <a:pt x="45320" y="12067"/>
                        </a:lnTo>
                        <a:lnTo>
                          <a:pt x="45320" y="12098"/>
                        </a:lnTo>
                        <a:cubicBezTo>
                          <a:pt x="45320" y="12098"/>
                          <a:pt x="45320" y="12128"/>
                          <a:pt x="45290" y="12128"/>
                        </a:cubicBezTo>
                        <a:cubicBezTo>
                          <a:pt x="45290" y="12158"/>
                          <a:pt x="45290" y="12158"/>
                          <a:pt x="45290" y="12189"/>
                        </a:cubicBezTo>
                        <a:cubicBezTo>
                          <a:pt x="45290" y="12158"/>
                          <a:pt x="45320" y="12098"/>
                          <a:pt x="45320" y="12067"/>
                        </a:cubicBezTo>
                        <a:lnTo>
                          <a:pt x="45320" y="12067"/>
                        </a:lnTo>
                        <a:cubicBezTo>
                          <a:pt x="45320" y="12037"/>
                          <a:pt x="45290" y="12006"/>
                          <a:pt x="45259" y="11976"/>
                        </a:cubicBezTo>
                        <a:cubicBezTo>
                          <a:pt x="45077" y="11763"/>
                          <a:pt x="45046" y="11459"/>
                          <a:pt x="45168" y="11216"/>
                        </a:cubicBezTo>
                        <a:cubicBezTo>
                          <a:pt x="45198" y="11155"/>
                          <a:pt x="45198" y="11125"/>
                          <a:pt x="45198" y="11064"/>
                        </a:cubicBezTo>
                        <a:cubicBezTo>
                          <a:pt x="45198" y="10943"/>
                          <a:pt x="45107" y="10821"/>
                          <a:pt x="44955" y="10821"/>
                        </a:cubicBezTo>
                        <a:cubicBezTo>
                          <a:pt x="44834" y="10821"/>
                          <a:pt x="44742" y="10821"/>
                          <a:pt x="44621" y="10851"/>
                        </a:cubicBezTo>
                        <a:cubicBezTo>
                          <a:pt x="44408" y="10912"/>
                          <a:pt x="44195" y="10851"/>
                          <a:pt x="44043" y="10730"/>
                        </a:cubicBezTo>
                        <a:cubicBezTo>
                          <a:pt x="43952" y="10608"/>
                          <a:pt x="43831" y="10547"/>
                          <a:pt x="43709" y="10487"/>
                        </a:cubicBezTo>
                        <a:cubicBezTo>
                          <a:pt x="43527" y="10365"/>
                          <a:pt x="43314" y="10274"/>
                          <a:pt x="43101" y="10213"/>
                        </a:cubicBezTo>
                        <a:cubicBezTo>
                          <a:pt x="42888" y="10183"/>
                          <a:pt x="42676" y="10092"/>
                          <a:pt x="42463" y="10031"/>
                        </a:cubicBezTo>
                        <a:cubicBezTo>
                          <a:pt x="42372" y="10031"/>
                          <a:pt x="42311" y="10031"/>
                          <a:pt x="42280" y="10092"/>
                        </a:cubicBezTo>
                        <a:cubicBezTo>
                          <a:pt x="42159" y="10152"/>
                          <a:pt x="42098" y="10304"/>
                          <a:pt x="42098" y="10426"/>
                        </a:cubicBezTo>
                        <a:cubicBezTo>
                          <a:pt x="42098" y="10487"/>
                          <a:pt x="42128" y="10517"/>
                          <a:pt x="42159" y="10547"/>
                        </a:cubicBezTo>
                        <a:cubicBezTo>
                          <a:pt x="42220" y="10578"/>
                          <a:pt x="42280" y="10578"/>
                          <a:pt x="42341" y="10578"/>
                        </a:cubicBezTo>
                        <a:lnTo>
                          <a:pt x="42341" y="10578"/>
                        </a:lnTo>
                        <a:lnTo>
                          <a:pt x="42372" y="10547"/>
                        </a:lnTo>
                        <a:lnTo>
                          <a:pt x="42372" y="10608"/>
                        </a:lnTo>
                        <a:cubicBezTo>
                          <a:pt x="42402" y="10639"/>
                          <a:pt x="42463" y="10699"/>
                          <a:pt x="42493" y="10730"/>
                        </a:cubicBezTo>
                        <a:cubicBezTo>
                          <a:pt x="42554" y="10760"/>
                          <a:pt x="42615" y="10760"/>
                          <a:pt x="42706" y="10791"/>
                        </a:cubicBezTo>
                        <a:cubicBezTo>
                          <a:pt x="42767" y="10821"/>
                          <a:pt x="42797" y="10943"/>
                          <a:pt x="42767" y="11003"/>
                        </a:cubicBezTo>
                        <a:cubicBezTo>
                          <a:pt x="42736" y="11064"/>
                          <a:pt x="42645" y="11125"/>
                          <a:pt x="42584" y="11095"/>
                        </a:cubicBezTo>
                        <a:cubicBezTo>
                          <a:pt x="42493" y="11064"/>
                          <a:pt x="42432" y="11034"/>
                          <a:pt x="42341" y="11003"/>
                        </a:cubicBezTo>
                        <a:cubicBezTo>
                          <a:pt x="42280" y="10973"/>
                          <a:pt x="42220" y="10943"/>
                          <a:pt x="42159" y="10912"/>
                        </a:cubicBezTo>
                        <a:cubicBezTo>
                          <a:pt x="42068" y="10882"/>
                          <a:pt x="41976" y="10943"/>
                          <a:pt x="41916" y="11003"/>
                        </a:cubicBezTo>
                        <a:cubicBezTo>
                          <a:pt x="41885" y="11064"/>
                          <a:pt x="41855" y="11125"/>
                          <a:pt x="41885" y="11186"/>
                        </a:cubicBezTo>
                        <a:cubicBezTo>
                          <a:pt x="41976" y="11459"/>
                          <a:pt x="42189" y="11672"/>
                          <a:pt x="42463" y="11733"/>
                        </a:cubicBezTo>
                        <a:cubicBezTo>
                          <a:pt x="42615" y="11794"/>
                          <a:pt x="42767" y="11824"/>
                          <a:pt x="42919" y="11855"/>
                        </a:cubicBezTo>
                        <a:cubicBezTo>
                          <a:pt x="42980" y="11855"/>
                          <a:pt x="43040" y="11885"/>
                          <a:pt x="43101" y="11885"/>
                        </a:cubicBezTo>
                        <a:cubicBezTo>
                          <a:pt x="43132" y="11915"/>
                          <a:pt x="43132" y="11915"/>
                          <a:pt x="43162" y="11946"/>
                        </a:cubicBezTo>
                        <a:cubicBezTo>
                          <a:pt x="43162" y="12006"/>
                          <a:pt x="43162" y="12037"/>
                          <a:pt x="43101" y="12006"/>
                        </a:cubicBezTo>
                        <a:cubicBezTo>
                          <a:pt x="42980" y="11946"/>
                          <a:pt x="42858" y="11915"/>
                          <a:pt x="42767" y="11946"/>
                        </a:cubicBezTo>
                        <a:cubicBezTo>
                          <a:pt x="42554" y="11976"/>
                          <a:pt x="42341" y="11976"/>
                          <a:pt x="42159" y="11946"/>
                        </a:cubicBezTo>
                        <a:cubicBezTo>
                          <a:pt x="42037" y="11946"/>
                          <a:pt x="41916" y="11885"/>
                          <a:pt x="41885" y="11763"/>
                        </a:cubicBezTo>
                        <a:cubicBezTo>
                          <a:pt x="41855" y="11733"/>
                          <a:pt x="41824" y="11703"/>
                          <a:pt x="41824" y="11642"/>
                        </a:cubicBezTo>
                        <a:cubicBezTo>
                          <a:pt x="41642" y="11429"/>
                          <a:pt x="41551" y="11155"/>
                          <a:pt x="41521" y="10882"/>
                        </a:cubicBezTo>
                        <a:cubicBezTo>
                          <a:pt x="41490" y="10669"/>
                          <a:pt x="41429" y="10456"/>
                          <a:pt x="41277" y="10274"/>
                        </a:cubicBezTo>
                        <a:cubicBezTo>
                          <a:pt x="41217" y="10213"/>
                          <a:pt x="41186" y="10183"/>
                          <a:pt x="41125" y="10152"/>
                        </a:cubicBezTo>
                        <a:lnTo>
                          <a:pt x="41065" y="10152"/>
                        </a:lnTo>
                        <a:cubicBezTo>
                          <a:pt x="41034" y="10152"/>
                          <a:pt x="41034" y="10183"/>
                          <a:pt x="41034" y="10183"/>
                        </a:cubicBezTo>
                        <a:cubicBezTo>
                          <a:pt x="41065" y="10365"/>
                          <a:pt x="41125" y="10517"/>
                          <a:pt x="41186" y="10699"/>
                        </a:cubicBezTo>
                        <a:cubicBezTo>
                          <a:pt x="41217" y="10821"/>
                          <a:pt x="41186" y="10973"/>
                          <a:pt x="41125" y="11095"/>
                        </a:cubicBezTo>
                        <a:cubicBezTo>
                          <a:pt x="41095" y="11125"/>
                          <a:pt x="41095" y="11155"/>
                          <a:pt x="41065" y="11186"/>
                        </a:cubicBezTo>
                        <a:cubicBezTo>
                          <a:pt x="40943" y="11307"/>
                          <a:pt x="40882" y="11490"/>
                          <a:pt x="40943" y="11642"/>
                        </a:cubicBezTo>
                        <a:cubicBezTo>
                          <a:pt x="40973" y="11794"/>
                          <a:pt x="40882" y="11976"/>
                          <a:pt x="40973" y="12098"/>
                        </a:cubicBezTo>
                        <a:cubicBezTo>
                          <a:pt x="41095" y="12219"/>
                          <a:pt x="41186" y="12341"/>
                          <a:pt x="41308" y="12432"/>
                        </a:cubicBezTo>
                        <a:cubicBezTo>
                          <a:pt x="41399" y="12523"/>
                          <a:pt x="41490" y="12584"/>
                          <a:pt x="41581" y="12645"/>
                        </a:cubicBezTo>
                        <a:cubicBezTo>
                          <a:pt x="41703" y="12766"/>
                          <a:pt x="41764" y="12918"/>
                          <a:pt x="41764" y="13070"/>
                        </a:cubicBezTo>
                        <a:cubicBezTo>
                          <a:pt x="41764" y="13253"/>
                          <a:pt x="41764" y="13435"/>
                          <a:pt x="41794" y="13617"/>
                        </a:cubicBezTo>
                        <a:cubicBezTo>
                          <a:pt x="41885" y="13952"/>
                          <a:pt x="42007" y="14256"/>
                          <a:pt x="42189" y="14560"/>
                        </a:cubicBezTo>
                        <a:cubicBezTo>
                          <a:pt x="42220" y="14621"/>
                          <a:pt x="42311" y="14681"/>
                          <a:pt x="42402" y="14651"/>
                        </a:cubicBezTo>
                        <a:cubicBezTo>
                          <a:pt x="42584" y="14681"/>
                          <a:pt x="42767" y="14590"/>
                          <a:pt x="42888" y="14469"/>
                        </a:cubicBezTo>
                        <a:cubicBezTo>
                          <a:pt x="43040" y="14286"/>
                          <a:pt x="43223" y="14347"/>
                          <a:pt x="43375" y="14438"/>
                        </a:cubicBezTo>
                        <a:cubicBezTo>
                          <a:pt x="43405" y="14438"/>
                          <a:pt x="43435" y="14469"/>
                          <a:pt x="43435" y="14469"/>
                        </a:cubicBezTo>
                        <a:cubicBezTo>
                          <a:pt x="43435" y="14469"/>
                          <a:pt x="43405" y="14499"/>
                          <a:pt x="43375" y="14529"/>
                        </a:cubicBezTo>
                        <a:cubicBezTo>
                          <a:pt x="43192" y="14651"/>
                          <a:pt x="43010" y="14772"/>
                          <a:pt x="42828" y="14924"/>
                        </a:cubicBezTo>
                        <a:cubicBezTo>
                          <a:pt x="42676" y="15076"/>
                          <a:pt x="42645" y="15320"/>
                          <a:pt x="42767" y="15472"/>
                        </a:cubicBezTo>
                        <a:cubicBezTo>
                          <a:pt x="42858" y="15563"/>
                          <a:pt x="42949" y="15654"/>
                          <a:pt x="43010" y="15745"/>
                        </a:cubicBezTo>
                        <a:cubicBezTo>
                          <a:pt x="43101" y="15867"/>
                          <a:pt x="43132" y="16049"/>
                          <a:pt x="43071" y="16201"/>
                        </a:cubicBezTo>
                        <a:cubicBezTo>
                          <a:pt x="43010" y="16414"/>
                          <a:pt x="42949" y="16627"/>
                          <a:pt x="42980" y="16870"/>
                        </a:cubicBezTo>
                        <a:cubicBezTo>
                          <a:pt x="42949" y="16961"/>
                          <a:pt x="42919" y="17083"/>
                          <a:pt x="42858" y="17174"/>
                        </a:cubicBezTo>
                        <a:cubicBezTo>
                          <a:pt x="42706" y="17356"/>
                          <a:pt x="42584" y="17599"/>
                          <a:pt x="42524" y="17842"/>
                        </a:cubicBezTo>
                        <a:cubicBezTo>
                          <a:pt x="42524" y="17873"/>
                          <a:pt x="42463" y="17903"/>
                          <a:pt x="42432" y="17903"/>
                        </a:cubicBezTo>
                        <a:cubicBezTo>
                          <a:pt x="42159" y="17873"/>
                          <a:pt x="41885" y="17842"/>
                          <a:pt x="41612" y="17782"/>
                        </a:cubicBezTo>
                        <a:cubicBezTo>
                          <a:pt x="41581" y="17782"/>
                          <a:pt x="41490" y="17751"/>
                          <a:pt x="41490" y="17751"/>
                        </a:cubicBezTo>
                        <a:cubicBezTo>
                          <a:pt x="41490" y="17690"/>
                          <a:pt x="41490" y="17599"/>
                          <a:pt x="41490" y="17538"/>
                        </a:cubicBezTo>
                        <a:lnTo>
                          <a:pt x="41490" y="17538"/>
                        </a:lnTo>
                        <a:cubicBezTo>
                          <a:pt x="41460" y="17538"/>
                          <a:pt x="41429" y="17538"/>
                          <a:pt x="41490" y="17508"/>
                        </a:cubicBezTo>
                        <a:lnTo>
                          <a:pt x="41521" y="17538"/>
                        </a:lnTo>
                        <a:lnTo>
                          <a:pt x="41521" y="17538"/>
                        </a:lnTo>
                        <a:cubicBezTo>
                          <a:pt x="41581" y="17569"/>
                          <a:pt x="41642" y="17599"/>
                          <a:pt x="41703" y="17630"/>
                        </a:cubicBezTo>
                        <a:cubicBezTo>
                          <a:pt x="41885" y="17751"/>
                          <a:pt x="42128" y="17630"/>
                          <a:pt x="42189" y="17417"/>
                        </a:cubicBezTo>
                        <a:cubicBezTo>
                          <a:pt x="42341" y="17022"/>
                          <a:pt x="42463" y="16596"/>
                          <a:pt x="42524" y="16171"/>
                        </a:cubicBezTo>
                        <a:cubicBezTo>
                          <a:pt x="42524" y="16110"/>
                          <a:pt x="42524" y="16049"/>
                          <a:pt x="42493" y="15988"/>
                        </a:cubicBezTo>
                        <a:cubicBezTo>
                          <a:pt x="42402" y="15836"/>
                          <a:pt x="42341" y="15654"/>
                          <a:pt x="42372" y="15472"/>
                        </a:cubicBezTo>
                        <a:cubicBezTo>
                          <a:pt x="42402" y="15350"/>
                          <a:pt x="42341" y="15228"/>
                          <a:pt x="42250" y="15168"/>
                        </a:cubicBezTo>
                        <a:lnTo>
                          <a:pt x="41976" y="14985"/>
                        </a:lnTo>
                        <a:cubicBezTo>
                          <a:pt x="41824" y="14894"/>
                          <a:pt x="41733" y="14742"/>
                          <a:pt x="41703" y="14590"/>
                        </a:cubicBezTo>
                        <a:cubicBezTo>
                          <a:pt x="41521" y="14073"/>
                          <a:pt x="41308" y="13557"/>
                          <a:pt x="41186" y="13040"/>
                        </a:cubicBezTo>
                        <a:cubicBezTo>
                          <a:pt x="41095" y="12736"/>
                          <a:pt x="40913" y="12462"/>
                          <a:pt x="40639" y="12280"/>
                        </a:cubicBezTo>
                        <a:cubicBezTo>
                          <a:pt x="40517" y="12189"/>
                          <a:pt x="40426" y="12037"/>
                          <a:pt x="40457" y="11885"/>
                        </a:cubicBezTo>
                        <a:cubicBezTo>
                          <a:pt x="40457" y="11429"/>
                          <a:pt x="40396" y="10973"/>
                          <a:pt x="40274" y="10517"/>
                        </a:cubicBezTo>
                        <a:cubicBezTo>
                          <a:pt x="40244" y="10426"/>
                          <a:pt x="40183" y="10365"/>
                          <a:pt x="40092" y="10335"/>
                        </a:cubicBezTo>
                        <a:cubicBezTo>
                          <a:pt x="39758" y="10152"/>
                          <a:pt x="39393" y="10122"/>
                          <a:pt x="39028" y="10213"/>
                        </a:cubicBezTo>
                        <a:cubicBezTo>
                          <a:pt x="38967" y="10244"/>
                          <a:pt x="38846" y="10213"/>
                          <a:pt x="38755" y="10213"/>
                        </a:cubicBezTo>
                        <a:cubicBezTo>
                          <a:pt x="38694" y="10244"/>
                          <a:pt x="38663" y="10304"/>
                          <a:pt x="38633" y="10365"/>
                        </a:cubicBezTo>
                        <a:cubicBezTo>
                          <a:pt x="38603" y="10487"/>
                          <a:pt x="38603" y="10578"/>
                          <a:pt x="38633" y="10699"/>
                        </a:cubicBezTo>
                        <a:cubicBezTo>
                          <a:pt x="38633" y="11064"/>
                          <a:pt x="38633" y="11429"/>
                          <a:pt x="38663" y="11794"/>
                        </a:cubicBezTo>
                        <a:cubicBezTo>
                          <a:pt x="38694" y="11976"/>
                          <a:pt x="38633" y="12158"/>
                          <a:pt x="38511" y="12280"/>
                        </a:cubicBezTo>
                        <a:cubicBezTo>
                          <a:pt x="38359" y="12462"/>
                          <a:pt x="38299" y="12645"/>
                          <a:pt x="38329" y="12858"/>
                        </a:cubicBezTo>
                        <a:cubicBezTo>
                          <a:pt x="38299" y="13010"/>
                          <a:pt x="38359" y="13131"/>
                          <a:pt x="38481" y="13222"/>
                        </a:cubicBezTo>
                        <a:cubicBezTo>
                          <a:pt x="38603" y="13283"/>
                          <a:pt x="38694" y="13405"/>
                          <a:pt x="38724" y="13526"/>
                        </a:cubicBezTo>
                        <a:cubicBezTo>
                          <a:pt x="38755" y="13739"/>
                          <a:pt x="38907" y="13921"/>
                          <a:pt x="38785" y="14134"/>
                        </a:cubicBezTo>
                        <a:cubicBezTo>
                          <a:pt x="38785" y="14165"/>
                          <a:pt x="38785" y="14225"/>
                          <a:pt x="38785" y="14256"/>
                        </a:cubicBezTo>
                        <a:cubicBezTo>
                          <a:pt x="38907" y="14438"/>
                          <a:pt x="38998" y="14621"/>
                          <a:pt x="39119" y="14772"/>
                        </a:cubicBezTo>
                        <a:lnTo>
                          <a:pt x="39210" y="14772"/>
                        </a:lnTo>
                        <a:cubicBezTo>
                          <a:pt x="39302" y="14712"/>
                          <a:pt x="39454" y="14712"/>
                          <a:pt x="39514" y="14803"/>
                        </a:cubicBezTo>
                        <a:cubicBezTo>
                          <a:pt x="39666" y="15046"/>
                          <a:pt x="39910" y="15198"/>
                          <a:pt x="40153" y="15289"/>
                        </a:cubicBezTo>
                        <a:cubicBezTo>
                          <a:pt x="40183" y="15289"/>
                          <a:pt x="40214" y="15380"/>
                          <a:pt x="40214" y="15411"/>
                        </a:cubicBezTo>
                        <a:cubicBezTo>
                          <a:pt x="40214" y="15532"/>
                          <a:pt x="40214" y="15654"/>
                          <a:pt x="40214" y="15745"/>
                        </a:cubicBezTo>
                        <a:cubicBezTo>
                          <a:pt x="40214" y="15836"/>
                          <a:pt x="40122" y="15867"/>
                          <a:pt x="40062" y="15806"/>
                        </a:cubicBezTo>
                        <a:lnTo>
                          <a:pt x="39697" y="15563"/>
                        </a:lnTo>
                        <a:cubicBezTo>
                          <a:pt x="39606" y="15502"/>
                          <a:pt x="39484" y="15441"/>
                          <a:pt x="39393" y="15380"/>
                        </a:cubicBezTo>
                        <a:cubicBezTo>
                          <a:pt x="39241" y="15289"/>
                          <a:pt x="39058" y="15259"/>
                          <a:pt x="38876" y="15168"/>
                        </a:cubicBezTo>
                        <a:cubicBezTo>
                          <a:pt x="38724" y="15107"/>
                          <a:pt x="38603" y="15046"/>
                          <a:pt x="38451" y="14985"/>
                        </a:cubicBezTo>
                        <a:cubicBezTo>
                          <a:pt x="38238" y="15016"/>
                          <a:pt x="38147" y="14833"/>
                          <a:pt x="37995" y="14742"/>
                        </a:cubicBezTo>
                        <a:cubicBezTo>
                          <a:pt x="37691" y="14590"/>
                          <a:pt x="37326" y="14529"/>
                          <a:pt x="36992" y="14590"/>
                        </a:cubicBezTo>
                        <a:cubicBezTo>
                          <a:pt x="36961" y="14590"/>
                          <a:pt x="36900" y="14590"/>
                          <a:pt x="36870" y="14590"/>
                        </a:cubicBezTo>
                        <a:cubicBezTo>
                          <a:pt x="36475" y="14621"/>
                          <a:pt x="36080" y="14499"/>
                          <a:pt x="35776" y="14256"/>
                        </a:cubicBezTo>
                        <a:cubicBezTo>
                          <a:pt x="35624" y="14134"/>
                          <a:pt x="35441" y="14013"/>
                          <a:pt x="35289" y="13891"/>
                        </a:cubicBezTo>
                        <a:cubicBezTo>
                          <a:pt x="35198" y="13891"/>
                          <a:pt x="35137" y="13921"/>
                          <a:pt x="35107" y="13952"/>
                        </a:cubicBezTo>
                        <a:cubicBezTo>
                          <a:pt x="35077" y="13982"/>
                          <a:pt x="35077" y="14013"/>
                          <a:pt x="35077" y="14013"/>
                        </a:cubicBezTo>
                        <a:cubicBezTo>
                          <a:pt x="35016" y="14195"/>
                          <a:pt x="35077" y="14408"/>
                          <a:pt x="35229" y="14499"/>
                        </a:cubicBezTo>
                        <a:cubicBezTo>
                          <a:pt x="35381" y="14651"/>
                          <a:pt x="35654" y="14651"/>
                          <a:pt x="35776" y="14864"/>
                        </a:cubicBezTo>
                        <a:cubicBezTo>
                          <a:pt x="35806" y="14894"/>
                          <a:pt x="35867" y="14894"/>
                          <a:pt x="35928" y="14894"/>
                        </a:cubicBezTo>
                        <a:cubicBezTo>
                          <a:pt x="36019" y="14924"/>
                          <a:pt x="36080" y="14955"/>
                          <a:pt x="36141" y="15046"/>
                        </a:cubicBezTo>
                        <a:cubicBezTo>
                          <a:pt x="36262" y="15198"/>
                          <a:pt x="36384" y="15350"/>
                          <a:pt x="36536" y="15532"/>
                        </a:cubicBezTo>
                        <a:cubicBezTo>
                          <a:pt x="36596" y="15593"/>
                          <a:pt x="36566" y="15715"/>
                          <a:pt x="36505" y="15776"/>
                        </a:cubicBezTo>
                        <a:cubicBezTo>
                          <a:pt x="36353" y="15897"/>
                          <a:pt x="36201" y="15958"/>
                          <a:pt x="36141" y="16140"/>
                        </a:cubicBezTo>
                        <a:cubicBezTo>
                          <a:pt x="36141" y="16171"/>
                          <a:pt x="36110" y="16171"/>
                          <a:pt x="36110" y="16171"/>
                        </a:cubicBezTo>
                        <a:cubicBezTo>
                          <a:pt x="36049" y="16171"/>
                          <a:pt x="36019" y="16140"/>
                          <a:pt x="36019" y="16110"/>
                        </a:cubicBezTo>
                        <a:cubicBezTo>
                          <a:pt x="35989" y="16079"/>
                          <a:pt x="35958" y="15928"/>
                          <a:pt x="35928" y="15836"/>
                        </a:cubicBezTo>
                        <a:cubicBezTo>
                          <a:pt x="35897" y="15745"/>
                          <a:pt x="35776" y="15684"/>
                          <a:pt x="35654" y="15715"/>
                        </a:cubicBezTo>
                        <a:cubicBezTo>
                          <a:pt x="35502" y="15776"/>
                          <a:pt x="35350" y="15897"/>
                          <a:pt x="35168" y="15867"/>
                        </a:cubicBezTo>
                        <a:cubicBezTo>
                          <a:pt x="35137" y="15897"/>
                          <a:pt x="35107" y="15897"/>
                          <a:pt x="35107" y="15928"/>
                        </a:cubicBezTo>
                        <a:cubicBezTo>
                          <a:pt x="35046" y="16079"/>
                          <a:pt x="34894" y="16140"/>
                          <a:pt x="34712" y="16110"/>
                        </a:cubicBezTo>
                        <a:cubicBezTo>
                          <a:pt x="34560" y="16110"/>
                          <a:pt x="34408" y="16171"/>
                          <a:pt x="34286" y="16292"/>
                        </a:cubicBezTo>
                        <a:cubicBezTo>
                          <a:pt x="34165" y="16444"/>
                          <a:pt x="33982" y="16475"/>
                          <a:pt x="33830" y="16566"/>
                        </a:cubicBezTo>
                        <a:cubicBezTo>
                          <a:pt x="33800" y="16596"/>
                          <a:pt x="33709" y="16566"/>
                          <a:pt x="33648" y="16566"/>
                        </a:cubicBezTo>
                        <a:cubicBezTo>
                          <a:pt x="33648" y="16535"/>
                          <a:pt x="33648" y="16475"/>
                          <a:pt x="33648" y="16444"/>
                        </a:cubicBezTo>
                        <a:cubicBezTo>
                          <a:pt x="33678" y="16262"/>
                          <a:pt x="33618" y="16079"/>
                          <a:pt x="33496" y="15958"/>
                        </a:cubicBezTo>
                        <a:cubicBezTo>
                          <a:pt x="33344" y="15928"/>
                          <a:pt x="33223" y="15988"/>
                          <a:pt x="33162" y="16140"/>
                        </a:cubicBezTo>
                        <a:cubicBezTo>
                          <a:pt x="33162" y="16171"/>
                          <a:pt x="33101" y="16231"/>
                          <a:pt x="33071" y="16231"/>
                        </a:cubicBezTo>
                        <a:cubicBezTo>
                          <a:pt x="32949" y="16231"/>
                          <a:pt x="32919" y="16353"/>
                          <a:pt x="32827" y="16383"/>
                        </a:cubicBezTo>
                        <a:cubicBezTo>
                          <a:pt x="32706" y="16444"/>
                          <a:pt x="32615" y="16475"/>
                          <a:pt x="32493" y="16475"/>
                        </a:cubicBezTo>
                        <a:cubicBezTo>
                          <a:pt x="32341" y="16535"/>
                          <a:pt x="32219" y="16627"/>
                          <a:pt x="32098" y="16748"/>
                        </a:cubicBezTo>
                        <a:cubicBezTo>
                          <a:pt x="31885" y="17052"/>
                          <a:pt x="31581" y="17326"/>
                          <a:pt x="31277" y="17538"/>
                        </a:cubicBezTo>
                        <a:cubicBezTo>
                          <a:pt x="31186" y="17599"/>
                          <a:pt x="31156" y="17660"/>
                          <a:pt x="31125" y="17751"/>
                        </a:cubicBezTo>
                        <a:cubicBezTo>
                          <a:pt x="31125" y="17873"/>
                          <a:pt x="31095" y="17994"/>
                          <a:pt x="31064" y="18086"/>
                        </a:cubicBezTo>
                        <a:cubicBezTo>
                          <a:pt x="31064" y="18146"/>
                          <a:pt x="31034" y="18177"/>
                          <a:pt x="31004" y="18207"/>
                        </a:cubicBezTo>
                        <a:cubicBezTo>
                          <a:pt x="30821" y="18390"/>
                          <a:pt x="30548" y="18390"/>
                          <a:pt x="30335" y="18238"/>
                        </a:cubicBezTo>
                        <a:cubicBezTo>
                          <a:pt x="30244" y="18146"/>
                          <a:pt x="30122" y="18055"/>
                          <a:pt x="30031" y="17964"/>
                        </a:cubicBezTo>
                        <a:cubicBezTo>
                          <a:pt x="29940" y="17873"/>
                          <a:pt x="29940" y="17721"/>
                          <a:pt x="30031" y="17660"/>
                        </a:cubicBezTo>
                        <a:cubicBezTo>
                          <a:pt x="30153" y="17569"/>
                          <a:pt x="30274" y="17508"/>
                          <a:pt x="30365" y="17417"/>
                        </a:cubicBezTo>
                        <a:cubicBezTo>
                          <a:pt x="30457" y="17356"/>
                          <a:pt x="30457" y="17265"/>
                          <a:pt x="30396" y="17174"/>
                        </a:cubicBezTo>
                        <a:cubicBezTo>
                          <a:pt x="30305" y="17083"/>
                          <a:pt x="30213" y="16991"/>
                          <a:pt x="30122" y="16870"/>
                        </a:cubicBezTo>
                        <a:cubicBezTo>
                          <a:pt x="30001" y="16687"/>
                          <a:pt x="29788" y="16596"/>
                          <a:pt x="29545" y="16627"/>
                        </a:cubicBezTo>
                        <a:cubicBezTo>
                          <a:pt x="29362" y="16657"/>
                          <a:pt x="29180" y="16657"/>
                          <a:pt x="28998" y="16627"/>
                        </a:cubicBezTo>
                        <a:cubicBezTo>
                          <a:pt x="28998" y="16627"/>
                          <a:pt x="28967" y="16657"/>
                          <a:pt x="28967" y="16657"/>
                        </a:cubicBezTo>
                        <a:cubicBezTo>
                          <a:pt x="28906" y="16687"/>
                          <a:pt x="28906" y="16748"/>
                          <a:pt x="28967" y="16779"/>
                        </a:cubicBezTo>
                        <a:cubicBezTo>
                          <a:pt x="29271" y="16991"/>
                          <a:pt x="29393" y="17386"/>
                          <a:pt x="29301" y="17751"/>
                        </a:cubicBezTo>
                        <a:cubicBezTo>
                          <a:pt x="29301" y="17842"/>
                          <a:pt x="29301" y="17934"/>
                          <a:pt x="29301" y="18025"/>
                        </a:cubicBezTo>
                        <a:cubicBezTo>
                          <a:pt x="29271" y="18116"/>
                          <a:pt x="29332" y="18207"/>
                          <a:pt x="29423" y="18238"/>
                        </a:cubicBezTo>
                        <a:cubicBezTo>
                          <a:pt x="29575" y="18298"/>
                          <a:pt x="29636" y="18450"/>
                          <a:pt x="29636" y="18633"/>
                        </a:cubicBezTo>
                        <a:cubicBezTo>
                          <a:pt x="29636" y="18724"/>
                          <a:pt x="29636" y="18815"/>
                          <a:pt x="29605" y="18876"/>
                        </a:cubicBezTo>
                        <a:cubicBezTo>
                          <a:pt x="29605" y="18997"/>
                          <a:pt x="29514" y="19058"/>
                          <a:pt x="29423" y="19058"/>
                        </a:cubicBezTo>
                        <a:cubicBezTo>
                          <a:pt x="29301" y="19028"/>
                          <a:pt x="29149" y="18997"/>
                          <a:pt x="29028" y="18967"/>
                        </a:cubicBezTo>
                        <a:cubicBezTo>
                          <a:pt x="28876" y="18876"/>
                          <a:pt x="28663" y="18937"/>
                          <a:pt x="28572" y="19119"/>
                        </a:cubicBezTo>
                        <a:cubicBezTo>
                          <a:pt x="28511" y="19210"/>
                          <a:pt x="28420" y="19271"/>
                          <a:pt x="28329" y="19332"/>
                        </a:cubicBezTo>
                        <a:cubicBezTo>
                          <a:pt x="28207" y="19453"/>
                          <a:pt x="28086" y="19545"/>
                          <a:pt x="27994" y="19697"/>
                        </a:cubicBezTo>
                        <a:cubicBezTo>
                          <a:pt x="27812" y="19970"/>
                          <a:pt x="27660" y="20061"/>
                          <a:pt x="27994" y="20456"/>
                        </a:cubicBezTo>
                        <a:cubicBezTo>
                          <a:pt x="28025" y="20487"/>
                          <a:pt x="28055" y="20517"/>
                          <a:pt x="28086" y="20578"/>
                        </a:cubicBezTo>
                        <a:cubicBezTo>
                          <a:pt x="28116" y="20639"/>
                          <a:pt x="28086" y="20760"/>
                          <a:pt x="28025" y="20821"/>
                        </a:cubicBezTo>
                        <a:cubicBezTo>
                          <a:pt x="27994" y="20912"/>
                          <a:pt x="27873" y="20943"/>
                          <a:pt x="27782" y="20912"/>
                        </a:cubicBezTo>
                        <a:cubicBezTo>
                          <a:pt x="27447" y="20791"/>
                          <a:pt x="27143" y="20639"/>
                          <a:pt x="26809" y="20426"/>
                        </a:cubicBezTo>
                        <a:cubicBezTo>
                          <a:pt x="26779" y="20396"/>
                          <a:pt x="26687" y="20396"/>
                          <a:pt x="26627" y="20365"/>
                        </a:cubicBezTo>
                        <a:cubicBezTo>
                          <a:pt x="26566" y="20365"/>
                          <a:pt x="26505" y="20396"/>
                          <a:pt x="26475" y="20456"/>
                        </a:cubicBezTo>
                        <a:cubicBezTo>
                          <a:pt x="26414" y="20517"/>
                          <a:pt x="26383" y="20608"/>
                          <a:pt x="26353" y="20700"/>
                        </a:cubicBezTo>
                        <a:cubicBezTo>
                          <a:pt x="26323" y="20791"/>
                          <a:pt x="26353" y="20882"/>
                          <a:pt x="26414" y="20943"/>
                        </a:cubicBezTo>
                        <a:cubicBezTo>
                          <a:pt x="26535" y="21125"/>
                          <a:pt x="26718" y="21247"/>
                          <a:pt x="26931" y="21247"/>
                        </a:cubicBezTo>
                        <a:cubicBezTo>
                          <a:pt x="26961" y="21277"/>
                          <a:pt x="27022" y="21277"/>
                          <a:pt x="27052" y="21308"/>
                        </a:cubicBezTo>
                        <a:cubicBezTo>
                          <a:pt x="27113" y="21338"/>
                          <a:pt x="27143" y="21399"/>
                          <a:pt x="27113" y="21460"/>
                        </a:cubicBezTo>
                        <a:cubicBezTo>
                          <a:pt x="27113" y="21581"/>
                          <a:pt x="27022" y="21672"/>
                          <a:pt x="26900" y="21672"/>
                        </a:cubicBezTo>
                        <a:cubicBezTo>
                          <a:pt x="26687" y="21672"/>
                          <a:pt x="26444" y="21581"/>
                          <a:pt x="26292" y="21399"/>
                        </a:cubicBezTo>
                        <a:cubicBezTo>
                          <a:pt x="26201" y="21308"/>
                          <a:pt x="26080" y="21247"/>
                          <a:pt x="25928" y="21216"/>
                        </a:cubicBezTo>
                        <a:cubicBezTo>
                          <a:pt x="25836" y="21216"/>
                          <a:pt x="25776" y="21156"/>
                          <a:pt x="25745" y="21095"/>
                        </a:cubicBezTo>
                        <a:cubicBezTo>
                          <a:pt x="25715" y="20882"/>
                          <a:pt x="25624" y="20700"/>
                          <a:pt x="25502" y="20517"/>
                        </a:cubicBezTo>
                        <a:cubicBezTo>
                          <a:pt x="25441" y="20396"/>
                          <a:pt x="25441" y="20274"/>
                          <a:pt x="25472" y="20152"/>
                        </a:cubicBezTo>
                        <a:cubicBezTo>
                          <a:pt x="25532" y="19849"/>
                          <a:pt x="25350" y="19575"/>
                          <a:pt x="25076" y="19514"/>
                        </a:cubicBezTo>
                        <a:cubicBezTo>
                          <a:pt x="24955" y="19453"/>
                          <a:pt x="24833" y="19393"/>
                          <a:pt x="24742" y="19301"/>
                        </a:cubicBezTo>
                        <a:cubicBezTo>
                          <a:pt x="24651" y="19180"/>
                          <a:pt x="24499" y="19119"/>
                          <a:pt x="24438" y="18967"/>
                        </a:cubicBezTo>
                        <a:lnTo>
                          <a:pt x="24408" y="18967"/>
                        </a:lnTo>
                        <a:lnTo>
                          <a:pt x="24408" y="18937"/>
                        </a:lnTo>
                        <a:lnTo>
                          <a:pt x="24438" y="18937"/>
                        </a:lnTo>
                        <a:lnTo>
                          <a:pt x="24438" y="18937"/>
                        </a:lnTo>
                        <a:cubicBezTo>
                          <a:pt x="24621" y="18937"/>
                          <a:pt x="24833" y="18997"/>
                          <a:pt x="24985" y="19089"/>
                        </a:cubicBezTo>
                        <a:cubicBezTo>
                          <a:pt x="25472" y="19271"/>
                          <a:pt x="25988" y="19393"/>
                          <a:pt x="26505" y="19484"/>
                        </a:cubicBezTo>
                        <a:cubicBezTo>
                          <a:pt x="26870" y="19575"/>
                          <a:pt x="27265" y="19514"/>
                          <a:pt x="27630" y="19362"/>
                        </a:cubicBezTo>
                        <a:cubicBezTo>
                          <a:pt x="27690" y="19332"/>
                          <a:pt x="27751" y="19301"/>
                          <a:pt x="27812" y="19241"/>
                        </a:cubicBezTo>
                        <a:cubicBezTo>
                          <a:pt x="28025" y="19028"/>
                          <a:pt x="28177" y="18724"/>
                          <a:pt x="28238" y="18420"/>
                        </a:cubicBezTo>
                        <a:cubicBezTo>
                          <a:pt x="28238" y="18329"/>
                          <a:pt x="28238" y="18238"/>
                          <a:pt x="28177" y="18146"/>
                        </a:cubicBezTo>
                        <a:cubicBezTo>
                          <a:pt x="28055" y="17964"/>
                          <a:pt x="27934" y="17721"/>
                          <a:pt x="27690" y="17599"/>
                        </a:cubicBezTo>
                        <a:cubicBezTo>
                          <a:pt x="27599" y="17538"/>
                          <a:pt x="27508" y="17478"/>
                          <a:pt x="27447" y="17386"/>
                        </a:cubicBezTo>
                        <a:cubicBezTo>
                          <a:pt x="27326" y="17295"/>
                          <a:pt x="27204" y="17235"/>
                          <a:pt x="27083" y="17204"/>
                        </a:cubicBezTo>
                        <a:cubicBezTo>
                          <a:pt x="26870" y="17174"/>
                          <a:pt x="26657" y="17083"/>
                          <a:pt x="26475" y="16931"/>
                        </a:cubicBezTo>
                        <a:cubicBezTo>
                          <a:pt x="26292" y="16779"/>
                          <a:pt x="26110" y="16657"/>
                          <a:pt x="25928" y="16535"/>
                        </a:cubicBezTo>
                        <a:cubicBezTo>
                          <a:pt x="25532" y="16262"/>
                          <a:pt x="25046" y="16110"/>
                          <a:pt x="24560" y="16171"/>
                        </a:cubicBezTo>
                        <a:cubicBezTo>
                          <a:pt x="24469" y="16171"/>
                          <a:pt x="24408" y="16201"/>
                          <a:pt x="24317" y="16201"/>
                        </a:cubicBezTo>
                        <a:cubicBezTo>
                          <a:pt x="24195" y="16201"/>
                          <a:pt x="24073" y="16171"/>
                          <a:pt x="23982" y="16171"/>
                        </a:cubicBezTo>
                        <a:cubicBezTo>
                          <a:pt x="23861" y="16140"/>
                          <a:pt x="23921" y="16079"/>
                          <a:pt x="23921" y="16019"/>
                        </a:cubicBezTo>
                        <a:cubicBezTo>
                          <a:pt x="23952" y="15928"/>
                          <a:pt x="23952" y="15867"/>
                          <a:pt x="23891" y="15836"/>
                        </a:cubicBezTo>
                        <a:cubicBezTo>
                          <a:pt x="23800" y="15776"/>
                          <a:pt x="23739" y="15715"/>
                          <a:pt x="23648" y="15684"/>
                        </a:cubicBezTo>
                        <a:cubicBezTo>
                          <a:pt x="23557" y="15624"/>
                          <a:pt x="23465" y="15654"/>
                          <a:pt x="23405" y="15715"/>
                        </a:cubicBezTo>
                        <a:cubicBezTo>
                          <a:pt x="23314" y="15836"/>
                          <a:pt x="23162" y="15897"/>
                          <a:pt x="23040" y="15836"/>
                        </a:cubicBezTo>
                        <a:cubicBezTo>
                          <a:pt x="22918" y="15776"/>
                          <a:pt x="22766" y="15776"/>
                          <a:pt x="22645" y="15806"/>
                        </a:cubicBezTo>
                        <a:cubicBezTo>
                          <a:pt x="22584" y="15806"/>
                          <a:pt x="22523" y="15776"/>
                          <a:pt x="22462" y="15745"/>
                        </a:cubicBezTo>
                        <a:cubicBezTo>
                          <a:pt x="22432" y="15715"/>
                          <a:pt x="22402" y="15654"/>
                          <a:pt x="22402" y="15624"/>
                        </a:cubicBezTo>
                        <a:cubicBezTo>
                          <a:pt x="22402" y="15593"/>
                          <a:pt x="22432" y="15563"/>
                          <a:pt x="22493" y="15563"/>
                        </a:cubicBezTo>
                        <a:cubicBezTo>
                          <a:pt x="22614" y="15563"/>
                          <a:pt x="22706" y="15502"/>
                          <a:pt x="22797" y="15441"/>
                        </a:cubicBezTo>
                        <a:lnTo>
                          <a:pt x="23070" y="15228"/>
                        </a:lnTo>
                        <a:cubicBezTo>
                          <a:pt x="23101" y="15168"/>
                          <a:pt x="23101" y="15076"/>
                          <a:pt x="23040" y="15046"/>
                        </a:cubicBezTo>
                        <a:cubicBezTo>
                          <a:pt x="22736" y="14894"/>
                          <a:pt x="22432" y="14772"/>
                          <a:pt x="22098" y="14681"/>
                        </a:cubicBezTo>
                        <a:cubicBezTo>
                          <a:pt x="22037" y="14681"/>
                          <a:pt x="21976" y="14712"/>
                          <a:pt x="21915" y="14742"/>
                        </a:cubicBezTo>
                        <a:cubicBezTo>
                          <a:pt x="21885" y="14772"/>
                          <a:pt x="21855" y="14833"/>
                          <a:pt x="21855" y="14864"/>
                        </a:cubicBezTo>
                        <a:cubicBezTo>
                          <a:pt x="21824" y="14924"/>
                          <a:pt x="21763" y="14924"/>
                          <a:pt x="21733" y="14894"/>
                        </a:cubicBezTo>
                        <a:cubicBezTo>
                          <a:pt x="21733" y="14894"/>
                          <a:pt x="21733" y="14864"/>
                          <a:pt x="21733" y="14833"/>
                        </a:cubicBezTo>
                        <a:lnTo>
                          <a:pt x="21733" y="14651"/>
                        </a:lnTo>
                        <a:cubicBezTo>
                          <a:pt x="21733" y="14529"/>
                          <a:pt x="21642" y="14408"/>
                          <a:pt x="21551" y="14377"/>
                        </a:cubicBezTo>
                        <a:cubicBezTo>
                          <a:pt x="21459" y="14347"/>
                          <a:pt x="21338" y="14377"/>
                          <a:pt x="21277" y="14469"/>
                        </a:cubicBezTo>
                        <a:cubicBezTo>
                          <a:pt x="21216" y="14499"/>
                          <a:pt x="21155" y="14590"/>
                          <a:pt x="21155" y="14681"/>
                        </a:cubicBezTo>
                        <a:cubicBezTo>
                          <a:pt x="21155" y="14742"/>
                          <a:pt x="21125" y="14803"/>
                          <a:pt x="21095" y="14864"/>
                        </a:cubicBezTo>
                        <a:cubicBezTo>
                          <a:pt x="21095" y="14924"/>
                          <a:pt x="21034" y="14924"/>
                          <a:pt x="21003" y="14955"/>
                        </a:cubicBezTo>
                        <a:cubicBezTo>
                          <a:pt x="20943" y="14955"/>
                          <a:pt x="20943" y="14924"/>
                          <a:pt x="20943" y="14894"/>
                        </a:cubicBezTo>
                        <a:cubicBezTo>
                          <a:pt x="20912" y="14772"/>
                          <a:pt x="20882" y="14681"/>
                          <a:pt x="20730" y="14681"/>
                        </a:cubicBezTo>
                        <a:cubicBezTo>
                          <a:pt x="20639" y="14681"/>
                          <a:pt x="20639" y="14621"/>
                          <a:pt x="20639" y="14560"/>
                        </a:cubicBezTo>
                        <a:cubicBezTo>
                          <a:pt x="20608" y="14377"/>
                          <a:pt x="20456" y="14347"/>
                          <a:pt x="20396" y="14438"/>
                        </a:cubicBezTo>
                        <a:cubicBezTo>
                          <a:pt x="20274" y="14621"/>
                          <a:pt x="20000" y="14621"/>
                          <a:pt x="19909" y="14803"/>
                        </a:cubicBezTo>
                        <a:cubicBezTo>
                          <a:pt x="19727" y="14833"/>
                          <a:pt x="19636" y="14985"/>
                          <a:pt x="19453" y="15046"/>
                        </a:cubicBezTo>
                        <a:cubicBezTo>
                          <a:pt x="19423" y="15046"/>
                          <a:pt x="19423" y="15046"/>
                          <a:pt x="19392" y="15046"/>
                        </a:cubicBezTo>
                        <a:lnTo>
                          <a:pt x="19392" y="15046"/>
                        </a:lnTo>
                        <a:lnTo>
                          <a:pt x="19362" y="15046"/>
                        </a:lnTo>
                        <a:lnTo>
                          <a:pt x="19392" y="15016"/>
                        </a:lnTo>
                        <a:lnTo>
                          <a:pt x="19392" y="15016"/>
                        </a:lnTo>
                        <a:cubicBezTo>
                          <a:pt x="19392" y="14985"/>
                          <a:pt x="19392" y="14955"/>
                          <a:pt x="19392" y="14924"/>
                        </a:cubicBezTo>
                        <a:lnTo>
                          <a:pt x="19332" y="14924"/>
                        </a:lnTo>
                        <a:cubicBezTo>
                          <a:pt x="19058" y="14924"/>
                          <a:pt x="18997" y="14924"/>
                          <a:pt x="19089" y="15198"/>
                        </a:cubicBezTo>
                        <a:cubicBezTo>
                          <a:pt x="19089" y="15228"/>
                          <a:pt x="19089" y="15289"/>
                          <a:pt x="19089" y="15320"/>
                        </a:cubicBezTo>
                        <a:lnTo>
                          <a:pt x="19119" y="15320"/>
                        </a:lnTo>
                        <a:lnTo>
                          <a:pt x="19149" y="15350"/>
                        </a:lnTo>
                        <a:lnTo>
                          <a:pt x="19089" y="15350"/>
                        </a:lnTo>
                        <a:cubicBezTo>
                          <a:pt x="18845" y="15350"/>
                          <a:pt x="18572" y="15441"/>
                          <a:pt x="18359" y="15563"/>
                        </a:cubicBezTo>
                        <a:cubicBezTo>
                          <a:pt x="18329" y="15563"/>
                          <a:pt x="18329" y="15654"/>
                          <a:pt x="18329" y="15684"/>
                        </a:cubicBezTo>
                        <a:cubicBezTo>
                          <a:pt x="18359" y="15745"/>
                          <a:pt x="18389" y="15836"/>
                          <a:pt x="18389" y="15897"/>
                        </a:cubicBezTo>
                        <a:cubicBezTo>
                          <a:pt x="18359" y="15928"/>
                          <a:pt x="18268" y="15928"/>
                          <a:pt x="18207" y="15928"/>
                        </a:cubicBezTo>
                        <a:lnTo>
                          <a:pt x="17873" y="16049"/>
                        </a:lnTo>
                        <a:lnTo>
                          <a:pt x="17873" y="16049"/>
                        </a:lnTo>
                        <a:lnTo>
                          <a:pt x="17873" y="16049"/>
                        </a:lnTo>
                        <a:cubicBezTo>
                          <a:pt x="17903" y="15958"/>
                          <a:pt x="17903" y="15897"/>
                          <a:pt x="17873" y="15836"/>
                        </a:cubicBezTo>
                        <a:cubicBezTo>
                          <a:pt x="17873" y="15776"/>
                          <a:pt x="17812" y="15715"/>
                          <a:pt x="17721" y="15745"/>
                        </a:cubicBezTo>
                        <a:cubicBezTo>
                          <a:pt x="17721" y="15745"/>
                          <a:pt x="17660" y="15776"/>
                          <a:pt x="17660" y="15806"/>
                        </a:cubicBezTo>
                        <a:cubicBezTo>
                          <a:pt x="17660" y="15867"/>
                          <a:pt x="17721" y="15958"/>
                          <a:pt x="17751" y="16049"/>
                        </a:cubicBezTo>
                        <a:lnTo>
                          <a:pt x="17751" y="16049"/>
                        </a:lnTo>
                        <a:lnTo>
                          <a:pt x="17751" y="16049"/>
                        </a:lnTo>
                        <a:cubicBezTo>
                          <a:pt x="17599" y="16019"/>
                          <a:pt x="17417" y="16110"/>
                          <a:pt x="17356" y="16262"/>
                        </a:cubicBezTo>
                        <a:lnTo>
                          <a:pt x="17356" y="16262"/>
                        </a:lnTo>
                        <a:cubicBezTo>
                          <a:pt x="17326" y="16262"/>
                          <a:pt x="17417" y="16353"/>
                          <a:pt x="17326" y="16262"/>
                        </a:cubicBezTo>
                        <a:lnTo>
                          <a:pt x="17326" y="16262"/>
                        </a:lnTo>
                        <a:lnTo>
                          <a:pt x="17143" y="16262"/>
                        </a:lnTo>
                        <a:cubicBezTo>
                          <a:pt x="17022" y="16262"/>
                          <a:pt x="16900" y="16353"/>
                          <a:pt x="16870" y="16475"/>
                        </a:cubicBezTo>
                        <a:cubicBezTo>
                          <a:pt x="16809" y="16596"/>
                          <a:pt x="16839" y="16748"/>
                          <a:pt x="16961" y="16839"/>
                        </a:cubicBezTo>
                        <a:cubicBezTo>
                          <a:pt x="16991" y="16870"/>
                          <a:pt x="17022" y="16900"/>
                          <a:pt x="17052" y="16931"/>
                        </a:cubicBezTo>
                        <a:cubicBezTo>
                          <a:pt x="17113" y="16961"/>
                          <a:pt x="17082" y="17052"/>
                          <a:pt x="17022" y="17083"/>
                        </a:cubicBezTo>
                        <a:cubicBezTo>
                          <a:pt x="16961" y="17143"/>
                          <a:pt x="16900" y="17204"/>
                          <a:pt x="16778" y="17174"/>
                        </a:cubicBezTo>
                        <a:cubicBezTo>
                          <a:pt x="16687" y="17143"/>
                          <a:pt x="16566" y="17143"/>
                          <a:pt x="16444" y="17174"/>
                        </a:cubicBezTo>
                        <a:cubicBezTo>
                          <a:pt x="16383" y="17174"/>
                          <a:pt x="16323" y="17113"/>
                          <a:pt x="16353" y="17052"/>
                        </a:cubicBezTo>
                        <a:lnTo>
                          <a:pt x="16474" y="16718"/>
                        </a:lnTo>
                        <a:cubicBezTo>
                          <a:pt x="16474" y="16718"/>
                          <a:pt x="16444" y="16687"/>
                          <a:pt x="16414" y="16657"/>
                        </a:cubicBezTo>
                        <a:cubicBezTo>
                          <a:pt x="16414" y="16657"/>
                          <a:pt x="16383" y="16657"/>
                          <a:pt x="16383" y="16657"/>
                        </a:cubicBezTo>
                        <a:cubicBezTo>
                          <a:pt x="16201" y="16839"/>
                          <a:pt x="16049" y="16991"/>
                          <a:pt x="15897" y="17143"/>
                        </a:cubicBezTo>
                        <a:cubicBezTo>
                          <a:pt x="15836" y="17204"/>
                          <a:pt x="15897" y="17295"/>
                          <a:pt x="15927" y="17326"/>
                        </a:cubicBezTo>
                        <a:cubicBezTo>
                          <a:pt x="15988" y="17417"/>
                          <a:pt x="15988" y="17508"/>
                          <a:pt x="15897" y="17569"/>
                        </a:cubicBezTo>
                        <a:cubicBezTo>
                          <a:pt x="15867" y="17599"/>
                          <a:pt x="15867" y="17630"/>
                          <a:pt x="15836" y="17660"/>
                        </a:cubicBezTo>
                        <a:cubicBezTo>
                          <a:pt x="15927" y="17690"/>
                          <a:pt x="15988" y="17690"/>
                          <a:pt x="16079" y="17660"/>
                        </a:cubicBezTo>
                        <a:cubicBezTo>
                          <a:pt x="16231" y="17630"/>
                          <a:pt x="16383" y="17599"/>
                          <a:pt x="16535" y="17569"/>
                        </a:cubicBezTo>
                        <a:cubicBezTo>
                          <a:pt x="16626" y="17569"/>
                          <a:pt x="16718" y="17569"/>
                          <a:pt x="16809" y="17599"/>
                        </a:cubicBezTo>
                        <a:cubicBezTo>
                          <a:pt x="16809" y="17599"/>
                          <a:pt x="16839" y="17599"/>
                          <a:pt x="16870" y="17630"/>
                        </a:cubicBezTo>
                        <a:cubicBezTo>
                          <a:pt x="16839" y="17630"/>
                          <a:pt x="16839" y="17660"/>
                          <a:pt x="16809" y="17660"/>
                        </a:cubicBezTo>
                        <a:cubicBezTo>
                          <a:pt x="16718" y="17690"/>
                          <a:pt x="16657" y="17751"/>
                          <a:pt x="16566" y="17782"/>
                        </a:cubicBezTo>
                        <a:cubicBezTo>
                          <a:pt x="16535" y="17812"/>
                          <a:pt x="16474" y="17812"/>
                          <a:pt x="16444" y="17812"/>
                        </a:cubicBezTo>
                        <a:cubicBezTo>
                          <a:pt x="16323" y="17842"/>
                          <a:pt x="16323" y="17903"/>
                          <a:pt x="16353" y="18025"/>
                        </a:cubicBezTo>
                        <a:cubicBezTo>
                          <a:pt x="16262" y="18055"/>
                          <a:pt x="16171" y="18086"/>
                          <a:pt x="16140" y="18177"/>
                        </a:cubicBezTo>
                        <a:cubicBezTo>
                          <a:pt x="16110" y="18238"/>
                          <a:pt x="16140" y="18329"/>
                          <a:pt x="16140" y="18420"/>
                        </a:cubicBezTo>
                        <a:cubicBezTo>
                          <a:pt x="16140" y="18481"/>
                          <a:pt x="16110" y="18511"/>
                          <a:pt x="16079" y="18542"/>
                        </a:cubicBezTo>
                        <a:cubicBezTo>
                          <a:pt x="16049" y="18602"/>
                          <a:pt x="15988" y="18663"/>
                          <a:pt x="15988" y="18724"/>
                        </a:cubicBezTo>
                        <a:cubicBezTo>
                          <a:pt x="15988" y="18815"/>
                          <a:pt x="15927" y="18937"/>
                          <a:pt x="15836" y="18967"/>
                        </a:cubicBezTo>
                        <a:cubicBezTo>
                          <a:pt x="15684" y="19028"/>
                          <a:pt x="15593" y="19149"/>
                          <a:pt x="15563" y="19271"/>
                        </a:cubicBezTo>
                        <a:cubicBezTo>
                          <a:pt x="15563" y="19393"/>
                          <a:pt x="15441" y="19514"/>
                          <a:pt x="15411" y="19666"/>
                        </a:cubicBezTo>
                        <a:cubicBezTo>
                          <a:pt x="15411" y="19788"/>
                          <a:pt x="15411" y="19879"/>
                          <a:pt x="15259" y="19909"/>
                        </a:cubicBezTo>
                        <a:cubicBezTo>
                          <a:pt x="15198" y="19940"/>
                          <a:pt x="15167" y="20001"/>
                          <a:pt x="15198" y="20092"/>
                        </a:cubicBezTo>
                        <a:cubicBezTo>
                          <a:pt x="15228" y="20213"/>
                          <a:pt x="15228" y="20335"/>
                          <a:pt x="15198" y="20487"/>
                        </a:cubicBezTo>
                        <a:cubicBezTo>
                          <a:pt x="15167" y="20608"/>
                          <a:pt x="15137" y="20730"/>
                          <a:pt x="15107" y="20852"/>
                        </a:cubicBezTo>
                        <a:cubicBezTo>
                          <a:pt x="15076" y="20943"/>
                          <a:pt x="15015" y="21004"/>
                          <a:pt x="14924" y="21034"/>
                        </a:cubicBezTo>
                        <a:cubicBezTo>
                          <a:pt x="14864" y="21064"/>
                          <a:pt x="14803" y="21095"/>
                          <a:pt x="14742" y="21125"/>
                        </a:cubicBezTo>
                        <a:cubicBezTo>
                          <a:pt x="14712" y="21125"/>
                          <a:pt x="14681" y="21156"/>
                          <a:pt x="14651" y="21216"/>
                        </a:cubicBezTo>
                        <a:cubicBezTo>
                          <a:pt x="14651" y="21338"/>
                          <a:pt x="14651" y="21429"/>
                          <a:pt x="14529" y="21490"/>
                        </a:cubicBezTo>
                        <a:cubicBezTo>
                          <a:pt x="14316" y="21642"/>
                          <a:pt x="14134" y="21885"/>
                          <a:pt x="14043" y="22128"/>
                        </a:cubicBezTo>
                        <a:cubicBezTo>
                          <a:pt x="14012" y="22189"/>
                          <a:pt x="14012" y="22250"/>
                          <a:pt x="13952" y="22311"/>
                        </a:cubicBezTo>
                        <a:cubicBezTo>
                          <a:pt x="13921" y="22402"/>
                          <a:pt x="13830" y="22463"/>
                          <a:pt x="13739" y="22432"/>
                        </a:cubicBezTo>
                        <a:cubicBezTo>
                          <a:pt x="13648" y="22432"/>
                          <a:pt x="13556" y="22432"/>
                          <a:pt x="13465" y="22402"/>
                        </a:cubicBezTo>
                        <a:cubicBezTo>
                          <a:pt x="13435" y="22402"/>
                          <a:pt x="13435" y="22432"/>
                          <a:pt x="13405" y="22432"/>
                        </a:cubicBezTo>
                        <a:cubicBezTo>
                          <a:pt x="13374" y="22463"/>
                          <a:pt x="13374" y="22523"/>
                          <a:pt x="13405" y="22554"/>
                        </a:cubicBezTo>
                        <a:cubicBezTo>
                          <a:pt x="13435" y="22584"/>
                          <a:pt x="13435" y="22584"/>
                          <a:pt x="13465" y="22615"/>
                        </a:cubicBezTo>
                        <a:cubicBezTo>
                          <a:pt x="13496" y="22675"/>
                          <a:pt x="13496" y="22767"/>
                          <a:pt x="13435" y="22767"/>
                        </a:cubicBezTo>
                        <a:cubicBezTo>
                          <a:pt x="13222" y="22797"/>
                          <a:pt x="13101" y="23040"/>
                          <a:pt x="12888" y="23010"/>
                        </a:cubicBezTo>
                        <a:cubicBezTo>
                          <a:pt x="12736" y="23101"/>
                          <a:pt x="12584" y="23222"/>
                          <a:pt x="12462" y="23314"/>
                        </a:cubicBezTo>
                        <a:lnTo>
                          <a:pt x="12462" y="23374"/>
                        </a:lnTo>
                        <a:cubicBezTo>
                          <a:pt x="12493" y="23526"/>
                          <a:pt x="12401" y="23587"/>
                          <a:pt x="12280" y="23587"/>
                        </a:cubicBezTo>
                        <a:cubicBezTo>
                          <a:pt x="12189" y="23618"/>
                          <a:pt x="12098" y="23648"/>
                          <a:pt x="12006" y="23678"/>
                        </a:cubicBezTo>
                        <a:cubicBezTo>
                          <a:pt x="11946" y="23709"/>
                          <a:pt x="11915" y="23770"/>
                          <a:pt x="11885" y="23830"/>
                        </a:cubicBezTo>
                        <a:cubicBezTo>
                          <a:pt x="11854" y="23922"/>
                          <a:pt x="11885" y="24013"/>
                          <a:pt x="11854" y="24104"/>
                        </a:cubicBezTo>
                        <a:cubicBezTo>
                          <a:pt x="11824" y="24317"/>
                          <a:pt x="11915" y="24590"/>
                          <a:pt x="11794" y="24833"/>
                        </a:cubicBezTo>
                        <a:lnTo>
                          <a:pt x="11794" y="24894"/>
                        </a:lnTo>
                        <a:cubicBezTo>
                          <a:pt x="11854" y="25046"/>
                          <a:pt x="11946" y="25198"/>
                          <a:pt x="12067" y="25350"/>
                        </a:cubicBezTo>
                        <a:cubicBezTo>
                          <a:pt x="12098" y="25441"/>
                          <a:pt x="12158" y="25563"/>
                          <a:pt x="12189" y="25654"/>
                        </a:cubicBezTo>
                        <a:cubicBezTo>
                          <a:pt x="12189" y="25715"/>
                          <a:pt x="12189" y="25806"/>
                          <a:pt x="12128" y="25836"/>
                        </a:cubicBezTo>
                        <a:cubicBezTo>
                          <a:pt x="12098" y="25928"/>
                          <a:pt x="12037" y="25988"/>
                          <a:pt x="11976" y="26049"/>
                        </a:cubicBezTo>
                        <a:cubicBezTo>
                          <a:pt x="11946" y="26110"/>
                          <a:pt x="11946" y="26201"/>
                          <a:pt x="12006" y="26232"/>
                        </a:cubicBezTo>
                        <a:cubicBezTo>
                          <a:pt x="12067" y="26262"/>
                          <a:pt x="12128" y="26292"/>
                          <a:pt x="12189" y="26323"/>
                        </a:cubicBezTo>
                        <a:cubicBezTo>
                          <a:pt x="12249" y="26353"/>
                          <a:pt x="12310" y="26414"/>
                          <a:pt x="12249" y="26475"/>
                        </a:cubicBezTo>
                        <a:cubicBezTo>
                          <a:pt x="12219" y="26536"/>
                          <a:pt x="12128" y="26596"/>
                          <a:pt x="12098" y="26688"/>
                        </a:cubicBezTo>
                        <a:cubicBezTo>
                          <a:pt x="12037" y="26748"/>
                          <a:pt x="12067" y="26870"/>
                          <a:pt x="12128" y="26931"/>
                        </a:cubicBezTo>
                        <a:cubicBezTo>
                          <a:pt x="12341" y="27143"/>
                          <a:pt x="12614" y="27326"/>
                          <a:pt x="12918" y="27447"/>
                        </a:cubicBezTo>
                        <a:cubicBezTo>
                          <a:pt x="12949" y="27447"/>
                          <a:pt x="13009" y="27447"/>
                          <a:pt x="13040" y="27447"/>
                        </a:cubicBezTo>
                        <a:cubicBezTo>
                          <a:pt x="13313" y="27356"/>
                          <a:pt x="13617" y="27295"/>
                          <a:pt x="13800" y="27022"/>
                        </a:cubicBezTo>
                        <a:cubicBezTo>
                          <a:pt x="13860" y="26900"/>
                          <a:pt x="13952" y="26809"/>
                          <a:pt x="14073" y="26718"/>
                        </a:cubicBezTo>
                        <a:cubicBezTo>
                          <a:pt x="14256" y="26566"/>
                          <a:pt x="14499" y="26536"/>
                          <a:pt x="14590" y="26323"/>
                        </a:cubicBezTo>
                        <a:cubicBezTo>
                          <a:pt x="14620" y="26292"/>
                          <a:pt x="14620" y="26292"/>
                          <a:pt x="14651" y="26323"/>
                        </a:cubicBezTo>
                        <a:cubicBezTo>
                          <a:pt x="14712" y="26384"/>
                          <a:pt x="14803" y="26414"/>
                          <a:pt x="14833" y="26505"/>
                        </a:cubicBezTo>
                        <a:cubicBezTo>
                          <a:pt x="14864" y="26566"/>
                          <a:pt x="14864" y="26779"/>
                          <a:pt x="14894" y="26900"/>
                        </a:cubicBezTo>
                        <a:cubicBezTo>
                          <a:pt x="14955" y="27052"/>
                          <a:pt x="15015" y="27174"/>
                          <a:pt x="15046" y="27356"/>
                        </a:cubicBezTo>
                        <a:cubicBezTo>
                          <a:pt x="15076" y="27599"/>
                          <a:pt x="15167" y="27812"/>
                          <a:pt x="15319" y="28025"/>
                        </a:cubicBezTo>
                        <a:cubicBezTo>
                          <a:pt x="15411" y="28238"/>
                          <a:pt x="15532" y="28420"/>
                          <a:pt x="15684" y="28602"/>
                        </a:cubicBezTo>
                        <a:cubicBezTo>
                          <a:pt x="15745" y="28663"/>
                          <a:pt x="15684" y="28724"/>
                          <a:pt x="15684" y="28785"/>
                        </a:cubicBezTo>
                        <a:cubicBezTo>
                          <a:pt x="15684" y="28846"/>
                          <a:pt x="15654" y="28906"/>
                          <a:pt x="15623" y="28967"/>
                        </a:cubicBezTo>
                        <a:lnTo>
                          <a:pt x="15623" y="28967"/>
                        </a:lnTo>
                        <a:cubicBezTo>
                          <a:pt x="15623" y="28998"/>
                          <a:pt x="15623" y="28998"/>
                          <a:pt x="15623" y="29028"/>
                        </a:cubicBezTo>
                        <a:cubicBezTo>
                          <a:pt x="15654" y="29058"/>
                          <a:pt x="15715" y="29119"/>
                          <a:pt x="15715" y="29150"/>
                        </a:cubicBezTo>
                        <a:cubicBezTo>
                          <a:pt x="15897" y="29606"/>
                          <a:pt x="15958" y="29484"/>
                          <a:pt x="16353" y="29454"/>
                        </a:cubicBezTo>
                        <a:cubicBezTo>
                          <a:pt x="16444" y="29423"/>
                          <a:pt x="16505" y="29362"/>
                          <a:pt x="16505" y="29271"/>
                        </a:cubicBezTo>
                        <a:cubicBezTo>
                          <a:pt x="16535" y="29119"/>
                          <a:pt x="16657" y="29028"/>
                          <a:pt x="16809" y="28998"/>
                        </a:cubicBezTo>
                        <a:cubicBezTo>
                          <a:pt x="16870" y="28998"/>
                          <a:pt x="16930" y="28998"/>
                          <a:pt x="16991" y="28998"/>
                        </a:cubicBezTo>
                        <a:cubicBezTo>
                          <a:pt x="17174" y="29028"/>
                          <a:pt x="17356" y="28937"/>
                          <a:pt x="17447" y="28754"/>
                        </a:cubicBezTo>
                        <a:cubicBezTo>
                          <a:pt x="17751" y="28815"/>
                          <a:pt x="17751" y="28572"/>
                          <a:pt x="17781" y="28390"/>
                        </a:cubicBezTo>
                        <a:cubicBezTo>
                          <a:pt x="17812" y="28329"/>
                          <a:pt x="17812" y="28299"/>
                          <a:pt x="17781" y="28238"/>
                        </a:cubicBezTo>
                        <a:cubicBezTo>
                          <a:pt x="17812" y="28177"/>
                          <a:pt x="17721" y="28116"/>
                          <a:pt x="17660" y="28147"/>
                        </a:cubicBezTo>
                        <a:cubicBezTo>
                          <a:pt x="17630" y="28177"/>
                          <a:pt x="17630" y="28177"/>
                          <a:pt x="17599" y="28147"/>
                        </a:cubicBezTo>
                        <a:cubicBezTo>
                          <a:pt x="17569" y="28147"/>
                          <a:pt x="17569" y="28116"/>
                          <a:pt x="17569" y="28116"/>
                        </a:cubicBezTo>
                        <a:cubicBezTo>
                          <a:pt x="17538" y="27873"/>
                          <a:pt x="17569" y="27660"/>
                          <a:pt x="17630" y="27417"/>
                        </a:cubicBezTo>
                        <a:cubicBezTo>
                          <a:pt x="17660" y="27326"/>
                          <a:pt x="17690" y="27204"/>
                          <a:pt x="17690" y="27083"/>
                        </a:cubicBezTo>
                        <a:cubicBezTo>
                          <a:pt x="17690" y="26900"/>
                          <a:pt x="17781" y="26748"/>
                          <a:pt x="17933" y="26657"/>
                        </a:cubicBezTo>
                        <a:cubicBezTo>
                          <a:pt x="18055" y="26596"/>
                          <a:pt x="18177" y="26505"/>
                          <a:pt x="18298" y="26444"/>
                        </a:cubicBezTo>
                        <a:cubicBezTo>
                          <a:pt x="18420" y="26323"/>
                          <a:pt x="18481" y="26171"/>
                          <a:pt x="18481" y="26019"/>
                        </a:cubicBezTo>
                        <a:cubicBezTo>
                          <a:pt x="18481" y="25928"/>
                          <a:pt x="18511" y="25836"/>
                          <a:pt x="18511" y="25745"/>
                        </a:cubicBezTo>
                        <a:cubicBezTo>
                          <a:pt x="18511" y="25684"/>
                          <a:pt x="18481" y="25624"/>
                          <a:pt x="18450" y="25563"/>
                        </a:cubicBezTo>
                        <a:cubicBezTo>
                          <a:pt x="18329" y="25320"/>
                          <a:pt x="18116" y="25137"/>
                          <a:pt x="17873" y="24985"/>
                        </a:cubicBezTo>
                        <a:cubicBezTo>
                          <a:pt x="17751" y="24925"/>
                          <a:pt x="17660" y="24803"/>
                          <a:pt x="17690" y="24651"/>
                        </a:cubicBezTo>
                        <a:cubicBezTo>
                          <a:pt x="17690" y="24317"/>
                          <a:pt x="17690" y="23952"/>
                          <a:pt x="17721" y="23587"/>
                        </a:cubicBezTo>
                        <a:cubicBezTo>
                          <a:pt x="17721" y="23496"/>
                          <a:pt x="17751" y="23435"/>
                          <a:pt x="17781" y="23405"/>
                        </a:cubicBezTo>
                        <a:cubicBezTo>
                          <a:pt x="17964" y="23070"/>
                          <a:pt x="18207" y="22797"/>
                          <a:pt x="18511" y="22584"/>
                        </a:cubicBezTo>
                        <a:cubicBezTo>
                          <a:pt x="18633" y="22493"/>
                          <a:pt x="18785" y="22341"/>
                          <a:pt x="18906" y="22219"/>
                        </a:cubicBezTo>
                        <a:cubicBezTo>
                          <a:pt x="19089" y="22067"/>
                          <a:pt x="19240" y="21855"/>
                          <a:pt x="19301" y="21611"/>
                        </a:cubicBezTo>
                        <a:cubicBezTo>
                          <a:pt x="19362" y="21520"/>
                          <a:pt x="19362" y="21399"/>
                          <a:pt x="19332" y="21277"/>
                        </a:cubicBezTo>
                        <a:cubicBezTo>
                          <a:pt x="19271" y="21004"/>
                          <a:pt x="19332" y="20730"/>
                          <a:pt x="19453" y="20517"/>
                        </a:cubicBezTo>
                        <a:cubicBezTo>
                          <a:pt x="19575" y="20304"/>
                          <a:pt x="19696" y="20122"/>
                          <a:pt x="19970" y="20183"/>
                        </a:cubicBezTo>
                        <a:cubicBezTo>
                          <a:pt x="20304" y="20122"/>
                          <a:pt x="20608" y="20183"/>
                          <a:pt x="20912" y="20335"/>
                        </a:cubicBezTo>
                        <a:cubicBezTo>
                          <a:pt x="20973" y="20396"/>
                          <a:pt x="21034" y="20608"/>
                          <a:pt x="20973" y="20639"/>
                        </a:cubicBezTo>
                        <a:cubicBezTo>
                          <a:pt x="20882" y="20700"/>
                          <a:pt x="20760" y="20760"/>
                          <a:pt x="20760" y="20882"/>
                        </a:cubicBezTo>
                        <a:cubicBezTo>
                          <a:pt x="20760" y="20973"/>
                          <a:pt x="20730" y="21064"/>
                          <a:pt x="20669" y="21125"/>
                        </a:cubicBezTo>
                        <a:cubicBezTo>
                          <a:pt x="20487" y="21460"/>
                          <a:pt x="20244" y="21794"/>
                          <a:pt x="20000" y="22098"/>
                        </a:cubicBezTo>
                        <a:cubicBezTo>
                          <a:pt x="19940" y="22159"/>
                          <a:pt x="19879" y="22250"/>
                          <a:pt x="19818" y="22371"/>
                        </a:cubicBezTo>
                        <a:cubicBezTo>
                          <a:pt x="19788" y="22493"/>
                          <a:pt x="19636" y="22584"/>
                          <a:pt x="19514" y="22554"/>
                        </a:cubicBezTo>
                        <a:cubicBezTo>
                          <a:pt x="19423" y="22554"/>
                          <a:pt x="19362" y="22584"/>
                          <a:pt x="19392" y="22675"/>
                        </a:cubicBezTo>
                        <a:cubicBezTo>
                          <a:pt x="19392" y="22767"/>
                          <a:pt x="19392" y="22888"/>
                          <a:pt x="19362" y="23010"/>
                        </a:cubicBezTo>
                        <a:cubicBezTo>
                          <a:pt x="19332" y="23101"/>
                          <a:pt x="19332" y="23192"/>
                          <a:pt x="19362" y="23253"/>
                        </a:cubicBezTo>
                        <a:cubicBezTo>
                          <a:pt x="19362" y="23344"/>
                          <a:pt x="19423" y="23435"/>
                          <a:pt x="19423" y="23526"/>
                        </a:cubicBezTo>
                        <a:cubicBezTo>
                          <a:pt x="19544" y="23861"/>
                          <a:pt x="19575" y="24226"/>
                          <a:pt x="19575" y="24590"/>
                        </a:cubicBezTo>
                        <a:cubicBezTo>
                          <a:pt x="19544" y="24651"/>
                          <a:pt x="19544" y="24742"/>
                          <a:pt x="19575" y="24803"/>
                        </a:cubicBezTo>
                        <a:cubicBezTo>
                          <a:pt x="19575" y="24925"/>
                          <a:pt x="19636" y="25016"/>
                          <a:pt x="19757" y="25046"/>
                        </a:cubicBezTo>
                        <a:cubicBezTo>
                          <a:pt x="19818" y="25107"/>
                          <a:pt x="19909" y="25137"/>
                          <a:pt x="19970" y="25198"/>
                        </a:cubicBezTo>
                        <a:lnTo>
                          <a:pt x="19970" y="25198"/>
                        </a:lnTo>
                        <a:lnTo>
                          <a:pt x="19970" y="25198"/>
                        </a:lnTo>
                        <a:lnTo>
                          <a:pt x="20000" y="25168"/>
                        </a:lnTo>
                        <a:lnTo>
                          <a:pt x="19970" y="25198"/>
                        </a:lnTo>
                        <a:cubicBezTo>
                          <a:pt x="20031" y="25229"/>
                          <a:pt x="20092" y="25289"/>
                          <a:pt x="20152" y="25289"/>
                        </a:cubicBezTo>
                        <a:cubicBezTo>
                          <a:pt x="20274" y="25259"/>
                          <a:pt x="20396" y="25320"/>
                          <a:pt x="20456" y="25472"/>
                        </a:cubicBezTo>
                        <a:cubicBezTo>
                          <a:pt x="20548" y="25593"/>
                          <a:pt x="20699" y="25624"/>
                          <a:pt x="20821" y="25563"/>
                        </a:cubicBezTo>
                        <a:cubicBezTo>
                          <a:pt x="20943" y="25533"/>
                          <a:pt x="21064" y="25472"/>
                          <a:pt x="21186" y="25411"/>
                        </a:cubicBezTo>
                        <a:cubicBezTo>
                          <a:pt x="21611" y="25229"/>
                          <a:pt x="22037" y="25107"/>
                          <a:pt x="22493" y="25107"/>
                        </a:cubicBezTo>
                        <a:cubicBezTo>
                          <a:pt x="22645" y="25107"/>
                          <a:pt x="22827" y="25077"/>
                          <a:pt x="22979" y="25046"/>
                        </a:cubicBezTo>
                        <a:cubicBezTo>
                          <a:pt x="23010" y="25046"/>
                          <a:pt x="23070" y="25046"/>
                          <a:pt x="23101" y="25077"/>
                        </a:cubicBezTo>
                        <a:cubicBezTo>
                          <a:pt x="23162" y="25289"/>
                          <a:pt x="23405" y="25259"/>
                          <a:pt x="23526" y="25350"/>
                        </a:cubicBezTo>
                        <a:cubicBezTo>
                          <a:pt x="23526" y="25350"/>
                          <a:pt x="23587" y="25381"/>
                          <a:pt x="23587" y="25381"/>
                        </a:cubicBezTo>
                        <a:cubicBezTo>
                          <a:pt x="23587" y="25411"/>
                          <a:pt x="23587" y="25411"/>
                          <a:pt x="23587" y="25441"/>
                        </a:cubicBezTo>
                        <a:cubicBezTo>
                          <a:pt x="23526" y="25472"/>
                          <a:pt x="23435" y="25533"/>
                          <a:pt x="23374" y="25563"/>
                        </a:cubicBezTo>
                        <a:cubicBezTo>
                          <a:pt x="23253" y="25624"/>
                          <a:pt x="23101" y="25654"/>
                          <a:pt x="23040" y="25776"/>
                        </a:cubicBezTo>
                        <a:cubicBezTo>
                          <a:pt x="22888" y="26049"/>
                          <a:pt x="22675" y="26019"/>
                          <a:pt x="22462" y="25928"/>
                        </a:cubicBezTo>
                        <a:cubicBezTo>
                          <a:pt x="22310" y="25897"/>
                          <a:pt x="22158" y="25836"/>
                          <a:pt x="21976" y="25836"/>
                        </a:cubicBezTo>
                        <a:cubicBezTo>
                          <a:pt x="21915" y="25806"/>
                          <a:pt x="21855" y="25806"/>
                          <a:pt x="21794" y="25836"/>
                        </a:cubicBezTo>
                        <a:cubicBezTo>
                          <a:pt x="21581" y="25897"/>
                          <a:pt x="21368" y="25958"/>
                          <a:pt x="21155" y="26049"/>
                        </a:cubicBezTo>
                        <a:cubicBezTo>
                          <a:pt x="20912" y="26110"/>
                          <a:pt x="20760" y="26292"/>
                          <a:pt x="20760" y="26536"/>
                        </a:cubicBezTo>
                        <a:cubicBezTo>
                          <a:pt x="20730" y="26657"/>
                          <a:pt x="20639" y="26748"/>
                          <a:pt x="20548" y="26779"/>
                        </a:cubicBezTo>
                        <a:cubicBezTo>
                          <a:pt x="20456" y="26809"/>
                          <a:pt x="20365" y="26809"/>
                          <a:pt x="20274" y="26840"/>
                        </a:cubicBezTo>
                        <a:cubicBezTo>
                          <a:pt x="20092" y="26900"/>
                          <a:pt x="20092" y="27022"/>
                          <a:pt x="20183" y="27204"/>
                        </a:cubicBezTo>
                        <a:lnTo>
                          <a:pt x="20213" y="27265"/>
                        </a:lnTo>
                        <a:cubicBezTo>
                          <a:pt x="20396" y="27204"/>
                          <a:pt x="20578" y="27143"/>
                          <a:pt x="20699" y="26992"/>
                        </a:cubicBezTo>
                        <a:cubicBezTo>
                          <a:pt x="20791" y="26931"/>
                          <a:pt x="20821" y="26931"/>
                          <a:pt x="20943" y="26992"/>
                        </a:cubicBezTo>
                        <a:cubicBezTo>
                          <a:pt x="21003" y="27052"/>
                          <a:pt x="21064" y="27113"/>
                          <a:pt x="21155" y="27174"/>
                        </a:cubicBezTo>
                        <a:cubicBezTo>
                          <a:pt x="21216" y="27204"/>
                          <a:pt x="21247" y="27265"/>
                          <a:pt x="21277" y="27326"/>
                        </a:cubicBezTo>
                        <a:cubicBezTo>
                          <a:pt x="21277" y="27508"/>
                          <a:pt x="21277" y="27691"/>
                          <a:pt x="21277" y="27873"/>
                        </a:cubicBezTo>
                        <a:cubicBezTo>
                          <a:pt x="21247" y="27964"/>
                          <a:pt x="21186" y="28025"/>
                          <a:pt x="21095" y="28055"/>
                        </a:cubicBezTo>
                        <a:cubicBezTo>
                          <a:pt x="21034" y="28055"/>
                          <a:pt x="20973" y="28055"/>
                          <a:pt x="20912" y="27995"/>
                        </a:cubicBezTo>
                        <a:cubicBezTo>
                          <a:pt x="20821" y="27903"/>
                          <a:pt x="20730" y="27812"/>
                          <a:pt x="20639" y="27691"/>
                        </a:cubicBezTo>
                        <a:cubicBezTo>
                          <a:pt x="20578" y="27599"/>
                          <a:pt x="20456" y="27569"/>
                          <a:pt x="20365" y="27599"/>
                        </a:cubicBezTo>
                        <a:cubicBezTo>
                          <a:pt x="20183" y="27660"/>
                          <a:pt x="20031" y="27782"/>
                          <a:pt x="19970" y="27964"/>
                        </a:cubicBezTo>
                        <a:cubicBezTo>
                          <a:pt x="19940" y="28086"/>
                          <a:pt x="19879" y="28207"/>
                          <a:pt x="19818" y="28329"/>
                        </a:cubicBezTo>
                        <a:cubicBezTo>
                          <a:pt x="19757" y="28511"/>
                          <a:pt x="19757" y="28694"/>
                          <a:pt x="19788" y="28876"/>
                        </a:cubicBezTo>
                        <a:cubicBezTo>
                          <a:pt x="19818" y="29089"/>
                          <a:pt x="19848" y="29302"/>
                          <a:pt x="19879" y="29545"/>
                        </a:cubicBezTo>
                        <a:cubicBezTo>
                          <a:pt x="19879" y="29575"/>
                          <a:pt x="19879" y="29636"/>
                          <a:pt x="19818" y="29636"/>
                        </a:cubicBezTo>
                        <a:cubicBezTo>
                          <a:pt x="19727" y="29697"/>
                          <a:pt x="19605" y="29727"/>
                          <a:pt x="19514" y="29757"/>
                        </a:cubicBezTo>
                        <a:cubicBezTo>
                          <a:pt x="19392" y="29818"/>
                          <a:pt x="19332" y="29909"/>
                          <a:pt x="19332" y="30031"/>
                        </a:cubicBezTo>
                        <a:cubicBezTo>
                          <a:pt x="19301" y="30244"/>
                          <a:pt x="18876" y="30274"/>
                          <a:pt x="18754" y="30092"/>
                        </a:cubicBezTo>
                        <a:cubicBezTo>
                          <a:pt x="18724" y="30061"/>
                          <a:pt x="18724" y="30031"/>
                          <a:pt x="18693" y="30001"/>
                        </a:cubicBezTo>
                        <a:cubicBezTo>
                          <a:pt x="18633" y="29879"/>
                          <a:pt x="18511" y="29818"/>
                          <a:pt x="18420" y="29849"/>
                        </a:cubicBezTo>
                        <a:cubicBezTo>
                          <a:pt x="18177" y="29849"/>
                          <a:pt x="17964" y="29909"/>
                          <a:pt x="17781" y="30031"/>
                        </a:cubicBezTo>
                        <a:cubicBezTo>
                          <a:pt x="17508" y="30213"/>
                          <a:pt x="17204" y="30365"/>
                          <a:pt x="16930" y="30487"/>
                        </a:cubicBezTo>
                        <a:cubicBezTo>
                          <a:pt x="16839" y="30548"/>
                          <a:pt x="16778" y="30669"/>
                          <a:pt x="16687" y="30730"/>
                        </a:cubicBezTo>
                        <a:cubicBezTo>
                          <a:pt x="16626" y="30761"/>
                          <a:pt x="16566" y="30761"/>
                          <a:pt x="16505" y="30730"/>
                        </a:cubicBezTo>
                        <a:cubicBezTo>
                          <a:pt x="16383" y="30639"/>
                          <a:pt x="16262" y="30517"/>
                          <a:pt x="16171" y="30396"/>
                        </a:cubicBezTo>
                        <a:cubicBezTo>
                          <a:pt x="16140" y="30365"/>
                          <a:pt x="16171" y="30274"/>
                          <a:pt x="16171" y="30213"/>
                        </a:cubicBezTo>
                        <a:cubicBezTo>
                          <a:pt x="16171" y="30122"/>
                          <a:pt x="16079" y="30092"/>
                          <a:pt x="16019" y="30122"/>
                        </a:cubicBezTo>
                        <a:cubicBezTo>
                          <a:pt x="15927" y="30213"/>
                          <a:pt x="15806" y="30274"/>
                          <a:pt x="15684" y="30305"/>
                        </a:cubicBezTo>
                        <a:cubicBezTo>
                          <a:pt x="15471" y="30335"/>
                          <a:pt x="15289" y="30426"/>
                          <a:pt x="15107" y="30548"/>
                        </a:cubicBezTo>
                        <a:cubicBezTo>
                          <a:pt x="15076" y="30578"/>
                          <a:pt x="15046" y="30548"/>
                          <a:pt x="15015" y="30548"/>
                        </a:cubicBezTo>
                        <a:cubicBezTo>
                          <a:pt x="14924" y="30426"/>
                          <a:pt x="14833" y="30365"/>
                          <a:pt x="14742" y="30335"/>
                        </a:cubicBezTo>
                        <a:cubicBezTo>
                          <a:pt x="14620" y="30305"/>
                          <a:pt x="14529" y="30274"/>
                          <a:pt x="14438" y="30213"/>
                        </a:cubicBezTo>
                        <a:cubicBezTo>
                          <a:pt x="14347" y="30122"/>
                          <a:pt x="14316" y="30031"/>
                          <a:pt x="14286" y="29909"/>
                        </a:cubicBezTo>
                        <a:cubicBezTo>
                          <a:pt x="14286" y="29879"/>
                          <a:pt x="14286" y="29849"/>
                          <a:pt x="14316" y="29818"/>
                        </a:cubicBezTo>
                        <a:cubicBezTo>
                          <a:pt x="14316" y="29818"/>
                          <a:pt x="14347" y="29788"/>
                          <a:pt x="14377" y="29818"/>
                        </a:cubicBezTo>
                        <a:cubicBezTo>
                          <a:pt x="14560" y="29849"/>
                          <a:pt x="14742" y="29940"/>
                          <a:pt x="14924" y="30061"/>
                        </a:cubicBezTo>
                        <a:cubicBezTo>
                          <a:pt x="15107" y="30213"/>
                          <a:pt x="15289" y="30153"/>
                          <a:pt x="15411" y="29909"/>
                        </a:cubicBezTo>
                        <a:cubicBezTo>
                          <a:pt x="15563" y="29666"/>
                          <a:pt x="15654" y="29332"/>
                          <a:pt x="15623" y="29028"/>
                        </a:cubicBezTo>
                        <a:lnTo>
                          <a:pt x="15593" y="29028"/>
                        </a:lnTo>
                        <a:lnTo>
                          <a:pt x="15593" y="29028"/>
                        </a:lnTo>
                        <a:cubicBezTo>
                          <a:pt x="15380" y="28998"/>
                          <a:pt x="15137" y="29089"/>
                          <a:pt x="15015" y="29271"/>
                        </a:cubicBezTo>
                        <a:cubicBezTo>
                          <a:pt x="14924" y="29332"/>
                          <a:pt x="14924" y="29454"/>
                          <a:pt x="14985" y="29514"/>
                        </a:cubicBezTo>
                        <a:cubicBezTo>
                          <a:pt x="15015" y="29606"/>
                          <a:pt x="15076" y="29666"/>
                          <a:pt x="15137" y="29757"/>
                        </a:cubicBezTo>
                        <a:cubicBezTo>
                          <a:pt x="15167" y="29849"/>
                          <a:pt x="15137" y="29849"/>
                          <a:pt x="15107" y="29879"/>
                        </a:cubicBezTo>
                        <a:cubicBezTo>
                          <a:pt x="15076" y="29879"/>
                          <a:pt x="15015" y="29879"/>
                          <a:pt x="14985" y="29879"/>
                        </a:cubicBezTo>
                        <a:lnTo>
                          <a:pt x="14924" y="29818"/>
                        </a:lnTo>
                        <a:cubicBezTo>
                          <a:pt x="14772" y="29697"/>
                          <a:pt x="14712" y="29484"/>
                          <a:pt x="14529" y="29393"/>
                        </a:cubicBezTo>
                        <a:cubicBezTo>
                          <a:pt x="14499" y="29393"/>
                          <a:pt x="14499" y="29302"/>
                          <a:pt x="14529" y="29271"/>
                        </a:cubicBezTo>
                        <a:cubicBezTo>
                          <a:pt x="14529" y="29089"/>
                          <a:pt x="14651" y="28967"/>
                          <a:pt x="14803" y="28906"/>
                        </a:cubicBezTo>
                        <a:cubicBezTo>
                          <a:pt x="14833" y="28876"/>
                          <a:pt x="14833" y="28846"/>
                          <a:pt x="14803" y="28785"/>
                        </a:cubicBezTo>
                        <a:cubicBezTo>
                          <a:pt x="14772" y="28754"/>
                          <a:pt x="14772" y="28754"/>
                          <a:pt x="14742" y="28754"/>
                        </a:cubicBezTo>
                        <a:cubicBezTo>
                          <a:pt x="14529" y="28663"/>
                          <a:pt x="14438" y="28420"/>
                          <a:pt x="14560" y="28238"/>
                        </a:cubicBezTo>
                        <a:cubicBezTo>
                          <a:pt x="14620" y="28116"/>
                          <a:pt x="14620" y="28025"/>
                          <a:pt x="14620" y="27903"/>
                        </a:cubicBezTo>
                        <a:cubicBezTo>
                          <a:pt x="14620" y="27843"/>
                          <a:pt x="14529" y="27751"/>
                          <a:pt x="14499" y="27782"/>
                        </a:cubicBezTo>
                        <a:cubicBezTo>
                          <a:pt x="14438" y="27782"/>
                          <a:pt x="14408" y="27782"/>
                          <a:pt x="14347" y="27812"/>
                        </a:cubicBezTo>
                        <a:cubicBezTo>
                          <a:pt x="14104" y="27964"/>
                          <a:pt x="13921" y="28177"/>
                          <a:pt x="13617" y="28299"/>
                        </a:cubicBezTo>
                        <a:cubicBezTo>
                          <a:pt x="13587" y="28299"/>
                          <a:pt x="13556" y="28359"/>
                          <a:pt x="13556" y="28390"/>
                        </a:cubicBezTo>
                        <a:cubicBezTo>
                          <a:pt x="13556" y="28663"/>
                          <a:pt x="13374" y="28906"/>
                          <a:pt x="13496" y="29180"/>
                        </a:cubicBezTo>
                        <a:cubicBezTo>
                          <a:pt x="13496" y="29210"/>
                          <a:pt x="13465" y="29271"/>
                          <a:pt x="13435" y="29302"/>
                        </a:cubicBezTo>
                        <a:cubicBezTo>
                          <a:pt x="13405" y="29393"/>
                          <a:pt x="13435" y="29484"/>
                          <a:pt x="13496" y="29575"/>
                        </a:cubicBezTo>
                        <a:cubicBezTo>
                          <a:pt x="13556" y="29606"/>
                          <a:pt x="13587" y="29666"/>
                          <a:pt x="13617" y="29727"/>
                        </a:cubicBezTo>
                        <a:cubicBezTo>
                          <a:pt x="13678" y="30001"/>
                          <a:pt x="13739" y="30305"/>
                          <a:pt x="13800" y="30578"/>
                        </a:cubicBezTo>
                        <a:cubicBezTo>
                          <a:pt x="13800" y="30730"/>
                          <a:pt x="13587" y="30973"/>
                          <a:pt x="13435" y="30943"/>
                        </a:cubicBezTo>
                        <a:cubicBezTo>
                          <a:pt x="13283" y="30882"/>
                          <a:pt x="13070" y="30882"/>
                          <a:pt x="12918" y="30973"/>
                        </a:cubicBezTo>
                        <a:cubicBezTo>
                          <a:pt x="12766" y="31065"/>
                          <a:pt x="12645" y="31125"/>
                          <a:pt x="12462" y="31156"/>
                        </a:cubicBezTo>
                        <a:cubicBezTo>
                          <a:pt x="12280" y="31186"/>
                          <a:pt x="12098" y="31277"/>
                          <a:pt x="11915" y="31399"/>
                        </a:cubicBezTo>
                        <a:cubicBezTo>
                          <a:pt x="11763" y="31460"/>
                          <a:pt x="11642" y="31612"/>
                          <a:pt x="11581" y="31794"/>
                        </a:cubicBezTo>
                        <a:cubicBezTo>
                          <a:pt x="11520" y="32189"/>
                          <a:pt x="11277" y="32554"/>
                          <a:pt x="10912" y="32767"/>
                        </a:cubicBezTo>
                        <a:cubicBezTo>
                          <a:pt x="10821" y="32858"/>
                          <a:pt x="10669" y="32888"/>
                          <a:pt x="10578" y="32979"/>
                        </a:cubicBezTo>
                        <a:cubicBezTo>
                          <a:pt x="10517" y="33010"/>
                          <a:pt x="10456" y="33071"/>
                          <a:pt x="10426" y="33131"/>
                        </a:cubicBezTo>
                        <a:cubicBezTo>
                          <a:pt x="10395" y="33223"/>
                          <a:pt x="10395" y="33314"/>
                          <a:pt x="10365" y="33375"/>
                        </a:cubicBezTo>
                        <a:cubicBezTo>
                          <a:pt x="10335" y="33527"/>
                          <a:pt x="10213" y="33618"/>
                          <a:pt x="10091" y="33648"/>
                        </a:cubicBezTo>
                        <a:cubicBezTo>
                          <a:pt x="10031" y="33679"/>
                          <a:pt x="9939" y="33709"/>
                          <a:pt x="9879" y="33709"/>
                        </a:cubicBezTo>
                        <a:cubicBezTo>
                          <a:pt x="9787" y="33739"/>
                          <a:pt x="9696" y="33831"/>
                          <a:pt x="9635" y="33922"/>
                        </a:cubicBezTo>
                        <a:cubicBezTo>
                          <a:pt x="9575" y="34074"/>
                          <a:pt x="9423" y="34074"/>
                          <a:pt x="9271" y="34074"/>
                        </a:cubicBezTo>
                        <a:cubicBezTo>
                          <a:pt x="9180" y="34043"/>
                          <a:pt x="9058" y="33982"/>
                          <a:pt x="8967" y="33922"/>
                        </a:cubicBezTo>
                        <a:cubicBezTo>
                          <a:pt x="8936" y="33891"/>
                          <a:pt x="8845" y="33861"/>
                          <a:pt x="8784" y="33861"/>
                        </a:cubicBezTo>
                        <a:cubicBezTo>
                          <a:pt x="8724" y="33861"/>
                          <a:pt x="8632" y="33952"/>
                          <a:pt x="8663" y="34013"/>
                        </a:cubicBezTo>
                        <a:cubicBezTo>
                          <a:pt x="8693" y="34134"/>
                          <a:pt x="8724" y="34256"/>
                          <a:pt x="8754" y="34378"/>
                        </a:cubicBezTo>
                        <a:cubicBezTo>
                          <a:pt x="8784" y="34499"/>
                          <a:pt x="8693" y="34560"/>
                          <a:pt x="8602" y="34560"/>
                        </a:cubicBezTo>
                        <a:cubicBezTo>
                          <a:pt x="8420" y="34560"/>
                          <a:pt x="8268" y="34560"/>
                          <a:pt x="8116" y="34499"/>
                        </a:cubicBezTo>
                        <a:cubicBezTo>
                          <a:pt x="8055" y="34438"/>
                          <a:pt x="7964" y="34378"/>
                          <a:pt x="7872" y="34378"/>
                        </a:cubicBezTo>
                        <a:cubicBezTo>
                          <a:pt x="7690" y="34408"/>
                          <a:pt x="7538" y="34469"/>
                          <a:pt x="7356" y="34530"/>
                        </a:cubicBezTo>
                        <a:cubicBezTo>
                          <a:pt x="7295" y="34560"/>
                          <a:pt x="7265" y="34621"/>
                          <a:pt x="7265" y="34682"/>
                        </a:cubicBezTo>
                        <a:cubicBezTo>
                          <a:pt x="7295" y="34925"/>
                          <a:pt x="7325" y="35138"/>
                          <a:pt x="7629" y="35168"/>
                        </a:cubicBezTo>
                        <a:cubicBezTo>
                          <a:pt x="7781" y="35168"/>
                          <a:pt x="7903" y="35259"/>
                          <a:pt x="8024" y="35289"/>
                        </a:cubicBezTo>
                        <a:cubicBezTo>
                          <a:pt x="8207" y="35350"/>
                          <a:pt x="8389" y="35472"/>
                          <a:pt x="8450" y="35685"/>
                        </a:cubicBezTo>
                        <a:cubicBezTo>
                          <a:pt x="8511" y="35867"/>
                          <a:pt x="8663" y="36049"/>
                          <a:pt x="8845" y="36141"/>
                        </a:cubicBezTo>
                        <a:cubicBezTo>
                          <a:pt x="8967" y="36232"/>
                          <a:pt x="9028" y="36353"/>
                          <a:pt x="8997" y="36505"/>
                        </a:cubicBezTo>
                        <a:cubicBezTo>
                          <a:pt x="8997" y="36870"/>
                          <a:pt x="8967" y="37235"/>
                          <a:pt x="8936" y="37569"/>
                        </a:cubicBezTo>
                        <a:cubicBezTo>
                          <a:pt x="8906" y="37721"/>
                          <a:pt x="8876" y="37843"/>
                          <a:pt x="8815" y="37964"/>
                        </a:cubicBezTo>
                        <a:cubicBezTo>
                          <a:pt x="8784" y="38086"/>
                          <a:pt x="8632" y="38207"/>
                          <a:pt x="8511" y="38147"/>
                        </a:cubicBezTo>
                        <a:cubicBezTo>
                          <a:pt x="8268" y="38055"/>
                          <a:pt x="7994" y="38177"/>
                          <a:pt x="7781" y="38055"/>
                        </a:cubicBezTo>
                        <a:cubicBezTo>
                          <a:pt x="7721" y="38025"/>
                          <a:pt x="7629" y="38025"/>
                          <a:pt x="7569" y="38055"/>
                        </a:cubicBezTo>
                        <a:cubicBezTo>
                          <a:pt x="7356" y="38116"/>
                          <a:pt x="7113" y="38116"/>
                          <a:pt x="6900" y="38025"/>
                        </a:cubicBezTo>
                        <a:cubicBezTo>
                          <a:pt x="6657" y="37934"/>
                          <a:pt x="6414" y="37934"/>
                          <a:pt x="6170" y="37964"/>
                        </a:cubicBezTo>
                        <a:cubicBezTo>
                          <a:pt x="6110" y="37995"/>
                          <a:pt x="6049" y="37995"/>
                          <a:pt x="5958" y="37964"/>
                        </a:cubicBezTo>
                        <a:cubicBezTo>
                          <a:pt x="5714" y="37843"/>
                          <a:pt x="5410" y="37904"/>
                          <a:pt x="5228" y="38116"/>
                        </a:cubicBezTo>
                        <a:cubicBezTo>
                          <a:pt x="5198" y="38147"/>
                          <a:pt x="5106" y="38147"/>
                          <a:pt x="5046" y="38177"/>
                        </a:cubicBezTo>
                        <a:cubicBezTo>
                          <a:pt x="5015" y="38207"/>
                          <a:pt x="4955" y="38207"/>
                          <a:pt x="4924" y="38238"/>
                        </a:cubicBezTo>
                        <a:cubicBezTo>
                          <a:pt x="4833" y="38268"/>
                          <a:pt x="4772" y="38390"/>
                          <a:pt x="4833" y="38481"/>
                        </a:cubicBezTo>
                        <a:cubicBezTo>
                          <a:pt x="4955" y="38694"/>
                          <a:pt x="4985" y="38937"/>
                          <a:pt x="4955" y="39180"/>
                        </a:cubicBezTo>
                        <a:lnTo>
                          <a:pt x="4955" y="39241"/>
                        </a:lnTo>
                        <a:cubicBezTo>
                          <a:pt x="5046" y="39727"/>
                          <a:pt x="4955" y="40244"/>
                          <a:pt x="4742" y="40700"/>
                        </a:cubicBezTo>
                        <a:cubicBezTo>
                          <a:pt x="4681" y="40821"/>
                          <a:pt x="4620" y="40943"/>
                          <a:pt x="4590" y="41095"/>
                        </a:cubicBezTo>
                        <a:cubicBezTo>
                          <a:pt x="4559" y="41156"/>
                          <a:pt x="4559" y="41277"/>
                          <a:pt x="4620" y="41338"/>
                        </a:cubicBezTo>
                        <a:cubicBezTo>
                          <a:pt x="4803" y="41551"/>
                          <a:pt x="4894" y="41855"/>
                          <a:pt x="4863" y="42159"/>
                        </a:cubicBezTo>
                        <a:cubicBezTo>
                          <a:pt x="4863" y="42189"/>
                          <a:pt x="4863" y="42250"/>
                          <a:pt x="4863" y="42280"/>
                        </a:cubicBezTo>
                        <a:cubicBezTo>
                          <a:pt x="4863" y="42341"/>
                          <a:pt x="4894" y="42372"/>
                          <a:pt x="4955" y="42402"/>
                        </a:cubicBezTo>
                        <a:cubicBezTo>
                          <a:pt x="5106" y="42463"/>
                          <a:pt x="5289" y="42493"/>
                          <a:pt x="5471" y="42493"/>
                        </a:cubicBezTo>
                        <a:cubicBezTo>
                          <a:pt x="5562" y="42463"/>
                          <a:pt x="5654" y="42463"/>
                          <a:pt x="5745" y="42463"/>
                        </a:cubicBezTo>
                        <a:cubicBezTo>
                          <a:pt x="5836" y="42463"/>
                          <a:pt x="5958" y="42493"/>
                          <a:pt x="6018" y="42584"/>
                        </a:cubicBezTo>
                        <a:cubicBezTo>
                          <a:pt x="6110" y="42736"/>
                          <a:pt x="6201" y="42858"/>
                          <a:pt x="6292" y="43010"/>
                        </a:cubicBezTo>
                        <a:cubicBezTo>
                          <a:pt x="6383" y="43162"/>
                          <a:pt x="6565" y="43192"/>
                          <a:pt x="6748" y="43132"/>
                        </a:cubicBezTo>
                        <a:cubicBezTo>
                          <a:pt x="6839" y="43071"/>
                          <a:pt x="6930" y="43010"/>
                          <a:pt x="7021" y="42949"/>
                        </a:cubicBezTo>
                        <a:cubicBezTo>
                          <a:pt x="7234" y="42797"/>
                          <a:pt x="7508" y="42706"/>
                          <a:pt x="7781" y="42736"/>
                        </a:cubicBezTo>
                        <a:cubicBezTo>
                          <a:pt x="7994" y="42736"/>
                          <a:pt x="8207" y="42736"/>
                          <a:pt x="8389" y="42706"/>
                        </a:cubicBezTo>
                        <a:cubicBezTo>
                          <a:pt x="8511" y="42706"/>
                          <a:pt x="8632" y="42645"/>
                          <a:pt x="8693" y="42554"/>
                        </a:cubicBezTo>
                        <a:cubicBezTo>
                          <a:pt x="8754" y="42432"/>
                          <a:pt x="8876" y="42372"/>
                          <a:pt x="8997" y="42311"/>
                        </a:cubicBezTo>
                        <a:cubicBezTo>
                          <a:pt x="9149" y="42280"/>
                          <a:pt x="9240" y="42189"/>
                          <a:pt x="9271" y="42037"/>
                        </a:cubicBezTo>
                        <a:cubicBezTo>
                          <a:pt x="9331" y="41855"/>
                          <a:pt x="9453" y="41673"/>
                          <a:pt x="9605" y="41521"/>
                        </a:cubicBezTo>
                        <a:cubicBezTo>
                          <a:pt x="9666" y="41460"/>
                          <a:pt x="9696" y="41369"/>
                          <a:pt x="9635" y="41277"/>
                        </a:cubicBezTo>
                        <a:cubicBezTo>
                          <a:pt x="9392" y="40943"/>
                          <a:pt x="9514" y="40700"/>
                          <a:pt x="9757" y="40457"/>
                        </a:cubicBezTo>
                        <a:lnTo>
                          <a:pt x="9939" y="40244"/>
                        </a:lnTo>
                        <a:cubicBezTo>
                          <a:pt x="10122" y="40031"/>
                          <a:pt x="10274" y="39818"/>
                          <a:pt x="10578" y="39788"/>
                        </a:cubicBezTo>
                        <a:cubicBezTo>
                          <a:pt x="10912" y="39697"/>
                          <a:pt x="11125" y="39423"/>
                          <a:pt x="11125" y="39089"/>
                        </a:cubicBezTo>
                        <a:cubicBezTo>
                          <a:pt x="11155" y="38967"/>
                          <a:pt x="11155" y="38815"/>
                          <a:pt x="11186" y="38694"/>
                        </a:cubicBezTo>
                        <a:cubicBezTo>
                          <a:pt x="11186" y="38633"/>
                          <a:pt x="11216" y="38542"/>
                          <a:pt x="11216" y="38481"/>
                        </a:cubicBezTo>
                        <a:cubicBezTo>
                          <a:pt x="11277" y="38299"/>
                          <a:pt x="11459" y="38207"/>
                          <a:pt x="11642" y="38207"/>
                        </a:cubicBezTo>
                        <a:cubicBezTo>
                          <a:pt x="11946" y="38238"/>
                          <a:pt x="12280" y="38329"/>
                          <a:pt x="12553" y="38451"/>
                        </a:cubicBezTo>
                        <a:cubicBezTo>
                          <a:pt x="12675" y="38572"/>
                          <a:pt x="12827" y="38542"/>
                          <a:pt x="12918" y="38390"/>
                        </a:cubicBezTo>
                        <a:cubicBezTo>
                          <a:pt x="13101" y="38177"/>
                          <a:pt x="13313" y="38025"/>
                          <a:pt x="13587" y="37934"/>
                        </a:cubicBezTo>
                        <a:cubicBezTo>
                          <a:pt x="13678" y="37904"/>
                          <a:pt x="13739" y="37843"/>
                          <a:pt x="13800" y="37782"/>
                        </a:cubicBezTo>
                        <a:cubicBezTo>
                          <a:pt x="13921" y="37600"/>
                          <a:pt x="14164" y="37569"/>
                          <a:pt x="14347" y="37660"/>
                        </a:cubicBezTo>
                        <a:cubicBezTo>
                          <a:pt x="14560" y="37721"/>
                          <a:pt x="14712" y="37873"/>
                          <a:pt x="14803" y="38025"/>
                        </a:cubicBezTo>
                        <a:cubicBezTo>
                          <a:pt x="14864" y="38207"/>
                          <a:pt x="14955" y="38359"/>
                          <a:pt x="15046" y="38511"/>
                        </a:cubicBezTo>
                        <a:cubicBezTo>
                          <a:pt x="15319" y="38785"/>
                          <a:pt x="15593" y="39028"/>
                          <a:pt x="15836" y="39332"/>
                        </a:cubicBezTo>
                        <a:cubicBezTo>
                          <a:pt x="16019" y="39545"/>
                          <a:pt x="16262" y="39697"/>
                          <a:pt x="16535" y="39758"/>
                        </a:cubicBezTo>
                        <a:cubicBezTo>
                          <a:pt x="16809" y="39879"/>
                          <a:pt x="17082" y="40062"/>
                          <a:pt x="17326" y="40244"/>
                        </a:cubicBezTo>
                        <a:cubicBezTo>
                          <a:pt x="17417" y="40426"/>
                          <a:pt x="17538" y="40548"/>
                          <a:pt x="17721" y="40609"/>
                        </a:cubicBezTo>
                        <a:cubicBezTo>
                          <a:pt x="17781" y="40639"/>
                          <a:pt x="17842" y="40700"/>
                          <a:pt x="17873" y="40730"/>
                        </a:cubicBezTo>
                        <a:cubicBezTo>
                          <a:pt x="17933" y="40913"/>
                          <a:pt x="17994" y="41095"/>
                          <a:pt x="18055" y="41247"/>
                        </a:cubicBezTo>
                        <a:cubicBezTo>
                          <a:pt x="18055" y="41308"/>
                          <a:pt x="18055" y="41338"/>
                          <a:pt x="18055" y="41399"/>
                        </a:cubicBezTo>
                        <a:cubicBezTo>
                          <a:pt x="17964" y="41581"/>
                          <a:pt x="17903" y="41764"/>
                          <a:pt x="17660" y="41794"/>
                        </a:cubicBezTo>
                        <a:cubicBezTo>
                          <a:pt x="17265" y="41885"/>
                          <a:pt x="16839" y="41946"/>
                          <a:pt x="16444" y="41916"/>
                        </a:cubicBezTo>
                        <a:cubicBezTo>
                          <a:pt x="16383" y="41916"/>
                          <a:pt x="16323" y="41916"/>
                          <a:pt x="16262" y="41946"/>
                        </a:cubicBezTo>
                        <a:cubicBezTo>
                          <a:pt x="16231" y="41977"/>
                          <a:pt x="16201" y="42037"/>
                          <a:pt x="16171" y="42068"/>
                        </a:cubicBezTo>
                        <a:cubicBezTo>
                          <a:pt x="16171" y="42098"/>
                          <a:pt x="16171" y="42159"/>
                          <a:pt x="16201" y="42189"/>
                        </a:cubicBezTo>
                        <a:cubicBezTo>
                          <a:pt x="16353" y="42280"/>
                          <a:pt x="16474" y="42341"/>
                          <a:pt x="16626" y="42432"/>
                        </a:cubicBezTo>
                        <a:cubicBezTo>
                          <a:pt x="16900" y="42584"/>
                          <a:pt x="17174" y="42706"/>
                          <a:pt x="17447" y="42858"/>
                        </a:cubicBezTo>
                        <a:cubicBezTo>
                          <a:pt x="17538" y="42888"/>
                          <a:pt x="17599" y="42858"/>
                          <a:pt x="17630" y="42797"/>
                        </a:cubicBezTo>
                        <a:cubicBezTo>
                          <a:pt x="17660" y="42736"/>
                          <a:pt x="17690" y="42645"/>
                          <a:pt x="17690" y="42584"/>
                        </a:cubicBezTo>
                        <a:cubicBezTo>
                          <a:pt x="17690" y="42493"/>
                          <a:pt x="17660" y="42402"/>
                          <a:pt x="17660" y="42311"/>
                        </a:cubicBezTo>
                        <a:cubicBezTo>
                          <a:pt x="17660" y="42189"/>
                          <a:pt x="17781" y="42068"/>
                          <a:pt x="17933" y="42068"/>
                        </a:cubicBezTo>
                        <a:cubicBezTo>
                          <a:pt x="18055" y="42098"/>
                          <a:pt x="18207" y="42037"/>
                          <a:pt x="18268" y="41916"/>
                        </a:cubicBezTo>
                        <a:cubicBezTo>
                          <a:pt x="18389" y="41703"/>
                          <a:pt x="18481" y="41521"/>
                          <a:pt x="18602" y="41308"/>
                        </a:cubicBezTo>
                        <a:cubicBezTo>
                          <a:pt x="18663" y="41186"/>
                          <a:pt x="18633" y="41065"/>
                          <a:pt x="18572" y="40943"/>
                        </a:cubicBezTo>
                        <a:cubicBezTo>
                          <a:pt x="18541" y="40882"/>
                          <a:pt x="18481" y="40821"/>
                          <a:pt x="18481" y="40761"/>
                        </a:cubicBezTo>
                        <a:cubicBezTo>
                          <a:pt x="18450" y="40670"/>
                          <a:pt x="18450" y="40578"/>
                          <a:pt x="18481" y="40487"/>
                        </a:cubicBezTo>
                        <a:cubicBezTo>
                          <a:pt x="18511" y="40366"/>
                          <a:pt x="18663" y="40305"/>
                          <a:pt x="18815" y="40366"/>
                        </a:cubicBezTo>
                        <a:cubicBezTo>
                          <a:pt x="18906" y="40457"/>
                          <a:pt x="18997" y="40548"/>
                          <a:pt x="19119" y="40639"/>
                        </a:cubicBezTo>
                        <a:cubicBezTo>
                          <a:pt x="19149" y="40639"/>
                          <a:pt x="19180" y="40639"/>
                          <a:pt x="19210" y="40609"/>
                        </a:cubicBezTo>
                        <a:cubicBezTo>
                          <a:pt x="19332" y="40487"/>
                          <a:pt x="19301" y="40305"/>
                          <a:pt x="19210" y="40214"/>
                        </a:cubicBezTo>
                        <a:cubicBezTo>
                          <a:pt x="18876" y="39970"/>
                          <a:pt x="18511" y="39788"/>
                          <a:pt x="18146" y="39636"/>
                        </a:cubicBezTo>
                        <a:cubicBezTo>
                          <a:pt x="17994" y="39575"/>
                          <a:pt x="17964" y="39484"/>
                          <a:pt x="17964" y="39363"/>
                        </a:cubicBezTo>
                        <a:cubicBezTo>
                          <a:pt x="17964" y="39332"/>
                          <a:pt x="17933" y="39302"/>
                          <a:pt x="17903" y="39271"/>
                        </a:cubicBezTo>
                        <a:cubicBezTo>
                          <a:pt x="17812" y="39241"/>
                          <a:pt x="17721" y="39211"/>
                          <a:pt x="17630" y="39211"/>
                        </a:cubicBezTo>
                        <a:cubicBezTo>
                          <a:pt x="17417" y="39211"/>
                          <a:pt x="17234" y="39089"/>
                          <a:pt x="17113" y="38937"/>
                        </a:cubicBezTo>
                        <a:cubicBezTo>
                          <a:pt x="16991" y="38815"/>
                          <a:pt x="16900" y="38694"/>
                          <a:pt x="16839" y="38572"/>
                        </a:cubicBezTo>
                        <a:cubicBezTo>
                          <a:pt x="16718" y="38299"/>
                          <a:pt x="16535" y="38086"/>
                          <a:pt x="16323" y="37934"/>
                        </a:cubicBezTo>
                        <a:cubicBezTo>
                          <a:pt x="16231" y="37843"/>
                          <a:pt x="16140" y="37812"/>
                          <a:pt x="16049" y="37721"/>
                        </a:cubicBezTo>
                        <a:cubicBezTo>
                          <a:pt x="15927" y="37630"/>
                          <a:pt x="15867" y="37508"/>
                          <a:pt x="15897" y="37356"/>
                        </a:cubicBezTo>
                        <a:cubicBezTo>
                          <a:pt x="15897" y="37235"/>
                          <a:pt x="15897" y="37113"/>
                          <a:pt x="15927" y="37022"/>
                        </a:cubicBezTo>
                        <a:cubicBezTo>
                          <a:pt x="15927" y="36931"/>
                          <a:pt x="15958" y="36870"/>
                          <a:pt x="16019" y="36870"/>
                        </a:cubicBezTo>
                        <a:cubicBezTo>
                          <a:pt x="16110" y="36809"/>
                          <a:pt x="16231" y="36748"/>
                          <a:pt x="16353" y="36718"/>
                        </a:cubicBezTo>
                        <a:cubicBezTo>
                          <a:pt x="16383" y="36718"/>
                          <a:pt x="16414" y="36748"/>
                          <a:pt x="16444" y="36779"/>
                        </a:cubicBezTo>
                        <a:cubicBezTo>
                          <a:pt x="16474" y="36900"/>
                          <a:pt x="16474" y="36992"/>
                          <a:pt x="16535" y="37113"/>
                        </a:cubicBezTo>
                        <a:cubicBezTo>
                          <a:pt x="16566" y="37204"/>
                          <a:pt x="16626" y="37296"/>
                          <a:pt x="16718" y="37265"/>
                        </a:cubicBezTo>
                        <a:cubicBezTo>
                          <a:pt x="16870" y="37235"/>
                          <a:pt x="16961" y="37387"/>
                          <a:pt x="17113" y="37356"/>
                        </a:cubicBezTo>
                        <a:cubicBezTo>
                          <a:pt x="17204" y="37356"/>
                          <a:pt x="17295" y="37417"/>
                          <a:pt x="17295" y="37508"/>
                        </a:cubicBezTo>
                        <a:cubicBezTo>
                          <a:pt x="17417" y="37782"/>
                          <a:pt x="17599" y="38025"/>
                          <a:pt x="17873" y="38177"/>
                        </a:cubicBezTo>
                        <a:cubicBezTo>
                          <a:pt x="18055" y="38359"/>
                          <a:pt x="18298" y="38451"/>
                          <a:pt x="18541" y="38481"/>
                        </a:cubicBezTo>
                        <a:cubicBezTo>
                          <a:pt x="18633" y="38603"/>
                          <a:pt x="18754" y="38663"/>
                          <a:pt x="18876" y="38694"/>
                        </a:cubicBezTo>
                        <a:cubicBezTo>
                          <a:pt x="19028" y="38724"/>
                          <a:pt x="19180" y="38815"/>
                          <a:pt x="19271" y="38937"/>
                        </a:cubicBezTo>
                        <a:cubicBezTo>
                          <a:pt x="19392" y="39059"/>
                          <a:pt x="19514" y="39211"/>
                          <a:pt x="19666" y="39332"/>
                        </a:cubicBezTo>
                        <a:cubicBezTo>
                          <a:pt x="19727" y="39393"/>
                          <a:pt x="19757" y="39484"/>
                          <a:pt x="19757" y="39575"/>
                        </a:cubicBezTo>
                        <a:lnTo>
                          <a:pt x="19757" y="40001"/>
                        </a:lnTo>
                        <a:cubicBezTo>
                          <a:pt x="19696" y="40214"/>
                          <a:pt x="19788" y="40457"/>
                          <a:pt x="19970" y="40578"/>
                        </a:cubicBezTo>
                        <a:cubicBezTo>
                          <a:pt x="19970" y="40578"/>
                          <a:pt x="20000" y="40639"/>
                          <a:pt x="20000" y="40639"/>
                        </a:cubicBezTo>
                        <a:cubicBezTo>
                          <a:pt x="19940" y="40852"/>
                          <a:pt x="20092" y="40913"/>
                          <a:pt x="20213" y="41034"/>
                        </a:cubicBezTo>
                        <a:cubicBezTo>
                          <a:pt x="20304" y="41125"/>
                          <a:pt x="20426" y="41217"/>
                          <a:pt x="20517" y="41308"/>
                        </a:cubicBezTo>
                        <a:cubicBezTo>
                          <a:pt x="20548" y="41521"/>
                          <a:pt x="20760" y="41612"/>
                          <a:pt x="20760" y="41825"/>
                        </a:cubicBezTo>
                        <a:cubicBezTo>
                          <a:pt x="20821" y="41885"/>
                          <a:pt x="20821" y="41916"/>
                          <a:pt x="20760" y="41946"/>
                        </a:cubicBezTo>
                        <a:lnTo>
                          <a:pt x="20760" y="42098"/>
                        </a:lnTo>
                        <a:cubicBezTo>
                          <a:pt x="20973" y="42220"/>
                          <a:pt x="21095" y="42402"/>
                          <a:pt x="21155" y="42615"/>
                        </a:cubicBezTo>
                        <a:cubicBezTo>
                          <a:pt x="21155" y="42676"/>
                          <a:pt x="21216" y="42736"/>
                          <a:pt x="21277" y="42736"/>
                        </a:cubicBezTo>
                        <a:cubicBezTo>
                          <a:pt x="21459" y="42828"/>
                          <a:pt x="21642" y="42858"/>
                          <a:pt x="21824" y="42858"/>
                        </a:cubicBezTo>
                        <a:cubicBezTo>
                          <a:pt x="21885" y="42858"/>
                          <a:pt x="21946" y="42797"/>
                          <a:pt x="21915" y="42736"/>
                        </a:cubicBezTo>
                        <a:cubicBezTo>
                          <a:pt x="21824" y="42493"/>
                          <a:pt x="22067" y="42341"/>
                          <a:pt x="22037" y="42159"/>
                        </a:cubicBezTo>
                        <a:cubicBezTo>
                          <a:pt x="22037" y="42159"/>
                          <a:pt x="22098" y="42129"/>
                          <a:pt x="22098" y="42159"/>
                        </a:cubicBezTo>
                        <a:cubicBezTo>
                          <a:pt x="22280" y="42220"/>
                          <a:pt x="22402" y="42068"/>
                          <a:pt x="22554" y="42037"/>
                        </a:cubicBezTo>
                        <a:cubicBezTo>
                          <a:pt x="22584" y="42037"/>
                          <a:pt x="22614" y="41977"/>
                          <a:pt x="22584" y="41916"/>
                        </a:cubicBezTo>
                        <a:cubicBezTo>
                          <a:pt x="22554" y="41733"/>
                          <a:pt x="22462" y="41581"/>
                          <a:pt x="22310" y="41460"/>
                        </a:cubicBezTo>
                        <a:cubicBezTo>
                          <a:pt x="22219" y="41429"/>
                          <a:pt x="22158" y="41369"/>
                          <a:pt x="22098" y="41308"/>
                        </a:cubicBezTo>
                        <a:cubicBezTo>
                          <a:pt x="21915" y="41065"/>
                          <a:pt x="21763" y="40821"/>
                          <a:pt x="21611" y="40578"/>
                        </a:cubicBezTo>
                        <a:cubicBezTo>
                          <a:pt x="21581" y="40548"/>
                          <a:pt x="21581" y="40487"/>
                          <a:pt x="21611" y="40457"/>
                        </a:cubicBezTo>
                        <a:cubicBezTo>
                          <a:pt x="21611" y="40426"/>
                          <a:pt x="21611" y="40396"/>
                          <a:pt x="21611" y="40396"/>
                        </a:cubicBezTo>
                        <a:cubicBezTo>
                          <a:pt x="21642" y="40335"/>
                          <a:pt x="21672" y="40335"/>
                          <a:pt x="21733" y="40396"/>
                        </a:cubicBezTo>
                        <a:cubicBezTo>
                          <a:pt x="21763" y="40426"/>
                          <a:pt x="21794" y="40457"/>
                          <a:pt x="21824" y="40487"/>
                        </a:cubicBezTo>
                        <a:cubicBezTo>
                          <a:pt x="22007" y="40639"/>
                          <a:pt x="22189" y="40609"/>
                          <a:pt x="22280" y="40366"/>
                        </a:cubicBezTo>
                        <a:cubicBezTo>
                          <a:pt x="22310" y="40274"/>
                          <a:pt x="22341" y="40183"/>
                          <a:pt x="22402" y="40122"/>
                        </a:cubicBezTo>
                        <a:cubicBezTo>
                          <a:pt x="22432" y="40092"/>
                          <a:pt x="22462" y="40062"/>
                          <a:pt x="22493" y="40062"/>
                        </a:cubicBezTo>
                        <a:cubicBezTo>
                          <a:pt x="22584" y="40092"/>
                          <a:pt x="22675" y="40122"/>
                          <a:pt x="22766" y="40062"/>
                        </a:cubicBezTo>
                        <a:cubicBezTo>
                          <a:pt x="22858" y="40001"/>
                          <a:pt x="23010" y="39970"/>
                          <a:pt x="23131" y="40001"/>
                        </a:cubicBezTo>
                        <a:cubicBezTo>
                          <a:pt x="23314" y="40031"/>
                          <a:pt x="23465" y="40183"/>
                          <a:pt x="23465" y="40366"/>
                        </a:cubicBezTo>
                        <a:cubicBezTo>
                          <a:pt x="23496" y="40639"/>
                          <a:pt x="23465" y="40913"/>
                          <a:pt x="23405" y="41186"/>
                        </a:cubicBezTo>
                        <a:cubicBezTo>
                          <a:pt x="23405" y="41247"/>
                          <a:pt x="23465" y="41308"/>
                          <a:pt x="23526" y="41308"/>
                        </a:cubicBezTo>
                        <a:lnTo>
                          <a:pt x="23709" y="41308"/>
                        </a:lnTo>
                        <a:cubicBezTo>
                          <a:pt x="23739" y="41308"/>
                          <a:pt x="23769" y="41308"/>
                          <a:pt x="23800" y="41308"/>
                        </a:cubicBezTo>
                        <a:cubicBezTo>
                          <a:pt x="23800" y="41308"/>
                          <a:pt x="23830" y="41338"/>
                          <a:pt x="23830" y="41369"/>
                        </a:cubicBezTo>
                        <a:cubicBezTo>
                          <a:pt x="23861" y="41399"/>
                          <a:pt x="23861" y="41460"/>
                          <a:pt x="23830" y="41490"/>
                        </a:cubicBezTo>
                        <a:cubicBezTo>
                          <a:pt x="23769" y="41612"/>
                          <a:pt x="23587" y="41612"/>
                          <a:pt x="23496" y="41673"/>
                        </a:cubicBezTo>
                        <a:cubicBezTo>
                          <a:pt x="23465" y="41673"/>
                          <a:pt x="23435" y="41703"/>
                          <a:pt x="23435" y="41703"/>
                        </a:cubicBezTo>
                        <a:cubicBezTo>
                          <a:pt x="23405" y="41764"/>
                          <a:pt x="23435" y="41825"/>
                          <a:pt x="23465" y="41825"/>
                        </a:cubicBezTo>
                        <a:lnTo>
                          <a:pt x="23709" y="41946"/>
                        </a:lnTo>
                        <a:cubicBezTo>
                          <a:pt x="23769" y="41977"/>
                          <a:pt x="23830" y="42007"/>
                          <a:pt x="23891" y="42068"/>
                        </a:cubicBezTo>
                        <a:cubicBezTo>
                          <a:pt x="23982" y="42129"/>
                          <a:pt x="23800" y="42220"/>
                          <a:pt x="23891" y="42280"/>
                        </a:cubicBezTo>
                        <a:cubicBezTo>
                          <a:pt x="24013" y="42341"/>
                          <a:pt x="24104" y="42432"/>
                          <a:pt x="24195" y="42554"/>
                        </a:cubicBezTo>
                        <a:cubicBezTo>
                          <a:pt x="24256" y="42676"/>
                          <a:pt x="24377" y="42736"/>
                          <a:pt x="24469" y="42828"/>
                        </a:cubicBezTo>
                        <a:cubicBezTo>
                          <a:pt x="24529" y="42919"/>
                          <a:pt x="24621" y="42919"/>
                          <a:pt x="24712" y="42888"/>
                        </a:cubicBezTo>
                        <a:cubicBezTo>
                          <a:pt x="24894" y="42858"/>
                          <a:pt x="25076" y="42919"/>
                          <a:pt x="25198" y="43071"/>
                        </a:cubicBezTo>
                        <a:cubicBezTo>
                          <a:pt x="25228" y="43132"/>
                          <a:pt x="25289" y="43162"/>
                          <a:pt x="25350" y="43192"/>
                        </a:cubicBezTo>
                        <a:cubicBezTo>
                          <a:pt x="25380" y="43223"/>
                          <a:pt x="25441" y="43223"/>
                          <a:pt x="25472" y="43223"/>
                        </a:cubicBezTo>
                        <a:cubicBezTo>
                          <a:pt x="25715" y="43192"/>
                          <a:pt x="25928" y="43192"/>
                          <a:pt x="26080" y="42980"/>
                        </a:cubicBezTo>
                        <a:cubicBezTo>
                          <a:pt x="26171" y="42858"/>
                          <a:pt x="26353" y="42828"/>
                          <a:pt x="26505" y="42888"/>
                        </a:cubicBezTo>
                        <a:cubicBezTo>
                          <a:pt x="26657" y="42919"/>
                          <a:pt x="26809" y="43010"/>
                          <a:pt x="26931" y="43101"/>
                        </a:cubicBezTo>
                        <a:cubicBezTo>
                          <a:pt x="27083" y="43284"/>
                          <a:pt x="27326" y="43344"/>
                          <a:pt x="27569" y="43253"/>
                        </a:cubicBezTo>
                        <a:cubicBezTo>
                          <a:pt x="27812" y="43223"/>
                          <a:pt x="28025" y="43071"/>
                          <a:pt x="28207" y="42888"/>
                        </a:cubicBezTo>
                        <a:cubicBezTo>
                          <a:pt x="28238" y="42797"/>
                          <a:pt x="28359" y="42797"/>
                          <a:pt x="28450" y="42828"/>
                        </a:cubicBezTo>
                        <a:cubicBezTo>
                          <a:pt x="28602" y="42858"/>
                          <a:pt x="28785" y="42888"/>
                          <a:pt x="28967" y="42888"/>
                        </a:cubicBezTo>
                        <a:lnTo>
                          <a:pt x="28967" y="42858"/>
                        </a:lnTo>
                        <a:lnTo>
                          <a:pt x="28967" y="42888"/>
                        </a:lnTo>
                        <a:lnTo>
                          <a:pt x="28967" y="42888"/>
                        </a:lnTo>
                        <a:cubicBezTo>
                          <a:pt x="28906" y="43132"/>
                          <a:pt x="28876" y="43375"/>
                          <a:pt x="28937" y="43618"/>
                        </a:cubicBezTo>
                        <a:cubicBezTo>
                          <a:pt x="28998" y="43861"/>
                          <a:pt x="28967" y="44074"/>
                          <a:pt x="28906" y="44287"/>
                        </a:cubicBezTo>
                        <a:cubicBezTo>
                          <a:pt x="28846" y="44469"/>
                          <a:pt x="28815" y="44651"/>
                          <a:pt x="28724" y="44803"/>
                        </a:cubicBezTo>
                        <a:cubicBezTo>
                          <a:pt x="28633" y="45046"/>
                          <a:pt x="28542" y="45290"/>
                          <a:pt x="28481" y="45533"/>
                        </a:cubicBezTo>
                        <a:cubicBezTo>
                          <a:pt x="28450" y="45746"/>
                          <a:pt x="28329" y="45958"/>
                          <a:pt x="28177" y="46110"/>
                        </a:cubicBezTo>
                        <a:cubicBezTo>
                          <a:pt x="28116" y="46202"/>
                          <a:pt x="28055" y="46232"/>
                          <a:pt x="27964" y="46262"/>
                        </a:cubicBezTo>
                        <a:cubicBezTo>
                          <a:pt x="27599" y="46293"/>
                          <a:pt x="27265" y="46262"/>
                          <a:pt x="26931" y="46171"/>
                        </a:cubicBezTo>
                        <a:cubicBezTo>
                          <a:pt x="26809" y="46141"/>
                          <a:pt x="26687" y="46110"/>
                          <a:pt x="26566" y="46110"/>
                        </a:cubicBezTo>
                        <a:cubicBezTo>
                          <a:pt x="26262" y="46080"/>
                          <a:pt x="25958" y="46171"/>
                          <a:pt x="25715" y="46323"/>
                        </a:cubicBezTo>
                        <a:cubicBezTo>
                          <a:pt x="25593" y="46384"/>
                          <a:pt x="25472" y="46414"/>
                          <a:pt x="25350" y="46353"/>
                        </a:cubicBezTo>
                        <a:cubicBezTo>
                          <a:pt x="24864" y="46262"/>
                          <a:pt x="24377" y="46110"/>
                          <a:pt x="23891" y="46050"/>
                        </a:cubicBezTo>
                        <a:cubicBezTo>
                          <a:pt x="23678" y="46050"/>
                          <a:pt x="23526" y="46019"/>
                          <a:pt x="23344" y="45928"/>
                        </a:cubicBezTo>
                        <a:cubicBezTo>
                          <a:pt x="23131" y="45806"/>
                          <a:pt x="22888" y="45715"/>
                          <a:pt x="22645" y="45715"/>
                        </a:cubicBezTo>
                        <a:cubicBezTo>
                          <a:pt x="22432" y="45685"/>
                          <a:pt x="22250" y="45594"/>
                          <a:pt x="22098" y="45442"/>
                        </a:cubicBezTo>
                        <a:cubicBezTo>
                          <a:pt x="22037" y="45381"/>
                          <a:pt x="21946" y="45320"/>
                          <a:pt x="21855" y="45320"/>
                        </a:cubicBezTo>
                        <a:cubicBezTo>
                          <a:pt x="21490" y="45198"/>
                          <a:pt x="21095" y="45229"/>
                          <a:pt x="20730" y="45411"/>
                        </a:cubicBezTo>
                        <a:cubicBezTo>
                          <a:pt x="20456" y="45533"/>
                          <a:pt x="20304" y="45837"/>
                          <a:pt x="20365" y="46141"/>
                        </a:cubicBezTo>
                        <a:cubicBezTo>
                          <a:pt x="20396" y="46232"/>
                          <a:pt x="20426" y="46323"/>
                          <a:pt x="20456" y="46414"/>
                        </a:cubicBezTo>
                        <a:cubicBezTo>
                          <a:pt x="20456" y="46505"/>
                          <a:pt x="20426" y="46597"/>
                          <a:pt x="20365" y="46657"/>
                        </a:cubicBezTo>
                        <a:cubicBezTo>
                          <a:pt x="20335" y="46718"/>
                          <a:pt x="20304" y="46749"/>
                          <a:pt x="20244" y="46809"/>
                        </a:cubicBezTo>
                        <a:cubicBezTo>
                          <a:pt x="20122" y="46931"/>
                          <a:pt x="19940" y="46961"/>
                          <a:pt x="19788" y="46870"/>
                        </a:cubicBezTo>
                        <a:cubicBezTo>
                          <a:pt x="19727" y="46840"/>
                          <a:pt x="19666" y="46779"/>
                          <a:pt x="19575" y="46718"/>
                        </a:cubicBezTo>
                        <a:cubicBezTo>
                          <a:pt x="19453" y="46627"/>
                          <a:pt x="19362" y="46566"/>
                          <a:pt x="19240" y="46505"/>
                        </a:cubicBezTo>
                        <a:cubicBezTo>
                          <a:pt x="18967" y="46323"/>
                          <a:pt x="18663" y="46232"/>
                          <a:pt x="18329" y="46232"/>
                        </a:cubicBezTo>
                        <a:cubicBezTo>
                          <a:pt x="18177" y="46232"/>
                          <a:pt x="18055" y="46141"/>
                          <a:pt x="18025" y="45989"/>
                        </a:cubicBezTo>
                        <a:cubicBezTo>
                          <a:pt x="17994" y="45928"/>
                          <a:pt x="17964" y="45837"/>
                          <a:pt x="17933" y="45746"/>
                        </a:cubicBezTo>
                        <a:cubicBezTo>
                          <a:pt x="17873" y="45624"/>
                          <a:pt x="17781" y="45502"/>
                          <a:pt x="17660" y="45472"/>
                        </a:cubicBezTo>
                        <a:cubicBezTo>
                          <a:pt x="17265" y="45290"/>
                          <a:pt x="16870" y="45229"/>
                          <a:pt x="16444" y="45259"/>
                        </a:cubicBezTo>
                        <a:cubicBezTo>
                          <a:pt x="16231" y="45259"/>
                          <a:pt x="15988" y="45198"/>
                          <a:pt x="15806" y="45077"/>
                        </a:cubicBezTo>
                        <a:cubicBezTo>
                          <a:pt x="15775" y="45077"/>
                          <a:pt x="15745" y="45077"/>
                          <a:pt x="15745" y="45046"/>
                        </a:cubicBezTo>
                        <a:cubicBezTo>
                          <a:pt x="15593" y="44894"/>
                          <a:pt x="15380" y="44773"/>
                          <a:pt x="15167" y="44712"/>
                        </a:cubicBezTo>
                        <a:cubicBezTo>
                          <a:pt x="15076" y="44651"/>
                          <a:pt x="15046" y="44530"/>
                          <a:pt x="15107" y="44408"/>
                        </a:cubicBezTo>
                        <a:cubicBezTo>
                          <a:pt x="15198" y="44317"/>
                          <a:pt x="15289" y="44226"/>
                          <a:pt x="15380" y="44135"/>
                        </a:cubicBezTo>
                        <a:cubicBezTo>
                          <a:pt x="15502" y="43983"/>
                          <a:pt x="15532" y="43770"/>
                          <a:pt x="15471" y="43618"/>
                        </a:cubicBezTo>
                        <a:cubicBezTo>
                          <a:pt x="15411" y="43527"/>
                          <a:pt x="15350" y="43436"/>
                          <a:pt x="15289" y="43344"/>
                        </a:cubicBezTo>
                        <a:cubicBezTo>
                          <a:pt x="15259" y="43284"/>
                          <a:pt x="15259" y="43253"/>
                          <a:pt x="15289" y="43192"/>
                        </a:cubicBezTo>
                        <a:cubicBezTo>
                          <a:pt x="15319" y="43071"/>
                          <a:pt x="15380" y="42949"/>
                          <a:pt x="15441" y="42828"/>
                        </a:cubicBezTo>
                        <a:cubicBezTo>
                          <a:pt x="15471" y="42767"/>
                          <a:pt x="15380" y="42676"/>
                          <a:pt x="15319" y="42706"/>
                        </a:cubicBezTo>
                        <a:cubicBezTo>
                          <a:pt x="15228" y="42767"/>
                          <a:pt x="15076" y="42736"/>
                          <a:pt x="15015" y="42645"/>
                        </a:cubicBezTo>
                        <a:cubicBezTo>
                          <a:pt x="14894" y="42493"/>
                          <a:pt x="14681" y="42432"/>
                          <a:pt x="14529" y="42524"/>
                        </a:cubicBezTo>
                        <a:cubicBezTo>
                          <a:pt x="14347" y="42554"/>
                          <a:pt x="14195" y="42645"/>
                          <a:pt x="14012" y="42676"/>
                        </a:cubicBezTo>
                        <a:cubicBezTo>
                          <a:pt x="13891" y="42706"/>
                          <a:pt x="13769" y="42706"/>
                          <a:pt x="13678" y="42706"/>
                        </a:cubicBezTo>
                        <a:cubicBezTo>
                          <a:pt x="13496" y="42584"/>
                          <a:pt x="13313" y="42767"/>
                          <a:pt x="13131" y="42676"/>
                        </a:cubicBezTo>
                        <a:cubicBezTo>
                          <a:pt x="12979" y="42584"/>
                          <a:pt x="12797" y="42736"/>
                          <a:pt x="12614" y="42736"/>
                        </a:cubicBezTo>
                        <a:cubicBezTo>
                          <a:pt x="12493" y="42767"/>
                          <a:pt x="12341" y="42767"/>
                          <a:pt x="12219" y="42736"/>
                        </a:cubicBezTo>
                        <a:cubicBezTo>
                          <a:pt x="11885" y="42676"/>
                          <a:pt x="11520" y="42706"/>
                          <a:pt x="11216" y="42828"/>
                        </a:cubicBezTo>
                        <a:cubicBezTo>
                          <a:pt x="11034" y="42858"/>
                          <a:pt x="10851" y="42888"/>
                          <a:pt x="10669" y="42858"/>
                        </a:cubicBezTo>
                        <a:cubicBezTo>
                          <a:pt x="10517" y="42858"/>
                          <a:pt x="10365" y="42919"/>
                          <a:pt x="10213" y="42980"/>
                        </a:cubicBezTo>
                        <a:cubicBezTo>
                          <a:pt x="9970" y="43101"/>
                          <a:pt x="9727" y="43253"/>
                          <a:pt x="9483" y="43344"/>
                        </a:cubicBezTo>
                        <a:cubicBezTo>
                          <a:pt x="9301" y="43405"/>
                          <a:pt x="9119" y="43527"/>
                          <a:pt x="8967" y="43648"/>
                        </a:cubicBezTo>
                        <a:cubicBezTo>
                          <a:pt x="8784" y="43800"/>
                          <a:pt x="8541" y="43861"/>
                          <a:pt x="8328" y="43739"/>
                        </a:cubicBezTo>
                        <a:cubicBezTo>
                          <a:pt x="8146" y="43679"/>
                          <a:pt x="7964" y="43648"/>
                          <a:pt x="7781" y="43679"/>
                        </a:cubicBezTo>
                        <a:cubicBezTo>
                          <a:pt x="7599" y="43679"/>
                          <a:pt x="7417" y="43679"/>
                          <a:pt x="7234" y="43679"/>
                        </a:cubicBezTo>
                        <a:cubicBezTo>
                          <a:pt x="7173" y="43648"/>
                          <a:pt x="7082" y="43618"/>
                          <a:pt x="7021" y="43557"/>
                        </a:cubicBezTo>
                        <a:cubicBezTo>
                          <a:pt x="6961" y="43527"/>
                          <a:pt x="6930" y="43496"/>
                          <a:pt x="6930" y="43466"/>
                        </a:cubicBezTo>
                        <a:cubicBezTo>
                          <a:pt x="6748" y="43284"/>
                          <a:pt x="6535" y="43314"/>
                          <a:pt x="6474" y="43557"/>
                        </a:cubicBezTo>
                        <a:cubicBezTo>
                          <a:pt x="6414" y="43679"/>
                          <a:pt x="6353" y="43831"/>
                          <a:pt x="6322" y="43952"/>
                        </a:cubicBezTo>
                        <a:cubicBezTo>
                          <a:pt x="6262" y="44256"/>
                          <a:pt x="6079" y="44499"/>
                          <a:pt x="5806" y="44621"/>
                        </a:cubicBezTo>
                        <a:cubicBezTo>
                          <a:pt x="5562" y="44743"/>
                          <a:pt x="5319" y="44894"/>
                          <a:pt x="5106" y="45016"/>
                        </a:cubicBezTo>
                        <a:cubicBezTo>
                          <a:pt x="4863" y="45168"/>
                          <a:pt x="4681" y="45320"/>
                          <a:pt x="4681" y="45594"/>
                        </a:cubicBezTo>
                        <a:cubicBezTo>
                          <a:pt x="4651" y="45715"/>
                          <a:pt x="4590" y="45806"/>
                          <a:pt x="4529" y="45898"/>
                        </a:cubicBezTo>
                        <a:cubicBezTo>
                          <a:pt x="4407" y="46050"/>
                          <a:pt x="4347" y="46232"/>
                          <a:pt x="4377" y="46414"/>
                        </a:cubicBezTo>
                        <a:cubicBezTo>
                          <a:pt x="4377" y="46566"/>
                          <a:pt x="4377" y="46688"/>
                          <a:pt x="4407" y="46809"/>
                        </a:cubicBezTo>
                        <a:cubicBezTo>
                          <a:pt x="4407" y="46931"/>
                          <a:pt x="4347" y="47053"/>
                          <a:pt x="4286" y="47144"/>
                        </a:cubicBezTo>
                        <a:cubicBezTo>
                          <a:pt x="4195" y="47265"/>
                          <a:pt x="4134" y="47417"/>
                          <a:pt x="4012" y="47539"/>
                        </a:cubicBezTo>
                        <a:cubicBezTo>
                          <a:pt x="3951" y="47600"/>
                          <a:pt x="3891" y="47660"/>
                          <a:pt x="3830" y="47721"/>
                        </a:cubicBezTo>
                        <a:cubicBezTo>
                          <a:pt x="3708" y="47782"/>
                          <a:pt x="3587" y="47843"/>
                          <a:pt x="3496" y="47934"/>
                        </a:cubicBezTo>
                        <a:cubicBezTo>
                          <a:pt x="3344" y="48056"/>
                          <a:pt x="3161" y="48116"/>
                          <a:pt x="2979" y="48147"/>
                        </a:cubicBezTo>
                        <a:cubicBezTo>
                          <a:pt x="2827" y="48177"/>
                          <a:pt x="2675" y="48268"/>
                          <a:pt x="2614" y="48390"/>
                        </a:cubicBezTo>
                        <a:cubicBezTo>
                          <a:pt x="2553" y="48481"/>
                          <a:pt x="2492" y="48542"/>
                          <a:pt x="2462" y="48633"/>
                        </a:cubicBezTo>
                        <a:cubicBezTo>
                          <a:pt x="2371" y="48785"/>
                          <a:pt x="2249" y="48937"/>
                          <a:pt x="2067" y="48998"/>
                        </a:cubicBezTo>
                        <a:cubicBezTo>
                          <a:pt x="1915" y="49119"/>
                          <a:pt x="1763" y="49271"/>
                          <a:pt x="1702" y="49454"/>
                        </a:cubicBezTo>
                        <a:cubicBezTo>
                          <a:pt x="1550" y="49788"/>
                          <a:pt x="1337" y="50092"/>
                          <a:pt x="1094" y="50366"/>
                        </a:cubicBezTo>
                        <a:cubicBezTo>
                          <a:pt x="1033" y="50426"/>
                          <a:pt x="973" y="50518"/>
                          <a:pt x="942" y="50609"/>
                        </a:cubicBezTo>
                        <a:cubicBezTo>
                          <a:pt x="790" y="50943"/>
                          <a:pt x="608" y="51278"/>
                          <a:pt x="395" y="51612"/>
                        </a:cubicBezTo>
                        <a:cubicBezTo>
                          <a:pt x="304" y="51734"/>
                          <a:pt x="243" y="51885"/>
                          <a:pt x="243" y="52037"/>
                        </a:cubicBezTo>
                        <a:cubicBezTo>
                          <a:pt x="213" y="52220"/>
                          <a:pt x="274" y="52433"/>
                          <a:pt x="456" y="52524"/>
                        </a:cubicBezTo>
                        <a:cubicBezTo>
                          <a:pt x="578" y="52615"/>
                          <a:pt x="638" y="52767"/>
                          <a:pt x="608" y="52949"/>
                        </a:cubicBezTo>
                        <a:cubicBezTo>
                          <a:pt x="547" y="53071"/>
                          <a:pt x="547" y="53253"/>
                          <a:pt x="608" y="53405"/>
                        </a:cubicBezTo>
                        <a:cubicBezTo>
                          <a:pt x="730" y="53770"/>
                          <a:pt x="699" y="54226"/>
                          <a:pt x="547" y="54591"/>
                        </a:cubicBezTo>
                        <a:cubicBezTo>
                          <a:pt x="517" y="54621"/>
                          <a:pt x="517" y="54682"/>
                          <a:pt x="486" y="54712"/>
                        </a:cubicBezTo>
                        <a:cubicBezTo>
                          <a:pt x="456" y="55138"/>
                          <a:pt x="274" y="55503"/>
                          <a:pt x="0" y="55837"/>
                        </a:cubicBezTo>
                        <a:cubicBezTo>
                          <a:pt x="0" y="55867"/>
                          <a:pt x="0" y="55898"/>
                          <a:pt x="0" y="55958"/>
                        </a:cubicBezTo>
                        <a:cubicBezTo>
                          <a:pt x="91" y="56080"/>
                          <a:pt x="152" y="56171"/>
                          <a:pt x="243" y="56293"/>
                        </a:cubicBezTo>
                        <a:cubicBezTo>
                          <a:pt x="334" y="56384"/>
                          <a:pt x="334" y="56536"/>
                          <a:pt x="304" y="56658"/>
                        </a:cubicBezTo>
                        <a:cubicBezTo>
                          <a:pt x="213" y="56870"/>
                          <a:pt x="243" y="57083"/>
                          <a:pt x="365" y="57265"/>
                        </a:cubicBezTo>
                        <a:cubicBezTo>
                          <a:pt x="426" y="57417"/>
                          <a:pt x="547" y="57509"/>
                          <a:pt x="699" y="57600"/>
                        </a:cubicBezTo>
                        <a:cubicBezTo>
                          <a:pt x="821" y="57630"/>
                          <a:pt x="942" y="57691"/>
                          <a:pt x="1064" y="57721"/>
                        </a:cubicBezTo>
                        <a:lnTo>
                          <a:pt x="1064" y="57721"/>
                        </a:lnTo>
                        <a:lnTo>
                          <a:pt x="1094" y="57691"/>
                        </a:lnTo>
                        <a:lnTo>
                          <a:pt x="1094" y="57752"/>
                        </a:lnTo>
                        <a:lnTo>
                          <a:pt x="1094" y="57752"/>
                        </a:lnTo>
                        <a:cubicBezTo>
                          <a:pt x="1094" y="57873"/>
                          <a:pt x="1155" y="57995"/>
                          <a:pt x="1277" y="58086"/>
                        </a:cubicBezTo>
                        <a:cubicBezTo>
                          <a:pt x="1398" y="58147"/>
                          <a:pt x="1459" y="58238"/>
                          <a:pt x="1489" y="58390"/>
                        </a:cubicBezTo>
                        <a:cubicBezTo>
                          <a:pt x="1520" y="58481"/>
                          <a:pt x="1581" y="58542"/>
                          <a:pt x="1672" y="58573"/>
                        </a:cubicBezTo>
                        <a:cubicBezTo>
                          <a:pt x="1854" y="58664"/>
                          <a:pt x="2037" y="58785"/>
                          <a:pt x="2158" y="58968"/>
                        </a:cubicBezTo>
                        <a:cubicBezTo>
                          <a:pt x="2219" y="59028"/>
                          <a:pt x="2280" y="59120"/>
                          <a:pt x="2280" y="59211"/>
                        </a:cubicBezTo>
                        <a:cubicBezTo>
                          <a:pt x="2310" y="59454"/>
                          <a:pt x="2401" y="59728"/>
                          <a:pt x="2553" y="59971"/>
                        </a:cubicBezTo>
                        <a:cubicBezTo>
                          <a:pt x="2675" y="60214"/>
                          <a:pt x="2888" y="60396"/>
                          <a:pt x="3161" y="60487"/>
                        </a:cubicBezTo>
                        <a:cubicBezTo>
                          <a:pt x="3344" y="60579"/>
                          <a:pt x="3526" y="60670"/>
                          <a:pt x="3678" y="60822"/>
                        </a:cubicBezTo>
                        <a:cubicBezTo>
                          <a:pt x="4043" y="61126"/>
                          <a:pt x="4407" y="61430"/>
                          <a:pt x="4803" y="61673"/>
                        </a:cubicBezTo>
                        <a:cubicBezTo>
                          <a:pt x="5015" y="61794"/>
                          <a:pt x="5228" y="61886"/>
                          <a:pt x="5441" y="61946"/>
                        </a:cubicBezTo>
                        <a:cubicBezTo>
                          <a:pt x="5502" y="61977"/>
                          <a:pt x="5562" y="61977"/>
                          <a:pt x="5623" y="61946"/>
                        </a:cubicBezTo>
                        <a:cubicBezTo>
                          <a:pt x="5775" y="61886"/>
                          <a:pt x="5927" y="61825"/>
                          <a:pt x="6079" y="61764"/>
                        </a:cubicBezTo>
                        <a:cubicBezTo>
                          <a:pt x="6322" y="61642"/>
                          <a:pt x="6596" y="61582"/>
                          <a:pt x="6869" y="61582"/>
                        </a:cubicBezTo>
                        <a:cubicBezTo>
                          <a:pt x="7052" y="61582"/>
                          <a:pt x="7234" y="61582"/>
                          <a:pt x="7386" y="61551"/>
                        </a:cubicBezTo>
                        <a:cubicBezTo>
                          <a:pt x="7660" y="61490"/>
                          <a:pt x="7933" y="61521"/>
                          <a:pt x="8176" y="61642"/>
                        </a:cubicBezTo>
                        <a:cubicBezTo>
                          <a:pt x="8237" y="61673"/>
                          <a:pt x="8328" y="61703"/>
                          <a:pt x="8389" y="61703"/>
                        </a:cubicBezTo>
                        <a:cubicBezTo>
                          <a:pt x="8511" y="61764"/>
                          <a:pt x="8663" y="61764"/>
                          <a:pt x="8784" y="61703"/>
                        </a:cubicBezTo>
                        <a:cubicBezTo>
                          <a:pt x="8936" y="61673"/>
                          <a:pt x="9088" y="61612"/>
                          <a:pt x="9240" y="61551"/>
                        </a:cubicBezTo>
                        <a:cubicBezTo>
                          <a:pt x="9362" y="61521"/>
                          <a:pt x="9483" y="61460"/>
                          <a:pt x="9605" y="61399"/>
                        </a:cubicBezTo>
                        <a:cubicBezTo>
                          <a:pt x="9787" y="61278"/>
                          <a:pt x="9970" y="61187"/>
                          <a:pt x="10183" y="61156"/>
                        </a:cubicBezTo>
                        <a:cubicBezTo>
                          <a:pt x="10365" y="61065"/>
                          <a:pt x="10547" y="61004"/>
                          <a:pt x="10760" y="60974"/>
                        </a:cubicBezTo>
                        <a:cubicBezTo>
                          <a:pt x="11034" y="60883"/>
                          <a:pt x="11338" y="60852"/>
                          <a:pt x="11642" y="60852"/>
                        </a:cubicBezTo>
                        <a:cubicBezTo>
                          <a:pt x="11702" y="60852"/>
                          <a:pt x="11763" y="60883"/>
                          <a:pt x="11824" y="60883"/>
                        </a:cubicBezTo>
                        <a:cubicBezTo>
                          <a:pt x="12098" y="60974"/>
                          <a:pt x="12310" y="61187"/>
                          <a:pt x="12401" y="61430"/>
                        </a:cubicBezTo>
                        <a:cubicBezTo>
                          <a:pt x="12462" y="61551"/>
                          <a:pt x="12493" y="61703"/>
                          <a:pt x="12553" y="61825"/>
                        </a:cubicBezTo>
                        <a:cubicBezTo>
                          <a:pt x="12675" y="62038"/>
                          <a:pt x="12888" y="62159"/>
                          <a:pt x="13101" y="62159"/>
                        </a:cubicBezTo>
                        <a:cubicBezTo>
                          <a:pt x="13192" y="62159"/>
                          <a:pt x="13253" y="62159"/>
                          <a:pt x="13313" y="62159"/>
                        </a:cubicBezTo>
                        <a:cubicBezTo>
                          <a:pt x="13617" y="62098"/>
                          <a:pt x="13891" y="62068"/>
                          <a:pt x="14195" y="62007"/>
                        </a:cubicBezTo>
                        <a:cubicBezTo>
                          <a:pt x="14347" y="61946"/>
                          <a:pt x="14499" y="61946"/>
                          <a:pt x="14590" y="62129"/>
                        </a:cubicBezTo>
                        <a:cubicBezTo>
                          <a:pt x="14651" y="62190"/>
                          <a:pt x="14712" y="62250"/>
                          <a:pt x="14803" y="62311"/>
                        </a:cubicBezTo>
                        <a:cubicBezTo>
                          <a:pt x="14985" y="62463"/>
                          <a:pt x="15076" y="62706"/>
                          <a:pt x="15076" y="62949"/>
                        </a:cubicBezTo>
                        <a:cubicBezTo>
                          <a:pt x="15046" y="63132"/>
                          <a:pt x="15015" y="63284"/>
                          <a:pt x="14955" y="63436"/>
                        </a:cubicBezTo>
                        <a:cubicBezTo>
                          <a:pt x="14894" y="63557"/>
                          <a:pt x="14833" y="63679"/>
                          <a:pt x="14803" y="63801"/>
                        </a:cubicBezTo>
                        <a:cubicBezTo>
                          <a:pt x="14772" y="63953"/>
                          <a:pt x="14833" y="64135"/>
                          <a:pt x="14772" y="64287"/>
                        </a:cubicBezTo>
                        <a:cubicBezTo>
                          <a:pt x="14742" y="64530"/>
                          <a:pt x="14651" y="64773"/>
                          <a:pt x="14499" y="64956"/>
                        </a:cubicBezTo>
                        <a:cubicBezTo>
                          <a:pt x="14468" y="64986"/>
                          <a:pt x="14468" y="65047"/>
                          <a:pt x="14468" y="65077"/>
                        </a:cubicBezTo>
                        <a:cubicBezTo>
                          <a:pt x="14468" y="65108"/>
                          <a:pt x="14468" y="65138"/>
                          <a:pt x="14468" y="65138"/>
                        </a:cubicBezTo>
                        <a:cubicBezTo>
                          <a:pt x="14651" y="65715"/>
                          <a:pt x="14985" y="66232"/>
                          <a:pt x="15441" y="66597"/>
                        </a:cubicBezTo>
                        <a:lnTo>
                          <a:pt x="15745" y="66870"/>
                        </a:lnTo>
                        <a:cubicBezTo>
                          <a:pt x="15927" y="67022"/>
                          <a:pt x="16049" y="67205"/>
                          <a:pt x="16140" y="67418"/>
                        </a:cubicBezTo>
                        <a:cubicBezTo>
                          <a:pt x="16171" y="67539"/>
                          <a:pt x="16201" y="67630"/>
                          <a:pt x="16231" y="67752"/>
                        </a:cubicBezTo>
                        <a:cubicBezTo>
                          <a:pt x="16323" y="67995"/>
                          <a:pt x="16414" y="68238"/>
                          <a:pt x="16566" y="68481"/>
                        </a:cubicBezTo>
                        <a:cubicBezTo>
                          <a:pt x="16687" y="68755"/>
                          <a:pt x="16778" y="69089"/>
                          <a:pt x="16809" y="69393"/>
                        </a:cubicBezTo>
                        <a:cubicBezTo>
                          <a:pt x="16809" y="69454"/>
                          <a:pt x="16778" y="69515"/>
                          <a:pt x="16748" y="69576"/>
                        </a:cubicBezTo>
                        <a:cubicBezTo>
                          <a:pt x="16748" y="69667"/>
                          <a:pt x="16748" y="69758"/>
                          <a:pt x="16748" y="69849"/>
                        </a:cubicBezTo>
                        <a:cubicBezTo>
                          <a:pt x="16778" y="70062"/>
                          <a:pt x="16870" y="70244"/>
                          <a:pt x="16961" y="70427"/>
                        </a:cubicBezTo>
                        <a:cubicBezTo>
                          <a:pt x="17204" y="70822"/>
                          <a:pt x="17143" y="71339"/>
                          <a:pt x="16809" y="71673"/>
                        </a:cubicBezTo>
                        <a:cubicBezTo>
                          <a:pt x="16687" y="71795"/>
                          <a:pt x="16566" y="71947"/>
                          <a:pt x="16444" y="72068"/>
                        </a:cubicBezTo>
                        <a:cubicBezTo>
                          <a:pt x="16323" y="72220"/>
                          <a:pt x="16231" y="72372"/>
                          <a:pt x="16201" y="72554"/>
                        </a:cubicBezTo>
                        <a:cubicBezTo>
                          <a:pt x="16171" y="72858"/>
                          <a:pt x="16079" y="73132"/>
                          <a:pt x="15958" y="73406"/>
                        </a:cubicBezTo>
                        <a:cubicBezTo>
                          <a:pt x="15867" y="73558"/>
                          <a:pt x="15836" y="73710"/>
                          <a:pt x="15836" y="73861"/>
                        </a:cubicBezTo>
                        <a:lnTo>
                          <a:pt x="15836" y="74682"/>
                        </a:lnTo>
                        <a:cubicBezTo>
                          <a:pt x="15836" y="74834"/>
                          <a:pt x="15867" y="74956"/>
                          <a:pt x="15958" y="75077"/>
                        </a:cubicBezTo>
                        <a:cubicBezTo>
                          <a:pt x="16231" y="75320"/>
                          <a:pt x="16414" y="75655"/>
                          <a:pt x="16535" y="75989"/>
                        </a:cubicBezTo>
                        <a:cubicBezTo>
                          <a:pt x="16657" y="76354"/>
                          <a:pt x="16809" y="76719"/>
                          <a:pt x="16991" y="77053"/>
                        </a:cubicBezTo>
                        <a:cubicBezTo>
                          <a:pt x="17113" y="77296"/>
                          <a:pt x="17204" y="77539"/>
                          <a:pt x="17204" y="77813"/>
                        </a:cubicBezTo>
                        <a:cubicBezTo>
                          <a:pt x="17204" y="78117"/>
                          <a:pt x="17265" y="78390"/>
                          <a:pt x="17356" y="78694"/>
                        </a:cubicBezTo>
                        <a:cubicBezTo>
                          <a:pt x="17386" y="78786"/>
                          <a:pt x="17417" y="78907"/>
                          <a:pt x="17417" y="79029"/>
                        </a:cubicBezTo>
                        <a:cubicBezTo>
                          <a:pt x="17417" y="79333"/>
                          <a:pt x="17478" y="79637"/>
                          <a:pt x="17569" y="79941"/>
                        </a:cubicBezTo>
                        <a:cubicBezTo>
                          <a:pt x="17630" y="80305"/>
                          <a:pt x="17781" y="80609"/>
                          <a:pt x="17994" y="80852"/>
                        </a:cubicBezTo>
                        <a:cubicBezTo>
                          <a:pt x="18116" y="81004"/>
                          <a:pt x="18207" y="81156"/>
                          <a:pt x="18329" y="81308"/>
                        </a:cubicBezTo>
                        <a:cubicBezTo>
                          <a:pt x="18450" y="81430"/>
                          <a:pt x="18511" y="81612"/>
                          <a:pt x="18541" y="81795"/>
                        </a:cubicBezTo>
                        <a:cubicBezTo>
                          <a:pt x="18633" y="82159"/>
                          <a:pt x="18754" y="82494"/>
                          <a:pt x="18906" y="82828"/>
                        </a:cubicBezTo>
                        <a:cubicBezTo>
                          <a:pt x="18967" y="82889"/>
                          <a:pt x="18997" y="82980"/>
                          <a:pt x="18997" y="83071"/>
                        </a:cubicBezTo>
                        <a:cubicBezTo>
                          <a:pt x="19119" y="83254"/>
                          <a:pt x="19089" y="83497"/>
                          <a:pt x="18937" y="83649"/>
                        </a:cubicBezTo>
                        <a:cubicBezTo>
                          <a:pt x="18876" y="83710"/>
                          <a:pt x="18876" y="83831"/>
                          <a:pt x="18937" y="83892"/>
                        </a:cubicBezTo>
                        <a:cubicBezTo>
                          <a:pt x="19058" y="84074"/>
                          <a:pt x="19119" y="84287"/>
                          <a:pt x="19089" y="84470"/>
                        </a:cubicBezTo>
                        <a:cubicBezTo>
                          <a:pt x="19119" y="84530"/>
                          <a:pt x="19119" y="84561"/>
                          <a:pt x="19149" y="84591"/>
                        </a:cubicBezTo>
                        <a:cubicBezTo>
                          <a:pt x="19392" y="84743"/>
                          <a:pt x="19636" y="84865"/>
                          <a:pt x="19879" y="84986"/>
                        </a:cubicBezTo>
                        <a:cubicBezTo>
                          <a:pt x="19940" y="85017"/>
                          <a:pt x="20000" y="85017"/>
                          <a:pt x="20061" y="84986"/>
                        </a:cubicBezTo>
                        <a:cubicBezTo>
                          <a:pt x="20274" y="84834"/>
                          <a:pt x="20548" y="84773"/>
                          <a:pt x="20791" y="84804"/>
                        </a:cubicBezTo>
                        <a:cubicBezTo>
                          <a:pt x="20912" y="84804"/>
                          <a:pt x="21003" y="84773"/>
                          <a:pt x="21125" y="84713"/>
                        </a:cubicBezTo>
                        <a:cubicBezTo>
                          <a:pt x="21307" y="84652"/>
                          <a:pt x="21520" y="84622"/>
                          <a:pt x="21703" y="84622"/>
                        </a:cubicBezTo>
                        <a:cubicBezTo>
                          <a:pt x="21946" y="84591"/>
                          <a:pt x="22158" y="84591"/>
                          <a:pt x="22371" y="84652"/>
                        </a:cubicBezTo>
                        <a:cubicBezTo>
                          <a:pt x="22432" y="84682"/>
                          <a:pt x="22523" y="84682"/>
                          <a:pt x="22584" y="84652"/>
                        </a:cubicBezTo>
                        <a:cubicBezTo>
                          <a:pt x="22766" y="84530"/>
                          <a:pt x="23040" y="84652"/>
                          <a:pt x="23192" y="84439"/>
                        </a:cubicBezTo>
                        <a:cubicBezTo>
                          <a:pt x="23253" y="84409"/>
                          <a:pt x="23314" y="84378"/>
                          <a:pt x="23405" y="84378"/>
                        </a:cubicBezTo>
                        <a:cubicBezTo>
                          <a:pt x="23709" y="84348"/>
                          <a:pt x="24013" y="84257"/>
                          <a:pt x="24286" y="84044"/>
                        </a:cubicBezTo>
                        <a:cubicBezTo>
                          <a:pt x="24651" y="83801"/>
                          <a:pt x="24985" y="83497"/>
                          <a:pt x="25320" y="83163"/>
                        </a:cubicBezTo>
                        <a:cubicBezTo>
                          <a:pt x="25532" y="82980"/>
                          <a:pt x="25715" y="82767"/>
                          <a:pt x="25897" y="82494"/>
                        </a:cubicBezTo>
                        <a:cubicBezTo>
                          <a:pt x="26049" y="82251"/>
                          <a:pt x="26262" y="82038"/>
                          <a:pt x="26414" y="81795"/>
                        </a:cubicBezTo>
                        <a:cubicBezTo>
                          <a:pt x="26505" y="81643"/>
                          <a:pt x="26596" y="81521"/>
                          <a:pt x="26748" y="81430"/>
                        </a:cubicBezTo>
                        <a:cubicBezTo>
                          <a:pt x="26991" y="81278"/>
                          <a:pt x="27204" y="81004"/>
                          <a:pt x="27265" y="80670"/>
                        </a:cubicBezTo>
                        <a:cubicBezTo>
                          <a:pt x="27356" y="80457"/>
                          <a:pt x="27387" y="80245"/>
                          <a:pt x="27447" y="80032"/>
                        </a:cubicBezTo>
                        <a:cubicBezTo>
                          <a:pt x="27478" y="79910"/>
                          <a:pt x="27478" y="79789"/>
                          <a:pt x="27417" y="79697"/>
                        </a:cubicBezTo>
                        <a:cubicBezTo>
                          <a:pt x="27326" y="79545"/>
                          <a:pt x="27417" y="79424"/>
                          <a:pt x="27508" y="79333"/>
                        </a:cubicBezTo>
                        <a:cubicBezTo>
                          <a:pt x="27660" y="79211"/>
                          <a:pt x="27842" y="79090"/>
                          <a:pt x="28055" y="79059"/>
                        </a:cubicBezTo>
                        <a:cubicBezTo>
                          <a:pt x="28268" y="78998"/>
                          <a:pt x="28481" y="78938"/>
                          <a:pt x="28694" y="78816"/>
                        </a:cubicBezTo>
                        <a:cubicBezTo>
                          <a:pt x="28846" y="78725"/>
                          <a:pt x="28967" y="78542"/>
                          <a:pt x="28967" y="78360"/>
                        </a:cubicBezTo>
                        <a:cubicBezTo>
                          <a:pt x="28998" y="78147"/>
                          <a:pt x="29028" y="77904"/>
                          <a:pt x="29089" y="77691"/>
                        </a:cubicBezTo>
                        <a:cubicBezTo>
                          <a:pt x="29089" y="77570"/>
                          <a:pt x="29089" y="77479"/>
                          <a:pt x="29058" y="77357"/>
                        </a:cubicBezTo>
                        <a:cubicBezTo>
                          <a:pt x="28967" y="77023"/>
                          <a:pt x="28876" y="76658"/>
                          <a:pt x="28785" y="76324"/>
                        </a:cubicBezTo>
                        <a:cubicBezTo>
                          <a:pt x="28724" y="76202"/>
                          <a:pt x="28754" y="76080"/>
                          <a:pt x="28846" y="75989"/>
                        </a:cubicBezTo>
                        <a:cubicBezTo>
                          <a:pt x="29362" y="75624"/>
                          <a:pt x="29818" y="75199"/>
                          <a:pt x="30335" y="74773"/>
                        </a:cubicBezTo>
                        <a:cubicBezTo>
                          <a:pt x="30457" y="74682"/>
                          <a:pt x="30639" y="74591"/>
                          <a:pt x="30791" y="74530"/>
                        </a:cubicBezTo>
                        <a:cubicBezTo>
                          <a:pt x="30973" y="74439"/>
                          <a:pt x="31156" y="74348"/>
                          <a:pt x="31338" y="74257"/>
                        </a:cubicBezTo>
                        <a:cubicBezTo>
                          <a:pt x="31733" y="74044"/>
                          <a:pt x="32007" y="73710"/>
                          <a:pt x="32159" y="73284"/>
                        </a:cubicBezTo>
                        <a:cubicBezTo>
                          <a:pt x="32250" y="73102"/>
                          <a:pt x="32280" y="72889"/>
                          <a:pt x="32250" y="72706"/>
                        </a:cubicBezTo>
                        <a:cubicBezTo>
                          <a:pt x="32250" y="72494"/>
                          <a:pt x="32250" y="72281"/>
                          <a:pt x="32250" y="72068"/>
                        </a:cubicBezTo>
                        <a:cubicBezTo>
                          <a:pt x="32280" y="71916"/>
                          <a:pt x="32280" y="71764"/>
                          <a:pt x="32250" y="71612"/>
                        </a:cubicBezTo>
                        <a:cubicBezTo>
                          <a:pt x="32219" y="71339"/>
                          <a:pt x="32219" y="71065"/>
                          <a:pt x="32311" y="70792"/>
                        </a:cubicBezTo>
                        <a:cubicBezTo>
                          <a:pt x="32341" y="70670"/>
                          <a:pt x="32280" y="70518"/>
                          <a:pt x="32159" y="70457"/>
                        </a:cubicBezTo>
                        <a:cubicBezTo>
                          <a:pt x="31946" y="70305"/>
                          <a:pt x="31824" y="70092"/>
                          <a:pt x="31764" y="69849"/>
                        </a:cubicBezTo>
                        <a:cubicBezTo>
                          <a:pt x="31703" y="69515"/>
                          <a:pt x="31672" y="69211"/>
                          <a:pt x="31672" y="68907"/>
                        </a:cubicBezTo>
                        <a:cubicBezTo>
                          <a:pt x="31672" y="68846"/>
                          <a:pt x="31672" y="68755"/>
                          <a:pt x="31703" y="68694"/>
                        </a:cubicBezTo>
                        <a:cubicBezTo>
                          <a:pt x="31794" y="68573"/>
                          <a:pt x="31764" y="68421"/>
                          <a:pt x="31672" y="68329"/>
                        </a:cubicBezTo>
                        <a:cubicBezTo>
                          <a:pt x="31429" y="68178"/>
                          <a:pt x="31368" y="67904"/>
                          <a:pt x="31520" y="67661"/>
                        </a:cubicBezTo>
                        <a:cubicBezTo>
                          <a:pt x="31581" y="67448"/>
                          <a:pt x="31703" y="67266"/>
                          <a:pt x="31855" y="67083"/>
                        </a:cubicBezTo>
                        <a:cubicBezTo>
                          <a:pt x="32007" y="66870"/>
                          <a:pt x="32128" y="66627"/>
                          <a:pt x="32219" y="66354"/>
                        </a:cubicBezTo>
                        <a:cubicBezTo>
                          <a:pt x="32280" y="66232"/>
                          <a:pt x="32371" y="66141"/>
                          <a:pt x="32493" y="66080"/>
                        </a:cubicBezTo>
                        <a:cubicBezTo>
                          <a:pt x="32706" y="65959"/>
                          <a:pt x="32888" y="65776"/>
                          <a:pt x="33040" y="65563"/>
                        </a:cubicBezTo>
                        <a:cubicBezTo>
                          <a:pt x="33466" y="65047"/>
                          <a:pt x="33922" y="64560"/>
                          <a:pt x="34408" y="64135"/>
                        </a:cubicBezTo>
                        <a:cubicBezTo>
                          <a:pt x="34682" y="63861"/>
                          <a:pt x="34985" y="63618"/>
                          <a:pt x="35320" y="63436"/>
                        </a:cubicBezTo>
                        <a:cubicBezTo>
                          <a:pt x="35381" y="63436"/>
                          <a:pt x="35411" y="63405"/>
                          <a:pt x="35441" y="63375"/>
                        </a:cubicBezTo>
                        <a:cubicBezTo>
                          <a:pt x="36292" y="62737"/>
                          <a:pt x="36992" y="61886"/>
                          <a:pt x="37417" y="60913"/>
                        </a:cubicBezTo>
                        <a:cubicBezTo>
                          <a:pt x="37569" y="60518"/>
                          <a:pt x="37751" y="60153"/>
                          <a:pt x="37995" y="59819"/>
                        </a:cubicBezTo>
                        <a:cubicBezTo>
                          <a:pt x="38147" y="59606"/>
                          <a:pt x="38268" y="59363"/>
                          <a:pt x="38329" y="59089"/>
                        </a:cubicBezTo>
                        <a:cubicBezTo>
                          <a:pt x="38420" y="58724"/>
                          <a:pt x="38451" y="58390"/>
                          <a:pt x="38451" y="58025"/>
                        </a:cubicBezTo>
                        <a:cubicBezTo>
                          <a:pt x="38451" y="57934"/>
                          <a:pt x="38268" y="57813"/>
                          <a:pt x="38177" y="57843"/>
                        </a:cubicBezTo>
                        <a:cubicBezTo>
                          <a:pt x="38177" y="57843"/>
                          <a:pt x="38147" y="57873"/>
                          <a:pt x="38116" y="57873"/>
                        </a:cubicBezTo>
                        <a:cubicBezTo>
                          <a:pt x="37873" y="58056"/>
                          <a:pt x="37539" y="58147"/>
                          <a:pt x="37235" y="58177"/>
                        </a:cubicBezTo>
                        <a:cubicBezTo>
                          <a:pt x="36779" y="58208"/>
                          <a:pt x="36323" y="58299"/>
                          <a:pt x="35897" y="58421"/>
                        </a:cubicBezTo>
                        <a:cubicBezTo>
                          <a:pt x="35837" y="58451"/>
                          <a:pt x="35776" y="58451"/>
                          <a:pt x="35715" y="58451"/>
                        </a:cubicBezTo>
                        <a:cubicBezTo>
                          <a:pt x="35441" y="58451"/>
                          <a:pt x="35198" y="58512"/>
                          <a:pt x="34985" y="58633"/>
                        </a:cubicBezTo>
                        <a:cubicBezTo>
                          <a:pt x="34925" y="58664"/>
                          <a:pt x="34864" y="58694"/>
                          <a:pt x="34803" y="58694"/>
                        </a:cubicBezTo>
                        <a:cubicBezTo>
                          <a:pt x="34712" y="58724"/>
                          <a:pt x="34621" y="58724"/>
                          <a:pt x="34530" y="58664"/>
                        </a:cubicBezTo>
                        <a:cubicBezTo>
                          <a:pt x="34469" y="58633"/>
                          <a:pt x="34438" y="58573"/>
                          <a:pt x="34378" y="58542"/>
                        </a:cubicBezTo>
                        <a:cubicBezTo>
                          <a:pt x="34226" y="58360"/>
                          <a:pt x="34074" y="58208"/>
                          <a:pt x="33891" y="58056"/>
                        </a:cubicBezTo>
                        <a:cubicBezTo>
                          <a:pt x="33861" y="57995"/>
                          <a:pt x="33861" y="57934"/>
                          <a:pt x="33891" y="57873"/>
                        </a:cubicBezTo>
                        <a:cubicBezTo>
                          <a:pt x="34043" y="57600"/>
                          <a:pt x="34043" y="57539"/>
                          <a:pt x="33830" y="57387"/>
                        </a:cubicBezTo>
                        <a:cubicBezTo>
                          <a:pt x="33709" y="57296"/>
                          <a:pt x="33618" y="57174"/>
                          <a:pt x="33526" y="57053"/>
                        </a:cubicBezTo>
                        <a:cubicBezTo>
                          <a:pt x="33314" y="56779"/>
                          <a:pt x="33071" y="56536"/>
                          <a:pt x="32827" y="56293"/>
                        </a:cubicBezTo>
                        <a:cubicBezTo>
                          <a:pt x="32675" y="56171"/>
                          <a:pt x="32493" y="56050"/>
                          <a:pt x="32311" y="55958"/>
                        </a:cubicBezTo>
                        <a:cubicBezTo>
                          <a:pt x="31976" y="55837"/>
                          <a:pt x="31703" y="55533"/>
                          <a:pt x="31642" y="55168"/>
                        </a:cubicBezTo>
                        <a:cubicBezTo>
                          <a:pt x="31581" y="54986"/>
                          <a:pt x="31520" y="54803"/>
                          <a:pt x="31460" y="54591"/>
                        </a:cubicBezTo>
                        <a:cubicBezTo>
                          <a:pt x="31399" y="54408"/>
                          <a:pt x="31277" y="54226"/>
                          <a:pt x="31095" y="54104"/>
                        </a:cubicBezTo>
                        <a:cubicBezTo>
                          <a:pt x="30973" y="53983"/>
                          <a:pt x="30821" y="53861"/>
                          <a:pt x="30669" y="53770"/>
                        </a:cubicBezTo>
                        <a:cubicBezTo>
                          <a:pt x="30578" y="53679"/>
                          <a:pt x="30487" y="53557"/>
                          <a:pt x="30487" y="53405"/>
                        </a:cubicBezTo>
                        <a:cubicBezTo>
                          <a:pt x="30457" y="53010"/>
                          <a:pt x="30396" y="52645"/>
                          <a:pt x="30305" y="52281"/>
                        </a:cubicBezTo>
                        <a:cubicBezTo>
                          <a:pt x="30244" y="51916"/>
                          <a:pt x="30031" y="51642"/>
                          <a:pt x="29727" y="51460"/>
                        </a:cubicBezTo>
                        <a:cubicBezTo>
                          <a:pt x="29666" y="51460"/>
                          <a:pt x="29605" y="51430"/>
                          <a:pt x="29545" y="51369"/>
                        </a:cubicBezTo>
                        <a:cubicBezTo>
                          <a:pt x="29484" y="51338"/>
                          <a:pt x="29453" y="51278"/>
                          <a:pt x="29423" y="51217"/>
                        </a:cubicBezTo>
                        <a:cubicBezTo>
                          <a:pt x="29393" y="51156"/>
                          <a:pt x="29393" y="51095"/>
                          <a:pt x="29393" y="51004"/>
                        </a:cubicBezTo>
                        <a:cubicBezTo>
                          <a:pt x="29423" y="50791"/>
                          <a:pt x="29332" y="50548"/>
                          <a:pt x="29210" y="50396"/>
                        </a:cubicBezTo>
                        <a:cubicBezTo>
                          <a:pt x="29119" y="50305"/>
                          <a:pt x="29058" y="50214"/>
                          <a:pt x="29028" y="50092"/>
                        </a:cubicBezTo>
                        <a:cubicBezTo>
                          <a:pt x="28724" y="49697"/>
                          <a:pt x="28511" y="49241"/>
                          <a:pt x="28359" y="48755"/>
                        </a:cubicBezTo>
                        <a:cubicBezTo>
                          <a:pt x="28329" y="48664"/>
                          <a:pt x="28298" y="48603"/>
                          <a:pt x="28238" y="48512"/>
                        </a:cubicBezTo>
                        <a:cubicBezTo>
                          <a:pt x="28207" y="48451"/>
                          <a:pt x="28268" y="48360"/>
                          <a:pt x="28329" y="48390"/>
                        </a:cubicBezTo>
                        <a:cubicBezTo>
                          <a:pt x="28420" y="48390"/>
                          <a:pt x="28511" y="48420"/>
                          <a:pt x="28602" y="48329"/>
                        </a:cubicBezTo>
                        <a:cubicBezTo>
                          <a:pt x="28633" y="48268"/>
                          <a:pt x="28724" y="48238"/>
                          <a:pt x="28815" y="48208"/>
                        </a:cubicBezTo>
                        <a:cubicBezTo>
                          <a:pt x="28937" y="48238"/>
                          <a:pt x="29028" y="48299"/>
                          <a:pt x="29089" y="48390"/>
                        </a:cubicBezTo>
                        <a:cubicBezTo>
                          <a:pt x="29149" y="48451"/>
                          <a:pt x="29210" y="48542"/>
                          <a:pt x="29271" y="48603"/>
                        </a:cubicBezTo>
                        <a:cubicBezTo>
                          <a:pt x="29514" y="48937"/>
                          <a:pt x="29697" y="49302"/>
                          <a:pt x="29940" y="49636"/>
                        </a:cubicBezTo>
                        <a:cubicBezTo>
                          <a:pt x="30092" y="49819"/>
                          <a:pt x="30183" y="50031"/>
                          <a:pt x="30244" y="50244"/>
                        </a:cubicBezTo>
                        <a:cubicBezTo>
                          <a:pt x="30244" y="50366"/>
                          <a:pt x="30365" y="50487"/>
                          <a:pt x="30487" y="50518"/>
                        </a:cubicBezTo>
                        <a:cubicBezTo>
                          <a:pt x="30760" y="50609"/>
                          <a:pt x="30973" y="50822"/>
                          <a:pt x="31064" y="51095"/>
                        </a:cubicBezTo>
                        <a:cubicBezTo>
                          <a:pt x="31095" y="51186"/>
                          <a:pt x="31125" y="51247"/>
                          <a:pt x="31156" y="51338"/>
                        </a:cubicBezTo>
                        <a:cubicBezTo>
                          <a:pt x="31247" y="51460"/>
                          <a:pt x="31277" y="51642"/>
                          <a:pt x="31277" y="51794"/>
                        </a:cubicBezTo>
                        <a:cubicBezTo>
                          <a:pt x="31277" y="51855"/>
                          <a:pt x="31277" y="51916"/>
                          <a:pt x="31277" y="52007"/>
                        </a:cubicBezTo>
                        <a:cubicBezTo>
                          <a:pt x="31277" y="52341"/>
                          <a:pt x="31460" y="52645"/>
                          <a:pt x="31764" y="52858"/>
                        </a:cubicBezTo>
                        <a:cubicBezTo>
                          <a:pt x="31855" y="52949"/>
                          <a:pt x="31976" y="53010"/>
                          <a:pt x="32098" y="53071"/>
                        </a:cubicBezTo>
                        <a:cubicBezTo>
                          <a:pt x="32280" y="53223"/>
                          <a:pt x="32402" y="53405"/>
                          <a:pt x="32493" y="53618"/>
                        </a:cubicBezTo>
                        <a:cubicBezTo>
                          <a:pt x="32554" y="53892"/>
                          <a:pt x="32706" y="54135"/>
                          <a:pt x="32888" y="54317"/>
                        </a:cubicBezTo>
                        <a:cubicBezTo>
                          <a:pt x="33040" y="54469"/>
                          <a:pt x="33192" y="54651"/>
                          <a:pt x="33314" y="54834"/>
                        </a:cubicBezTo>
                        <a:cubicBezTo>
                          <a:pt x="33496" y="55047"/>
                          <a:pt x="33557" y="55320"/>
                          <a:pt x="33526" y="55594"/>
                        </a:cubicBezTo>
                        <a:cubicBezTo>
                          <a:pt x="33496" y="55685"/>
                          <a:pt x="33496" y="55776"/>
                          <a:pt x="33526" y="55867"/>
                        </a:cubicBezTo>
                        <a:cubicBezTo>
                          <a:pt x="33648" y="56202"/>
                          <a:pt x="33739" y="56506"/>
                          <a:pt x="33800" y="56840"/>
                        </a:cubicBezTo>
                        <a:cubicBezTo>
                          <a:pt x="33861" y="56962"/>
                          <a:pt x="33922" y="57114"/>
                          <a:pt x="33982" y="57235"/>
                        </a:cubicBezTo>
                        <a:cubicBezTo>
                          <a:pt x="34013" y="57326"/>
                          <a:pt x="34134" y="57387"/>
                          <a:pt x="34256" y="57387"/>
                        </a:cubicBezTo>
                        <a:cubicBezTo>
                          <a:pt x="34378" y="57387"/>
                          <a:pt x="34469" y="57387"/>
                          <a:pt x="34590" y="57357"/>
                        </a:cubicBezTo>
                        <a:cubicBezTo>
                          <a:pt x="34742" y="57357"/>
                          <a:pt x="34894" y="57296"/>
                          <a:pt x="35016" y="57174"/>
                        </a:cubicBezTo>
                        <a:cubicBezTo>
                          <a:pt x="35137" y="56992"/>
                          <a:pt x="35350" y="56931"/>
                          <a:pt x="35563" y="56962"/>
                        </a:cubicBezTo>
                        <a:cubicBezTo>
                          <a:pt x="35806" y="57022"/>
                          <a:pt x="36080" y="56962"/>
                          <a:pt x="36262" y="56810"/>
                        </a:cubicBezTo>
                        <a:cubicBezTo>
                          <a:pt x="36414" y="56718"/>
                          <a:pt x="36566" y="56658"/>
                          <a:pt x="36718" y="56658"/>
                        </a:cubicBezTo>
                        <a:cubicBezTo>
                          <a:pt x="36840" y="56627"/>
                          <a:pt x="36992" y="56566"/>
                          <a:pt x="37083" y="56475"/>
                        </a:cubicBezTo>
                        <a:cubicBezTo>
                          <a:pt x="37174" y="56354"/>
                          <a:pt x="37326" y="56262"/>
                          <a:pt x="37478" y="56232"/>
                        </a:cubicBezTo>
                        <a:cubicBezTo>
                          <a:pt x="37721" y="56141"/>
                          <a:pt x="37964" y="56080"/>
                          <a:pt x="38207" y="56019"/>
                        </a:cubicBezTo>
                        <a:cubicBezTo>
                          <a:pt x="38420" y="55928"/>
                          <a:pt x="38572" y="55837"/>
                          <a:pt x="38755" y="55746"/>
                        </a:cubicBezTo>
                        <a:cubicBezTo>
                          <a:pt x="38846" y="55715"/>
                          <a:pt x="38907" y="55655"/>
                          <a:pt x="38937" y="55563"/>
                        </a:cubicBezTo>
                        <a:cubicBezTo>
                          <a:pt x="38967" y="55351"/>
                          <a:pt x="39119" y="55199"/>
                          <a:pt x="39332" y="55138"/>
                        </a:cubicBezTo>
                        <a:cubicBezTo>
                          <a:pt x="39606" y="55077"/>
                          <a:pt x="39910" y="54986"/>
                          <a:pt x="40183" y="54925"/>
                        </a:cubicBezTo>
                        <a:cubicBezTo>
                          <a:pt x="40396" y="54895"/>
                          <a:pt x="40517" y="54803"/>
                          <a:pt x="40578" y="54621"/>
                        </a:cubicBezTo>
                        <a:cubicBezTo>
                          <a:pt x="40578" y="54500"/>
                          <a:pt x="40669" y="54408"/>
                          <a:pt x="40791" y="54378"/>
                        </a:cubicBezTo>
                        <a:cubicBezTo>
                          <a:pt x="41034" y="54378"/>
                          <a:pt x="41217" y="54226"/>
                          <a:pt x="41308" y="54013"/>
                        </a:cubicBezTo>
                        <a:cubicBezTo>
                          <a:pt x="41338" y="53892"/>
                          <a:pt x="41429" y="53831"/>
                          <a:pt x="41551" y="53800"/>
                        </a:cubicBezTo>
                        <a:cubicBezTo>
                          <a:pt x="41642" y="53770"/>
                          <a:pt x="41733" y="53740"/>
                          <a:pt x="41824" y="53709"/>
                        </a:cubicBezTo>
                        <a:cubicBezTo>
                          <a:pt x="41855" y="53679"/>
                          <a:pt x="41916" y="53618"/>
                          <a:pt x="41916" y="53557"/>
                        </a:cubicBezTo>
                        <a:cubicBezTo>
                          <a:pt x="41946" y="53436"/>
                          <a:pt x="41916" y="53284"/>
                          <a:pt x="41916" y="53162"/>
                        </a:cubicBezTo>
                        <a:cubicBezTo>
                          <a:pt x="41916" y="53041"/>
                          <a:pt x="41976" y="52919"/>
                          <a:pt x="42068" y="52858"/>
                        </a:cubicBezTo>
                        <a:cubicBezTo>
                          <a:pt x="42402" y="52645"/>
                          <a:pt x="42645" y="52341"/>
                          <a:pt x="42797" y="51977"/>
                        </a:cubicBezTo>
                        <a:cubicBezTo>
                          <a:pt x="42919" y="51764"/>
                          <a:pt x="42888" y="51642"/>
                          <a:pt x="42706" y="51460"/>
                        </a:cubicBezTo>
                        <a:cubicBezTo>
                          <a:pt x="42554" y="51308"/>
                          <a:pt x="42463" y="51186"/>
                          <a:pt x="42372" y="51034"/>
                        </a:cubicBezTo>
                        <a:cubicBezTo>
                          <a:pt x="42280" y="50913"/>
                          <a:pt x="42159" y="50822"/>
                          <a:pt x="42037" y="50822"/>
                        </a:cubicBezTo>
                        <a:cubicBezTo>
                          <a:pt x="41855" y="50791"/>
                          <a:pt x="41673" y="50761"/>
                          <a:pt x="41490" y="50730"/>
                        </a:cubicBezTo>
                        <a:cubicBezTo>
                          <a:pt x="41369" y="50700"/>
                          <a:pt x="41277" y="50639"/>
                          <a:pt x="41186" y="50548"/>
                        </a:cubicBezTo>
                        <a:cubicBezTo>
                          <a:pt x="41034" y="50396"/>
                          <a:pt x="40913" y="50183"/>
                          <a:pt x="40882" y="49971"/>
                        </a:cubicBezTo>
                        <a:cubicBezTo>
                          <a:pt x="40852" y="49758"/>
                          <a:pt x="40852" y="49575"/>
                          <a:pt x="40821" y="49363"/>
                        </a:cubicBezTo>
                        <a:cubicBezTo>
                          <a:pt x="40821" y="49363"/>
                          <a:pt x="40791" y="49302"/>
                          <a:pt x="40791" y="49302"/>
                        </a:cubicBezTo>
                        <a:cubicBezTo>
                          <a:pt x="40761" y="49302"/>
                          <a:pt x="40669" y="49302"/>
                          <a:pt x="40639" y="49332"/>
                        </a:cubicBezTo>
                        <a:cubicBezTo>
                          <a:pt x="40366" y="49606"/>
                          <a:pt x="40122" y="49879"/>
                          <a:pt x="39879" y="50214"/>
                        </a:cubicBezTo>
                        <a:cubicBezTo>
                          <a:pt x="39758" y="50457"/>
                          <a:pt x="39484" y="50578"/>
                          <a:pt x="39210" y="50548"/>
                        </a:cubicBezTo>
                        <a:cubicBezTo>
                          <a:pt x="38998" y="50518"/>
                          <a:pt x="38755" y="50548"/>
                          <a:pt x="38542" y="50639"/>
                        </a:cubicBezTo>
                        <a:cubicBezTo>
                          <a:pt x="38451" y="50670"/>
                          <a:pt x="38359" y="50639"/>
                          <a:pt x="38299" y="50548"/>
                        </a:cubicBezTo>
                        <a:cubicBezTo>
                          <a:pt x="38207" y="50487"/>
                          <a:pt x="38177" y="50366"/>
                          <a:pt x="38147" y="50244"/>
                        </a:cubicBezTo>
                        <a:cubicBezTo>
                          <a:pt x="38116" y="50031"/>
                          <a:pt x="38116" y="49819"/>
                          <a:pt x="38086" y="49575"/>
                        </a:cubicBezTo>
                        <a:cubicBezTo>
                          <a:pt x="38086" y="49545"/>
                          <a:pt x="38055" y="49484"/>
                          <a:pt x="38025" y="49454"/>
                        </a:cubicBezTo>
                        <a:cubicBezTo>
                          <a:pt x="37995" y="49423"/>
                          <a:pt x="37964" y="49393"/>
                          <a:pt x="37934" y="49393"/>
                        </a:cubicBezTo>
                        <a:cubicBezTo>
                          <a:pt x="37873" y="49393"/>
                          <a:pt x="37843" y="49393"/>
                          <a:pt x="37812" y="49423"/>
                        </a:cubicBezTo>
                        <a:cubicBezTo>
                          <a:pt x="37782" y="49515"/>
                          <a:pt x="37721" y="49606"/>
                          <a:pt x="37691" y="49667"/>
                        </a:cubicBezTo>
                        <a:cubicBezTo>
                          <a:pt x="37630" y="49788"/>
                          <a:pt x="37569" y="49758"/>
                          <a:pt x="37478" y="49667"/>
                        </a:cubicBezTo>
                        <a:cubicBezTo>
                          <a:pt x="37387" y="49575"/>
                          <a:pt x="37326" y="49423"/>
                          <a:pt x="37326" y="49302"/>
                        </a:cubicBezTo>
                        <a:cubicBezTo>
                          <a:pt x="37265" y="49059"/>
                          <a:pt x="37174" y="48876"/>
                          <a:pt x="36992" y="48694"/>
                        </a:cubicBezTo>
                        <a:cubicBezTo>
                          <a:pt x="36900" y="48572"/>
                          <a:pt x="36779" y="48481"/>
                          <a:pt x="36657" y="48360"/>
                        </a:cubicBezTo>
                        <a:cubicBezTo>
                          <a:pt x="36627" y="48329"/>
                          <a:pt x="36536" y="48299"/>
                          <a:pt x="36505" y="48238"/>
                        </a:cubicBezTo>
                        <a:cubicBezTo>
                          <a:pt x="36384" y="47995"/>
                          <a:pt x="36262" y="47752"/>
                          <a:pt x="36141" y="47509"/>
                        </a:cubicBezTo>
                        <a:cubicBezTo>
                          <a:pt x="36110" y="47448"/>
                          <a:pt x="36110" y="47387"/>
                          <a:pt x="36141" y="47326"/>
                        </a:cubicBezTo>
                        <a:cubicBezTo>
                          <a:pt x="36141" y="47235"/>
                          <a:pt x="36171" y="47144"/>
                          <a:pt x="36201" y="47053"/>
                        </a:cubicBezTo>
                        <a:cubicBezTo>
                          <a:pt x="36201" y="47022"/>
                          <a:pt x="36232" y="46992"/>
                          <a:pt x="36292" y="46961"/>
                        </a:cubicBezTo>
                        <a:cubicBezTo>
                          <a:pt x="36414" y="46931"/>
                          <a:pt x="36566" y="46931"/>
                          <a:pt x="36688" y="46931"/>
                        </a:cubicBezTo>
                        <a:cubicBezTo>
                          <a:pt x="36809" y="46931"/>
                          <a:pt x="36961" y="46961"/>
                          <a:pt x="37083" y="46992"/>
                        </a:cubicBezTo>
                        <a:cubicBezTo>
                          <a:pt x="37144" y="47053"/>
                          <a:pt x="37204" y="47174"/>
                          <a:pt x="37265" y="47265"/>
                        </a:cubicBezTo>
                        <a:cubicBezTo>
                          <a:pt x="37448" y="47539"/>
                          <a:pt x="37599" y="47812"/>
                          <a:pt x="37751" y="48086"/>
                        </a:cubicBezTo>
                        <a:cubicBezTo>
                          <a:pt x="37843" y="48208"/>
                          <a:pt x="37934" y="48299"/>
                          <a:pt x="38086" y="48329"/>
                        </a:cubicBezTo>
                        <a:lnTo>
                          <a:pt x="38268" y="48360"/>
                        </a:lnTo>
                        <a:cubicBezTo>
                          <a:pt x="38451" y="48390"/>
                          <a:pt x="38572" y="48481"/>
                          <a:pt x="38694" y="48603"/>
                        </a:cubicBezTo>
                        <a:cubicBezTo>
                          <a:pt x="38755" y="48694"/>
                          <a:pt x="38846" y="48755"/>
                          <a:pt x="38937" y="48816"/>
                        </a:cubicBezTo>
                        <a:cubicBezTo>
                          <a:pt x="39210" y="48968"/>
                          <a:pt x="39484" y="49059"/>
                          <a:pt x="39788" y="49089"/>
                        </a:cubicBezTo>
                        <a:cubicBezTo>
                          <a:pt x="39879" y="49119"/>
                          <a:pt x="40001" y="49119"/>
                          <a:pt x="40092" y="49059"/>
                        </a:cubicBezTo>
                        <a:cubicBezTo>
                          <a:pt x="40274" y="48968"/>
                          <a:pt x="40426" y="48876"/>
                          <a:pt x="40609" y="48816"/>
                        </a:cubicBezTo>
                        <a:cubicBezTo>
                          <a:pt x="40761" y="48724"/>
                          <a:pt x="40973" y="48816"/>
                          <a:pt x="41065" y="48998"/>
                        </a:cubicBezTo>
                        <a:cubicBezTo>
                          <a:pt x="41125" y="49150"/>
                          <a:pt x="41186" y="49271"/>
                          <a:pt x="41247" y="49423"/>
                        </a:cubicBezTo>
                        <a:cubicBezTo>
                          <a:pt x="41277" y="49575"/>
                          <a:pt x="41429" y="49667"/>
                          <a:pt x="41551" y="49636"/>
                        </a:cubicBezTo>
                        <a:cubicBezTo>
                          <a:pt x="42189" y="49697"/>
                          <a:pt x="42797" y="49849"/>
                          <a:pt x="43435" y="49940"/>
                        </a:cubicBezTo>
                        <a:cubicBezTo>
                          <a:pt x="43648" y="50001"/>
                          <a:pt x="43891" y="50001"/>
                          <a:pt x="44104" y="49971"/>
                        </a:cubicBezTo>
                        <a:cubicBezTo>
                          <a:pt x="44469" y="49879"/>
                          <a:pt x="44864" y="49879"/>
                          <a:pt x="45259" y="49910"/>
                        </a:cubicBezTo>
                        <a:cubicBezTo>
                          <a:pt x="45350" y="49910"/>
                          <a:pt x="45442" y="49910"/>
                          <a:pt x="45502" y="49879"/>
                        </a:cubicBezTo>
                        <a:cubicBezTo>
                          <a:pt x="45776" y="49819"/>
                          <a:pt x="46050" y="49788"/>
                          <a:pt x="46323" y="49819"/>
                        </a:cubicBezTo>
                        <a:cubicBezTo>
                          <a:pt x="46414" y="49819"/>
                          <a:pt x="46505" y="49879"/>
                          <a:pt x="46536" y="49940"/>
                        </a:cubicBezTo>
                        <a:cubicBezTo>
                          <a:pt x="46566" y="50031"/>
                          <a:pt x="46657" y="50123"/>
                          <a:pt x="46718" y="50153"/>
                        </a:cubicBezTo>
                        <a:cubicBezTo>
                          <a:pt x="46809" y="50214"/>
                          <a:pt x="46901" y="50305"/>
                          <a:pt x="46931" y="50426"/>
                        </a:cubicBezTo>
                        <a:cubicBezTo>
                          <a:pt x="46961" y="50609"/>
                          <a:pt x="47113" y="50761"/>
                          <a:pt x="47326" y="50791"/>
                        </a:cubicBezTo>
                        <a:cubicBezTo>
                          <a:pt x="47478" y="50822"/>
                          <a:pt x="47630" y="50943"/>
                          <a:pt x="47721" y="51065"/>
                        </a:cubicBezTo>
                        <a:cubicBezTo>
                          <a:pt x="47873" y="51308"/>
                          <a:pt x="48147" y="51430"/>
                          <a:pt x="48420" y="51430"/>
                        </a:cubicBezTo>
                        <a:lnTo>
                          <a:pt x="48603" y="51430"/>
                        </a:lnTo>
                        <a:lnTo>
                          <a:pt x="48603" y="51430"/>
                        </a:lnTo>
                        <a:lnTo>
                          <a:pt x="48633" y="51430"/>
                        </a:lnTo>
                        <a:lnTo>
                          <a:pt x="48633" y="51460"/>
                        </a:lnTo>
                        <a:lnTo>
                          <a:pt x="48603" y="51460"/>
                        </a:lnTo>
                        <a:cubicBezTo>
                          <a:pt x="48512" y="51612"/>
                          <a:pt x="48329" y="51703"/>
                          <a:pt x="48177" y="51612"/>
                        </a:cubicBezTo>
                        <a:cubicBezTo>
                          <a:pt x="48116" y="51612"/>
                          <a:pt x="48086" y="51642"/>
                          <a:pt x="48056" y="51673"/>
                        </a:cubicBezTo>
                        <a:cubicBezTo>
                          <a:pt x="48025" y="51703"/>
                          <a:pt x="48025" y="51764"/>
                          <a:pt x="48056" y="51794"/>
                        </a:cubicBezTo>
                        <a:cubicBezTo>
                          <a:pt x="48268" y="52007"/>
                          <a:pt x="48451" y="52220"/>
                          <a:pt x="48664" y="52402"/>
                        </a:cubicBezTo>
                        <a:cubicBezTo>
                          <a:pt x="49028" y="52767"/>
                          <a:pt x="49211" y="52797"/>
                          <a:pt x="49667" y="52493"/>
                        </a:cubicBezTo>
                        <a:cubicBezTo>
                          <a:pt x="49849" y="52402"/>
                          <a:pt x="49971" y="52220"/>
                          <a:pt x="49971" y="52037"/>
                        </a:cubicBezTo>
                        <a:lnTo>
                          <a:pt x="49971" y="52037"/>
                        </a:lnTo>
                        <a:lnTo>
                          <a:pt x="49971" y="51977"/>
                        </a:lnTo>
                        <a:lnTo>
                          <a:pt x="49971" y="52007"/>
                        </a:lnTo>
                        <a:cubicBezTo>
                          <a:pt x="49971" y="52007"/>
                          <a:pt x="49971" y="52037"/>
                          <a:pt x="49971" y="52037"/>
                        </a:cubicBezTo>
                        <a:cubicBezTo>
                          <a:pt x="50001" y="52037"/>
                          <a:pt x="50031" y="52037"/>
                          <a:pt x="50031" y="52068"/>
                        </a:cubicBezTo>
                        <a:cubicBezTo>
                          <a:pt x="50153" y="52341"/>
                          <a:pt x="50214" y="52676"/>
                          <a:pt x="50214" y="52980"/>
                        </a:cubicBezTo>
                        <a:cubicBezTo>
                          <a:pt x="50214" y="53101"/>
                          <a:pt x="50214" y="53253"/>
                          <a:pt x="50244" y="53375"/>
                        </a:cubicBezTo>
                        <a:cubicBezTo>
                          <a:pt x="50366" y="53709"/>
                          <a:pt x="50426" y="54044"/>
                          <a:pt x="50487" y="54378"/>
                        </a:cubicBezTo>
                        <a:cubicBezTo>
                          <a:pt x="50639" y="54682"/>
                          <a:pt x="50730" y="55016"/>
                          <a:pt x="50791" y="55351"/>
                        </a:cubicBezTo>
                        <a:cubicBezTo>
                          <a:pt x="50791" y="55411"/>
                          <a:pt x="50822" y="55472"/>
                          <a:pt x="50852" y="55533"/>
                        </a:cubicBezTo>
                        <a:cubicBezTo>
                          <a:pt x="50974" y="55746"/>
                          <a:pt x="51065" y="55928"/>
                          <a:pt x="51186" y="56141"/>
                        </a:cubicBezTo>
                        <a:cubicBezTo>
                          <a:pt x="51338" y="56354"/>
                          <a:pt x="51460" y="56597"/>
                          <a:pt x="51521" y="56870"/>
                        </a:cubicBezTo>
                        <a:cubicBezTo>
                          <a:pt x="51582" y="56992"/>
                          <a:pt x="51612" y="57114"/>
                          <a:pt x="51673" y="57235"/>
                        </a:cubicBezTo>
                        <a:cubicBezTo>
                          <a:pt x="51733" y="57509"/>
                          <a:pt x="51855" y="57752"/>
                          <a:pt x="52037" y="57965"/>
                        </a:cubicBezTo>
                        <a:cubicBezTo>
                          <a:pt x="52159" y="58056"/>
                          <a:pt x="52250" y="58208"/>
                          <a:pt x="52311" y="58329"/>
                        </a:cubicBezTo>
                        <a:cubicBezTo>
                          <a:pt x="52463" y="58633"/>
                          <a:pt x="52585" y="58968"/>
                          <a:pt x="52645" y="59302"/>
                        </a:cubicBezTo>
                        <a:cubicBezTo>
                          <a:pt x="52676" y="59515"/>
                          <a:pt x="52767" y="59697"/>
                          <a:pt x="52889" y="59849"/>
                        </a:cubicBezTo>
                        <a:cubicBezTo>
                          <a:pt x="52949" y="59940"/>
                          <a:pt x="53010" y="60001"/>
                          <a:pt x="53101" y="60031"/>
                        </a:cubicBezTo>
                        <a:cubicBezTo>
                          <a:pt x="53253" y="60183"/>
                          <a:pt x="53496" y="60153"/>
                          <a:pt x="53618" y="59971"/>
                        </a:cubicBezTo>
                        <a:cubicBezTo>
                          <a:pt x="53679" y="59910"/>
                          <a:pt x="53709" y="59849"/>
                          <a:pt x="53740" y="59788"/>
                        </a:cubicBezTo>
                        <a:cubicBezTo>
                          <a:pt x="53770" y="59697"/>
                          <a:pt x="53861" y="59606"/>
                          <a:pt x="53983" y="59576"/>
                        </a:cubicBezTo>
                        <a:cubicBezTo>
                          <a:pt x="54104" y="59515"/>
                          <a:pt x="54165" y="59424"/>
                          <a:pt x="54226" y="59272"/>
                        </a:cubicBezTo>
                        <a:cubicBezTo>
                          <a:pt x="54256" y="59089"/>
                          <a:pt x="54378" y="58968"/>
                          <a:pt x="54560" y="58876"/>
                        </a:cubicBezTo>
                        <a:cubicBezTo>
                          <a:pt x="54651" y="58816"/>
                          <a:pt x="54712" y="58694"/>
                          <a:pt x="54682" y="58573"/>
                        </a:cubicBezTo>
                        <a:cubicBezTo>
                          <a:pt x="54682" y="58451"/>
                          <a:pt x="54651" y="58360"/>
                          <a:pt x="54621" y="58238"/>
                        </a:cubicBezTo>
                        <a:cubicBezTo>
                          <a:pt x="54591" y="58117"/>
                          <a:pt x="54621" y="57965"/>
                          <a:pt x="54682" y="57843"/>
                        </a:cubicBezTo>
                        <a:cubicBezTo>
                          <a:pt x="54712" y="57752"/>
                          <a:pt x="54743" y="57661"/>
                          <a:pt x="54773" y="57600"/>
                        </a:cubicBezTo>
                        <a:cubicBezTo>
                          <a:pt x="54864" y="57417"/>
                          <a:pt x="54864" y="57174"/>
                          <a:pt x="54773" y="56992"/>
                        </a:cubicBezTo>
                        <a:cubicBezTo>
                          <a:pt x="54743" y="56901"/>
                          <a:pt x="54712" y="56779"/>
                          <a:pt x="54712" y="56658"/>
                        </a:cubicBezTo>
                        <a:lnTo>
                          <a:pt x="54712" y="55898"/>
                        </a:lnTo>
                        <a:cubicBezTo>
                          <a:pt x="54712" y="55776"/>
                          <a:pt x="54834" y="55655"/>
                          <a:pt x="54955" y="55624"/>
                        </a:cubicBezTo>
                        <a:cubicBezTo>
                          <a:pt x="55047" y="55624"/>
                          <a:pt x="55138" y="55594"/>
                          <a:pt x="55138" y="55563"/>
                        </a:cubicBezTo>
                        <a:cubicBezTo>
                          <a:pt x="55259" y="55381"/>
                          <a:pt x="55442" y="55290"/>
                          <a:pt x="55655" y="55229"/>
                        </a:cubicBezTo>
                        <a:cubicBezTo>
                          <a:pt x="55746" y="55199"/>
                          <a:pt x="55807" y="55107"/>
                          <a:pt x="55807" y="55016"/>
                        </a:cubicBezTo>
                        <a:cubicBezTo>
                          <a:pt x="55867" y="54925"/>
                          <a:pt x="55867" y="54803"/>
                          <a:pt x="55989" y="54743"/>
                        </a:cubicBezTo>
                        <a:cubicBezTo>
                          <a:pt x="56232" y="54560"/>
                          <a:pt x="56475" y="54348"/>
                          <a:pt x="56688" y="54135"/>
                        </a:cubicBezTo>
                        <a:cubicBezTo>
                          <a:pt x="56810" y="54044"/>
                          <a:pt x="56901" y="53922"/>
                          <a:pt x="56962" y="53800"/>
                        </a:cubicBezTo>
                        <a:cubicBezTo>
                          <a:pt x="57053" y="53679"/>
                          <a:pt x="57174" y="53557"/>
                          <a:pt x="57266" y="53436"/>
                        </a:cubicBezTo>
                        <a:cubicBezTo>
                          <a:pt x="57326" y="53344"/>
                          <a:pt x="57417" y="53284"/>
                          <a:pt x="57539" y="53253"/>
                        </a:cubicBezTo>
                        <a:cubicBezTo>
                          <a:pt x="57904" y="53132"/>
                          <a:pt x="58177" y="52767"/>
                          <a:pt x="58177" y="52372"/>
                        </a:cubicBezTo>
                        <a:cubicBezTo>
                          <a:pt x="58208" y="52250"/>
                          <a:pt x="58269" y="52159"/>
                          <a:pt x="58390" y="52129"/>
                        </a:cubicBezTo>
                        <a:cubicBezTo>
                          <a:pt x="58542" y="52037"/>
                          <a:pt x="58725" y="52007"/>
                          <a:pt x="58907" y="52007"/>
                        </a:cubicBezTo>
                        <a:cubicBezTo>
                          <a:pt x="59332" y="52037"/>
                          <a:pt x="59728" y="51946"/>
                          <a:pt x="60062" y="51703"/>
                        </a:cubicBezTo>
                        <a:cubicBezTo>
                          <a:pt x="60214" y="51612"/>
                          <a:pt x="60427" y="51612"/>
                          <a:pt x="60548" y="51490"/>
                        </a:cubicBezTo>
                        <a:cubicBezTo>
                          <a:pt x="60609" y="51490"/>
                          <a:pt x="60639" y="51521"/>
                          <a:pt x="60670" y="51551"/>
                        </a:cubicBezTo>
                        <a:cubicBezTo>
                          <a:pt x="60700" y="51673"/>
                          <a:pt x="60761" y="51794"/>
                          <a:pt x="60791" y="51916"/>
                        </a:cubicBezTo>
                        <a:cubicBezTo>
                          <a:pt x="60883" y="52372"/>
                          <a:pt x="61187" y="52767"/>
                          <a:pt x="61612" y="52980"/>
                        </a:cubicBezTo>
                        <a:lnTo>
                          <a:pt x="61794" y="53071"/>
                        </a:lnTo>
                        <a:cubicBezTo>
                          <a:pt x="61886" y="53101"/>
                          <a:pt x="61916" y="53192"/>
                          <a:pt x="61886" y="53344"/>
                        </a:cubicBezTo>
                        <a:cubicBezTo>
                          <a:pt x="61825" y="53496"/>
                          <a:pt x="61855" y="53618"/>
                          <a:pt x="62068" y="53709"/>
                        </a:cubicBezTo>
                        <a:cubicBezTo>
                          <a:pt x="62190" y="53770"/>
                          <a:pt x="62281" y="53861"/>
                          <a:pt x="62342" y="53983"/>
                        </a:cubicBezTo>
                        <a:cubicBezTo>
                          <a:pt x="62372" y="54013"/>
                          <a:pt x="62372" y="54013"/>
                          <a:pt x="62372" y="54044"/>
                        </a:cubicBezTo>
                        <a:cubicBezTo>
                          <a:pt x="62554" y="54317"/>
                          <a:pt x="62585" y="54651"/>
                          <a:pt x="62494" y="54955"/>
                        </a:cubicBezTo>
                        <a:cubicBezTo>
                          <a:pt x="62463" y="55077"/>
                          <a:pt x="62463" y="55168"/>
                          <a:pt x="62494" y="55290"/>
                        </a:cubicBezTo>
                        <a:cubicBezTo>
                          <a:pt x="62524" y="55411"/>
                          <a:pt x="62615" y="55503"/>
                          <a:pt x="62706" y="55533"/>
                        </a:cubicBezTo>
                        <a:cubicBezTo>
                          <a:pt x="62980" y="55533"/>
                          <a:pt x="63223" y="55472"/>
                          <a:pt x="63436" y="55351"/>
                        </a:cubicBezTo>
                        <a:cubicBezTo>
                          <a:pt x="63588" y="55229"/>
                          <a:pt x="63770" y="55107"/>
                          <a:pt x="63953" y="55016"/>
                        </a:cubicBezTo>
                        <a:cubicBezTo>
                          <a:pt x="63983" y="54986"/>
                          <a:pt x="64044" y="54986"/>
                          <a:pt x="64074" y="55016"/>
                        </a:cubicBezTo>
                        <a:cubicBezTo>
                          <a:pt x="64196" y="55138"/>
                          <a:pt x="64378" y="55229"/>
                          <a:pt x="64409" y="55411"/>
                        </a:cubicBezTo>
                        <a:cubicBezTo>
                          <a:pt x="64439" y="55594"/>
                          <a:pt x="64469" y="55746"/>
                          <a:pt x="64530" y="55898"/>
                        </a:cubicBezTo>
                        <a:cubicBezTo>
                          <a:pt x="64591" y="56293"/>
                          <a:pt x="64743" y="56688"/>
                          <a:pt x="64956" y="57022"/>
                        </a:cubicBezTo>
                        <a:cubicBezTo>
                          <a:pt x="64986" y="57114"/>
                          <a:pt x="65016" y="57174"/>
                          <a:pt x="65047" y="57265"/>
                        </a:cubicBezTo>
                        <a:cubicBezTo>
                          <a:pt x="65047" y="57357"/>
                          <a:pt x="65047" y="57448"/>
                          <a:pt x="65077" y="57539"/>
                        </a:cubicBezTo>
                        <a:cubicBezTo>
                          <a:pt x="65199" y="57873"/>
                          <a:pt x="65199" y="58238"/>
                          <a:pt x="65077" y="58542"/>
                        </a:cubicBezTo>
                        <a:cubicBezTo>
                          <a:pt x="65047" y="58633"/>
                          <a:pt x="65047" y="58724"/>
                          <a:pt x="65047" y="58816"/>
                        </a:cubicBezTo>
                        <a:cubicBezTo>
                          <a:pt x="65138" y="59059"/>
                          <a:pt x="65108" y="59302"/>
                          <a:pt x="65016" y="59545"/>
                        </a:cubicBezTo>
                        <a:cubicBezTo>
                          <a:pt x="64925" y="59819"/>
                          <a:pt x="64956" y="60031"/>
                          <a:pt x="65260" y="60153"/>
                        </a:cubicBezTo>
                        <a:cubicBezTo>
                          <a:pt x="65260" y="60153"/>
                          <a:pt x="65290" y="60183"/>
                          <a:pt x="65290" y="60183"/>
                        </a:cubicBezTo>
                        <a:cubicBezTo>
                          <a:pt x="65564" y="60548"/>
                          <a:pt x="65837" y="60883"/>
                          <a:pt x="66111" y="61217"/>
                        </a:cubicBezTo>
                        <a:cubicBezTo>
                          <a:pt x="66202" y="61399"/>
                          <a:pt x="66232" y="61612"/>
                          <a:pt x="66232" y="61794"/>
                        </a:cubicBezTo>
                        <a:cubicBezTo>
                          <a:pt x="66232" y="61855"/>
                          <a:pt x="66263" y="61886"/>
                          <a:pt x="66293" y="61916"/>
                        </a:cubicBezTo>
                        <a:cubicBezTo>
                          <a:pt x="66354" y="62038"/>
                          <a:pt x="66384" y="62190"/>
                          <a:pt x="66354" y="62311"/>
                        </a:cubicBezTo>
                        <a:cubicBezTo>
                          <a:pt x="66354" y="62463"/>
                          <a:pt x="66415" y="62585"/>
                          <a:pt x="66506" y="62676"/>
                        </a:cubicBezTo>
                        <a:cubicBezTo>
                          <a:pt x="66658" y="62828"/>
                          <a:pt x="66779" y="62980"/>
                          <a:pt x="66840" y="63193"/>
                        </a:cubicBezTo>
                        <a:cubicBezTo>
                          <a:pt x="66840" y="63253"/>
                          <a:pt x="66931" y="63284"/>
                          <a:pt x="66962" y="63345"/>
                        </a:cubicBezTo>
                        <a:cubicBezTo>
                          <a:pt x="67023" y="63375"/>
                          <a:pt x="67114" y="63436"/>
                          <a:pt x="67175" y="63527"/>
                        </a:cubicBezTo>
                        <a:cubicBezTo>
                          <a:pt x="67296" y="63679"/>
                          <a:pt x="67448" y="63831"/>
                          <a:pt x="67661" y="63892"/>
                        </a:cubicBezTo>
                        <a:cubicBezTo>
                          <a:pt x="67874" y="64013"/>
                          <a:pt x="68086" y="64135"/>
                          <a:pt x="68299" y="64256"/>
                        </a:cubicBezTo>
                        <a:lnTo>
                          <a:pt x="68299" y="64256"/>
                        </a:lnTo>
                        <a:lnTo>
                          <a:pt x="68299" y="64256"/>
                        </a:lnTo>
                        <a:lnTo>
                          <a:pt x="68269" y="64256"/>
                        </a:lnTo>
                        <a:lnTo>
                          <a:pt x="68390" y="64135"/>
                        </a:lnTo>
                        <a:cubicBezTo>
                          <a:pt x="68482" y="64105"/>
                          <a:pt x="68512" y="64013"/>
                          <a:pt x="68482" y="63922"/>
                        </a:cubicBezTo>
                        <a:cubicBezTo>
                          <a:pt x="68390" y="63740"/>
                          <a:pt x="68330" y="63557"/>
                          <a:pt x="68208" y="63375"/>
                        </a:cubicBezTo>
                        <a:cubicBezTo>
                          <a:pt x="68056" y="63193"/>
                          <a:pt x="67995" y="62980"/>
                          <a:pt x="67995" y="62737"/>
                        </a:cubicBezTo>
                        <a:lnTo>
                          <a:pt x="67995" y="62342"/>
                        </a:lnTo>
                        <a:cubicBezTo>
                          <a:pt x="68026" y="62190"/>
                          <a:pt x="67965" y="62038"/>
                          <a:pt x="67874" y="61886"/>
                        </a:cubicBezTo>
                        <a:cubicBezTo>
                          <a:pt x="67691" y="61703"/>
                          <a:pt x="67478" y="61521"/>
                          <a:pt x="67326" y="61308"/>
                        </a:cubicBezTo>
                        <a:cubicBezTo>
                          <a:pt x="67053" y="61217"/>
                          <a:pt x="66871" y="60943"/>
                          <a:pt x="66597" y="60822"/>
                        </a:cubicBezTo>
                        <a:cubicBezTo>
                          <a:pt x="66384" y="60761"/>
                          <a:pt x="66263" y="60579"/>
                          <a:pt x="66293" y="60366"/>
                        </a:cubicBezTo>
                        <a:cubicBezTo>
                          <a:pt x="66293" y="60214"/>
                          <a:pt x="66232" y="60062"/>
                          <a:pt x="66141" y="59971"/>
                        </a:cubicBezTo>
                        <a:cubicBezTo>
                          <a:pt x="65989" y="59819"/>
                          <a:pt x="65898" y="59636"/>
                          <a:pt x="65837" y="59454"/>
                        </a:cubicBezTo>
                        <a:cubicBezTo>
                          <a:pt x="65655" y="59424"/>
                          <a:pt x="65503" y="59272"/>
                          <a:pt x="65503" y="59089"/>
                        </a:cubicBezTo>
                        <a:cubicBezTo>
                          <a:pt x="65472" y="58937"/>
                          <a:pt x="65503" y="58816"/>
                          <a:pt x="65533" y="58664"/>
                        </a:cubicBezTo>
                        <a:cubicBezTo>
                          <a:pt x="65716" y="58177"/>
                          <a:pt x="65837" y="57691"/>
                          <a:pt x="65928" y="57144"/>
                        </a:cubicBezTo>
                        <a:cubicBezTo>
                          <a:pt x="65928" y="57144"/>
                          <a:pt x="65928" y="57114"/>
                          <a:pt x="65959" y="57114"/>
                        </a:cubicBezTo>
                        <a:cubicBezTo>
                          <a:pt x="65989" y="57083"/>
                          <a:pt x="66019" y="57053"/>
                          <a:pt x="66050" y="57053"/>
                        </a:cubicBezTo>
                        <a:cubicBezTo>
                          <a:pt x="66111" y="57053"/>
                          <a:pt x="66141" y="57053"/>
                          <a:pt x="66171" y="57083"/>
                        </a:cubicBezTo>
                        <a:cubicBezTo>
                          <a:pt x="66202" y="57114"/>
                          <a:pt x="66232" y="57144"/>
                          <a:pt x="66232" y="57174"/>
                        </a:cubicBezTo>
                        <a:cubicBezTo>
                          <a:pt x="66263" y="57417"/>
                          <a:pt x="66445" y="57569"/>
                          <a:pt x="66658" y="57539"/>
                        </a:cubicBezTo>
                        <a:cubicBezTo>
                          <a:pt x="66719" y="57539"/>
                          <a:pt x="66810" y="57539"/>
                          <a:pt x="66871" y="57569"/>
                        </a:cubicBezTo>
                        <a:cubicBezTo>
                          <a:pt x="67083" y="57752"/>
                          <a:pt x="67357" y="57873"/>
                          <a:pt x="67509" y="58147"/>
                        </a:cubicBezTo>
                        <a:cubicBezTo>
                          <a:pt x="67691" y="58481"/>
                          <a:pt x="67934" y="58724"/>
                          <a:pt x="68238" y="58937"/>
                        </a:cubicBezTo>
                        <a:cubicBezTo>
                          <a:pt x="68299" y="58907"/>
                          <a:pt x="68360" y="58846"/>
                          <a:pt x="68421" y="58876"/>
                        </a:cubicBezTo>
                        <a:cubicBezTo>
                          <a:pt x="68542" y="58937"/>
                          <a:pt x="68694" y="59028"/>
                          <a:pt x="68664" y="59211"/>
                        </a:cubicBezTo>
                        <a:cubicBezTo>
                          <a:pt x="68664" y="59393"/>
                          <a:pt x="68664" y="59576"/>
                          <a:pt x="68664" y="59758"/>
                        </a:cubicBezTo>
                        <a:cubicBezTo>
                          <a:pt x="68664" y="59819"/>
                          <a:pt x="68785" y="59849"/>
                          <a:pt x="68846" y="59819"/>
                        </a:cubicBezTo>
                        <a:cubicBezTo>
                          <a:pt x="68907" y="59819"/>
                          <a:pt x="68907" y="59819"/>
                          <a:pt x="68907" y="59819"/>
                        </a:cubicBezTo>
                        <a:cubicBezTo>
                          <a:pt x="69181" y="59545"/>
                          <a:pt x="69454" y="59302"/>
                          <a:pt x="69697" y="59059"/>
                        </a:cubicBezTo>
                        <a:cubicBezTo>
                          <a:pt x="69758" y="58968"/>
                          <a:pt x="69819" y="58937"/>
                          <a:pt x="69910" y="58907"/>
                        </a:cubicBezTo>
                        <a:cubicBezTo>
                          <a:pt x="70244" y="58785"/>
                          <a:pt x="70548" y="58603"/>
                          <a:pt x="70761" y="58360"/>
                        </a:cubicBezTo>
                        <a:cubicBezTo>
                          <a:pt x="70913" y="58238"/>
                          <a:pt x="71035" y="58056"/>
                          <a:pt x="71065" y="57843"/>
                        </a:cubicBezTo>
                        <a:cubicBezTo>
                          <a:pt x="71187" y="57539"/>
                          <a:pt x="71187" y="57205"/>
                          <a:pt x="71065" y="56901"/>
                        </a:cubicBezTo>
                        <a:cubicBezTo>
                          <a:pt x="71065" y="56901"/>
                          <a:pt x="71065" y="56870"/>
                          <a:pt x="71065" y="56840"/>
                        </a:cubicBezTo>
                        <a:cubicBezTo>
                          <a:pt x="71004" y="56445"/>
                          <a:pt x="70883" y="56050"/>
                          <a:pt x="70700" y="55685"/>
                        </a:cubicBezTo>
                        <a:cubicBezTo>
                          <a:pt x="70609" y="55563"/>
                          <a:pt x="70518" y="55411"/>
                          <a:pt x="70396" y="55320"/>
                        </a:cubicBezTo>
                        <a:cubicBezTo>
                          <a:pt x="70184" y="55077"/>
                          <a:pt x="69910" y="54895"/>
                          <a:pt x="69637" y="54712"/>
                        </a:cubicBezTo>
                        <a:cubicBezTo>
                          <a:pt x="69454" y="54621"/>
                          <a:pt x="69333" y="54469"/>
                          <a:pt x="69272" y="54256"/>
                        </a:cubicBezTo>
                        <a:cubicBezTo>
                          <a:pt x="69241" y="54135"/>
                          <a:pt x="69150" y="54044"/>
                          <a:pt x="69059" y="53983"/>
                        </a:cubicBezTo>
                        <a:cubicBezTo>
                          <a:pt x="68998" y="53922"/>
                          <a:pt x="68937" y="53861"/>
                          <a:pt x="68877" y="53800"/>
                        </a:cubicBezTo>
                        <a:cubicBezTo>
                          <a:pt x="68846" y="53770"/>
                          <a:pt x="68816" y="53740"/>
                          <a:pt x="68816" y="53679"/>
                        </a:cubicBezTo>
                        <a:cubicBezTo>
                          <a:pt x="68816" y="53436"/>
                          <a:pt x="68725" y="53192"/>
                          <a:pt x="68968" y="53010"/>
                        </a:cubicBezTo>
                        <a:cubicBezTo>
                          <a:pt x="69089" y="52919"/>
                          <a:pt x="69150" y="52797"/>
                          <a:pt x="69150" y="52645"/>
                        </a:cubicBezTo>
                        <a:cubicBezTo>
                          <a:pt x="69181" y="52554"/>
                          <a:pt x="69241" y="52463"/>
                          <a:pt x="69302" y="52433"/>
                        </a:cubicBezTo>
                        <a:cubicBezTo>
                          <a:pt x="69576" y="52281"/>
                          <a:pt x="69819" y="52129"/>
                          <a:pt x="70093" y="52007"/>
                        </a:cubicBezTo>
                        <a:cubicBezTo>
                          <a:pt x="70153" y="51977"/>
                          <a:pt x="70214" y="51977"/>
                          <a:pt x="70305" y="52007"/>
                        </a:cubicBezTo>
                        <a:cubicBezTo>
                          <a:pt x="70366" y="52037"/>
                          <a:pt x="70427" y="52037"/>
                          <a:pt x="70488" y="52068"/>
                        </a:cubicBezTo>
                        <a:cubicBezTo>
                          <a:pt x="70640" y="52129"/>
                          <a:pt x="70761" y="52189"/>
                          <a:pt x="70792" y="52372"/>
                        </a:cubicBezTo>
                        <a:cubicBezTo>
                          <a:pt x="70822" y="52524"/>
                          <a:pt x="70913" y="52615"/>
                          <a:pt x="71035" y="52706"/>
                        </a:cubicBezTo>
                        <a:cubicBezTo>
                          <a:pt x="71126" y="52797"/>
                          <a:pt x="71308" y="52737"/>
                          <a:pt x="71339" y="52585"/>
                        </a:cubicBezTo>
                        <a:cubicBezTo>
                          <a:pt x="71339" y="52524"/>
                          <a:pt x="71339" y="52463"/>
                          <a:pt x="71339" y="52372"/>
                        </a:cubicBezTo>
                        <a:lnTo>
                          <a:pt x="71339" y="52372"/>
                        </a:lnTo>
                        <a:lnTo>
                          <a:pt x="71339" y="52341"/>
                        </a:lnTo>
                        <a:lnTo>
                          <a:pt x="71308" y="52372"/>
                        </a:lnTo>
                        <a:cubicBezTo>
                          <a:pt x="71278" y="52341"/>
                          <a:pt x="71278" y="52311"/>
                          <a:pt x="71278" y="52250"/>
                        </a:cubicBezTo>
                        <a:cubicBezTo>
                          <a:pt x="71278" y="52220"/>
                          <a:pt x="71308" y="52189"/>
                          <a:pt x="71339" y="52159"/>
                        </a:cubicBezTo>
                        <a:cubicBezTo>
                          <a:pt x="71643" y="52098"/>
                          <a:pt x="71947" y="51977"/>
                          <a:pt x="72251" y="51855"/>
                        </a:cubicBezTo>
                        <a:cubicBezTo>
                          <a:pt x="72524" y="51794"/>
                          <a:pt x="72737" y="51612"/>
                          <a:pt x="72859" y="51369"/>
                        </a:cubicBezTo>
                        <a:cubicBezTo>
                          <a:pt x="72889" y="51278"/>
                          <a:pt x="72950" y="51278"/>
                          <a:pt x="73010" y="51338"/>
                        </a:cubicBezTo>
                        <a:cubicBezTo>
                          <a:pt x="73071" y="51369"/>
                          <a:pt x="73162" y="51430"/>
                          <a:pt x="73254" y="51399"/>
                        </a:cubicBezTo>
                        <a:cubicBezTo>
                          <a:pt x="73436" y="51308"/>
                          <a:pt x="73649" y="51247"/>
                          <a:pt x="73831" y="51217"/>
                        </a:cubicBezTo>
                        <a:cubicBezTo>
                          <a:pt x="73983" y="51186"/>
                          <a:pt x="74135" y="51156"/>
                          <a:pt x="74287" y="51095"/>
                        </a:cubicBezTo>
                        <a:cubicBezTo>
                          <a:pt x="74439" y="51034"/>
                          <a:pt x="74591" y="50943"/>
                          <a:pt x="74621" y="50761"/>
                        </a:cubicBezTo>
                        <a:cubicBezTo>
                          <a:pt x="74652" y="50700"/>
                          <a:pt x="74713" y="50700"/>
                          <a:pt x="74773" y="50639"/>
                        </a:cubicBezTo>
                        <a:cubicBezTo>
                          <a:pt x="75017" y="50518"/>
                          <a:pt x="75199" y="50335"/>
                          <a:pt x="75321" y="50092"/>
                        </a:cubicBezTo>
                        <a:cubicBezTo>
                          <a:pt x="75321" y="50062"/>
                          <a:pt x="75351" y="50062"/>
                          <a:pt x="75351" y="50031"/>
                        </a:cubicBezTo>
                        <a:cubicBezTo>
                          <a:pt x="75533" y="49940"/>
                          <a:pt x="75685" y="49758"/>
                          <a:pt x="75716" y="49545"/>
                        </a:cubicBezTo>
                        <a:cubicBezTo>
                          <a:pt x="75746" y="49484"/>
                          <a:pt x="75837" y="49484"/>
                          <a:pt x="75898" y="49454"/>
                        </a:cubicBezTo>
                        <a:cubicBezTo>
                          <a:pt x="75959" y="49454"/>
                          <a:pt x="76020" y="49363"/>
                          <a:pt x="75989" y="49241"/>
                        </a:cubicBezTo>
                        <a:cubicBezTo>
                          <a:pt x="75959" y="49089"/>
                          <a:pt x="75959" y="48907"/>
                          <a:pt x="75959" y="48724"/>
                        </a:cubicBezTo>
                        <a:cubicBezTo>
                          <a:pt x="75959" y="48603"/>
                          <a:pt x="75928" y="48512"/>
                          <a:pt x="76050" y="48451"/>
                        </a:cubicBezTo>
                        <a:cubicBezTo>
                          <a:pt x="76263" y="48329"/>
                          <a:pt x="76384" y="48116"/>
                          <a:pt x="76415" y="47904"/>
                        </a:cubicBezTo>
                        <a:cubicBezTo>
                          <a:pt x="76415" y="47752"/>
                          <a:pt x="76476" y="47630"/>
                          <a:pt x="76597" y="47539"/>
                        </a:cubicBezTo>
                        <a:cubicBezTo>
                          <a:pt x="76749" y="47417"/>
                          <a:pt x="76810" y="47235"/>
                          <a:pt x="76810" y="47053"/>
                        </a:cubicBezTo>
                        <a:cubicBezTo>
                          <a:pt x="76780" y="46961"/>
                          <a:pt x="76810" y="46840"/>
                          <a:pt x="76871" y="46749"/>
                        </a:cubicBezTo>
                        <a:cubicBezTo>
                          <a:pt x="76962" y="46566"/>
                          <a:pt x="76932" y="46384"/>
                          <a:pt x="76810" y="46232"/>
                        </a:cubicBezTo>
                        <a:cubicBezTo>
                          <a:pt x="76719" y="46171"/>
                          <a:pt x="76628" y="46080"/>
                          <a:pt x="76536" y="46019"/>
                        </a:cubicBezTo>
                        <a:cubicBezTo>
                          <a:pt x="76476" y="45958"/>
                          <a:pt x="76384" y="45958"/>
                          <a:pt x="76324" y="45958"/>
                        </a:cubicBezTo>
                        <a:lnTo>
                          <a:pt x="76324" y="45958"/>
                        </a:lnTo>
                        <a:lnTo>
                          <a:pt x="76263" y="45958"/>
                        </a:lnTo>
                        <a:lnTo>
                          <a:pt x="76293" y="45958"/>
                        </a:lnTo>
                        <a:lnTo>
                          <a:pt x="76293" y="45958"/>
                        </a:lnTo>
                        <a:cubicBezTo>
                          <a:pt x="76293" y="45898"/>
                          <a:pt x="76324" y="45837"/>
                          <a:pt x="76324" y="45776"/>
                        </a:cubicBezTo>
                        <a:cubicBezTo>
                          <a:pt x="76415" y="45715"/>
                          <a:pt x="76506" y="45624"/>
                          <a:pt x="76567" y="45563"/>
                        </a:cubicBezTo>
                        <a:cubicBezTo>
                          <a:pt x="76658" y="45502"/>
                          <a:pt x="76658" y="45381"/>
                          <a:pt x="76597" y="45320"/>
                        </a:cubicBezTo>
                        <a:cubicBezTo>
                          <a:pt x="76536" y="45198"/>
                          <a:pt x="76415" y="45077"/>
                          <a:pt x="76293" y="44986"/>
                        </a:cubicBezTo>
                        <a:lnTo>
                          <a:pt x="76293" y="44986"/>
                        </a:lnTo>
                        <a:lnTo>
                          <a:pt x="76263" y="45016"/>
                        </a:lnTo>
                        <a:lnTo>
                          <a:pt x="76324" y="45046"/>
                        </a:lnTo>
                        <a:lnTo>
                          <a:pt x="76324" y="45046"/>
                        </a:lnTo>
                        <a:cubicBezTo>
                          <a:pt x="76354" y="45046"/>
                          <a:pt x="76384" y="45016"/>
                          <a:pt x="76415" y="45016"/>
                        </a:cubicBezTo>
                        <a:cubicBezTo>
                          <a:pt x="76567" y="44955"/>
                          <a:pt x="76628" y="44773"/>
                          <a:pt x="76506" y="44682"/>
                        </a:cubicBezTo>
                        <a:cubicBezTo>
                          <a:pt x="76445" y="44591"/>
                          <a:pt x="76354" y="44499"/>
                          <a:pt x="76263" y="44439"/>
                        </a:cubicBezTo>
                        <a:cubicBezTo>
                          <a:pt x="76111" y="44347"/>
                          <a:pt x="75989" y="44226"/>
                          <a:pt x="75898" y="44043"/>
                        </a:cubicBezTo>
                        <a:cubicBezTo>
                          <a:pt x="75807" y="43831"/>
                          <a:pt x="75685" y="43618"/>
                          <a:pt x="75564" y="43375"/>
                        </a:cubicBezTo>
                        <a:cubicBezTo>
                          <a:pt x="75503" y="43253"/>
                          <a:pt x="75381" y="43132"/>
                          <a:pt x="75260" y="43040"/>
                        </a:cubicBezTo>
                        <a:cubicBezTo>
                          <a:pt x="75169" y="43010"/>
                          <a:pt x="75077" y="42949"/>
                          <a:pt x="75017" y="42919"/>
                        </a:cubicBezTo>
                        <a:cubicBezTo>
                          <a:pt x="74834" y="42828"/>
                          <a:pt x="74743" y="42645"/>
                          <a:pt x="74773" y="42463"/>
                        </a:cubicBezTo>
                        <a:cubicBezTo>
                          <a:pt x="74773" y="42341"/>
                          <a:pt x="74834" y="42189"/>
                          <a:pt x="74895" y="42098"/>
                        </a:cubicBezTo>
                        <a:cubicBezTo>
                          <a:pt x="74986" y="42007"/>
                          <a:pt x="75047" y="41916"/>
                          <a:pt x="75077" y="41794"/>
                        </a:cubicBezTo>
                        <a:cubicBezTo>
                          <a:pt x="75169" y="41612"/>
                          <a:pt x="75321" y="41460"/>
                          <a:pt x="75503" y="41369"/>
                        </a:cubicBezTo>
                        <a:cubicBezTo>
                          <a:pt x="75655" y="41247"/>
                          <a:pt x="75868" y="41186"/>
                          <a:pt x="76080" y="41186"/>
                        </a:cubicBezTo>
                        <a:cubicBezTo>
                          <a:pt x="76141" y="41186"/>
                          <a:pt x="76172" y="41095"/>
                          <a:pt x="76202" y="41034"/>
                        </a:cubicBezTo>
                        <a:cubicBezTo>
                          <a:pt x="76232" y="40973"/>
                          <a:pt x="76232" y="40913"/>
                          <a:pt x="76232" y="40852"/>
                        </a:cubicBezTo>
                        <a:cubicBezTo>
                          <a:pt x="76232" y="40730"/>
                          <a:pt x="76141" y="40609"/>
                          <a:pt x="76020" y="40609"/>
                        </a:cubicBezTo>
                        <a:lnTo>
                          <a:pt x="75685" y="40609"/>
                        </a:lnTo>
                        <a:cubicBezTo>
                          <a:pt x="75594" y="40609"/>
                          <a:pt x="75503" y="40578"/>
                          <a:pt x="75442" y="40548"/>
                        </a:cubicBezTo>
                        <a:cubicBezTo>
                          <a:pt x="75351" y="40518"/>
                          <a:pt x="75260" y="40487"/>
                          <a:pt x="75199" y="40426"/>
                        </a:cubicBezTo>
                        <a:cubicBezTo>
                          <a:pt x="75108" y="40396"/>
                          <a:pt x="75017" y="40396"/>
                          <a:pt x="74925" y="40457"/>
                        </a:cubicBezTo>
                        <a:cubicBezTo>
                          <a:pt x="74773" y="40548"/>
                          <a:pt x="74652" y="40670"/>
                          <a:pt x="74561" y="40821"/>
                        </a:cubicBezTo>
                        <a:cubicBezTo>
                          <a:pt x="74500" y="40882"/>
                          <a:pt x="74439" y="40913"/>
                          <a:pt x="74378" y="40913"/>
                        </a:cubicBezTo>
                        <a:cubicBezTo>
                          <a:pt x="74257" y="40943"/>
                          <a:pt x="74135" y="40882"/>
                          <a:pt x="74105" y="40761"/>
                        </a:cubicBezTo>
                        <a:cubicBezTo>
                          <a:pt x="74074" y="40578"/>
                          <a:pt x="73922" y="40426"/>
                          <a:pt x="73740" y="40396"/>
                        </a:cubicBezTo>
                        <a:cubicBezTo>
                          <a:pt x="73558" y="40305"/>
                          <a:pt x="73406" y="40183"/>
                          <a:pt x="73284" y="40001"/>
                        </a:cubicBezTo>
                        <a:cubicBezTo>
                          <a:pt x="73162" y="39849"/>
                          <a:pt x="73254" y="39636"/>
                          <a:pt x="73436" y="39575"/>
                        </a:cubicBezTo>
                        <a:lnTo>
                          <a:pt x="73618" y="39575"/>
                        </a:lnTo>
                        <a:cubicBezTo>
                          <a:pt x="73770" y="39575"/>
                          <a:pt x="73892" y="39484"/>
                          <a:pt x="73922" y="39332"/>
                        </a:cubicBezTo>
                        <a:cubicBezTo>
                          <a:pt x="74014" y="39089"/>
                          <a:pt x="74044" y="38815"/>
                          <a:pt x="74348" y="38663"/>
                        </a:cubicBezTo>
                        <a:cubicBezTo>
                          <a:pt x="74409" y="38633"/>
                          <a:pt x="74469" y="38542"/>
                          <a:pt x="74500" y="38451"/>
                        </a:cubicBezTo>
                        <a:cubicBezTo>
                          <a:pt x="74561" y="38390"/>
                          <a:pt x="74621" y="38207"/>
                          <a:pt x="74713" y="38116"/>
                        </a:cubicBezTo>
                        <a:cubicBezTo>
                          <a:pt x="74743" y="38055"/>
                          <a:pt x="74804" y="38025"/>
                          <a:pt x="74865" y="37995"/>
                        </a:cubicBezTo>
                        <a:cubicBezTo>
                          <a:pt x="75017" y="37964"/>
                          <a:pt x="75199" y="38025"/>
                          <a:pt x="75290" y="38177"/>
                        </a:cubicBezTo>
                        <a:cubicBezTo>
                          <a:pt x="75351" y="38268"/>
                          <a:pt x="75351" y="38390"/>
                          <a:pt x="75290" y="38481"/>
                        </a:cubicBezTo>
                        <a:cubicBezTo>
                          <a:pt x="75260" y="38511"/>
                          <a:pt x="75229" y="38572"/>
                          <a:pt x="75229" y="38603"/>
                        </a:cubicBezTo>
                        <a:cubicBezTo>
                          <a:pt x="75138" y="38724"/>
                          <a:pt x="75108" y="38907"/>
                          <a:pt x="75169" y="39059"/>
                        </a:cubicBezTo>
                        <a:cubicBezTo>
                          <a:pt x="75199" y="39119"/>
                          <a:pt x="75229" y="39180"/>
                          <a:pt x="75229" y="39241"/>
                        </a:cubicBezTo>
                        <a:cubicBezTo>
                          <a:pt x="75260" y="39332"/>
                          <a:pt x="75199" y="39423"/>
                          <a:pt x="75169" y="39484"/>
                        </a:cubicBezTo>
                        <a:cubicBezTo>
                          <a:pt x="75108" y="39545"/>
                          <a:pt x="75108" y="39514"/>
                          <a:pt x="75138" y="39545"/>
                        </a:cubicBezTo>
                        <a:cubicBezTo>
                          <a:pt x="75138" y="39575"/>
                          <a:pt x="75138" y="39636"/>
                          <a:pt x="75169" y="39666"/>
                        </a:cubicBezTo>
                        <a:cubicBezTo>
                          <a:pt x="75199" y="39666"/>
                          <a:pt x="75229" y="39697"/>
                          <a:pt x="75290" y="39697"/>
                        </a:cubicBezTo>
                        <a:cubicBezTo>
                          <a:pt x="75442" y="39606"/>
                          <a:pt x="75564" y="39514"/>
                          <a:pt x="75625" y="39363"/>
                        </a:cubicBezTo>
                        <a:cubicBezTo>
                          <a:pt x="75868" y="39059"/>
                          <a:pt x="76232" y="38846"/>
                          <a:pt x="76628" y="38846"/>
                        </a:cubicBezTo>
                        <a:cubicBezTo>
                          <a:pt x="76688" y="38815"/>
                          <a:pt x="76749" y="38846"/>
                          <a:pt x="76810" y="38876"/>
                        </a:cubicBezTo>
                        <a:lnTo>
                          <a:pt x="76992" y="38937"/>
                        </a:lnTo>
                        <a:cubicBezTo>
                          <a:pt x="77266" y="39028"/>
                          <a:pt x="77266" y="39028"/>
                          <a:pt x="77266" y="39302"/>
                        </a:cubicBezTo>
                        <a:lnTo>
                          <a:pt x="77266" y="40001"/>
                        </a:lnTo>
                        <a:cubicBezTo>
                          <a:pt x="77266" y="40092"/>
                          <a:pt x="77327" y="40214"/>
                          <a:pt x="77387" y="40305"/>
                        </a:cubicBezTo>
                        <a:cubicBezTo>
                          <a:pt x="77448" y="40366"/>
                          <a:pt x="77539" y="40396"/>
                          <a:pt x="77631" y="40396"/>
                        </a:cubicBezTo>
                        <a:cubicBezTo>
                          <a:pt x="77691" y="40396"/>
                          <a:pt x="77752" y="40335"/>
                          <a:pt x="77843" y="40335"/>
                        </a:cubicBezTo>
                        <a:cubicBezTo>
                          <a:pt x="77935" y="40305"/>
                          <a:pt x="78056" y="40335"/>
                          <a:pt x="78147" y="40426"/>
                        </a:cubicBezTo>
                        <a:cubicBezTo>
                          <a:pt x="78239" y="40487"/>
                          <a:pt x="78330" y="40578"/>
                          <a:pt x="78391" y="40670"/>
                        </a:cubicBezTo>
                        <a:cubicBezTo>
                          <a:pt x="78451" y="40761"/>
                          <a:pt x="78451" y="40791"/>
                          <a:pt x="78330" y="40943"/>
                        </a:cubicBezTo>
                        <a:cubicBezTo>
                          <a:pt x="78208" y="41095"/>
                          <a:pt x="78239" y="41095"/>
                          <a:pt x="78299" y="41186"/>
                        </a:cubicBezTo>
                        <a:cubicBezTo>
                          <a:pt x="78543" y="41399"/>
                          <a:pt x="78634" y="41733"/>
                          <a:pt x="78573" y="42037"/>
                        </a:cubicBezTo>
                        <a:cubicBezTo>
                          <a:pt x="78573" y="42129"/>
                          <a:pt x="78573" y="42220"/>
                          <a:pt x="78573" y="42311"/>
                        </a:cubicBezTo>
                        <a:cubicBezTo>
                          <a:pt x="78603" y="42493"/>
                          <a:pt x="78664" y="42676"/>
                          <a:pt x="78786" y="42797"/>
                        </a:cubicBezTo>
                        <a:cubicBezTo>
                          <a:pt x="78786" y="42797"/>
                          <a:pt x="78816" y="42828"/>
                          <a:pt x="78846" y="42797"/>
                        </a:cubicBezTo>
                        <a:cubicBezTo>
                          <a:pt x="78938" y="42797"/>
                          <a:pt x="79059" y="42736"/>
                          <a:pt x="79120" y="42645"/>
                        </a:cubicBezTo>
                        <a:cubicBezTo>
                          <a:pt x="79242" y="42524"/>
                          <a:pt x="79394" y="42463"/>
                          <a:pt x="79546" y="42493"/>
                        </a:cubicBezTo>
                        <a:cubicBezTo>
                          <a:pt x="79637" y="42493"/>
                          <a:pt x="79698" y="42493"/>
                          <a:pt x="79758" y="42493"/>
                        </a:cubicBezTo>
                        <a:cubicBezTo>
                          <a:pt x="79910" y="42524"/>
                          <a:pt x="80002" y="42402"/>
                          <a:pt x="80093" y="42311"/>
                        </a:cubicBezTo>
                        <a:cubicBezTo>
                          <a:pt x="80275" y="42098"/>
                          <a:pt x="80336" y="41794"/>
                          <a:pt x="80245" y="41551"/>
                        </a:cubicBezTo>
                        <a:cubicBezTo>
                          <a:pt x="80184" y="41429"/>
                          <a:pt x="80184" y="41277"/>
                          <a:pt x="80123" y="41156"/>
                        </a:cubicBezTo>
                        <a:cubicBezTo>
                          <a:pt x="80062" y="40791"/>
                          <a:pt x="79910" y="40457"/>
                          <a:pt x="79637" y="40214"/>
                        </a:cubicBezTo>
                        <a:cubicBezTo>
                          <a:pt x="79485" y="40062"/>
                          <a:pt x="79363" y="39910"/>
                          <a:pt x="79272" y="39727"/>
                        </a:cubicBezTo>
                        <a:cubicBezTo>
                          <a:pt x="79181" y="39575"/>
                          <a:pt x="79059" y="39423"/>
                          <a:pt x="78877" y="39332"/>
                        </a:cubicBezTo>
                        <a:cubicBezTo>
                          <a:pt x="78786" y="39271"/>
                          <a:pt x="78664" y="39180"/>
                          <a:pt x="78543" y="39119"/>
                        </a:cubicBezTo>
                        <a:cubicBezTo>
                          <a:pt x="78421" y="38998"/>
                          <a:pt x="78421" y="38815"/>
                          <a:pt x="78482" y="38663"/>
                        </a:cubicBezTo>
                        <a:cubicBezTo>
                          <a:pt x="78543" y="38603"/>
                          <a:pt x="78603" y="38542"/>
                          <a:pt x="78664" y="38481"/>
                        </a:cubicBezTo>
                        <a:cubicBezTo>
                          <a:pt x="78786" y="38359"/>
                          <a:pt x="78907" y="38268"/>
                          <a:pt x="78998" y="38147"/>
                        </a:cubicBezTo>
                        <a:cubicBezTo>
                          <a:pt x="79272" y="37873"/>
                          <a:pt x="79363" y="37478"/>
                          <a:pt x="79242" y="37144"/>
                        </a:cubicBezTo>
                        <a:cubicBezTo>
                          <a:pt x="79150" y="36870"/>
                          <a:pt x="79242" y="36566"/>
                          <a:pt x="79454" y="36414"/>
                        </a:cubicBezTo>
                        <a:cubicBezTo>
                          <a:pt x="79515" y="36353"/>
                          <a:pt x="79606" y="36293"/>
                          <a:pt x="79667" y="36232"/>
                        </a:cubicBezTo>
                        <a:cubicBezTo>
                          <a:pt x="79728" y="36171"/>
                          <a:pt x="79789" y="36080"/>
                          <a:pt x="79850" y="36019"/>
                        </a:cubicBezTo>
                        <a:cubicBezTo>
                          <a:pt x="79910" y="35928"/>
                          <a:pt x="79910" y="35745"/>
                          <a:pt x="80062" y="35685"/>
                        </a:cubicBezTo>
                        <a:cubicBezTo>
                          <a:pt x="80214" y="35654"/>
                          <a:pt x="80336" y="35837"/>
                          <a:pt x="80488" y="35897"/>
                        </a:cubicBezTo>
                        <a:cubicBezTo>
                          <a:pt x="80640" y="35958"/>
                          <a:pt x="80792" y="35958"/>
                          <a:pt x="80944" y="35897"/>
                        </a:cubicBezTo>
                        <a:cubicBezTo>
                          <a:pt x="81096" y="35837"/>
                          <a:pt x="81217" y="35715"/>
                          <a:pt x="81309" y="35593"/>
                        </a:cubicBezTo>
                        <a:cubicBezTo>
                          <a:pt x="81491" y="35381"/>
                          <a:pt x="81643" y="35168"/>
                          <a:pt x="81734" y="34894"/>
                        </a:cubicBezTo>
                        <a:cubicBezTo>
                          <a:pt x="81916" y="34499"/>
                          <a:pt x="82068" y="34104"/>
                          <a:pt x="82220" y="33709"/>
                        </a:cubicBezTo>
                        <a:cubicBezTo>
                          <a:pt x="82220" y="33618"/>
                          <a:pt x="82251" y="33527"/>
                          <a:pt x="82312" y="33435"/>
                        </a:cubicBezTo>
                        <a:cubicBezTo>
                          <a:pt x="82555" y="33071"/>
                          <a:pt x="82676" y="32645"/>
                          <a:pt x="82676" y="32220"/>
                        </a:cubicBezTo>
                        <a:cubicBezTo>
                          <a:pt x="82737" y="31885"/>
                          <a:pt x="82798" y="31520"/>
                          <a:pt x="82859" y="31156"/>
                        </a:cubicBezTo>
                        <a:cubicBezTo>
                          <a:pt x="82859" y="31095"/>
                          <a:pt x="82859" y="31034"/>
                          <a:pt x="82919" y="30973"/>
                        </a:cubicBezTo>
                        <a:cubicBezTo>
                          <a:pt x="83011" y="30730"/>
                          <a:pt x="83041" y="30487"/>
                          <a:pt x="82980" y="30244"/>
                        </a:cubicBezTo>
                        <a:cubicBezTo>
                          <a:pt x="82950" y="29788"/>
                          <a:pt x="82828" y="29332"/>
                          <a:pt x="82616" y="28937"/>
                        </a:cubicBezTo>
                        <a:cubicBezTo>
                          <a:pt x="82524" y="28785"/>
                          <a:pt x="82464" y="28602"/>
                          <a:pt x="82464" y="28420"/>
                        </a:cubicBezTo>
                        <a:cubicBezTo>
                          <a:pt x="82464" y="28055"/>
                          <a:pt x="82464" y="27660"/>
                          <a:pt x="82433" y="27265"/>
                        </a:cubicBezTo>
                        <a:cubicBezTo>
                          <a:pt x="82433" y="27235"/>
                          <a:pt x="82464" y="27204"/>
                          <a:pt x="82494" y="27174"/>
                        </a:cubicBezTo>
                        <a:cubicBezTo>
                          <a:pt x="82494" y="27143"/>
                          <a:pt x="82524" y="27174"/>
                          <a:pt x="82524" y="27204"/>
                        </a:cubicBezTo>
                        <a:cubicBezTo>
                          <a:pt x="82676" y="27417"/>
                          <a:pt x="82859" y="27599"/>
                          <a:pt x="83011" y="27782"/>
                        </a:cubicBezTo>
                        <a:cubicBezTo>
                          <a:pt x="83193" y="27964"/>
                          <a:pt x="83163" y="28238"/>
                          <a:pt x="83284" y="28481"/>
                        </a:cubicBezTo>
                        <a:cubicBezTo>
                          <a:pt x="83315" y="28572"/>
                          <a:pt x="83375" y="28663"/>
                          <a:pt x="83436" y="28785"/>
                        </a:cubicBezTo>
                        <a:cubicBezTo>
                          <a:pt x="83558" y="29028"/>
                          <a:pt x="83649" y="29271"/>
                          <a:pt x="83649" y="29545"/>
                        </a:cubicBezTo>
                        <a:cubicBezTo>
                          <a:pt x="83649" y="29606"/>
                          <a:pt x="83649" y="29636"/>
                          <a:pt x="83649" y="29697"/>
                        </a:cubicBezTo>
                        <a:cubicBezTo>
                          <a:pt x="83679" y="30001"/>
                          <a:pt x="83801" y="30305"/>
                          <a:pt x="83983" y="30578"/>
                        </a:cubicBezTo>
                        <a:cubicBezTo>
                          <a:pt x="84075" y="30700"/>
                          <a:pt x="84135" y="30852"/>
                          <a:pt x="84135" y="31034"/>
                        </a:cubicBezTo>
                        <a:cubicBezTo>
                          <a:pt x="84135" y="31247"/>
                          <a:pt x="84196" y="31460"/>
                          <a:pt x="84318" y="31672"/>
                        </a:cubicBezTo>
                        <a:cubicBezTo>
                          <a:pt x="84378" y="31824"/>
                          <a:pt x="84409" y="31976"/>
                          <a:pt x="84409" y="32128"/>
                        </a:cubicBezTo>
                        <a:cubicBezTo>
                          <a:pt x="84409" y="32189"/>
                          <a:pt x="84409" y="32280"/>
                          <a:pt x="84409" y="32341"/>
                        </a:cubicBezTo>
                        <a:cubicBezTo>
                          <a:pt x="84439" y="32493"/>
                          <a:pt x="84530" y="32615"/>
                          <a:pt x="84682" y="32706"/>
                        </a:cubicBezTo>
                        <a:cubicBezTo>
                          <a:pt x="84743" y="32706"/>
                          <a:pt x="84774" y="32675"/>
                          <a:pt x="84804" y="32645"/>
                        </a:cubicBezTo>
                        <a:cubicBezTo>
                          <a:pt x="84804" y="32584"/>
                          <a:pt x="84804" y="32493"/>
                          <a:pt x="84804" y="32402"/>
                        </a:cubicBezTo>
                        <a:cubicBezTo>
                          <a:pt x="84804" y="32250"/>
                          <a:pt x="84865" y="32220"/>
                          <a:pt x="85017" y="32220"/>
                        </a:cubicBezTo>
                        <a:cubicBezTo>
                          <a:pt x="85169" y="32250"/>
                          <a:pt x="85260" y="32341"/>
                          <a:pt x="85382" y="32402"/>
                        </a:cubicBezTo>
                        <a:lnTo>
                          <a:pt x="85442" y="32402"/>
                        </a:lnTo>
                        <a:cubicBezTo>
                          <a:pt x="85473" y="32372"/>
                          <a:pt x="85473" y="32341"/>
                          <a:pt x="85503" y="32280"/>
                        </a:cubicBezTo>
                        <a:cubicBezTo>
                          <a:pt x="85473" y="32128"/>
                          <a:pt x="85412" y="31976"/>
                          <a:pt x="85260" y="31885"/>
                        </a:cubicBezTo>
                        <a:cubicBezTo>
                          <a:pt x="84986" y="31764"/>
                          <a:pt x="84926" y="31429"/>
                          <a:pt x="84652" y="31247"/>
                        </a:cubicBezTo>
                        <a:cubicBezTo>
                          <a:pt x="84591" y="31095"/>
                          <a:pt x="84530" y="30943"/>
                          <a:pt x="84470" y="30761"/>
                        </a:cubicBezTo>
                        <a:cubicBezTo>
                          <a:pt x="84409" y="30548"/>
                          <a:pt x="84409" y="30305"/>
                          <a:pt x="84378" y="30092"/>
                        </a:cubicBezTo>
                        <a:lnTo>
                          <a:pt x="84378" y="29879"/>
                        </a:lnTo>
                        <a:cubicBezTo>
                          <a:pt x="84378" y="29788"/>
                          <a:pt x="84439" y="29697"/>
                          <a:pt x="84530" y="29697"/>
                        </a:cubicBezTo>
                        <a:cubicBezTo>
                          <a:pt x="84622" y="29697"/>
                          <a:pt x="84743" y="29666"/>
                          <a:pt x="84865" y="29666"/>
                        </a:cubicBezTo>
                        <a:cubicBezTo>
                          <a:pt x="84865" y="29545"/>
                          <a:pt x="84865" y="29423"/>
                          <a:pt x="84804" y="29332"/>
                        </a:cubicBezTo>
                        <a:cubicBezTo>
                          <a:pt x="84409" y="28602"/>
                          <a:pt x="83983" y="27934"/>
                          <a:pt x="83527" y="27265"/>
                        </a:cubicBezTo>
                        <a:cubicBezTo>
                          <a:pt x="83345" y="27083"/>
                          <a:pt x="83254" y="26840"/>
                          <a:pt x="83254" y="26566"/>
                        </a:cubicBezTo>
                        <a:cubicBezTo>
                          <a:pt x="83254" y="26475"/>
                          <a:pt x="83223" y="26353"/>
                          <a:pt x="83163" y="26232"/>
                        </a:cubicBezTo>
                        <a:cubicBezTo>
                          <a:pt x="83071" y="25897"/>
                          <a:pt x="82859" y="25593"/>
                          <a:pt x="82616" y="25320"/>
                        </a:cubicBezTo>
                        <a:cubicBezTo>
                          <a:pt x="82494" y="25259"/>
                          <a:pt x="82494" y="25107"/>
                          <a:pt x="82403" y="24985"/>
                        </a:cubicBezTo>
                        <a:cubicBezTo>
                          <a:pt x="82342" y="24864"/>
                          <a:pt x="82220" y="24773"/>
                          <a:pt x="82068" y="24773"/>
                        </a:cubicBezTo>
                        <a:cubicBezTo>
                          <a:pt x="82038" y="24773"/>
                          <a:pt x="82008" y="24803"/>
                          <a:pt x="81977" y="24833"/>
                        </a:cubicBezTo>
                        <a:cubicBezTo>
                          <a:pt x="81977" y="24864"/>
                          <a:pt x="81977" y="24894"/>
                          <a:pt x="81977" y="24894"/>
                        </a:cubicBezTo>
                        <a:cubicBezTo>
                          <a:pt x="82008" y="24955"/>
                          <a:pt x="82008" y="24985"/>
                          <a:pt x="82038" y="25016"/>
                        </a:cubicBezTo>
                        <a:cubicBezTo>
                          <a:pt x="82281" y="25289"/>
                          <a:pt x="82281" y="25289"/>
                          <a:pt x="82038" y="25624"/>
                        </a:cubicBezTo>
                        <a:cubicBezTo>
                          <a:pt x="82038" y="25684"/>
                          <a:pt x="82008" y="25715"/>
                          <a:pt x="82008" y="25776"/>
                        </a:cubicBezTo>
                        <a:cubicBezTo>
                          <a:pt x="82038" y="25867"/>
                          <a:pt x="82068" y="25928"/>
                          <a:pt x="82129" y="26019"/>
                        </a:cubicBezTo>
                        <a:cubicBezTo>
                          <a:pt x="82251" y="26232"/>
                          <a:pt x="82312" y="26475"/>
                          <a:pt x="82342" y="26718"/>
                        </a:cubicBezTo>
                        <a:cubicBezTo>
                          <a:pt x="82342" y="26748"/>
                          <a:pt x="82312" y="26809"/>
                          <a:pt x="82312" y="26840"/>
                        </a:cubicBezTo>
                        <a:cubicBezTo>
                          <a:pt x="82281" y="26870"/>
                          <a:pt x="82190" y="26840"/>
                          <a:pt x="82160" y="26748"/>
                        </a:cubicBezTo>
                        <a:cubicBezTo>
                          <a:pt x="82160" y="26596"/>
                          <a:pt x="82099" y="26475"/>
                          <a:pt x="82008" y="26353"/>
                        </a:cubicBezTo>
                        <a:cubicBezTo>
                          <a:pt x="81947" y="26292"/>
                          <a:pt x="81916" y="26201"/>
                          <a:pt x="81916" y="26110"/>
                        </a:cubicBezTo>
                        <a:cubicBezTo>
                          <a:pt x="81916" y="25928"/>
                          <a:pt x="81825" y="25745"/>
                          <a:pt x="81673" y="25654"/>
                        </a:cubicBezTo>
                        <a:cubicBezTo>
                          <a:pt x="81400" y="25502"/>
                          <a:pt x="81126" y="25350"/>
                          <a:pt x="80853" y="25168"/>
                        </a:cubicBezTo>
                        <a:cubicBezTo>
                          <a:pt x="80792" y="25107"/>
                          <a:pt x="80731" y="25107"/>
                          <a:pt x="80670" y="25107"/>
                        </a:cubicBezTo>
                        <a:cubicBezTo>
                          <a:pt x="80549" y="25107"/>
                          <a:pt x="80427" y="25137"/>
                          <a:pt x="80336" y="25137"/>
                        </a:cubicBezTo>
                        <a:cubicBezTo>
                          <a:pt x="80214" y="25107"/>
                          <a:pt x="80093" y="25198"/>
                          <a:pt x="80093" y="25320"/>
                        </a:cubicBezTo>
                        <a:cubicBezTo>
                          <a:pt x="80062" y="25472"/>
                          <a:pt x="80002" y="25624"/>
                          <a:pt x="79880" y="25715"/>
                        </a:cubicBezTo>
                        <a:cubicBezTo>
                          <a:pt x="79850" y="25745"/>
                          <a:pt x="79819" y="25745"/>
                          <a:pt x="79819" y="25715"/>
                        </a:cubicBezTo>
                        <a:cubicBezTo>
                          <a:pt x="79728" y="25533"/>
                          <a:pt x="79637" y="25350"/>
                          <a:pt x="79546" y="25198"/>
                        </a:cubicBezTo>
                        <a:cubicBezTo>
                          <a:pt x="79546" y="25168"/>
                          <a:pt x="79515" y="25137"/>
                          <a:pt x="79515" y="25137"/>
                        </a:cubicBezTo>
                        <a:cubicBezTo>
                          <a:pt x="79454" y="25168"/>
                          <a:pt x="79424" y="25198"/>
                          <a:pt x="79394" y="25229"/>
                        </a:cubicBezTo>
                        <a:cubicBezTo>
                          <a:pt x="79333" y="25289"/>
                          <a:pt x="79333" y="25381"/>
                          <a:pt x="79363" y="25472"/>
                        </a:cubicBezTo>
                        <a:cubicBezTo>
                          <a:pt x="79363" y="25502"/>
                          <a:pt x="79333" y="25563"/>
                          <a:pt x="79302" y="25563"/>
                        </a:cubicBezTo>
                        <a:cubicBezTo>
                          <a:pt x="79272" y="25593"/>
                          <a:pt x="79211" y="25563"/>
                          <a:pt x="79211" y="25533"/>
                        </a:cubicBezTo>
                        <a:cubicBezTo>
                          <a:pt x="79150" y="25350"/>
                          <a:pt x="79090" y="25198"/>
                          <a:pt x="78998" y="25016"/>
                        </a:cubicBezTo>
                        <a:cubicBezTo>
                          <a:pt x="78938" y="24864"/>
                          <a:pt x="78877" y="24833"/>
                          <a:pt x="78694" y="24894"/>
                        </a:cubicBezTo>
                        <a:cubicBezTo>
                          <a:pt x="78634" y="24894"/>
                          <a:pt x="78573" y="24925"/>
                          <a:pt x="78512" y="24955"/>
                        </a:cubicBezTo>
                        <a:cubicBezTo>
                          <a:pt x="78421" y="24955"/>
                          <a:pt x="78360" y="24955"/>
                          <a:pt x="78299" y="24955"/>
                        </a:cubicBezTo>
                        <a:cubicBezTo>
                          <a:pt x="78178" y="24955"/>
                          <a:pt x="78087" y="24833"/>
                          <a:pt x="78117" y="24712"/>
                        </a:cubicBezTo>
                        <a:cubicBezTo>
                          <a:pt x="78147" y="24651"/>
                          <a:pt x="78178" y="24590"/>
                          <a:pt x="78208" y="24529"/>
                        </a:cubicBezTo>
                        <a:cubicBezTo>
                          <a:pt x="78299" y="24317"/>
                          <a:pt x="78421" y="24134"/>
                          <a:pt x="78512" y="23922"/>
                        </a:cubicBezTo>
                        <a:cubicBezTo>
                          <a:pt x="78664" y="23709"/>
                          <a:pt x="78755" y="23466"/>
                          <a:pt x="78786" y="23222"/>
                        </a:cubicBezTo>
                        <a:cubicBezTo>
                          <a:pt x="78846" y="22797"/>
                          <a:pt x="78968" y="22341"/>
                          <a:pt x="79181" y="21946"/>
                        </a:cubicBezTo>
                        <a:cubicBezTo>
                          <a:pt x="79333" y="21672"/>
                          <a:pt x="79394" y="21338"/>
                          <a:pt x="79363" y="21004"/>
                        </a:cubicBezTo>
                        <a:cubicBezTo>
                          <a:pt x="79333" y="20882"/>
                          <a:pt x="79394" y="20760"/>
                          <a:pt x="79454" y="20639"/>
                        </a:cubicBezTo>
                        <a:cubicBezTo>
                          <a:pt x="79576" y="20487"/>
                          <a:pt x="79637" y="20244"/>
                          <a:pt x="79546" y="20061"/>
                        </a:cubicBezTo>
                        <a:cubicBezTo>
                          <a:pt x="79515" y="19970"/>
                          <a:pt x="79546" y="19879"/>
                          <a:pt x="79606" y="19788"/>
                        </a:cubicBezTo>
                        <a:cubicBezTo>
                          <a:pt x="79698" y="19636"/>
                          <a:pt x="79880" y="19514"/>
                          <a:pt x="80093" y="19453"/>
                        </a:cubicBezTo>
                        <a:cubicBezTo>
                          <a:pt x="80336" y="19393"/>
                          <a:pt x="80579" y="19301"/>
                          <a:pt x="80853" y="19180"/>
                        </a:cubicBezTo>
                        <a:cubicBezTo>
                          <a:pt x="80944" y="19149"/>
                          <a:pt x="81065" y="19180"/>
                          <a:pt x="81157" y="19210"/>
                        </a:cubicBezTo>
                        <a:cubicBezTo>
                          <a:pt x="81278" y="19301"/>
                          <a:pt x="81400" y="19271"/>
                          <a:pt x="81460" y="19149"/>
                        </a:cubicBezTo>
                        <a:cubicBezTo>
                          <a:pt x="81521" y="19028"/>
                          <a:pt x="81673" y="18937"/>
                          <a:pt x="81825" y="18937"/>
                        </a:cubicBezTo>
                        <a:cubicBezTo>
                          <a:pt x="82099" y="18997"/>
                          <a:pt x="82312" y="18845"/>
                          <a:pt x="82585" y="18845"/>
                        </a:cubicBezTo>
                        <a:cubicBezTo>
                          <a:pt x="82616" y="18845"/>
                          <a:pt x="82646" y="18785"/>
                          <a:pt x="82676" y="18754"/>
                        </a:cubicBezTo>
                        <a:cubicBezTo>
                          <a:pt x="82707" y="18663"/>
                          <a:pt x="82707" y="18542"/>
                          <a:pt x="82737" y="18420"/>
                        </a:cubicBezTo>
                        <a:cubicBezTo>
                          <a:pt x="82798" y="18329"/>
                          <a:pt x="82889" y="18238"/>
                          <a:pt x="83011" y="18238"/>
                        </a:cubicBezTo>
                        <a:cubicBezTo>
                          <a:pt x="83315" y="18298"/>
                          <a:pt x="83649" y="18329"/>
                          <a:pt x="83953" y="18359"/>
                        </a:cubicBezTo>
                        <a:cubicBezTo>
                          <a:pt x="84014" y="18359"/>
                          <a:pt x="84075" y="18420"/>
                          <a:pt x="84135" y="18450"/>
                        </a:cubicBezTo>
                        <a:cubicBezTo>
                          <a:pt x="84166" y="18481"/>
                          <a:pt x="84166" y="18511"/>
                          <a:pt x="84166" y="18572"/>
                        </a:cubicBezTo>
                        <a:cubicBezTo>
                          <a:pt x="84166" y="18602"/>
                          <a:pt x="84105" y="18633"/>
                          <a:pt x="84105" y="18663"/>
                        </a:cubicBezTo>
                        <a:cubicBezTo>
                          <a:pt x="84044" y="18754"/>
                          <a:pt x="84075" y="18845"/>
                          <a:pt x="84135" y="18906"/>
                        </a:cubicBezTo>
                        <a:cubicBezTo>
                          <a:pt x="84196" y="18997"/>
                          <a:pt x="84318" y="19028"/>
                          <a:pt x="84378" y="18997"/>
                        </a:cubicBezTo>
                        <a:cubicBezTo>
                          <a:pt x="84622" y="18845"/>
                          <a:pt x="84895" y="18785"/>
                          <a:pt x="85047" y="18542"/>
                        </a:cubicBezTo>
                        <a:cubicBezTo>
                          <a:pt x="85078" y="18450"/>
                          <a:pt x="85199" y="18420"/>
                          <a:pt x="85290" y="18481"/>
                        </a:cubicBezTo>
                        <a:cubicBezTo>
                          <a:pt x="85351" y="18511"/>
                          <a:pt x="85473" y="18481"/>
                          <a:pt x="85534" y="18390"/>
                        </a:cubicBezTo>
                        <a:cubicBezTo>
                          <a:pt x="85594" y="18298"/>
                          <a:pt x="85777" y="18238"/>
                          <a:pt x="85746" y="18086"/>
                        </a:cubicBezTo>
                        <a:cubicBezTo>
                          <a:pt x="85716" y="17903"/>
                          <a:pt x="85564" y="17903"/>
                          <a:pt x="85412" y="17903"/>
                        </a:cubicBezTo>
                        <a:lnTo>
                          <a:pt x="85351" y="17903"/>
                        </a:lnTo>
                        <a:cubicBezTo>
                          <a:pt x="85290" y="17873"/>
                          <a:pt x="85230" y="17842"/>
                          <a:pt x="85199" y="17782"/>
                        </a:cubicBezTo>
                        <a:cubicBezTo>
                          <a:pt x="85108" y="17538"/>
                          <a:pt x="85078" y="17265"/>
                          <a:pt x="85169" y="17052"/>
                        </a:cubicBezTo>
                        <a:cubicBezTo>
                          <a:pt x="85199" y="16991"/>
                          <a:pt x="85199" y="16961"/>
                          <a:pt x="85230" y="16900"/>
                        </a:cubicBezTo>
                        <a:cubicBezTo>
                          <a:pt x="85321" y="16718"/>
                          <a:pt x="85351" y="16505"/>
                          <a:pt x="85321" y="16323"/>
                        </a:cubicBezTo>
                        <a:cubicBezTo>
                          <a:pt x="85321" y="16049"/>
                          <a:pt x="85351" y="15776"/>
                          <a:pt x="85321" y="15502"/>
                        </a:cubicBezTo>
                        <a:cubicBezTo>
                          <a:pt x="85321" y="15320"/>
                          <a:pt x="85412" y="15137"/>
                          <a:pt x="85594" y="15076"/>
                        </a:cubicBezTo>
                        <a:cubicBezTo>
                          <a:pt x="85746" y="15016"/>
                          <a:pt x="85898" y="14955"/>
                          <a:pt x="86050" y="14894"/>
                        </a:cubicBezTo>
                        <a:cubicBezTo>
                          <a:pt x="86172" y="14803"/>
                          <a:pt x="86354" y="14803"/>
                          <a:pt x="86506" y="14864"/>
                        </a:cubicBezTo>
                        <a:cubicBezTo>
                          <a:pt x="86597" y="14894"/>
                          <a:pt x="86658" y="14803"/>
                          <a:pt x="86749" y="14772"/>
                        </a:cubicBezTo>
                        <a:cubicBezTo>
                          <a:pt x="86810" y="14712"/>
                          <a:pt x="86901" y="14742"/>
                          <a:pt x="86901" y="14803"/>
                        </a:cubicBezTo>
                        <a:cubicBezTo>
                          <a:pt x="86932" y="14985"/>
                          <a:pt x="86962" y="15137"/>
                          <a:pt x="86962" y="15289"/>
                        </a:cubicBezTo>
                        <a:cubicBezTo>
                          <a:pt x="86962" y="15441"/>
                          <a:pt x="87053" y="15563"/>
                          <a:pt x="87175" y="15624"/>
                        </a:cubicBezTo>
                        <a:cubicBezTo>
                          <a:pt x="87296" y="15684"/>
                          <a:pt x="87418" y="15776"/>
                          <a:pt x="87540" y="15836"/>
                        </a:cubicBezTo>
                        <a:cubicBezTo>
                          <a:pt x="87570" y="15836"/>
                          <a:pt x="87631" y="15836"/>
                          <a:pt x="87661" y="15806"/>
                        </a:cubicBezTo>
                        <a:cubicBezTo>
                          <a:pt x="87722" y="15776"/>
                          <a:pt x="87752" y="15715"/>
                          <a:pt x="87783" y="15654"/>
                        </a:cubicBezTo>
                        <a:cubicBezTo>
                          <a:pt x="87813" y="15380"/>
                          <a:pt x="87874" y="15107"/>
                          <a:pt x="87904" y="14833"/>
                        </a:cubicBezTo>
                        <a:cubicBezTo>
                          <a:pt x="87935" y="14681"/>
                          <a:pt x="88026" y="14529"/>
                          <a:pt x="88178" y="14499"/>
                        </a:cubicBezTo>
                        <a:cubicBezTo>
                          <a:pt x="88300" y="14469"/>
                          <a:pt x="88300" y="14347"/>
                          <a:pt x="88300" y="14286"/>
                        </a:cubicBezTo>
                        <a:lnTo>
                          <a:pt x="88269" y="14256"/>
                        </a:lnTo>
                        <a:cubicBezTo>
                          <a:pt x="87996" y="14013"/>
                          <a:pt x="87813" y="13678"/>
                          <a:pt x="87813" y="13283"/>
                        </a:cubicBezTo>
                        <a:cubicBezTo>
                          <a:pt x="87813" y="13283"/>
                          <a:pt x="87813" y="13253"/>
                          <a:pt x="87844" y="13253"/>
                        </a:cubicBezTo>
                        <a:cubicBezTo>
                          <a:pt x="87935" y="13070"/>
                          <a:pt x="88148" y="13010"/>
                          <a:pt x="88300" y="13101"/>
                        </a:cubicBezTo>
                        <a:cubicBezTo>
                          <a:pt x="88360" y="13131"/>
                          <a:pt x="88421" y="13222"/>
                          <a:pt x="88391" y="13253"/>
                        </a:cubicBezTo>
                        <a:cubicBezTo>
                          <a:pt x="88269" y="13435"/>
                          <a:pt x="88269" y="13678"/>
                          <a:pt x="88391" y="13861"/>
                        </a:cubicBezTo>
                        <a:cubicBezTo>
                          <a:pt x="88543" y="14073"/>
                          <a:pt x="88634" y="14347"/>
                          <a:pt x="88634" y="14621"/>
                        </a:cubicBezTo>
                        <a:cubicBezTo>
                          <a:pt x="88664" y="14651"/>
                          <a:pt x="88664" y="14681"/>
                          <a:pt x="88695" y="14712"/>
                        </a:cubicBezTo>
                        <a:cubicBezTo>
                          <a:pt x="88877" y="14924"/>
                          <a:pt x="88786" y="15168"/>
                          <a:pt x="88877" y="15380"/>
                        </a:cubicBezTo>
                        <a:cubicBezTo>
                          <a:pt x="88786" y="15532"/>
                          <a:pt x="88725" y="15654"/>
                          <a:pt x="88603" y="15745"/>
                        </a:cubicBezTo>
                        <a:lnTo>
                          <a:pt x="88543" y="15806"/>
                        </a:lnTo>
                        <a:cubicBezTo>
                          <a:pt x="88452" y="15928"/>
                          <a:pt x="88421" y="16049"/>
                          <a:pt x="88421" y="16201"/>
                        </a:cubicBezTo>
                        <a:cubicBezTo>
                          <a:pt x="88482" y="16535"/>
                          <a:pt x="88421" y="16900"/>
                          <a:pt x="88300" y="17265"/>
                        </a:cubicBezTo>
                        <a:cubicBezTo>
                          <a:pt x="88269" y="17356"/>
                          <a:pt x="88269" y="17447"/>
                          <a:pt x="88269" y="17508"/>
                        </a:cubicBezTo>
                        <a:cubicBezTo>
                          <a:pt x="88269" y="17873"/>
                          <a:pt x="88239" y="18207"/>
                          <a:pt x="88269" y="18542"/>
                        </a:cubicBezTo>
                        <a:cubicBezTo>
                          <a:pt x="88330" y="18815"/>
                          <a:pt x="88239" y="19089"/>
                          <a:pt x="88056" y="19301"/>
                        </a:cubicBezTo>
                        <a:cubicBezTo>
                          <a:pt x="87996" y="19362"/>
                          <a:pt x="87996" y="19423"/>
                          <a:pt x="87965" y="19484"/>
                        </a:cubicBezTo>
                        <a:cubicBezTo>
                          <a:pt x="87904" y="19545"/>
                          <a:pt x="87874" y="19575"/>
                          <a:pt x="87813" y="19605"/>
                        </a:cubicBezTo>
                        <a:cubicBezTo>
                          <a:pt x="87631" y="19757"/>
                          <a:pt x="87600" y="19788"/>
                          <a:pt x="87722" y="19909"/>
                        </a:cubicBezTo>
                        <a:cubicBezTo>
                          <a:pt x="87844" y="20092"/>
                          <a:pt x="87904" y="20304"/>
                          <a:pt x="87844" y="20487"/>
                        </a:cubicBezTo>
                        <a:cubicBezTo>
                          <a:pt x="87813" y="20608"/>
                          <a:pt x="87783" y="20700"/>
                          <a:pt x="87722" y="20821"/>
                        </a:cubicBezTo>
                        <a:cubicBezTo>
                          <a:pt x="87692" y="20973"/>
                          <a:pt x="87661" y="21125"/>
                          <a:pt x="87692" y="21277"/>
                        </a:cubicBezTo>
                        <a:cubicBezTo>
                          <a:pt x="87752" y="21551"/>
                          <a:pt x="87813" y="21794"/>
                          <a:pt x="87904" y="22067"/>
                        </a:cubicBezTo>
                        <a:cubicBezTo>
                          <a:pt x="88208" y="22918"/>
                          <a:pt x="88603" y="23709"/>
                          <a:pt x="89120" y="24408"/>
                        </a:cubicBezTo>
                        <a:cubicBezTo>
                          <a:pt x="89272" y="24621"/>
                          <a:pt x="89394" y="24833"/>
                          <a:pt x="89515" y="25046"/>
                        </a:cubicBezTo>
                        <a:cubicBezTo>
                          <a:pt x="89607" y="25198"/>
                          <a:pt x="89698" y="25320"/>
                          <a:pt x="89789" y="25411"/>
                        </a:cubicBezTo>
                        <a:cubicBezTo>
                          <a:pt x="89941" y="25563"/>
                          <a:pt x="90062" y="25745"/>
                          <a:pt x="90123" y="25928"/>
                        </a:cubicBezTo>
                        <a:cubicBezTo>
                          <a:pt x="90214" y="26110"/>
                          <a:pt x="90275" y="26292"/>
                          <a:pt x="90366" y="26475"/>
                        </a:cubicBezTo>
                        <a:cubicBezTo>
                          <a:pt x="90427" y="26688"/>
                          <a:pt x="90640" y="26779"/>
                          <a:pt x="90792" y="26870"/>
                        </a:cubicBezTo>
                        <a:cubicBezTo>
                          <a:pt x="90792" y="26870"/>
                          <a:pt x="90853" y="26870"/>
                          <a:pt x="90853" y="26840"/>
                        </a:cubicBezTo>
                        <a:cubicBezTo>
                          <a:pt x="91005" y="26748"/>
                          <a:pt x="91005" y="26566"/>
                          <a:pt x="91066" y="26444"/>
                        </a:cubicBezTo>
                        <a:cubicBezTo>
                          <a:pt x="91278" y="26080"/>
                          <a:pt x="91278" y="25684"/>
                          <a:pt x="91126" y="25320"/>
                        </a:cubicBezTo>
                        <a:cubicBezTo>
                          <a:pt x="91005" y="24894"/>
                          <a:pt x="90944" y="24773"/>
                          <a:pt x="91400" y="24560"/>
                        </a:cubicBezTo>
                        <a:lnTo>
                          <a:pt x="91461" y="24529"/>
                        </a:lnTo>
                        <a:cubicBezTo>
                          <a:pt x="91552" y="24469"/>
                          <a:pt x="91552" y="24438"/>
                          <a:pt x="91521" y="24347"/>
                        </a:cubicBezTo>
                        <a:cubicBezTo>
                          <a:pt x="91461" y="24256"/>
                          <a:pt x="91400" y="24165"/>
                          <a:pt x="91339" y="24074"/>
                        </a:cubicBezTo>
                        <a:cubicBezTo>
                          <a:pt x="91278" y="23982"/>
                          <a:pt x="91248" y="23891"/>
                          <a:pt x="91248" y="23800"/>
                        </a:cubicBezTo>
                        <a:cubicBezTo>
                          <a:pt x="91248" y="23618"/>
                          <a:pt x="91248" y="23405"/>
                          <a:pt x="91278" y="23192"/>
                        </a:cubicBezTo>
                        <a:cubicBezTo>
                          <a:pt x="91309" y="23070"/>
                          <a:pt x="91400" y="22949"/>
                          <a:pt x="91521" y="22918"/>
                        </a:cubicBezTo>
                        <a:cubicBezTo>
                          <a:pt x="91643" y="22858"/>
                          <a:pt x="91734" y="22827"/>
                          <a:pt x="91825" y="22767"/>
                        </a:cubicBezTo>
                        <a:cubicBezTo>
                          <a:pt x="91947" y="22706"/>
                          <a:pt x="91947" y="22554"/>
                          <a:pt x="91886" y="22463"/>
                        </a:cubicBezTo>
                        <a:cubicBezTo>
                          <a:pt x="91795" y="22341"/>
                          <a:pt x="91704" y="22189"/>
                          <a:pt x="91582" y="22067"/>
                        </a:cubicBezTo>
                        <a:cubicBezTo>
                          <a:pt x="91309" y="21794"/>
                          <a:pt x="91218" y="21399"/>
                          <a:pt x="91278" y="21004"/>
                        </a:cubicBezTo>
                        <a:cubicBezTo>
                          <a:pt x="91309" y="20943"/>
                          <a:pt x="91369" y="20882"/>
                          <a:pt x="91430" y="20882"/>
                        </a:cubicBezTo>
                        <a:cubicBezTo>
                          <a:pt x="91461" y="20882"/>
                          <a:pt x="91521" y="20912"/>
                          <a:pt x="91552" y="20912"/>
                        </a:cubicBezTo>
                        <a:cubicBezTo>
                          <a:pt x="91704" y="20912"/>
                          <a:pt x="91825" y="20760"/>
                          <a:pt x="91765" y="20639"/>
                        </a:cubicBezTo>
                        <a:cubicBezTo>
                          <a:pt x="91704" y="20548"/>
                          <a:pt x="91552" y="20335"/>
                          <a:pt x="91491" y="20183"/>
                        </a:cubicBezTo>
                        <a:cubicBezTo>
                          <a:pt x="91430" y="20061"/>
                          <a:pt x="91309" y="19970"/>
                          <a:pt x="91157" y="20001"/>
                        </a:cubicBezTo>
                        <a:cubicBezTo>
                          <a:pt x="91126" y="20001"/>
                          <a:pt x="91096" y="20001"/>
                          <a:pt x="91066" y="19940"/>
                        </a:cubicBezTo>
                        <a:cubicBezTo>
                          <a:pt x="90974" y="19757"/>
                          <a:pt x="90853" y="19575"/>
                          <a:pt x="90974" y="19362"/>
                        </a:cubicBezTo>
                        <a:cubicBezTo>
                          <a:pt x="91005" y="19241"/>
                          <a:pt x="90974" y="19089"/>
                          <a:pt x="90883" y="18997"/>
                        </a:cubicBezTo>
                        <a:cubicBezTo>
                          <a:pt x="90792" y="18876"/>
                          <a:pt x="90670" y="18815"/>
                          <a:pt x="90549" y="18815"/>
                        </a:cubicBezTo>
                        <a:cubicBezTo>
                          <a:pt x="90488" y="18815"/>
                          <a:pt x="90458" y="18845"/>
                          <a:pt x="90427" y="18876"/>
                        </a:cubicBezTo>
                        <a:cubicBezTo>
                          <a:pt x="90397" y="18906"/>
                          <a:pt x="90366" y="18967"/>
                          <a:pt x="90336" y="19028"/>
                        </a:cubicBezTo>
                        <a:lnTo>
                          <a:pt x="90336" y="19028"/>
                        </a:lnTo>
                        <a:lnTo>
                          <a:pt x="90336" y="19028"/>
                        </a:lnTo>
                        <a:lnTo>
                          <a:pt x="90336" y="19028"/>
                        </a:lnTo>
                        <a:cubicBezTo>
                          <a:pt x="90336" y="19058"/>
                          <a:pt x="90336" y="19058"/>
                          <a:pt x="90336" y="19028"/>
                        </a:cubicBezTo>
                        <a:lnTo>
                          <a:pt x="90306" y="19028"/>
                        </a:lnTo>
                        <a:lnTo>
                          <a:pt x="90306" y="19028"/>
                        </a:lnTo>
                        <a:cubicBezTo>
                          <a:pt x="90184" y="18967"/>
                          <a:pt x="90093" y="18845"/>
                          <a:pt x="90032" y="18724"/>
                        </a:cubicBezTo>
                        <a:cubicBezTo>
                          <a:pt x="89941" y="18481"/>
                          <a:pt x="89911" y="18238"/>
                          <a:pt x="89941" y="17994"/>
                        </a:cubicBezTo>
                        <a:cubicBezTo>
                          <a:pt x="89971" y="17599"/>
                          <a:pt x="89911" y="17204"/>
                          <a:pt x="89698" y="16870"/>
                        </a:cubicBezTo>
                        <a:cubicBezTo>
                          <a:pt x="89698" y="16839"/>
                          <a:pt x="89667" y="16779"/>
                          <a:pt x="89667" y="16748"/>
                        </a:cubicBezTo>
                        <a:cubicBezTo>
                          <a:pt x="89576" y="16505"/>
                          <a:pt x="89728" y="16262"/>
                          <a:pt x="89971" y="16231"/>
                        </a:cubicBezTo>
                        <a:lnTo>
                          <a:pt x="90123" y="16231"/>
                        </a:lnTo>
                        <a:cubicBezTo>
                          <a:pt x="90245" y="16231"/>
                          <a:pt x="90275" y="16201"/>
                          <a:pt x="90306" y="16079"/>
                        </a:cubicBezTo>
                        <a:cubicBezTo>
                          <a:pt x="90306" y="15988"/>
                          <a:pt x="90336" y="15867"/>
                          <a:pt x="90427" y="15776"/>
                        </a:cubicBezTo>
                        <a:cubicBezTo>
                          <a:pt x="90458" y="15715"/>
                          <a:pt x="90549" y="15715"/>
                          <a:pt x="90579" y="15776"/>
                        </a:cubicBezTo>
                        <a:cubicBezTo>
                          <a:pt x="90610" y="15836"/>
                          <a:pt x="90670" y="15988"/>
                          <a:pt x="90762" y="16079"/>
                        </a:cubicBezTo>
                        <a:cubicBezTo>
                          <a:pt x="90792" y="16110"/>
                          <a:pt x="90822" y="16110"/>
                          <a:pt x="90853" y="16110"/>
                        </a:cubicBezTo>
                        <a:cubicBezTo>
                          <a:pt x="90914" y="16079"/>
                          <a:pt x="90944" y="16049"/>
                          <a:pt x="90974" y="16019"/>
                        </a:cubicBezTo>
                        <a:cubicBezTo>
                          <a:pt x="91005" y="15928"/>
                          <a:pt x="91005" y="15806"/>
                          <a:pt x="91035" y="15684"/>
                        </a:cubicBezTo>
                        <a:cubicBezTo>
                          <a:pt x="91126" y="15320"/>
                          <a:pt x="91430" y="15046"/>
                          <a:pt x="91795" y="15016"/>
                        </a:cubicBezTo>
                        <a:cubicBezTo>
                          <a:pt x="91947" y="15016"/>
                          <a:pt x="92069" y="15076"/>
                          <a:pt x="92190" y="15168"/>
                        </a:cubicBezTo>
                        <a:cubicBezTo>
                          <a:pt x="92281" y="15228"/>
                          <a:pt x="92403" y="15320"/>
                          <a:pt x="92494" y="15411"/>
                        </a:cubicBezTo>
                        <a:cubicBezTo>
                          <a:pt x="92555" y="15441"/>
                          <a:pt x="92585" y="15472"/>
                          <a:pt x="92616" y="15472"/>
                        </a:cubicBezTo>
                        <a:cubicBezTo>
                          <a:pt x="92677" y="15502"/>
                          <a:pt x="92768" y="15502"/>
                          <a:pt x="92828" y="15502"/>
                        </a:cubicBezTo>
                        <a:cubicBezTo>
                          <a:pt x="92889" y="15502"/>
                          <a:pt x="92950" y="15472"/>
                          <a:pt x="92950" y="15380"/>
                        </a:cubicBezTo>
                        <a:cubicBezTo>
                          <a:pt x="92950" y="15228"/>
                          <a:pt x="92828" y="15076"/>
                          <a:pt x="92859" y="14924"/>
                        </a:cubicBezTo>
                        <a:cubicBezTo>
                          <a:pt x="92889" y="14742"/>
                          <a:pt x="92920" y="14621"/>
                          <a:pt x="92980" y="14469"/>
                        </a:cubicBezTo>
                        <a:cubicBezTo>
                          <a:pt x="93041" y="14256"/>
                          <a:pt x="93072" y="14013"/>
                          <a:pt x="93102" y="13800"/>
                        </a:cubicBezTo>
                        <a:cubicBezTo>
                          <a:pt x="93102" y="13465"/>
                          <a:pt x="93224" y="13131"/>
                          <a:pt x="93406" y="12827"/>
                        </a:cubicBezTo>
                        <a:cubicBezTo>
                          <a:pt x="93497" y="12675"/>
                          <a:pt x="93588" y="12493"/>
                          <a:pt x="93680" y="12280"/>
                        </a:cubicBezTo>
                        <a:cubicBezTo>
                          <a:pt x="93801" y="12006"/>
                          <a:pt x="93984" y="11733"/>
                          <a:pt x="94227" y="11520"/>
                        </a:cubicBezTo>
                        <a:cubicBezTo>
                          <a:pt x="94318" y="11459"/>
                          <a:pt x="94409" y="11399"/>
                          <a:pt x="94531" y="11399"/>
                        </a:cubicBezTo>
                        <a:cubicBezTo>
                          <a:pt x="94683" y="11399"/>
                          <a:pt x="94835" y="11399"/>
                          <a:pt x="95017" y="11429"/>
                        </a:cubicBezTo>
                        <a:cubicBezTo>
                          <a:pt x="95078" y="11429"/>
                          <a:pt x="95139" y="11429"/>
                          <a:pt x="95199" y="11399"/>
                        </a:cubicBezTo>
                        <a:cubicBezTo>
                          <a:pt x="95260" y="11399"/>
                          <a:pt x="95291" y="11368"/>
                          <a:pt x="95291" y="11307"/>
                        </a:cubicBezTo>
                        <a:cubicBezTo>
                          <a:pt x="95382" y="11034"/>
                          <a:pt x="95260" y="10699"/>
                          <a:pt x="95047" y="10517"/>
                        </a:cubicBezTo>
                        <a:cubicBezTo>
                          <a:pt x="94987" y="10426"/>
                          <a:pt x="94926" y="10365"/>
                          <a:pt x="94895" y="10274"/>
                        </a:cubicBezTo>
                        <a:cubicBezTo>
                          <a:pt x="94865" y="10213"/>
                          <a:pt x="94835" y="10152"/>
                          <a:pt x="94774" y="10122"/>
                        </a:cubicBezTo>
                        <a:cubicBezTo>
                          <a:pt x="94531" y="10031"/>
                          <a:pt x="94348" y="9818"/>
                          <a:pt x="94075" y="9757"/>
                        </a:cubicBezTo>
                        <a:lnTo>
                          <a:pt x="94014" y="9757"/>
                        </a:lnTo>
                        <a:lnTo>
                          <a:pt x="94044" y="9727"/>
                        </a:lnTo>
                        <a:lnTo>
                          <a:pt x="94044" y="9727"/>
                        </a:lnTo>
                        <a:cubicBezTo>
                          <a:pt x="94014" y="9636"/>
                          <a:pt x="94014" y="9544"/>
                          <a:pt x="93984" y="9484"/>
                        </a:cubicBezTo>
                        <a:cubicBezTo>
                          <a:pt x="93923" y="9301"/>
                          <a:pt x="93832" y="9180"/>
                          <a:pt x="93649" y="9210"/>
                        </a:cubicBezTo>
                        <a:cubicBezTo>
                          <a:pt x="93588" y="9210"/>
                          <a:pt x="93528" y="9210"/>
                          <a:pt x="93528" y="9149"/>
                        </a:cubicBezTo>
                        <a:cubicBezTo>
                          <a:pt x="93528" y="9119"/>
                          <a:pt x="93497" y="9058"/>
                          <a:pt x="93467" y="9028"/>
                        </a:cubicBezTo>
                        <a:cubicBezTo>
                          <a:pt x="93376" y="8815"/>
                          <a:pt x="93315" y="8785"/>
                          <a:pt x="93102" y="8815"/>
                        </a:cubicBezTo>
                        <a:cubicBezTo>
                          <a:pt x="92950" y="8845"/>
                          <a:pt x="92768" y="8754"/>
                          <a:pt x="92646" y="8602"/>
                        </a:cubicBezTo>
                        <a:cubicBezTo>
                          <a:pt x="92616" y="8541"/>
                          <a:pt x="92616" y="8450"/>
                          <a:pt x="92677" y="8420"/>
                        </a:cubicBezTo>
                        <a:cubicBezTo>
                          <a:pt x="92768" y="8389"/>
                          <a:pt x="92859" y="8389"/>
                          <a:pt x="92950" y="8359"/>
                        </a:cubicBezTo>
                        <a:cubicBezTo>
                          <a:pt x="93163" y="8298"/>
                          <a:pt x="93345" y="8085"/>
                          <a:pt x="93345" y="7873"/>
                        </a:cubicBezTo>
                        <a:cubicBezTo>
                          <a:pt x="93376" y="7599"/>
                          <a:pt x="93376" y="7326"/>
                          <a:pt x="93376" y="7052"/>
                        </a:cubicBezTo>
                        <a:cubicBezTo>
                          <a:pt x="93345" y="6961"/>
                          <a:pt x="93345" y="6870"/>
                          <a:pt x="93284" y="6778"/>
                        </a:cubicBezTo>
                        <a:cubicBezTo>
                          <a:pt x="93254" y="6687"/>
                          <a:pt x="93193" y="6596"/>
                          <a:pt x="93132" y="6474"/>
                        </a:cubicBezTo>
                        <a:cubicBezTo>
                          <a:pt x="93102" y="6323"/>
                          <a:pt x="92950" y="6201"/>
                          <a:pt x="92798" y="6201"/>
                        </a:cubicBezTo>
                        <a:cubicBezTo>
                          <a:pt x="92646" y="6171"/>
                          <a:pt x="92494" y="6079"/>
                          <a:pt x="92433" y="5927"/>
                        </a:cubicBezTo>
                        <a:cubicBezTo>
                          <a:pt x="92373" y="5867"/>
                          <a:pt x="92373" y="5806"/>
                          <a:pt x="92403" y="5745"/>
                        </a:cubicBezTo>
                        <a:cubicBezTo>
                          <a:pt x="92433" y="5684"/>
                          <a:pt x="92433" y="5593"/>
                          <a:pt x="92464" y="5532"/>
                        </a:cubicBezTo>
                        <a:cubicBezTo>
                          <a:pt x="92494" y="5471"/>
                          <a:pt x="92646" y="5441"/>
                          <a:pt x="92677" y="5532"/>
                        </a:cubicBezTo>
                        <a:cubicBezTo>
                          <a:pt x="92737" y="5684"/>
                          <a:pt x="92828" y="5806"/>
                          <a:pt x="92980" y="5867"/>
                        </a:cubicBezTo>
                        <a:cubicBezTo>
                          <a:pt x="93376" y="6079"/>
                          <a:pt x="93436" y="6079"/>
                          <a:pt x="93619" y="5623"/>
                        </a:cubicBezTo>
                        <a:cubicBezTo>
                          <a:pt x="93649" y="5593"/>
                          <a:pt x="93649" y="5563"/>
                          <a:pt x="93680" y="5502"/>
                        </a:cubicBezTo>
                        <a:cubicBezTo>
                          <a:pt x="93771" y="5411"/>
                          <a:pt x="93892" y="5319"/>
                          <a:pt x="94014" y="5289"/>
                        </a:cubicBezTo>
                        <a:cubicBezTo>
                          <a:pt x="94105" y="5259"/>
                          <a:pt x="94196" y="5350"/>
                          <a:pt x="94257" y="5411"/>
                        </a:cubicBezTo>
                        <a:cubicBezTo>
                          <a:pt x="94318" y="5502"/>
                          <a:pt x="94409" y="5563"/>
                          <a:pt x="94470" y="5654"/>
                        </a:cubicBezTo>
                        <a:cubicBezTo>
                          <a:pt x="94591" y="5806"/>
                          <a:pt x="94774" y="5836"/>
                          <a:pt x="94926" y="5745"/>
                        </a:cubicBezTo>
                        <a:cubicBezTo>
                          <a:pt x="95047" y="5654"/>
                          <a:pt x="95199" y="5623"/>
                          <a:pt x="95351" y="5623"/>
                        </a:cubicBezTo>
                        <a:cubicBezTo>
                          <a:pt x="95473" y="5654"/>
                          <a:pt x="95594" y="5654"/>
                          <a:pt x="95686" y="5654"/>
                        </a:cubicBezTo>
                        <a:cubicBezTo>
                          <a:pt x="95777" y="5654"/>
                          <a:pt x="95868" y="5623"/>
                          <a:pt x="95959" y="5593"/>
                        </a:cubicBezTo>
                        <a:cubicBezTo>
                          <a:pt x="96020" y="5593"/>
                          <a:pt x="96050" y="5563"/>
                          <a:pt x="96081" y="5532"/>
                        </a:cubicBezTo>
                        <a:cubicBezTo>
                          <a:pt x="96111" y="5502"/>
                          <a:pt x="96142" y="5441"/>
                          <a:pt x="96142" y="5411"/>
                        </a:cubicBezTo>
                        <a:cubicBezTo>
                          <a:pt x="96202" y="5259"/>
                          <a:pt x="96233" y="4985"/>
                          <a:pt x="95898" y="4955"/>
                        </a:cubicBezTo>
                        <a:close/>
                        <a:moveTo>
                          <a:pt x="24256" y="18754"/>
                        </a:moveTo>
                        <a:lnTo>
                          <a:pt x="24286" y="18754"/>
                        </a:lnTo>
                        <a:lnTo>
                          <a:pt x="24286" y="18785"/>
                        </a:lnTo>
                        <a:lnTo>
                          <a:pt x="24256" y="18785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9" name="Google Shape;789;p21">
                    <a:extLst>
                      <a:ext uri="{FF2B5EF4-FFF2-40B4-BE49-F238E27FC236}">
                        <a16:creationId xmlns:a16="http://schemas.microsoft.com/office/drawing/2014/main" id="{DB279369-9DBE-AA6F-74EC-59E78F45C6F1}"/>
                      </a:ext>
                    </a:extLst>
                  </p:cNvPr>
                  <p:cNvSpPr/>
                  <p:nvPr/>
                </p:nvSpPr>
                <p:spPr>
                  <a:xfrm>
                    <a:off x="4825250" y="4193025"/>
                    <a:ext cx="109450" cy="197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8" h="7904" extrusionOk="0">
                        <a:moveTo>
                          <a:pt x="3921" y="31"/>
                        </a:moveTo>
                        <a:cubicBezTo>
                          <a:pt x="3891" y="0"/>
                          <a:pt x="3861" y="0"/>
                          <a:pt x="3800" y="31"/>
                        </a:cubicBezTo>
                        <a:cubicBezTo>
                          <a:pt x="3709" y="122"/>
                          <a:pt x="3648" y="244"/>
                          <a:pt x="3617" y="396"/>
                        </a:cubicBezTo>
                        <a:cubicBezTo>
                          <a:pt x="3617" y="517"/>
                          <a:pt x="3526" y="639"/>
                          <a:pt x="3405" y="700"/>
                        </a:cubicBezTo>
                        <a:cubicBezTo>
                          <a:pt x="3405" y="730"/>
                          <a:pt x="3405" y="791"/>
                          <a:pt x="3374" y="821"/>
                        </a:cubicBezTo>
                        <a:cubicBezTo>
                          <a:pt x="3253" y="882"/>
                          <a:pt x="3101" y="943"/>
                          <a:pt x="3070" y="1125"/>
                        </a:cubicBezTo>
                        <a:cubicBezTo>
                          <a:pt x="3040" y="1338"/>
                          <a:pt x="2888" y="1520"/>
                          <a:pt x="2675" y="1581"/>
                        </a:cubicBezTo>
                        <a:cubicBezTo>
                          <a:pt x="2523" y="1672"/>
                          <a:pt x="2371" y="1855"/>
                          <a:pt x="2189" y="1976"/>
                        </a:cubicBezTo>
                        <a:cubicBezTo>
                          <a:pt x="2006" y="2037"/>
                          <a:pt x="1824" y="2098"/>
                          <a:pt x="1611" y="2159"/>
                        </a:cubicBezTo>
                        <a:lnTo>
                          <a:pt x="1551" y="2159"/>
                        </a:lnTo>
                        <a:lnTo>
                          <a:pt x="1003" y="2371"/>
                        </a:lnTo>
                        <a:cubicBezTo>
                          <a:pt x="912" y="2523"/>
                          <a:pt x="851" y="2675"/>
                          <a:pt x="791" y="2797"/>
                        </a:cubicBezTo>
                        <a:cubicBezTo>
                          <a:pt x="608" y="3070"/>
                          <a:pt x="608" y="3374"/>
                          <a:pt x="699" y="3648"/>
                        </a:cubicBezTo>
                        <a:cubicBezTo>
                          <a:pt x="730" y="3739"/>
                          <a:pt x="760" y="3830"/>
                          <a:pt x="791" y="3921"/>
                        </a:cubicBezTo>
                        <a:cubicBezTo>
                          <a:pt x="912" y="4134"/>
                          <a:pt x="882" y="4408"/>
                          <a:pt x="730" y="4621"/>
                        </a:cubicBezTo>
                        <a:cubicBezTo>
                          <a:pt x="547" y="4833"/>
                          <a:pt x="456" y="5076"/>
                          <a:pt x="274" y="5289"/>
                        </a:cubicBezTo>
                        <a:cubicBezTo>
                          <a:pt x="61" y="5563"/>
                          <a:pt x="0" y="5897"/>
                          <a:pt x="122" y="6201"/>
                        </a:cubicBezTo>
                        <a:cubicBezTo>
                          <a:pt x="183" y="6353"/>
                          <a:pt x="213" y="6505"/>
                          <a:pt x="183" y="6657"/>
                        </a:cubicBezTo>
                        <a:cubicBezTo>
                          <a:pt x="183" y="6809"/>
                          <a:pt x="183" y="6931"/>
                          <a:pt x="183" y="7083"/>
                        </a:cubicBezTo>
                        <a:cubicBezTo>
                          <a:pt x="213" y="7174"/>
                          <a:pt x="243" y="7265"/>
                          <a:pt x="274" y="7326"/>
                        </a:cubicBezTo>
                        <a:cubicBezTo>
                          <a:pt x="456" y="7569"/>
                          <a:pt x="699" y="7751"/>
                          <a:pt x="973" y="7842"/>
                        </a:cubicBezTo>
                        <a:cubicBezTo>
                          <a:pt x="1155" y="7903"/>
                          <a:pt x="1277" y="7782"/>
                          <a:pt x="1429" y="7721"/>
                        </a:cubicBezTo>
                        <a:cubicBezTo>
                          <a:pt x="1520" y="7690"/>
                          <a:pt x="1642" y="7660"/>
                          <a:pt x="1763" y="7660"/>
                        </a:cubicBezTo>
                        <a:cubicBezTo>
                          <a:pt x="2006" y="7660"/>
                          <a:pt x="2189" y="7508"/>
                          <a:pt x="2280" y="7295"/>
                        </a:cubicBezTo>
                        <a:cubicBezTo>
                          <a:pt x="2371" y="7113"/>
                          <a:pt x="2432" y="6961"/>
                          <a:pt x="2493" y="6779"/>
                        </a:cubicBezTo>
                        <a:cubicBezTo>
                          <a:pt x="2675" y="6383"/>
                          <a:pt x="2797" y="5958"/>
                          <a:pt x="2949" y="5593"/>
                        </a:cubicBezTo>
                        <a:cubicBezTo>
                          <a:pt x="3222" y="5016"/>
                          <a:pt x="3405" y="4377"/>
                          <a:pt x="3648" y="3800"/>
                        </a:cubicBezTo>
                        <a:cubicBezTo>
                          <a:pt x="3739" y="3648"/>
                          <a:pt x="3769" y="3466"/>
                          <a:pt x="3800" y="3283"/>
                        </a:cubicBezTo>
                        <a:cubicBezTo>
                          <a:pt x="3861" y="3070"/>
                          <a:pt x="3921" y="2827"/>
                          <a:pt x="3982" y="2645"/>
                        </a:cubicBezTo>
                        <a:cubicBezTo>
                          <a:pt x="4073" y="2462"/>
                          <a:pt x="4043" y="2219"/>
                          <a:pt x="4286" y="2128"/>
                        </a:cubicBezTo>
                        <a:cubicBezTo>
                          <a:pt x="4347" y="2037"/>
                          <a:pt x="4377" y="1915"/>
                          <a:pt x="4377" y="1824"/>
                        </a:cubicBezTo>
                        <a:cubicBezTo>
                          <a:pt x="4377" y="1611"/>
                          <a:pt x="4317" y="1399"/>
                          <a:pt x="4317" y="1216"/>
                        </a:cubicBezTo>
                        <a:cubicBezTo>
                          <a:pt x="4347" y="791"/>
                          <a:pt x="4195" y="365"/>
                          <a:pt x="392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0" name="Google Shape;790;p21">
                    <a:extLst>
                      <a:ext uri="{FF2B5EF4-FFF2-40B4-BE49-F238E27FC236}">
                        <a16:creationId xmlns:a16="http://schemas.microsoft.com/office/drawing/2014/main" id="{773D3233-D234-1F67-787D-2001B044661C}"/>
                      </a:ext>
                    </a:extLst>
                  </p:cNvPr>
                  <p:cNvSpPr/>
                  <p:nvPr/>
                </p:nvSpPr>
                <p:spPr>
                  <a:xfrm>
                    <a:off x="4835875" y="4181625"/>
                    <a:ext cx="6125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" h="275" extrusionOk="0">
                        <a:moveTo>
                          <a:pt x="214" y="213"/>
                        </a:moveTo>
                        <a:cubicBezTo>
                          <a:pt x="244" y="122"/>
                          <a:pt x="214" y="61"/>
                          <a:pt x="153" y="31"/>
                        </a:cubicBezTo>
                        <a:cubicBezTo>
                          <a:pt x="92" y="0"/>
                          <a:pt x="31" y="61"/>
                          <a:pt x="1" y="122"/>
                        </a:cubicBezTo>
                        <a:cubicBezTo>
                          <a:pt x="31" y="152"/>
                          <a:pt x="62" y="213"/>
                          <a:pt x="92" y="244"/>
                        </a:cubicBezTo>
                        <a:cubicBezTo>
                          <a:pt x="122" y="274"/>
                          <a:pt x="183" y="244"/>
                          <a:pt x="214" y="2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1" name="Google Shape;791;p21">
                    <a:extLst>
                      <a:ext uri="{FF2B5EF4-FFF2-40B4-BE49-F238E27FC236}">
                        <a16:creationId xmlns:a16="http://schemas.microsoft.com/office/drawing/2014/main" id="{231EF6D0-4DED-2746-CBF4-E57CD8D0E21B}"/>
                      </a:ext>
                    </a:extLst>
                  </p:cNvPr>
                  <p:cNvSpPr/>
                  <p:nvPr/>
                </p:nvSpPr>
                <p:spPr>
                  <a:xfrm>
                    <a:off x="4863250" y="4202150"/>
                    <a:ext cx="1525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" h="61" extrusionOk="0">
                        <a:moveTo>
                          <a:pt x="61" y="0"/>
                        </a:moveTo>
                        <a:lnTo>
                          <a:pt x="31" y="0"/>
                        </a:lnTo>
                        <a:cubicBezTo>
                          <a:pt x="0" y="31"/>
                          <a:pt x="0" y="31"/>
                          <a:pt x="31" y="61"/>
                        </a:cubicBezTo>
                        <a:lnTo>
                          <a:pt x="61" y="6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2" name="Google Shape;792;p21">
                    <a:extLst>
                      <a:ext uri="{FF2B5EF4-FFF2-40B4-BE49-F238E27FC236}">
                        <a16:creationId xmlns:a16="http://schemas.microsoft.com/office/drawing/2014/main" id="{40803EF5-CF5D-D195-4839-6AF24B23AC25}"/>
                      </a:ext>
                    </a:extLst>
                  </p:cNvPr>
                  <p:cNvSpPr/>
                  <p:nvPr/>
                </p:nvSpPr>
                <p:spPr>
                  <a:xfrm>
                    <a:off x="4909600" y="4210500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0" y="1"/>
                        </a:moveTo>
                        <a:lnTo>
                          <a:pt x="31" y="1"/>
                        </a:lnTo>
                        <a:lnTo>
                          <a:pt x="31" y="1"/>
                        </a:lnTo>
                        <a:lnTo>
                          <a:pt x="3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3" name="Google Shape;793;p21">
                    <a:extLst>
                      <a:ext uri="{FF2B5EF4-FFF2-40B4-BE49-F238E27FC236}">
                        <a16:creationId xmlns:a16="http://schemas.microsoft.com/office/drawing/2014/main" id="{56F6E05E-B31C-EAA6-F5F1-93CB8DFEE8D7}"/>
                      </a:ext>
                    </a:extLst>
                  </p:cNvPr>
                  <p:cNvSpPr/>
                  <p:nvPr/>
                </p:nvSpPr>
                <p:spPr>
                  <a:xfrm>
                    <a:off x="4683475" y="4029225"/>
                    <a:ext cx="6125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" h="275" extrusionOk="0">
                        <a:moveTo>
                          <a:pt x="214" y="213"/>
                        </a:moveTo>
                        <a:cubicBezTo>
                          <a:pt x="244" y="122"/>
                          <a:pt x="214" y="61"/>
                          <a:pt x="153" y="31"/>
                        </a:cubicBezTo>
                        <a:cubicBezTo>
                          <a:pt x="92" y="0"/>
                          <a:pt x="31" y="61"/>
                          <a:pt x="1" y="122"/>
                        </a:cubicBezTo>
                        <a:cubicBezTo>
                          <a:pt x="31" y="152"/>
                          <a:pt x="62" y="213"/>
                          <a:pt x="92" y="244"/>
                        </a:cubicBezTo>
                        <a:cubicBezTo>
                          <a:pt x="122" y="274"/>
                          <a:pt x="183" y="244"/>
                          <a:pt x="214" y="2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4" name="Google Shape;794;p21">
                    <a:extLst>
                      <a:ext uri="{FF2B5EF4-FFF2-40B4-BE49-F238E27FC236}">
                        <a16:creationId xmlns:a16="http://schemas.microsoft.com/office/drawing/2014/main" id="{CB2B9A7A-CEC7-D86B-C53F-64465E41E955}"/>
                      </a:ext>
                    </a:extLst>
                  </p:cNvPr>
                  <p:cNvSpPr/>
                  <p:nvPr/>
                </p:nvSpPr>
                <p:spPr>
                  <a:xfrm>
                    <a:off x="4710850" y="4049750"/>
                    <a:ext cx="1525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" h="61" extrusionOk="0">
                        <a:moveTo>
                          <a:pt x="61" y="0"/>
                        </a:moveTo>
                        <a:lnTo>
                          <a:pt x="31" y="0"/>
                        </a:lnTo>
                        <a:cubicBezTo>
                          <a:pt x="0" y="31"/>
                          <a:pt x="0" y="31"/>
                          <a:pt x="31" y="61"/>
                        </a:cubicBezTo>
                        <a:lnTo>
                          <a:pt x="61" y="6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5" name="Google Shape;795;p21">
                    <a:extLst>
                      <a:ext uri="{FF2B5EF4-FFF2-40B4-BE49-F238E27FC236}">
                        <a16:creationId xmlns:a16="http://schemas.microsoft.com/office/drawing/2014/main" id="{4D5AC39E-2D9F-3BE3-CE66-68E8848B0ADA}"/>
                      </a:ext>
                    </a:extLst>
                  </p:cNvPr>
                  <p:cNvSpPr/>
                  <p:nvPr/>
                </p:nvSpPr>
                <p:spPr>
                  <a:xfrm>
                    <a:off x="4757200" y="4058100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0" y="1"/>
                        </a:moveTo>
                        <a:lnTo>
                          <a:pt x="31" y="1"/>
                        </a:lnTo>
                        <a:lnTo>
                          <a:pt x="31" y="1"/>
                        </a:lnTo>
                        <a:lnTo>
                          <a:pt x="3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6" name="Google Shape;796;p21">
                    <a:extLst>
                      <a:ext uri="{FF2B5EF4-FFF2-40B4-BE49-F238E27FC236}">
                        <a16:creationId xmlns:a16="http://schemas.microsoft.com/office/drawing/2014/main" id="{C3FAE169-4945-476A-CC57-6CD5DC9D405C}"/>
                      </a:ext>
                    </a:extLst>
                  </p:cNvPr>
                  <p:cNvSpPr/>
                  <p:nvPr/>
                </p:nvSpPr>
                <p:spPr>
                  <a:xfrm>
                    <a:off x="3172050" y="4748850"/>
                    <a:ext cx="8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1" extrusionOk="0">
                        <a:moveTo>
                          <a:pt x="1" y="0"/>
                        </a:moveTo>
                        <a:lnTo>
                          <a:pt x="31" y="0"/>
                        </a:lnTo>
                        <a:lnTo>
                          <a:pt x="31" y="0"/>
                        </a:lnTo>
                        <a:lnTo>
                          <a:pt x="3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7" name="Google Shape;797;p21">
                    <a:extLst>
                      <a:ext uri="{FF2B5EF4-FFF2-40B4-BE49-F238E27FC236}">
                        <a16:creationId xmlns:a16="http://schemas.microsoft.com/office/drawing/2014/main" id="{75F2D7A9-7028-72C2-87E4-EE61F136D8F5}"/>
                      </a:ext>
                    </a:extLst>
                  </p:cNvPr>
                  <p:cNvSpPr/>
                  <p:nvPr/>
                </p:nvSpPr>
                <p:spPr>
                  <a:xfrm>
                    <a:off x="3169775" y="4748850"/>
                    <a:ext cx="2300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61" extrusionOk="0">
                        <a:moveTo>
                          <a:pt x="92" y="0"/>
                        </a:moveTo>
                        <a:lnTo>
                          <a:pt x="1" y="0"/>
                        </a:lnTo>
                        <a:cubicBezTo>
                          <a:pt x="31" y="61"/>
                          <a:pt x="61" y="61"/>
                          <a:pt x="92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8" name="Google Shape;798;p21">
                    <a:extLst>
                      <a:ext uri="{FF2B5EF4-FFF2-40B4-BE49-F238E27FC236}">
                        <a16:creationId xmlns:a16="http://schemas.microsoft.com/office/drawing/2014/main" id="{244EB9F0-718E-8296-BB50-17066DFFC18F}"/>
                      </a:ext>
                    </a:extLst>
                  </p:cNvPr>
                  <p:cNvSpPr/>
                  <p:nvPr/>
                </p:nvSpPr>
                <p:spPr>
                  <a:xfrm>
                    <a:off x="4302025" y="2938775"/>
                    <a:ext cx="12925" cy="19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7" h="761" extrusionOk="0">
                        <a:moveTo>
                          <a:pt x="61" y="639"/>
                        </a:moveTo>
                        <a:cubicBezTo>
                          <a:pt x="91" y="670"/>
                          <a:pt x="122" y="700"/>
                          <a:pt x="152" y="730"/>
                        </a:cubicBezTo>
                        <a:cubicBezTo>
                          <a:pt x="183" y="761"/>
                          <a:pt x="274" y="730"/>
                          <a:pt x="304" y="639"/>
                        </a:cubicBezTo>
                        <a:cubicBezTo>
                          <a:pt x="456" y="457"/>
                          <a:pt x="517" y="244"/>
                          <a:pt x="456" y="31"/>
                        </a:cubicBezTo>
                        <a:cubicBezTo>
                          <a:pt x="335" y="1"/>
                          <a:pt x="213" y="31"/>
                          <a:pt x="152" y="122"/>
                        </a:cubicBezTo>
                        <a:cubicBezTo>
                          <a:pt x="61" y="214"/>
                          <a:pt x="0" y="366"/>
                          <a:pt x="31" y="518"/>
                        </a:cubicBezTo>
                        <a:cubicBezTo>
                          <a:pt x="31" y="548"/>
                          <a:pt x="61" y="578"/>
                          <a:pt x="61" y="6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9" name="Google Shape;799;p21">
                    <a:extLst>
                      <a:ext uri="{FF2B5EF4-FFF2-40B4-BE49-F238E27FC236}">
                        <a16:creationId xmlns:a16="http://schemas.microsoft.com/office/drawing/2014/main" id="{45A0660A-2718-0A1C-1F28-337B91E44975}"/>
                      </a:ext>
                    </a:extLst>
                  </p:cNvPr>
                  <p:cNvSpPr/>
                  <p:nvPr/>
                </p:nvSpPr>
                <p:spPr>
                  <a:xfrm>
                    <a:off x="4316450" y="2880275"/>
                    <a:ext cx="7625" cy="8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335" extrusionOk="0">
                        <a:moveTo>
                          <a:pt x="183" y="304"/>
                        </a:moveTo>
                        <a:cubicBezTo>
                          <a:pt x="183" y="335"/>
                          <a:pt x="214" y="335"/>
                          <a:pt x="244" y="304"/>
                        </a:cubicBezTo>
                        <a:cubicBezTo>
                          <a:pt x="305" y="274"/>
                          <a:pt x="305" y="213"/>
                          <a:pt x="274" y="152"/>
                        </a:cubicBezTo>
                        <a:cubicBezTo>
                          <a:pt x="244" y="92"/>
                          <a:pt x="214" y="31"/>
                          <a:pt x="153" y="0"/>
                        </a:cubicBezTo>
                        <a:cubicBezTo>
                          <a:pt x="122" y="0"/>
                          <a:pt x="92" y="31"/>
                          <a:pt x="92" y="31"/>
                        </a:cubicBezTo>
                        <a:cubicBezTo>
                          <a:pt x="31" y="92"/>
                          <a:pt x="1" y="152"/>
                          <a:pt x="31" y="213"/>
                        </a:cubicBezTo>
                        <a:cubicBezTo>
                          <a:pt x="62" y="274"/>
                          <a:pt x="122" y="304"/>
                          <a:pt x="183" y="30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0" name="Google Shape;800;p21">
                    <a:extLst>
                      <a:ext uri="{FF2B5EF4-FFF2-40B4-BE49-F238E27FC236}">
                        <a16:creationId xmlns:a16="http://schemas.microsoft.com/office/drawing/2014/main" id="{EE3E0803-4958-22F4-A7FA-BC89CDD19FDF}"/>
                      </a:ext>
                    </a:extLst>
                  </p:cNvPr>
                  <p:cNvSpPr/>
                  <p:nvPr/>
                </p:nvSpPr>
                <p:spPr>
                  <a:xfrm>
                    <a:off x="4263275" y="2991225"/>
                    <a:ext cx="4575" cy="4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" h="183" extrusionOk="0">
                        <a:moveTo>
                          <a:pt x="122" y="182"/>
                        </a:moveTo>
                        <a:cubicBezTo>
                          <a:pt x="122" y="182"/>
                          <a:pt x="152" y="152"/>
                          <a:pt x="182" y="122"/>
                        </a:cubicBezTo>
                        <a:cubicBezTo>
                          <a:pt x="152" y="91"/>
                          <a:pt x="122" y="61"/>
                          <a:pt x="122" y="31"/>
                        </a:cubicBezTo>
                        <a:cubicBezTo>
                          <a:pt x="91" y="0"/>
                          <a:pt x="30" y="0"/>
                          <a:pt x="30" y="31"/>
                        </a:cubicBezTo>
                        <a:cubicBezTo>
                          <a:pt x="0" y="61"/>
                          <a:pt x="0" y="91"/>
                          <a:pt x="30" y="122"/>
                        </a:cubicBezTo>
                        <a:cubicBezTo>
                          <a:pt x="30" y="152"/>
                          <a:pt x="91" y="152"/>
                          <a:pt x="122" y="1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1" name="Google Shape;801;p21">
                    <a:extLst>
                      <a:ext uri="{FF2B5EF4-FFF2-40B4-BE49-F238E27FC236}">
                        <a16:creationId xmlns:a16="http://schemas.microsoft.com/office/drawing/2014/main" id="{019A19C4-FB24-7359-C981-528BAC9FADA3}"/>
                      </a:ext>
                    </a:extLst>
                  </p:cNvPr>
                  <p:cNvSpPr/>
                  <p:nvPr/>
                </p:nvSpPr>
                <p:spPr>
                  <a:xfrm>
                    <a:off x="4352925" y="2911425"/>
                    <a:ext cx="6100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275" extrusionOk="0">
                        <a:moveTo>
                          <a:pt x="92" y="213"/>
                        </a:moveTo>
                        <a:cubicBezTo>
                          <a:pt x="153" y="274"/>
                          <a:pt x="214" y="213"/>
                          <a:pt x="244" y="153"/>
                        </a:cubicBezTo>
                        <a:cubicBezTo>
                          <a:pt x="244" y="122"/>
                          <a:pt x="244" y="122"/>
                          <a:pt x="244" y="92"/>
                        </a:cubicBezTo>
                        <a:cubicBezTo>
                          <a:pt x="244" y="61"/>
                          <a:pt x="122" y="1"/>
                          <a:pt x="62" y="31"/>
                        </a:cubicBezTo>
                        <a:cubicBezTo>
                          <a:pt x="31" y="61"/>
                          <a:pt x="1" y="92"/>
                          <a:pt x="1" y="122"/>
                        </a:cubicBezTo>
                        <a:cubicBezTo>
                          <a:pt x="31" y="183"/>
                          <a:pt x="31" y="213"/>
                          <a:pt x="92" y="2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2" name="Google Shape;802;p21">
                    <a:extLst>
                      <a:ext uri="{FF2B5EF4-FFF2-40B4-BE49-F238E27FC236}">
                        <a16:creationId xmlns:a16="http://schemas.microsoft.com/office/drawing/2014/main" id="{3F37D9CD-83DA-070B-9273-6164AB714D5B}"/>
                      </a:ext>
                    </a:extLst>
                  </p:cNvPr>
                  <p:cNvSpPr/>
                  <p:nvPr/>
                </p:nvSpPr>
                <p:spPr>
                  <a:xfrm>
                    <a:off x="4313425" y="2938775"/>
                    <a:ext cx="77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1" extrusionOk="0">
                        <a:moveTo>
                          <a:pt x="31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3" name="Google Shape;803;p21">
                    <a:extLst>
                      <a:ext uri="{FF2B5EF4-FFF2-40B4-BE49-F238E27FC236}">
                        <a16:creationId xmlns:a16="http://schemas.microsoft.com/office/drawing/2014/main" id="{34D9B690-19D2-750A-6354-0D2AFC4E6081}"/>
                      </a:ext>
                    </a:extLst>
                  </p:cNvPr>
                  <p:cNvSpPr/>
                  <p:nvPr/>
                </p:nvSpPr>
                <p:spPr>
                  <a:xfrm>
                    <a:off x="4350650" y="2932700"/>
                    <a:ext cx="775" cy="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2" extrusionOk="0">
                        <a:moveTo>
                          <a:pt x="1" y="31"/>
                        </a:moveTo>
                        <a:lnTo>
                          <a:pt x="31" y="1"/>
                        </a:lnTo>
                        <a:lnTo>
                          <a:pt x="31" y="1"/>
                        </a:lnTo>
                        <a:lnTo>
                          <a:pt x="31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504" name="Google Shape;804;p21">
                <a:extLst>
                  <a:ext uri="{FF2B5EF4-FFF2-40B4-BE49-F238E27FC236}">
                    <a16:creationId xmlns:a16="http://schemas.microsoft.com/office/drawing/2014/main" id="{2FA7C2A1-C217-4A03-6D7C-FB121B86C669}"/>
                  </a:ext>
                </a:extLst>
              </p:cNvPr>
              <p:cNvSpPr/>
              <p:nvPr/>
            </p:nvSpPr>
            <p:spPr>
              <a:xfrm>
                <a:off x="5409418" y="2466013"/>
                <a:ext cx="186653" cy="274143"/>
              </a:xfrm>
              <a:custGeom>
                <a:avLst/>
                <a:gdLst/>
                <a:ahLst/>
                <a:cxnLst/>
                <a:rect l="l" t="t" r="r" b="b"/>
                <a:pathLst>
                  <a:path w="5837" h="8573" extrusionOk="0">
                    <a:moveTo>
                      <a:pt x="2858" y="4864"/>
                    </a:moveTo>
                    <a:cubicBezTo>
                      <a:pt x="2858" y="4894"/>
                      <a:pt x="2797" y="4925"/>
                      <a:pt x="2767" y="4925"/>
                    </a:cubicBezTo>
                    <a:cubicBezTo>
                      <a:pt x="2584" y="4894"/>
                      <a:pt x="2402" y="4894"/>
                      <a:pt x="2220" y="4955"/>
                    </a:cubicBezTo>
                    <a:cubicBezTo>
                      <a:pt x="2007" y="5046"/>
                      <a:pt x="1794" y="5077"/>
                      <a:pt x="1551" y="5107"/>
                    </a:cubicBezTo>
                    <a:cubicBezTo>
                      <a:pt x="1429" y="5107"/>
                      <a:pt x="1338" y="5168"/>
                      <a:pt x="1277" y="5259"/>
                    </a:cubicBezTo>
                    <a:cubicBezTo>
                      <a:pt x="1065" y="5563"/>
                      <a:pt x="821" y="5837"/>
                      <a:pt x="548" y="6080"/>
                    </a:cubicBezTo>
                    <a:cubicBezTo>
                      <a:pt x="518" y="6141"/>
                      <a:pt x="487" y="6201"/>
                      <a:pt x="487" y="6262"/>
                    </a:cubicBezTo>
                    <a:cubicBezTo>
                      <a:pt x="487" y="6323"/>
                      <a:pt x="457" y="6384"/>
                      <a:pt x="426" y="6445"/>
                    </a:cubicBezTo>
                    <a:cubicBezTo>
                      <a:pt x="305" y="6566"/>
                      <a:pt x="214" y="6688"/>
                      <a:pt x="92" y="6809"/>
                    </a:cubicBezTo>
                    <a:cubicBezTo>
                      <a:pt x="31" y="6870"/>
                      <a:pt x="1" y="6992"/>
                      <a:pt x="1" y="7113"/>
                    </a:cubicBezTo>
                    <a:cubicBezTo>
                      <a:pt x="1" y="7235"/>
                      <a:pt x="62" y="7326"/>
                      <a:pt x="153" y="7387"/>
                    </a:cubicBezTo>
                    <a:lnTo>
                      <a:pt x="153" y="7417"/>
                    </a:lnTo>
                    <a:lnTo>
                      <a:pt x="183" y="7417"/>
                    </a:lnTo>
                    <a:cubicBezTo>
                      <a:pt x="183" y="7417"/>
                      <a:pt x="183" y="7387"/>
                      <a:pt x="183" y="7387"/>
                    </a:cubicBezTo>
                    <a:lnTo>
                      <a:pt x="214" y="7356"/>
                    </a:lnTo>
                    <a:cubicBezTo>
                      <a:pt x="335" y="7326"/>
                      <a:pt x="396" y="7356"/>
                      <a:pt x="396" y="7448"/>
                    </a:cubicBezTo>
                    <a:cubicBezTo>
                      <a:pt x="396" y="7539"/>
                      <a:pt x="366" y="7600"/>
                      <a:pt x="305" y="7660"/>
                    </a:cubicBezTo>
                    <a:lnTo>
                      <a:pt x="305" y="7660"/>
                    </a:lnTo>
                    <a:lnTo>
                      <a:pt x="305" y="7691"/>
                    </a:lnTo>
                    <a:lnTo>
                      <a:pt x="335" y="7691"/>
                    </a:lnTo>
                    <a:cubicBezTo>
                      <a:pt x="426" y="7934"/>
                      <a:pt x="487" y="8177"/>
                      <a:pt x="578" y="8420"/>
                    </a:cubicBezTo>
                    <a:cubicBezTo>
                      <a:pt x="669" y="8542"/>
                      <a:pt x="852" y="8572"/>
                      <a:pt x="1004" y="8542"/>
                    </a:cubicBezTo>
                    <a:cubicBezTo>
                      <a:pt x="1034" y="8542"/>
                      <a:pt x="1034" y="8511"/>
                      <a:pt x="1065" y="8511"/>
                    </a:cubicBezTo>
                    <a:cubicBezTo>
                      <a:pt x="1125" y="8420"/>
                      <a:pt x="1186" y="8329"/>
                      <a:pt x="1217" y="8207"/>
                    </a:cubicBezTo>
                    <a:cubicBezTo>
                      <a:pt x="1277" y="7873"/>
                      <a:pt x="1308" y="7508"/>
                      <a:pt x="1338" y="7144"/>
                    </a:cubicBezTo>
                    <a:cubicBezTo>
                      <a:pt x="1217" y="6900"/>
                      <a:pt x="1217" y="6597"/>
                      <a:pt x="852" y="6536"/>
                    </a:cubicBezTo>
                    <a:lnTo>
                      <a:pt x="852" y="6475"/>
                    </a:lnTo>
                    <a:cubicBezTo>
                      <a:pt x="882" y="6475"/>
                      <a:pt x="882" y="6445"/>
                      <a:pt x="882" y="6445"/>
                    </a:cubicBezTo>
                    <a:cubicBezTo>
                      <a:pt x="943" y="6414"/>
                      <a:pt x="973" y="6384"/>
                      <a:pt x="1034" y="6384"/>
                    </a:cubicBezTo>
                    <a:cubicBezTo>
                      <a:pt x="1156" y="6384"/>
                      <a:pt x="1277" y="6384"/>
                      <a:pt x="1369" y="6232"/>
                    </a:cubicBezTo>
                    <a:cubicBezTo>
                      <a:pt x="1399" y="6171"/>
                      <a:pt x="1460" y="6141"/>
                      <a:pt x="1521" y="6141"/>
                    </a:cubicBezTo>
                    <a:cubicBezTo>
                      <a:pt x="1703" y="6080"/>
                      <a:pt x="1916" y="6049"/>
                      <a:pt x="2098" y="6110"/>
                    </a:cubicBezTo>
                    <a:lnTo>
                      <a:pt x="2098" y="6110"/>
                    </a:lnTo>
                    <a:lnTo>
                      <a:pt x="2098" y="6080"/>
                    </a:lnTo>
                    <a:lnTo>
                      <a:pt x="2098" y="6110"/>
                    </a:lnTo>
                    <a:lnTo>
                      <a:pt x="2098" y="6110"/>
                    </a:lnTo>
                    <a:cubicBezTo>
                      <a:pt x="2037" y="6232"/>
                      <a:pt x="1946" y="6323"/>
                      <a:pt x="1794" y="6323"/>
                    </a:cubicBezTo>
                    <a:cubicBezTo>
                      <a:pt x="1764" y="6323"/>
                      <a:pt x="1703" y="6323"/>
                      <a:pt x="1673" y="6323"/>
                    </a:cubicBezTo>
                    <a:cubicBezTo>
                      <a:pt x="1521" y="6384"/>
                      <a:pt x="1429" y="6536"/>
                      <a:pt x="1460" y="6688"/>
                    </a:cubicBezTo>
                    <a:cubicBezTo>
                      <a:pt x="1490" y="6809"/>
                      <a:pt x="1551" y="6900"/>
                      <a:pt x="1581" y="7022"/>
                    </a:cubicBezTo>
                    <a:cubicBezTo>
                      <a:pt x="1612" y="7022"/>
                      <a:pt x="1612" y="7052"/>
                      <a:pt x="1642" y="7052"/>
                    </a:cubicBezTo>
                    <a:cubicBezTo>
                      <a:pt x="1703" y="7174"/>
                      <a:pt x="1885" y="7144"/>
                      <a:pt x="1946" y="7022"/>
                    </a:cubicBezTo>
                    <a:cubicBezTo>
                      <a:pt x="1977" y="6900"/>
                      <a:pt x="2007" y="6809"/>
                      <a:pt x="2098" y="6718"/>
                    </a:cubicBezTo>
                    <a:cubicBezTo>
                      <a:pt x="2189" y="6657"/>
                      <a:pt x="2311" y="6688"/>
                      <a:pt x="2432" y="6718"/>
                    </a:cubicBezTo>
                    <a:cubicBezTo>
                      <a:pt x="2432" y="6718"/>
                      <a:pt x="2463" y="6718"/>
                      <a:pt x="2493" y="6718"/>
                    </a:cubicBezTo>
                    <a:cubicBezTo>
                      <a:pt x="2645" y="6627"/>
                      <a:pt x="2706" y="6445"/>
                      <a:pt x="2645" y="6262"/>
                    </a:cubicBezTo>
                    <a:cubicBezTo>
                      <a:pt x="2584" y="6171"/>
                      <a:pt x="2493" y="6080"/>
                      <a:pt x="2432" y="5989"/>
                    </a:cubicBezTo>
                    <a:cubicBezTo>
                      <a:pt x="2402" y="5928"/>
                      <a:pt x="2432" y="5867"/>
                      <a:pt x="2493" y="5806"/>
                    </a:cubicBezTo>
                    <a:cubicBezTo>
                      <a:pt x="2554" y="5776"/>
                      <a:pt x="2615" y="5745"/>
                      <a:pt x="2676" y="5715"/>
                    </a:cubicBezTo>
                    <a:cubicBezTo>
                      <a:pt x="2706" y="5715"/>
                      <a:pt x="2706" y="5715"/>
                      <a:pt x="2736" y="5715"/>
                    </a:cubicBezTo>
                    <a:cubicBezTo>
                      <a:pt x="2797" y="5745"/>
                      <a:pt x="2767" y="5776"/>
                      <a:pt x="2736" y="5837"/>
                    </a:cubicBezTo>
                    <a:cubicBezTo>
                      <a:pt x="2706" y="5897"/>
                      <a:pt x="2676" y="5958"/>
                      <a:pt x="2706" y="6019"/>
                    </a:cubicBezTo>
                    <a:cubicBezTo>
                      <a:pt x="2736" y="6141"/>
                      <a:pt x="2797" y="6262"/>
                      <a:pt x="2888" y="6384"/>
                    </a:cubicBezTo>
                    <a:cubicBezTo>
                      <a:pt x="2949" y="6475"/>
                      <a:pt x="3040" y="6536"/>
                      <a:pt x="3132" y="6597"/>
                    </a:cubicBezTo>
                    <a:cubicBezTo>
                      <a:pt x="3223" y="6627"/>
                      <a:pt x="3314" y="6597"/>
                      <a:pt x="3375" y="6536"/>
                    </a:cubicBezTo>
                    <a:cubicBezTo>
                      <a:pt x="3527" y="6293"/>
                      <a:pt x="3648" y="6080"/>
                      <a:pt x="3800" y="5837"/>
                    </a:cubicBezTo>
                    <a:cubicBezTo>
                      <a:pt x="3831" y="5776"/>
                      <a:pt x="3891" y="5745"/>
                      <a:pt x="3952" y="5715"/>
                    </a:cubicBezTo>
                    <a:cubicBezTo>
                      <a:pt x="4074" y="5715"/>
                      <a:pt x="4165" y="5685"/>
                      <a:pt x="4287" y="5685"/>
                    </a:cubicBezTo>
                    <a:cubicBezTo>
                      <a:pt x="4439" y="5685"/>
                      <a:pt x="4530" y="5593"/>
                      <a:pt x="4621" y="5533"/>
                    </a:cubicBezTo>
                    <a:cubicBezTo>
                      <a:pt x="4651" y="5533"/>
                      <a:pt x="4712" y="5563"/>
                      <a:pt x="4743" y="5563"/>
                    </a:cubicBezTo>
                    <a:cubicBezTo>
                      <a:pt x="4834" y="5593"/>
                      <a:pt x="4894" y="5563"/>
                      <a:pt x="4925" y="5502"/>
                    </a:cubicBezTo>
                    <a:cubicBezTo>
                      <a:pt x="4986" y="5350"/>
                      <a:pt x="4986" y="5198"/>
                      <a:pt x="5107" y="5077"/>
                    </a:cubicBezTo>
                    <a:cubicBezTo>
                      <a:pt x="5138" y="5077"/>
                      <a:pt x="5168" y="5046"/>
                      <a:pt x="5168" y="5046"/>
                    </a:cubicBezTo>
                    <a:cubicBezTo>
                      <a:pt x="5168" y="5046"/>
                      <a:pt x="5198" y="5077"/>
                      <a:pt x="5198" y="5077"/>
                    </a:cubicBezTo>
                    <a:cubicBezTo>
                      <a:pt x="5198" y="5107"/>
                      <a:pt x="5229" y="5229"/>
                      <a:pt x="5259" y="5290"/>
                    </a:cubicBezTo>
                    <a:cubicBezTo>
                      <a:pt x="5259" y="5350"/>
                      <a:pt x="5350" y="5381"/>
                      <a:pt x="5411" y="5350"/>
                    </a:cubicBezTo>
                    <a:cubicBezTo>
                      <a:pt x="5685" y="5229"/>
                      <a:pt x="5837" y="4925"/>
                      <a:pt x="5715" y="4621"/>
                    </a:cubicBezTo>
                    <a:cubicBezTo>
                      <a:pt x="5594" y="4438"/>
                      <a:pt x="5533" y="4195"/>
                      <a:pt x="5563" y="3983"/>
                    </a:cubicBezTo>
                    <a:cubicBezTo>
                      <a:pt x="5594" y="3648"/>
                      <a:pt x="5563" y="3283"/>
                      <a:pt x="5411" y="2979"/>
                    </a:cubicBezTo>
                    <a:cubicBezTo>
                      <a:pt x="5381" y="2858"/>
                      <a:pt x="5411" y="2736"/>
                      <a:pt x="5533" y="2676"/>
                    </a:cubicBezTo>
                    <a:cubicBezTo>
                      <a:pt x="5624" y="2615"/>
                      <a:pt x="5685" y="2493"/>
                      <a:pt x="5654" y="2372"/>
                    </a:cubicBezTo>
                    <a:cubicBezTo>
                      <a:pt x="5654" y="2280"/>
                      <a:pt x="5654" y="2159"/>
                      <a:pt x="5654" y="2037"/>
                    </a:cubicBezTo>
                    <a:cubicBezTo>
                      <a:pt x="5685" y="1703"/>
                      <a:pt x="5594" y="1368"/>
                      <a:pt x="5411" y="1065"/>
                    </a:cubicBezTo>
                    <a:cubicBezTo>
                      <a:pt x="5198" y="761"/>
                      <a:pt x="4986" y="426"/>
                      <a:pt x="4834" y="92"/>
                    </a:cubicBezTo>
                    <a:cubicBezTo>
                      <a:pt x="4803" y="31"/>
                      <a:pt x="4651" y="1"/>
                      <a:pt x="4591" y="61"/>
                    </a:cubicBezTo>
                    <a:cubicBezTo>
                      <a:pt x="4287" y="274"/>
                      <a:pt x="4165" y="669"/>
                      <a:pt x="4287" y="1034"/>
                    </a:cubicBezTo>
                    <a:cubicBezTo>
                      <a:pt x="4287" y="1217"/>
                      <a:pt x="4195" y="1399"/>
                      <a:pt x="4408" y="1520"/>
                    </a:cubicBezTo>
                    <a:cubicBezTo>
                      <a:pt x="4439" y="1520"/>
                      <a:pt x="4439" y="1581"/>
                      <a:pt x="4439" y="1642"/>
                    </a:cubicBezTo>
                    <a:cubicBezTo>
                      <a:pt x="4439" y="2128"/>
                      <a:pt x="4530" y="2645"/>
                      <a:pt x="4226" y="3101"/>
                    </a:cubicBezTo>
                    <a:cubicBezTo>
                      <a:pt x="4195" y="3162"/>
                      <a:pt x="4165" y="3253"/>
                      <a:pt x="4165" y="3344"/>
                    </a:cubicBezTo>
                    <a:cubicBezTo>
                      <a:pt x="4074" y="3618"/>
                      <a:pt x="3861" y="3831"/>
                      <a:pt x="3587" y="3861"/>
                    </a:cubicBezTo>
                    <a:cubicBezTo>
                      <a:pt x="3527" y="3891"/>
                      <a:pt x="3466" y="3831"/>
                      <a:pt x="3436" y="3770"/>
                    </a:cubicBezTo>
                    <a:cubicBezTo>
                      <a:pt x="3436" y="3739"/>
                      <a:pt x="3436" y="3679"/>
                      <a:pt x="3436" y="3648"/>
                    </a:cubicBezTo>
                    <a:cubicBezTo>
                      <a:pt x="3436" y="3557"/>
                      <a:pt x="3375" y="3496"/>
                      <a:pt x="3314" y="3527"/>
                    </a:cubicBezTo>
                    <a:cubicBezTo>
                      <a:pt x="3253" y="3527"/>
                      <a:pt x="3192" y="3587"/>
                      <a:pt x="3162" y="3618"/>
                    </a:cubicBezTo>
                    <a:cubicBezTo>
                      <a:pt x="3101" y="3709"/>
                      <a:pt x="3162" y="3800"/>
                      <a:pt x="3162" y="3891"/>
                    </a:cubicBezTo>
                    <a:cubicBezTo>
                      <a:pt x="3192" y="3983"/>
                      <a:pt x="3192" y="4074"/>
                      <a:pt x="3162" y="4165"/>
                    </a:cubicBezTo>
                    <a:cubicBezTo>
                      <a:pt x="3040" y="4378"/>
                      <a:pt x="2919" y="4621"/>
                      <a:pt x="2858" y="4864"/>
                    </a:cubicBezTo>
                    <a:close/>
                    <a:moveTo>
                      <a:pt x="4560" y="335"/>
                    </a:moveTo>
                    <a:lnTo>
                      <a:pt x="4591" y="335"/>
                    </a:lnTo>
                    <a:lnTo>
                      <a:pt x="4591" y="365"/>
                    </a:lnTo>
                    <a:lnTo>
                      <a:pt x="4560" y="36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805;p21">
                <a:extLst>
                  <a:ext uri="{FF2B5EF4-FFF2-40B4-BE49-F238E27FC236}">
                    <a16:creationId xmlns:a16="http://schemas.microsoft.com/office/drawing/2014/main" id="{142D3D33-08B9-DEEF-D350-E4C5728C6ACC}"/>
                  </a:ext>
                </a:extLst>
              </p:cNvPr>
              <p:cNvSpPr/>
              <p:nvPr/>
            </p:nvSpPr>
            <p:spPr>
              <a:xfrm>
                <a:off x="5525080" y="2355212"/>
                <a:ext cx="96284" cy="1118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3497" extrusionOk="0">
                    <a:moveTo>
                      <a:pt x="1" y="2615"/>
                    </a:moveTo>
                    <a:cubicBezTo>
                      <a:pt x="1" y="2827"/>
                      <a:pt x="183" y="2919"/>
                      <a:pt x="244" y="3071"/>
                    </a:cubicBezTo>
                    <a:cubicBezTo>
                      <a:pt x="335" y="3223"/>
                      <a:pt x="366" y="3314"/>
                      <a:pt x="426" y="3466"/>
                    </a:cubicBezTo>
                    <a:cubicBezTo>
                      <a:pt x="457" y="3496"/>
                      <a:pt x="487" y="3496"/>
                      <a:pt x="518" y="3496"/>
                    </a:cubicBezTo>
                    <a:cubicBezTo>
                      <a:pt x="670" y="3405"/>
                      <a:pt x="822" y="3283"/>
                      <a:pt x="974" y="3192"/>
                    </a:cubicBezTo>
                    <a:cubicBezTo>
                      <a:pt x="1004" y="3131"/>
                      <a:pt x="1004" y="3071"/>
                      <a:pt x="974" y="3010"/>
                    </a:cubicBezTo>
                    <a:lnTo>
                      <a:pt x="487" y="2736"/>
                    </a:lnTo>
                    <a:lnTo>
                      <a:pt x="487" y="2675"/>
                    </a:lnTo>
                    <a:cubicBezTo>
                      <a:pt x="578" y="2645"/>
                      <a:pt x="670" y="2615"/>
                      <a:pt x="761" y="2584"/>
                    </a:cubicBezTo>
                    <a:cubicBezTo>
                      <a:pt x="974" y="2402"/>
                      <a:pt x="1308" y="2432"/>
                      <a:pt x="1490" y="2645"/>
                    </a:cubicBezTo>
                    <a:cubicBezTo>
                      <a:pt x="1612" y="2767"/>
                      <a:pt x="1764" y="2827"/>
                      <a:pt x="1916" y="2827"/>
                    </a:cubicBezTo>
                    <a:cubicBezTo>
                      <a:pt x="1977" y="2858"/>
                      <a:pt x="2007" y="2827"/>
                      <a:pt x="2037" y="2767"/>
                    </a:cubicBezTo>
                    <a:cubicBezTo>
                      <a:pt x="2068" y="2645"/>
                      <a:pt x="2068" y="2523"/>
                      <a:pt x="2129" y="2402"/>
                    </a:cubicBezTo>
                    <a:cubicBezTo>
                      <a:pt x="2159" y="2250"/>
                      <a:pt x="2281" y="2098"/>
                      <a:pt x="2433" y="2067"/>
                    </a:cubicBezTo>
                    <a:cubicBezTo>
                      <a:pt x="2585" y="2007"/>
                      <a:pt x="2706" y="1946"/>
                      <a:pt x="2858" y="1855"/>
                    </a:cubicBezTo>
                    <a:cubicBezTo>
                      <a:pt x="2980" y="1794"/>
                      <a:pt x="3010" y="1642"/>
                      <a:pt x="2919" y="1520"/>
                    </a:cubicBezTo>
                    <a:lnTo>
                      <a:pt x="2736" y="1247"/>
                    </a:lnTo>
                    <a:cubicBezTo>
                      <a:pt x="2676" y="1186"/>
                      <a:pt x="2645" y="1125"/>
                      <a:pt x="2615" y="1034"/>
                    </a:cubicBezTo>
                    <a:cubicBezTo>
                      <a:pt x="2554" y="912"/>
                      <a:pt x="2554" y="912"/>
                      <a:pt x="2463" y="973"/>
                    </a:cubicBezTo>
                    <a:cubicBezTo>
                      <a:pt x="2281" y="1095"/>
                      <a:pt x="2037" y="1095"/>
                      <a:pt x="1825" y="973"/>
                    </a:cubicBezTo>
                    <a:cubicBezTo>
                      <a:pt x="1551" y="852"/>
                      <a:pt x="1277" y="669"/>
                      <a:pt x="1065" y="426"/>
                    </a:cubicBezTo>
                    <a:cubicBezTo>
                      <a:pt x="913" y="244"/>
                      <a:pt x="730" y="122"/>
                      <a:pt x="518" y="31"/>
                    </a:cubicBezTo>
                    <a:cubicBezTo>
                      <a:pt x="457" y="1"/>
                      <a:pt x="396" y="1"/>
                      <a:pt x="335" y="61"/>
                    </a:cubicBezTo>
                    <a:cubicBezTo>
                      <a:pt x="305" y="92"/>
                      <a:pt x="274" y="183"/>
                      <a:pt x="305" y="244"/>
                    </a:cubicBezTo>
                    <a:cubicBezTo>
                      <a:pt x="335" y="335"/>
                      <a:pt x="366" y="457"/>
                      <a:pt x="426" y="548"/>
                    </a:cubicBezTo>
                    <a:cubicBezTo>
                      <a:pt x="457" y="669"/>
                      <a:pt x="487" y="760"/>
                      <a:pt x="518" y="882"/>
                    </a:cubicBezTo>
                    <a:cubicBezTo>
                      <a:pt x="548" y="1186"/>
                      <a:pt x="548" y="1490"/>
                      <a:pt x="548" y="1824"/>
                    </a:cubicBezTo>
                    <a:cubicBezTo>
                      <a:pt x="548" y="1824"/>
                      <a:pt x="487" y="1885"/>
                      <a:pt x="457" y="1885"/>
                    </a:cubicBezTo>
                    <a:cubicBezTo>
                      <a:pt x="426" y="1885"/>
                      <a:pt x="366" y="1885"/>
                      <a:pt x="335" y="1885"/>
                    </a:cubicBezTo>
                    <a:cubicBezTo>
                      <a:pt x="214" y="1916"/>
                      <a:pt x="214" y="1916"/>
                      <a:pt x="183" y="2067"/>
                    </a:cubicBezTo>
                    <a:cubicBezTo>
                      <a:pt x="183" y="2098"/>
                      <a:pt x="214" y="2159"/>
                      <a:pt x="183" y="2189"/>
                    </a:cubicBezTo>
                    <a:cubicBezTo>
                      <a:pt x="122" y="2341"/>
                      <a:pt x="1" y="2432"/>
                      <a:pt x="1" y="261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806;p21">
                <a:extLst>
                  <a:ext uri="{FF2B5EF4-FFF2-40B4-BE49-F238E27FC236}">
                    <a16:creationId xmlns:a16="http://schemas.microsoft.com/office/drawing/2014/main" id="{E13E4EDF-B95D-411F-FEDA-637856D056EC}"/>
                  </a:ext>
                </a:extLst>
              </p:cNvPr>
              <p:cNvSpPr/>
              <p:nvPr/>
            </p:nvSpPr>
            <p:spPr>
              <a:xfrm>
                <a:off x="5282083" y="3011290"/>
                <a:ext cx="86563" cy="134178"/>
              </a:xfrm>
              <a:custGeom>
                <a:avLst/>
                <a:gdLst/>
                <a:ahLst/>
                <a:cxnLst/>
                <a:rect l="l" t="t" r="r" b="b"/>
                <a:pathLst>
                  <a:path w="2707" h="4196" extrusionOk="0">
                    <a:moveTo>
                      <a:pt x="1186" y="153"/>
                    </a:moveTo>
                    <a:cubicBezTo>
                      <a:pt x="1034" y="153"/>
                      <a:pt x="882" y="153"/>
                      <a:pt x="730" y="92"/>
                    </a:cubicBezTo>
                    <a:cubicBezTo>
                      <a:pt x="487" y="1"/>
                      <a:pt x="366" y="153"/>
                      <a:pt x="305" y="305"/>
                    </a:cubicBezTo>
                    <a:cubicBezTo>
                      <a:pt x="275" y="396"/>
                      <a:pt x="244" y="487"/>
                      <a:pt x="244" y="578"/>
                    </a:cubicBezTo>
                    <a:cubicBezTo>
                      <a:pt x="214" y="821"/>
                      <a:pt x="183" y="1064"/>
                      <a:pt x="153" y="1338"/>
                    </a:cubicBezTo>
                    <a:cubicBezTo>
                      <a:pt x="153" y="1399"/>
                      <a:pt x="123" y="1490"/>
                      <a:pt x="31" y="1551"/>
                    </a:cubicBezTo>
                    <a:cubicBezTo>
                      <a:pt x="1" y="1581"/>
                      <a:pt x="1" y="1642"/>
                      <a:pt x="1" y="1672"/>
                    </a:cubicBezTo>
                    <a:cubicBezTo>
                      <a:pt x="31" y="1885"/>
                      <a:pt x="92" y="2128"/>
                      <a:pt x="183" y="2341"/>
                    </a:cubicBezTo>
                    <a:cubicBezTo>
                      <a:pt x="214" y="2493"/>
                      <a:pt x="335" y="2584"/>
                      <a:pt x="518" y="2645"/>
                    </a:cubicBezTo>
                    <a:lnTo>
                      <a:pt x="518" y="2645"/>
                    </a:lnTo>
                    <a:cubicBezTo>
                      <a:pt x="518" y="2615"/>
                      <a:pt x="518" y="2584"/>
                      <a:pt x="548" y="2645"/>
                    </a:cubicBezTo>
                    <a:lnTo>
                      <a:pt x="518" y="2675"/>
                    </a:lnTo>
                    <a:lnTo>
                      <a:pt x="518" y="2675"/>
                    </a:lnTo>
                    <a:cubicBezTo>
                      <a:pt x="457" y="2858"/>
                      <a:pt x="578" y="3071"/>
                      <a:pt x="791" y="3101"/>
                    </a:cubicBezTo>
                    <a:cubicBezTo>
                      <a:pt x="822" y="3131"/>
                      <a:pt x="882" y="3162"/>
                      <a:pt x="913" y="3192"/>
                    </a:cubicBezTo>
                    <a:lnTo>
                      <a:pt x="913" y="3192"/>
                    </a:lnTo>
                    <a:lnTo>
                      <a:pt x="913" y="3192"/>
                    </a:lnTo>
                    <a:lnTo>
                      <a:pt x="913" y="3192"/>
                    </a:lnTo>
                    <a:lnTo>
                      <a:pt x="1186" y="3071"/>
                    </a:lnTo>
                    <a:cubicBezTo>
                      <a:pt x="1217" y="3040"/>
                      <a:pt x="1308" y="3040"/>
                      <a:pt x="1338" y="3071"/>
                    </a:cubicBezTo>
                    <a:cubicBezTo>
                      <a:pt x="1369" y="3131"/>
                      <a:pt x="1430" y="3162"/>
                      <a:pt x="1460" y="3192"/>
                    </a:cubicBezTo>
                    <a:cubicBezTo>
                      <a:pt x="1612" y="3283"/>
                      <a:pt x="1734" y="3344"/>
                      <a:pt x="1885" y="3192"/>
                    </a:cubicBezTo>
                    <a:lnTo>
                      <a:pt x="1855" y="3192"/>
                    </a:lnTo>
                    <a:lnTo>
                      <a:pt x="1885" y="3192"/>
                    </a:lnTo>
                    <a:lnTo>
                      <a:pt x="1885" y="3192"/>
                    </a:lnTo>
                    <a:lnTo>
                      <a:pt x="1885" y="3192"/>
                    </a:lnTo>
                    <a:cubicBezTo>
                      <a:pt x="1946" y="3253"/>
                      <a:pt x="2037" y="3283"/>
                      <a:pt x="2037" y="3344"/>
                    </a:cubicBezTo>
                    <a:cubicBezTo>
                      <a:pt x="2068" y="3496"/>
                      <a:pt x="2159" y="3618"/>
                      <a:pt x="2311" y="3648"/>
                    </a:cubicBezTo>
                    <a:cubicBezTo>
                      <a:pt x="2372" y="3678"/>
                      <a:pt x="2372" y="3739"/>
                      <a:pt x="2311" y="3800"/>
                    </a:cubicBezTo>
                    <a:cubicBezTo>
                      <a:pt x="2129" y="3952"/>
                      <a:pt x="2129" y="4043"/>
                      <a:pt x="2341" y="4134"/>
                    </a:cubicBezTo>
                    <a:cubicBezTo>
                      <a:pt x="2402" y="4165"/>
                      <a:pt x="2463" y="4195"/>
                      <a:pt x="2554" y="4195"/>
                    </a:cubicBezTo>
                    <a:cubicBezTo>
                      <a:pt x="2585" y="4195"/>
                      <a:pt x="2645" y="4165"/>
                      <a:pt x="2645" y="4165"/>
                    </a:cubicBezTo>
                    <a:cubicBezTo>
                      <a:pt x="2645" y="3982"/>
                      <a:pt x="2676" y="3830"/>
                      <a:pt x="2706" y="3709"/>
                    </a:cubicBezTo>
                    <a:cubicBezTo>
                      <a:pt x="2706" y="3618"/>
                      <a:pt x="2676" y="3557"/>
                      <a:pt x="2645" y="3526"/>
                    </a:cubicBezTo>
                    <a:cubicBezTo>
                      <a:pt x="2554" y="3435"/>
                      <a:pt x="2463" y="3375"/>
                      <a:pt x="2433" y="3253"/>
                    </a:cubicBezTo>
                    <a:cubicBezTo>
                      <a:pt x="2433" y="3040"/>
                      <a:pt x="2311" y="2949"/>
                      <a:pt x="2129" y="2858"/>
                    </a:cubicBezTo>
                    <a:cubicBezTo>
                      <a:pt x="2037" y="2827"/>
                      <a:pt x="1977" y="2767"/>
                      <a:pt x="1885" y="2706"/>
                    </a:cubicBezTo>
                    <a:cubicBezTo>
                      <a:pt x="1825" y="2645"/>
                      <a:pt x="1734" y="2645"/>
                      <a:pt x="1642" y="2675"/>
                    </a:cubicBezTo>
                    <a:lnTo>
                      <a:pt x="1490" y="2706"/>
                    </a:lnTo>
                    <a:cubicBezTo>
                      <a:pt x="1490" y="2736"/>
                      <a:pt x="1460" y="2736"/>
                      <a:pt x="1430" y="2736"/>
                    </a:cubicBezTo>
                    <a:cubicBezTo>
                      <a:pt x="1399" y="2736"/>
                      <a:pt x="1369" y="2706"/>
                      <a:pt x="1308" y="2706"/>
                    </a:cubicBezTo>
                    <a:cubicBezTo>
                      <a:pt x="1278" y="2675"/>
                      <a:pt x="1278" y="2615"/>
                      <a:pt x="1308" y="2523"/>
                    </a:cubicBezTo>
                    <a:cubicBezTo>
                      <a:pt x="1430" y="2311"/>
                      <a:pt x="1430" y="2311"/>
                      <a:pt x="1217" y="2280"/>
                    </a:cubicBezTo>
                    <a:cubicBezTo>
                      <a:pt x="1156" y="2280"/>
                      <a:pt x="1095" y="2219"/>
                      <a:pt x="1095" y="2159"/>
                    </a:cubicBezTo>
                    <a:cubicBezTo>
                      <a:pt x="1095" y="2037"/>
                      <a:pt x="1126" y="1885"/>
                      <a:pt x="1186" y="1794"/>
                    </a:cubicBezTo>
                    <a:cubicBezTo>
                      <a:pt x="1247" y="1733"/>
                      <a:pt x="1308" y="1703"/>
                      <a:pt x="1338" y="1642"/>
                    </a:cubicBezTo>
                    <a:cubicBezTo>
                      <a:pt x="1551" y="1399"/>
                      <a:pt x="1582" y="1064"/>
                      <a:pt x="1430" y="791"/>
                    </a:cubicBezTo>
                    <a:cubicBezTo>
                      <a:pt x="1338" y="639"/>
                      <a:pt x="1308" y="457"/>
                      <a:pt x="1338" y="274"/>
                    </a:cubicBezTo>
                    <a:cubicBezTo>
                      <a:pt x="1369" y="183"/>
                      <a:pt x="1278" y="153"/>
                      <a:pt x="1186" y="15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807;p21">
                <a:extLst>
                  <a:ext uri="{FF2B5EF4-FFF2-40B4-BE49-F238E27FC236}">
                    <a16:creationId xmlns:a16="http://schemas.microsoft.com/office/drawing/2014/main" id="{9DC946D3-3ACF-9C7C-235F-C88F70DAE357}"/>
                  </a:ext>
                </a:extLst>
              </p:cNvPr>
              <p:cNvSpPr/>
              <p:nvPr/>
            </p:nvSpPr>
            <p:spPr>
              <a:xfrm>
                <a:off x="5270444" y="2871325"/>
                <a:ext cx="32105" cy="7390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2311" extrusionOk="0">
                    <a:moveTo>
                      <a:pt x="760" y="31"/>
                    </a:moveTo>
                    <a:cubicBezTo>
                      <a:pt x="730" y="1"/>
                      <a:pt x="669" y="1"/>
                      <a:pt x="639" y="31"/>
                    </a:cubicBezTo>
                    <a:cubicBezTo>
                      <a:pt x="517" y="92"/>
                      <a:pt x="426" y="213"/>
                      <a:pt x="335" y="305"/>
                    </a:cubicBezTo>
                    <a:cubicBezTo>
                      <a:pt x="274" y="457"/>
                      <a:pt x="213" y="609"/>
                      <a:pt x="152" y="730"/>
                    </a:cubicBezTo>
                    <a:cubicBezTo>
                      <a:pt x="61" y="913"/>
                      <a:pt x="31" y="1064"/>
                      <a:pt x="31" y="1247"/>
                    </a:cubicBezTo>
                    <a:cubicBezTo>
                      <a:pt x="0" y="1551"/>
                      <a:pt x="122" y="1855"/>
                      <a:pt x="335" y="2068"/>
                    </a:cubicBezTo>
                    <a:cubicBezTo>
                      <a:pt x="426" y="2128"/>
                      <a:pt x="487" y="2189"/>
                      <a:pt x="517" y="2250"/>
                    </a:cubicBezTo>
                    <a:cubicBezTo>
                      <a:pt x="578" y="2311"/>
                      <a:pt x="608" y="2250"/>
                      <a:pt x="639" y="2220"/>
                    </a:cubicBezTo>
                    <a:cubicBezTo>
                      <a:pt x="639" y="2098"/>
                      <a:pt x="669" y="2007"/>
                      <a:pt x="730" y="1885"/>
                    </a:cubicBezTo>
                    <a:cubicBezTo>
                      <a:pt x="851" y="1642"/>
                      <a:pt x="942" y="1338"/>
                      <a:pt x="942" y="1034"/>
                    </a:cubicBezTo>
                    <a:cubicBezTo>
                      <a:pt x="942" y="821"/>
                      <a:pt x="973" y="578"/>
                      <a:pt x="1003" y="365"/>
                    </a:cubicBezTo>
                    <a:cubicBezTo>
                      <a:pt x="1003" y="213"/>
                      <a:pt x="912" y="61"/>
                      <a:pt x="760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808;p21">
                <a:extLst>
                  <a:ext uri="{FF2B5EF4-FFF2-40B4-BE49-F238E27FC236}">
                    <a16:creationId xmlns:a16="http://schemas.microsoft.com/office/drawing/2014/main" id="{87A893F9-21C9-2A86-BAF2-E0E29D93EDE8}"/>
                  </a:ext>
                </a:extLst>
              </p:cNvPr>
              <p:cNvSpPr/>
              <p:nvPr/>
            </p:nvSpPr>
            <p:spPr>
              <a:xfrm>
                <a:off x="5075062" y="2983118"/>
                <a:ext cx="42818" cy="38885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1216" extrusionOk="0">
                    <a:moveTo>
                      <a:pt x="1338" y="274"/>
                    </a:moveTo>
                    <a:cubicBezTo>
                      <a:pt x="1338" y="213"/>
                      <a:pt x="1308" y="152"/>
                      <a:pt x="1247" y="122"/>
                    </a:cubicBezTo>
                    <a:cubicBezTo>
                      <a:pt x="1186" y="61"/>
                      <a:pt x="1125" y="31"/>
                      <a:pt x="1034" y="31"/>
                    </a:cubicBezTo>
                    <a:lnTo>
                      <a:pt x="943" y="31"/>
                    </a:lnTo>
                    <a:cubicBezTo>
                      <a:pt x="609" y="0"/>
                      <a:pt x="305" y="152"/>
                      <a:pt x="122" y="395"/>
                    </a:cubicBezTo>
                    <a:cubicBezTo>
                      <a:pt x="92" y="426"/>
                      <a:pt x="61" y="486"/>
                      <a:pt x="61" y="517"/>
                    </a:cubicBezTo>
                    <a:cubicBezTo>
                      <a:pt x="1" y="790"/>
                      <a:pt x="122" y="1034"/>
                      <a:pt x="365" y="1125"/>
                    </a:cubicBezTo>
                    <a:cubicBezTo>
                      <a:pt x="639" y="1216"/>
                      <a:pt x="913" y="1094"/>
                      <a:pt x="1095" y="882"/>
                    </a:cubicBezTo>
                    <a:cubicBezTo>
                      <a:pt x="1216" y="699"/>
                      <a:pt x="1308" y="486"/>
                      <a:pt x="1338" y="27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809;p21">
                <a:extLst>
                  <a:ext uri="{FF2B5EF4-FFF2-40B4-BE49-F238E27FC236}">
                    <a16:creationId xmlns:a16="http://schemas.microsoft.com/office/drawing/2014/main" id="{C58A8620-B972-A200-6C50-29FBF0158FC8}"/>
                  </a:ext>
                </a:extLst>
              </p:cNvPr>
              <p:cNvSpPr/>
              <p:nvPr/>
            </p:nvSpPr>
            <p:spPr>
              <a:xfrm>
                <a:off x="5299607" y="3112370"/>
                <a:ext cx="21393" cy="27245"/>
              </a:xfrm>
              <a:custGeom>
                <a:avLst/>
                <a:gdLst/>
                <a:ahLst/>
                <a:cxnLst/>
                <a:rect l="l" t="t" r="r" b="b"/>
                <a:pathLst>
                  <a:path w="669" h="852" extrusionOk="0">
                    <a:moveTo>
                      <a:pt x="61" y="62"/>
                    </a:moveTo>
                    <a:cubicBezTo>
                      <a:pt x="30" y="62"/>
                      <a:pt x="0" y="122"/>
                      <a:pt x="0" y="153"/>
                    </a:cubicBezTo>
                    <a:cubicBezTo>
                      <a:pt x="61" y="365"/>
                      <a:pt x="152" y="578"/>
                      <a:pt x="274" y="761"/>
                    </a:cubicBezTo>
                    <a:cubicBezTo>
                      <a:pt x="365" y="852"/>
                      <a:pt x="517" y="821"/>
                      <a:pt x="578" y="730"/>
                    </a:cubicBezTo>
                    <a:cubicBezTo>
                      <a:pt x="669" y="609"/>
                      <a:pt x="669" y="426"/>
                      <a:pt x="578" y="274"/>
                    </a:cubicBezTo>
                    <a:cubicBezTo>
                      <a:pt x="517" y="183"/>
                      <a:pt x="456" y="122"/>
                      <a:pt x="365" y="31"/>
                    </a:cubicBezTo>
                    <a:cubicBezTo>
                      <a:pt x="274" y="1"/>
                      <a:pt x="152" y="1"/>
                      <a:pt x="61" y="6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810;p21">
                <a:extLst>
                  <a:ext uri="{FF2B5EF4-FFF2-40B4-BE49-F238E27FC236}">
                    <a16:creationId xmlns:a16="http://schemas.microsoft.com/office/drawing/2014/main" id="{E4B3336B-2162-3C9F-0DDB-6094E70A4B7F}"/>
                  </a:ext>
                </a:extLst>
              </p:cNvPr>
              <p:cNvSpPr/>
              <p:nvPr/>
            </p:nvSpPr>
            <p:spPr>
              <a:xfrm>
                <a:off x="5631053" y="2339671"/>
                <a:ext cx="25294" cy="3015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943" extrusionOk="0">
                    <a:moveTo>
                      <a:pt x="122" y="912"/>
                    </a:moveTo>
                    <a:cubicBezTo>
                      <a:pt x="334" y="639"/>
                      <a:pt x="547" y="365"/>
                      <a:pt x="790" y="152"/>
                    </a:cubicBezTo>
                    <a:lnTo>
                      <a:pt x="790" y="31"/>
                    </a:lnTo>
                    <a:cubicBezTo>
                      <a:pt x="790" y="0"/>
                      <a:pt x="760" y="0"/>
                      <a:pt x="730" y="0"/>
                    </a:cubicBezTo>
                    <a:cubicBezTo>
                      <a:pt x="638" y="0"/>
                      <a:pt x="578" y="61"/>
                      <a:pt x="486" y="91"/>
                    </a:cubicBezTo>
                    <a:cubicBezTo>
                      <a:pt x="426" y="122"/>
                      <a:pt x="243" y="183"/>
                      <a:pt x="213" y="335"/>
                    </a:cubicBezTo>
                    <a:cubicBezTo>
                      <a:pt x="152" y="487"/>
                      <a:pt x="61" y="578"/>
                      <a:pt x="30" y="699"/>
                    </a:cubicBezTo>
                    <a:cubicBezTo>
                      <a:pt x="0" y="730"/>
                      <a:pt x="0" y="791"/>
                      <a:pt x="30" y="821"/>
                    </a:cubicBezTo>
                    <a:cubicBezTo>
                      <a:pt x="30" y="851"/>
                      <a:pt x="61" y="912"/>
                      <a:pt x="91" y="943"/>
                    </a:cubicBezTo>
                    <a:cubicBezTo>
                      <a:pt x="91" y="943"/>
                      <a:pt x="122" y="912"/>
                      <a:pt x="122" y="9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811;p21">
                <a:extLst>
                  <a:ext uri="{FF2B5EF4-FFF2-40B4-BE49-F238E27FC236}">
                    <a16:creationId xmlns:a16="http://schemas.microsoft.com/office/drawing/2014/main" id="{B36C0700-1DF7-9461-A938-7CB5AD9D7E4A}"/>
                  </a:ext>
                </a:extLst>
              </p:cNvPr>
              <p:cNvSpPr/>
              <p:nvPr/>
            </p:nvSpPr>
            <p:spPr>
              <a:xfrm>
                <a:off x="5712692" y="2162772"/>
                <a:ext cx="15573" cy="26254"/>
              </a:xfrm>
              <a:custGeom>
                <a:avLst/>
                <a:gdLst/>
                <a:ahLst/>
                <a:cxnLst/>
                <a:rect l="l" t="t" r="r" b="b"/>
                <a:pathLst>
                  <a:path w="487" h="821" extrusionOk="0">
                    <a:moveTo>
                      <a:pt x="122" y="821"/>
                    </a:moveTo>
                    <a:cubicBezTo>
                      <a:pt x="183" y="791"/>
                      <a:pt x="213" y="760"/>
                      <a:pt x="243" y="730"/>
                    </a:cubicBezTo>
                    <a:cubicBezTo>
                      <a:pt x="395" y="547"/>
                      <a:pt x="487" y="304"/>
                      <a:pt x="456" y="61"/>
                    </a:cubicBezTo>
                    <a:cubicBezTo>
                      <a:pt x="456" y="61"/>
                      <a:pt x="426" y="31"/>
                      <a:pt x="395" y="31"/>
                    </a:cubicBezTo>
                    <a:cubicBezTo>
                      <a:pt x="365" y="0"/>
                      <a:pt x="335" y="0"/>
                      <a:pt x="304" y="31"/>
                    </a:cubicBezTo>
                    <a:cubicBezTo>
                      <a:pt x="274" y="31"/>
                      <a:pt x="243" y="31"/>
                      <a:pt x="243" y="61"/>
                    </a:cubicBezTo>
                    <a:cubicBezTo>
                      <a:pt x="152" y="243"/>
                      <a:pt x="61" y="426"/>
                      <a:pt x="0" y="608"/>
                    </a:cubicBezTo>
                    <a:cubicBezTo>
                      <a:pt x="0" y="639"/>
                      <a:pt x="31" y="730"/>
                      <a:pt x="61" y="760"/>
                    </a:cubicBezTo>
                    <a:cubicBezTo>
                      <a:pt x="91" y="821"/>
                      <a:pt x="122" y="791"/>
                      <a:pt x="122" y="82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812;p21">
                <a:extLst>
                  <a:ext uri="{FF2B5EF4-FFF2-40B4-BE49-F238E27FC236}">
                    <a16:creationId xmlns:a16="http://schemas.microsoft.com/office/drawing/2014/main" id="{B191C03A-DC00-7BF9-BE6E-66F6B5B19CC0}"/>
                  </a:ext>
                </a:extLst>
              </p:cNvPr>
              <p:cNvSpPr/>
              <p:nvPr/>
            </p:nvSpPr>
            <p:spPr>
              <a:xfrm>
                <a:off x="5352082" y="2070422"/>
                <a:ext cx="17524" cy="1560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488" extrusionOk="0">
                    <a:moveTo>
                      <a:pt x="365" y="61"/>
                    </a:moveTo>
                    <a:cubicBezTo>
                      <a:pt x="244" y="1"/>
                      <a:pt x="92" y="61"/>
                      <a:pt x="31" y="213"/>
                    </a:cubicBezTo>
                    <a:cubicBezTo>
                      <a:pt x="0" y="274"/>
                      <a:pt x="61" y="396"/>
                      <a:pt x="183" y="426"/>
                    </a:cubicBezTo>
                    <a:lnTo>
                      <a:pt x="335" y="487"/>
                    </a:lnTo>
                    <a:cubicBezTo>
                      <a:pt x="396" y="457"/>
                      <a:pt x="426" y="426"/>
                      <a:pt x="487" y="365"/>
                    </a:cubicBezTo>
                    <a:cubicBezTo>
                      <a:pt x="548" y="244"/>
                      <a:pt x="487" y="92"/>
                      <a:pt x="365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813;p21">
                <a:extLst>
                  <a:ext uri="{FF2B5EF4-FFF2-40B4-BE49-F238E27FC236}">
                    <a16:creationId xmlns:a16="http://schemas.microsoft.com/office/drawing/2014/main" id="{653D2C27-F692-5260-E710-B68637B583F8}"/>
                  </a:ext>
                </a:extLst>
              </p:cNvPr>
              <p:cNvSpPr/>
              <p:nvPr/>
            </p:nvSpPr>
            <p:spPr>
              <a:xfrm>
                <a:off x="5612570" y="2394096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814;p21">
                <a:extLst>
                  <a:ext uri="{FF2B5EF4-FFF2-40B4-BE49-F238E27FC236}">
                    <a16:creationId xmlns:a16="http://schemas.microsoft.com/office/drawing/2014/main" id="{4E5C35FB-919F-6A5F-EFEB-54A8EA892BD2}"/>
                  </a:ext>
                </a:extLst>
              </p:cNvPr>
              <p:cNvSpPr/>
              <p:nvPr/>
            </p:nvSpPr>
            <p:spPr>
              <a:xfrm>
                <a:off x="5612570" y="2374654"/>
                <a:ext cx="11704" cy="19474"/>
              </a:xfrm>
              <a:custGeom>
                <a:avLst/>
                <a:gdLst/>
                <a:ahLst/>
                <a:cxnLst/>
                <a:rect l="l" t="t" r="r" b="b"/>
                <a:pathLst>
                  <a:path w="366" h="609" extrusionOk="0">
                    <a:moveTo>
                      <a:pt x="365" y="92"/>
                    </a:moveTo>
                    <a:cubicBezTo>
                      <a:pt x="365" y="92"/>
                      <a:pt x="365" y="31"/>
                      <a:pt x="304" y="31"/>
                    </a:cubicBezTo>
                    <a:cubicBezTo>
                      <a:pt x="274" y="31"/>
                      <a:pt x="244" y="1"/>
                      <a:pt x="213" y="1"/>
                    </a:cubicBezTo>
                    <a:cubicBezTo>
                      <a:pt x="152" y="31"/>
                      <a:pt x="122" y="61"/>
                      <a:pt x="122" y="92"/>
                    </a:cubicBezTo>
                    <a:cubicBezTo>
                      <a:pt x="31" y="244"/>
                      <a:pt x="0" y="426"/>
                      <a:pt x="0" y="608"/>
                    </a:cubicBezTo>
                    <a:cubicBezTo>
                      <a:pt x="183" y="456"/>
                      <a:pt x="304" y="274"/>
                      <a:pt x="365" y="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815;p21">
                <a:extLst>
                  <a:ext uri="{FF2B5EF4-FFF2-40B4-BE49-F238E27FC236}">
                    <a16:creationId xmlns:a16="http://schemas.microsoft.com/office/drawing/2014/main" id="{B240E7F5-FC69-50CE-1311-3455DAC20169}"/>
                  </a:ext>
                </a:extLst>
              </p:cNvPr>
              <p:cNvSpPr/>
              <p:nvPr/>
            </p:nvSpPr>
            <p:spPr>
              <a:xfrm>
                <a:off x="5666996" y="2316327"/>
                <a:ext cx="11704" cy="15605"/>
              </a:xfrm>
              <a:custGeom>
                <a:avLst/>
                <a:gdLst/>
                <a:ahLst/>
                <a:cxnLst/>
                <a:rect l="l" t="t" r="r" b="b"/>
                <a:pathLst>
                  <a:path w="366" h="488" extrusionOk="0">
                    <a:moveTo>
                      <a:pt x="92" y="487"/>
                    </a:moveTo>
                    <a:cubicBezTo>
                      <a:pt x="274" y="396"/>
                      <a:pt x="365" y="244"/>
                      <a:pt x="335" y="62"/>
                    </a:cubicBezTo>
                    <a:cubicBezTo>
                      <a:pt x="335" y="31"/>
                      <a:pt x="305" y="1"/>
                      <a:pt x="305" y="1"/>
                    </a:cubicBezTo>
                    <a:cubicBezTo>
                      <a:pt x="274" y="1"/>
                      <a:pt x="244" y="1"/>
                      <a:pt x="244" y="31"/>
                    </a:cubicBezTo>
                    <a:cubicBezTo>
                      <a:pt x="122" y="122"/>
                      <a:pt x="31" y="244"/>
                      <a:pt x="1" y="396"/>
                    </a:cubicBezTo>
                    <a:cubicBezTo>
                      <a:pt x="1" y="396"/>
                      <a:pt x="1" y="426"/>
                      <a:pt x="31" y="457"/>
                    </a:cubicBezTo>
                    <a:cubicBezTo>
                      <a:pt x="92" y="457"/>
                      <a:pt x="92" y="487"/>
                      <a:pt x="92" y="48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816;p21">
                <a:extLst>
                  <a:ext uri="{FF2B5EF4-FFF2-40B4-BE49-F238E27FC236}">
                    <a16:creationId xmlns:a16="http://schemas.microsoft.com/office/drawing/2014/main" id="{4E9B7036-2D57-F977-4E24-5275013CC354}"/>
                  </a:ext>
                </a:extLst>
              </p:cNvPr>
              <p:cNvSpPr/>
              <p:nvPr/>
            </p:nvSpPr>
            <p:spPr>
              <a:xfrm>
                <a:off x="4800983" y="3118222"/>
                <a:ext cx="3901" cy="1362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26" extrusionOk="0">
                    <a:moveTo>
                      <a:pt x="61" y="31"/>
                    </a:moveTo>
                    <a:cubicBezTo>
                      <a:pt x="30" y="0"/>
                      <a:pt x="0" y="31"/>
                      <a:pt x="0" y="61"/>
                    </a:cubicBezTo>
                    <a:cubicBezTo>
                      <a:pt x="0" y="122"/>
                      <a:pt x="0" y="182"/>
                      <a:pt x="0" y="213"/>
                    </a:cubicBezTo>
                    <a:cubicBezTo>
                      <a:pt x="0" y="243"/>
                      <a:pt x="0" y="304"/>
                      <a:pt x="0" y="334"/>
                    </a:cubicBezTo>
                    <a:cubicBezTo>
                      <a:pt x="0" y="365"/>
                      <a:pt x="30" y="395"/>
                      <a:pt x="61" y="426"/>
                    </a:cubicBezTo>
                    <a:cubicBezTo>
                      <a:pt x="91" y="395"/>
                      <a:pt x="122" y="365"/>
                      <a:pt x="122" y="334"/>
                    </a:cubicBezTo>
                    <a:cubicBezTo>
                      <a:pt x="122" y="243"/>
                      <a:pt x="122" y="152"/>
                      <a:pt x="122" y="61"/>
                    </a:cubicBezTo>
                    <a:cubicBezTo>
                      <a:pt x="122" y="31"/>
                      <a:pt x="91" y="31"/>
                      <a:pt x="61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817;p21">
                <a:extLst>
                  <a:ext uri="{FF2B5EF4-FFF2-40B4-BE49-F238E27FC236}">
                    <a16:creationId xmlns:a16="http://schemas.microsoft.com/office/drawing/2014/main" id="{E1E71CAD-3602-01CE-E8C6-D67C6CB25205}"/>
                  </a:ext>
                </a:extLst>
              </p:cNvPr>
              <p:cNvSpPr/>
              <p:nvPr/>
            </p:nvSpPr>
            <p:spPr>
              <a:xfrm>
                <a:off x="5346262" y="2681796"/>
                <a:ext cx="10712" cy="7803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44" extrusionOk="0">
                    <a:moveTo>
                      <a:pt x="304" y="122"/>
                    </a:moveTo>
                    <a:cubicBezTo>
                      <a:pt x="334" y="61"/>
                      <a:pt x="274" y="1"/>
                      <a:pt x="213" y="1"/>
                    </a:cubicBezTo>
                    <a:cubicBezTo>
                      <a:pt x="152" y="1"/>
                      <a:pt x="122" y="31"/>
                      <a:pt x="91" y="31"/>
                    </a:cubicBezTo>
                    <a:cubicBezTo>
                      <a:pt x="30" y="61"/>
                      <a:pt x="0" y="152"/>
                      <a:pt x="30" y="183"/>
                    </a:cubicBezTo>
                    <a:cubicBezTo>
                      <a:pt x="61" y="213"/>
                      <a:pt x="91" y="244"/>
                      <a:pt x="152" y="244"/>
                    </a:cubicBezTo>
                    <a:cubicBezTo>
                      <a:pt x="243" y="244"/>
                      <a:pt x="304" y="213"/>
                      <a:pt x="304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818;p21">
                <a:extLst>
                  <a:ext uri="{FF2B5EF4-FFF2-40B4-BE49-F238E27FC236}">
                    <a16:creationId xmlns:a16="http://schemas.microsoft.com/office/drawing/2014/main" id="{1B3AB9BB-8A8F-DB6E-47DE-6B15D91381C1}"/>
                  </a:ext>
                </a:extLst>
              </p:cNvPr>
              <p:cNvSpPr/>
              <p:nvPr/>
            </p:nvSpPr>
            <p:spPr>
              <a:xfrm>
                <a:off x="5286944" y="3137664"/>
                <a:ext cx="7834" cy="8762"/>
              </a:xfrm>
              <a:custGeom>
                <a:avLst/>
                <a:gdLst/>
                <a:ahLst/>
                <a:cxnLst/>
                <a:rect l="l" t="t" r="r" b="b"/>
                <a:pathLst>
                  <a:path w="245" h="274" extrusionOk="0">
                    <a:moveTo>
                      <a:pt x="244" y="122"/>
                    </a:moveTo>
                    <a:cubicBezTo>
                      <a:pt x="214" y="61"/>
                      <a:pt x="153" y="30"/>
                      <a:pt x="92" y="0"/>
                    </a:cubicBezTo>
                    <a:cubicBezTo>
                      <a:pt x="31" y="0"/>
                      <a:pt x="1" y="30"/>
                      <a:pt x="1" y="122"/>
                    </a:cubicBezTo>
                    <a:cubicBezTo>
                      <a:pt x="1" y="182"/>
                      <a:pt x="1" y="213"/>
                      <a:pt x="31" y="243"/>
                    </a:cubicBezTo>
                    <a:cubicBezTo>
                      <a:pt x="92" y="274"/>
                      <a:pt x="244" y="182"/>
                      <a:pt x="244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819;p21">
                <a:extLst>
                  <a:ext uri="{FF2B5EF4-FFF2-40B4-BE49-F238E27FC236}">
                    <a16:creationId xmlns:a16="http://schemas.microsoft.com/office/drawing/2014/main" id="{E80D893A-4B61-E329-371D-5B4B34E770C8}"/>
                  </a:ext>
                </a:extLst>
              </p:cNvPr>
              <p:cNvSpPr/>
              <p:nvPr/>
            </p:nvSpPr>
            <p:spPr>
              <a:xfrm>
                <a:off x="5364713" y="3106550"/>
                <a:ext cx="6843" cy="5852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83" extrusionOk="0">
                    <a:moveTo>
                      <a:pt x="31" y="31"/>
                    </a:moveTo>
                    <a:cubicBezTo>
                      <a:pt x="1" y="61"/>
                      <a:pt x="31" y="183"/>
                      <a:pt x="92" y="152"/>
                    </a:cubicBezTo>
                    <a:cubicBezTo>
                      <a:pt x="122" y="152"/>
                      <a:pt x="153" y="122"/>
                      <a:pt x="183" y="122"/>
                    </a:cubicBezTo>
                    <a:cubicBezTo>
                      <a:pt x="213" y="92"/>
                      <a:pt x="183" y="31"/>
                      <a:pt x="153" y="0"/>
                    </a:cubicBezTo>
                    <a:cubicBezTo>
                      <a:pt x="122" y="0"/>
                      <a:pt x="61" y="0"/>
                      <a:pt x="31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820;p21">
                <a:extLst>
                  <a:ext uri="{FF2B5EF4-FFF2-40B4-BE49-F238E27FC236}">
                    <a16:creationId xmlns:a16="http://schemas.microsoft.com/office/drawing/2014/main" id="{9A8B8041-DD54-545B-447D-604685BF7958}"/>
                  </a:ext>
                </a:extLst>
              </p:cNvPr>
              <p:cNvSpPr/>
              <p:nvPr/>
            </p:nvSpPr>
            <p:spPr>
              <a:xfrm>
                <a:off x="5420130" y="2800367"/>
                <a:ext cx="7803" cy="5884"/>
              </a:xfrm>
              <a:custGeom>
                <a:avLst/>
                <a:gdLst/>
                <a:ahLst/>
                <a:cxnLst/>
                <a:rect l="l" t="t" r="r" b="b"/>
                <a:pathLst>
                  <a:path w="244" h="184" extrusionOk="0">
                    <a:moveTo>
                      <a:pt x="213" y="31"/>
                    </a:moveTo>
                    <a:cubicBezTo>
                      <a:pt x="183" y="1"/>
                      <a:pt x="122" y="1"/>
                      <a:pt x="91" y="31"/>
                    </a:cubicBezTo>
                    <a:cubicBezTo>
                      <a:pt x="31" y="92"/>
                      <a:pt x="0" y="183"/>
                      <a:pt x="91" y="183"/>
                    </a:cubicBezTo>
                    <a:cubicBezTo>
                      <a:pt x="122" y="183"/>
                      <a:pt x="183" y="153"/>
                      <a:pt x="213" y="153"/>
                    </a:cubicBezTo>
                    <a:lnTo>
                      <a:pt x="243" y="92"/>
                    </a:lnTo>
                    <a:cubicBezTo>
                      <a:pt x="243" y="62"/>
                      <a:pt x="213" y="31"/>
                      <a:pt x="213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821;p21">
                <a:extLst>
                  <a:ext uri="{FF2B5EF4-FFF2-40B4-BE49-F238E27FC236}">
                    <a16:creationId xmlns:a16="http://schemas.microsoft.com/office/drawing/2014/main" id="{27D38E76-174D-0894-F0E9-494CD69515F5}"/>
                  </a:ext>
                </a:extLst>
              </p:cNvPr>
              <p:cNvSpPr/>
              <p:nvPr/>
            </p:nvSpPr>
            <p:spPr>
              <a:xfrm>
                <a:off x="5401647" y="2840211"/>
                <a:ext cx="4893" cy="5884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84" extrusionOk="0">
                    <a:moveTo>
                      <a:pt x="153" y="62"/>
                    </a:moveTo>
                    <a:cubicBezTo>
                      <a:pt x="153" y="62"/>
                      <a:pt x="122" y="1"/>
                      <a:pt x="92" y="1"/>
                    </a:cubicBezTo>
                    <a:cubicBezTo>
                      <a:pt x="92" y="1"/>
                      <a:pt x="1" y="62"/>
                      <a:pt x="1" y="123"/>
                    </a:cubicBezTo>
                    <a:cubicBezTo>
                      <a:pt x="1" y="183"/>
                      <a:pt x="31" y="153"/>
                      <a:pt x="31" y="183"/>
                    </a:cubicBezTo>
                    <a:cubicBezTo>
                      <a:pt x="61" y="183"/>
                      <a:pt x="92" y="183"/>
                      <a:pt x="92" y="153"/>
                    </a:cubicBezTo>
                    <a:cubicBezTo>
                      <a:pt x="122" y="123"/>
                      <a:pt x="122" y="92"/>
                      <a:pt x="153" y="6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822;p21">
                <a:extLst>
                  <a:ext uri="{FF2B5EF4-FFF2-40B4-BE49-F238E27FC236}">
                    <a16:creationId xmlns:a16="http://schemas.microsoft.com/office/drawing/2014/main" id="{3E8AB72D-1794-EBA2-183B-776F508DEE9E}"/>
                  </a:ext>
                </a:extLst>
              </p:cNvPr>
              <p:cNvSpPr/>
              <p:nvPr/>
            </p:nvSpPr>
            <p:spPr>
              <a:xfrm>
                <a:off x="5327779" y="3133763"/>
                <a:ext cx="3933" cy="4893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53" extrusionOk="0">
                    <a:moveTo>
                      <a:pt x="122" y="92"/>
                    </a:moveTo>
                    <a:cubicBezTo>
                      <a:pt x="122" y="61"/>
                      <a:pt x="92" y="31"/>
                      <a:pt x="92" y="0"/>
                    </a:cubicBezTo>
                    <a:lnTo>
                      <a:pt x="1" y="92"/>
                    </a:lnTo>
                    <a:cubicBezTo>
                      <a:pt x="31" y="92"/>
                      <a:pt x="61" y="122"/>
                      <a:pt x="92" y="152"/>
                    </a:cubicBezTo>
                    <a:cubicBezTo>
                      <a:pt x="122" y="152"/>
                      <a:pt x="122" y="122"/>
                      <a:pt x="122" y="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823;p21">
                <a:extLst>
                  <a:ext uri="{FF2B5EF4-FFF2-40B4-BE49-F238E27FC236}">
                    <a16:creationId xmlns:a16="http://schemas.microsoft.com/office/drawing/2014/main" id="{CB2865E8-461F-F92C-09C7-BEF3E0F319F6}"/>
                  </a:ext>
                </a:extLst>
              </p:cNvPr>
              <p:cNvSpPr/>
              <p:nvPr/>
            </p:nvSpPr>
            <p:spPr>
              <a:xfrm>
                <a:off x="5707831" y="2162772"/>
                <a:ext cx="2942" cy="2942"/>
              </a:xfrm>
              <a:custGeom>
                <a:avLst/>
                <a:gdLst/>
                <a:ahLst/>
                <a:cxnLst/>
                <a:rect l="l" t="t" r="r" b="b"/>
                <a:pathLst>
                  <a:path w="92" h="92" extrusionOk="0">
                    <a:moveTo>
                      <a:pt x="91" y="31"/>
                    </a:moveTo>
                    <a:cubicBezTo>
                      <a:pt x="91" y="31"/>
                      <a:pt x="61" y="0"/>
                      <a:pt x="61" y="0"/>
                    </a:cubicBezTo>
                    <a:cubicBezTo>
                      <a:pt x="61" y="0"/>
                      <a:pt x="31" y="0"/>
                      <a:pt x="0" y="0"/>
                    </a:cubicBezTo>
                    <a:cubicBezTo>
                      <a:pt x="0" y="0"/>
                      <a:pt x="0" y="31"/>
                      <a:pt x="0" y="61"/>
                    </a:cubicBezTo>
                    <a:cubicBezTo>
                      <a:pt x="0" y="61"/>
                      <a:pt x="91" y="91"/>
                      <a:pt x="91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824;p21">
                <a:extLst>
                  <a:ext uri="{FF2B5EF4-FFF2-40B4-BE49-F238E27FC236}">
                    <a16:creationId xmlns:a16="http://schemas.microsoft.com/office/drawing/2014/main" id="{1ADF4638-61ED-D8ED-18AF-852EB10DFCD3}"/>
                  </a:ext>
                </a:extLst>
              </p:cNvPr>
              <p:cNvSpPr/>
              <p:nvPr/>
            </p:nvSpPr>
            <p:spPr>
              <a:xfrm>
                <a:off x="5532883" y="2559323"/>
                <a:ext cx="4893" cy="5884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84" extrusionOk="0">
                    <a:moveTo>
                      <a:pt x="61" y="183"/>
                    </a:moveTo>
                    <a:lnTo>
                      <a:pt x="152" y="92"/>
                    </a:lnTo>
                    <a:cubicBezTo>
                      <a:pt x="122" y="61"/>
                      <a:pt x="91" y="31"/>
                      <a:pt x="91" y="1"/>
                    </a:cubicBezTo>
                    <a:cubicBezTo>
                      <a:pt x="61" y="31"/>
                      <a:pt x="30" y="61"/>
                      <a:pt x="0" y="92"/>
                    </a:cubicBezTo>
                    <a:cubicBezTo>
                      <a:pt x="0" y="122"/>
                      <a:pt x="61" y="153"/>
                      <a:pt x="61" y="18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825;p21">
                <a:extLst>
                  <a:ext uri="{FF2B5EF4-FFF2-40B4-BE49-F238E27FC236}">
                    <a16:creationId xmlns:a16="http://schemas.microsoft.com/office/drawing/2014/main" id="{A314C974-1042-58DD-7458-811C505E1C0E}"/>
                  </a:ext>
                </a:extLst>
              </p:cNvPr>
              <p:cNvSpPr/>
              <p:nvPr/>
            </p:nvSpPr>
            <p:spPr>
              <a:xfrm>
                <a:off x="5344312" y="2076274"/>
                <a:ext cx="3901" cy="489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53" extrusionOk="0">
                    <a:moveTo>
                      <a:pt x="61" y="122"/>
                    </a:moveTo>
                    <a:cubicBezTo>
                      <a:pt x="91" y="122"/>
                      <a:pt x="122" y="91"/>
                      <a:pt x="91" y="30"/>
                    </a:cubicBezTo>
                    <a:lnTo>
                      <a:pt x="61" y="0"/>
                    </a:lnTo>
                    <a:cubicBezTo>
                      <a:pt x="31" y="30"/>
                      <a:pt x="31" y="61"/>
                      <a:pt x="0" y="91"/>
                    </a:cubicBezTo>
                    <a:cubicBezTo>
                      <a:pt x="0" y="91"/>
                      <a:pt x="31" y="152"/>
                      <a:pt x="61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826;p21">
                <a:extLst>
                  <a:ext uri="{FF2B5EF4-FFF2-40B4-BE49-F238E27FC236}">
                    <a16:creationId xmlns:a16="http://schemas.microsoft.com/office/drawing/2014/main" id="{5B0B59BF-A6CB-D426-9147-AD365389236F}"/>
                  </a:ext>
                </a:extLst>
              </p:cNvPr>
              <p:cNvSpPr/>
              <p:nvPr/>
            </p:nvSpPr>
            <p:spPr>
              <a:xfrm>
                <a:off x="5393877" y="2701238"/>
                <a:ext cx="991" cy="1983"/>
              </a:xfrm>
              <a:custGeom>
                <a:avLst/>
                <a:gdLst/>
                <a:ahLst/>
                <a:cxnLst/>
                <a:rect l="l" t="t" r="r" b="b"/>
                <a:pathLst>
                  <a:path w="31" h="62" extrusionOk="0">
                    <a:moveTo>
                      <a:pt x="0" y="0"/>
                    </a:moveTo>
                    <a:cubicBezTo>
                      <a:pt x="0" y="31"/>
                      <a:pt x="0" y="31"/>
                      <a:pt x="0" y="61"/>
                    </a:cubicBezTo>
                    <a:lnTo>
                      <a:pt x="31" y="61"/>
                    </a:lnTo>
                    <a:cubicBezTo>
                      <a:pt x="31" y="31"/>
                      <a:pt x="31" y="31"/>
                      <a:pt x="31" y="0"/>
                    </a:cubicBezTo>
                    <a:cubicBezTo>
                      <a:pt x="3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827;p21">
                <a:extLst>
                  <a:ext uri="{FF2B5EF4-FFF2-40B4-BE49-F238E27FC236}">
                    <a16:creationId xmlns:a16="http://schemas.microsoft.com/office/drawing/2014/main" id="{A911EE0E-8529-28D7-56A6-D855CB6DAAD9}"/>
                  </a:ext>
                </a:extLst>
              </p:cNvPr>
              <p:cNvSpPr/>
              <p:nvPr/>
            </p:nvSpPr>
            <p:spPr>
              <a:xfrm>
                <a:off x="5414278" y="2704148"/>
                <a:ext cx="3933" cy="6843"/>
              </a:xfrm>
              <a:custGeom>
                <a:avLst/>
                <a:gdLst/>
                <a:ahLst/>
                <a:cxnLst/>
                <a:rect l="l" t="t" r="r" b="b"/>
                <a:pathLst>
                  <a:path w="123" h="214" extrusionOk="0">
                    <a:moveTo>
                      <a:pt x="122" y="213"/>
                    </a:moveTo>
                    <a:cubicBezTo>
                      <a:pt x="122" y="122"/>
                      <a:pt x="92" y="31"/>
                      <a:pt x="1" y="1"/>
                    </a:cubicBezTo>
                    <a:cubicBezTo>
                      <a:pt x="31" y="92"/>
                      <a:pt x="62" y="153"/>
                      <a:pt x="122" y="2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828;p21">
                <a:extLst>
                  <a:ext uri="{FF2B5EF4-FFF2-40B4-BE49-F238E27FC236}">
                    <a16:creationId xmlns:a16="http://schemas.microsoft.com/office/drawing/2014/main" id="{3E368F1C-5711-FDC5-D411-F069791F8AA7}"/>
                  </a:ext>
                </a:extLst>
              </p:cNvPr>
              <p:cNvSpPr/>
              <p:nvPr/>
            </p:nvSpPr>
            <p:spPr>
              <a:xfrm>
                <a:off x="5437622" y="2754704"/>
                <a:ext cx="1983" cy="3901"/>
              </a:xfrm>
              <a:custGeom>
                <a:avLst/>
                <a:gdLst/>
                <a:ahLst/>
                <a:cxnLst/>
                <a:rect l="l" t="t" r="r" b="b"/>
                <a:pathLst>
                  <a:path w="62" h="122" extrusionOk="0">
                    <a:moveTo>
                      <a:pt x="61" y="61"/>
                    </a:moveTo>
                    <a:cubicBezTo>
                      <a:pt x="61" y="0"/>
                      <a:pt x="0" y="0"/>
                      <a:pt x="0" y="61"/>
                    </a:cubicBezTo>
                    <a:cubicBezTo>
                      <a:pt x="0" y="61"/>
                      <a:pt x="0" y="91"/>
                      <a:pt x="0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829;p21">
                <a:extLst>
                  <a:ext uri="{FF2B5EF4-FFF2-40B4-BE49-F238E27FC236}">
                    <a16:creationId xmlns:a16="http://schemas.microsoft.com/office/drawing/2014/main" id="{0B322D12-5F0D-C2F0-AF50-754143256E7C}"/>
                  </a:ext>
                </a:extLst>
              </p:cNvPr>
              <p:cNvSpPr/>
              <p:nvPr/>
            </p:nvSpPr>
            <p:spPr>
              <a:xfrm>
                <a:off x="5733093" y="3116271"/>
                <a:ext cx="3933" cy="3901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22" extrusionOk="0">
                    <a:moveTo>
                      <a:pt x="92" y="0"/>
                    </a:moveTo>
                    <a:cubicBezTo>
                      <a:pt x="31" y="0"/>
                      <a:pt x="1" y="0"/>
                      <a:pt x="31" y="61"/>
                    </a:cubicBezTo>
                    <a:cubicBezTo>
                      <a:pt x="61" y="122"/>
                      <a:pt x="61" y="61"/>
                      <a:pt x="92" y="61"/>
                    </a:cubicBezTo>
                    <a:lnTo>
                      <a:pt x="122" y="31"/>
                    </a:lnTo>
                    <a:cubicBezTo>
                      <a:pt x="122" y="31"/>
                      <a:pt x="92" y="31"/>
                      <a:pt x="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830;p21">
                <a:extLst>
                  <a:ext uri="{FF2B5EF4-FFF2-40B4-BE49-F238E27FC236}">
                    <a16:creationId xmlns:a16="http://schemas.microsoft.com/office/drawing/2014/main" id="{96149215-93A4-C78F-83E0-1FCC5E4BB681}"/>
                  </a:ext>
                </a:extLst>
              </p:cNvPr>
              <p:cNvSpPr/>
              <p:nvPr/>
            </p:nvSpPr>
            <p:spPr>
              <a:xfrm>
                <a:off x="5539662" y="2241500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831;p21">
                <a:extLst>
                  <a:ext uri="{FF2B5EF4-FFF2-40B4-BE49-F238E27FC236}">
                    <a16:creationId xmlns:a16="http://schemas.microsoft.com/office/drawing/2014/main" id="{684DDC8E-F640-56DC-5110-3972D5BE7E12}"/>
                  </a:ext>
                </a:extLst>
              </p:cNvPr>
              <p:cNvSpPr/>
              <p:nvPr/>
            </p:nvSpPr>
            <p:spPr>
              <a:xfrm>
                <a:off x="5539662" y="2241500"/>
                <a:ext cx="3933" cy="2942"/>
              </a:xfrm>
              <a:custGeom>
                <a:avLst/>
                <a:gdLst/>
                <a:ahLst/>
                <a:cxnLst/>
                <a:rect l="l" t="t" r="r" b="b"/>
                <a:pathLst>
                  <a:path w="123" h="92" extrusionOk="0">
                    <a:moveTo>
                      <a:pt x="122" y="91"/>
                    </a:moveTo>
                    <a:cubicBezTo>
                      <a:pt x="122" y="31"/>
                      <a:pt x="62" y="0"/>
                      <a:pt x="1" y="0"/>
                    </a:cubicBezTo>
                    <a:cubicBezTo>
                      <a:pt x="1" y="61"/>
                      <a:pt x="62" y="91"/>
                      <a:pt x="122" y="9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832;p21">
                <a:extLst>
                  <a:ext uri="{FF2B5EF4-FFF2-40B4-BE49-F238E27FC236}">
                    <a16:creationId xmlns:a16="http://schemas.microsoft.com/office/drawing/2014/main" id="{ED441379-8CCE-D635-E20F-0AD6B7764361}"/>
                  </a:ext>
                </a:extLst>
              </p:cNvPr>
              <p:cNvSpPr/>
              <p:nvPr/>
            </p:nvSpPr>
            <p:spPr>
              <a:xfrm>
                <a:off x="5543563" y="2244410"/>
                <a:ext cx="991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31" h="31" extrusionOk="0">
                    <a:moveTo>
                      <a:pt x="31" y="31"/>
                    </a:moveTo>
                    <a:lnTo>
                      <a:pt x="3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833;p21">
                <a:extLst>
                  <a:ext uri="{FF2B5EF4-FFF2-40B4-BE49-F238E27FC236}">
                    <a16:creationId xmlns:a16="http://schemas.microsoft.com/office/drawing/2014/main" id="{76058B93-A9D8-5100-EE86-1FF54620467B}"/>
                  </a:ext>
                </a:extLst>
              </p:cNvPr>
              <p:cNvSpPr/>
              <p:nvPr/>
            </p:nvSpPr>
            <p:spPr>
              <a:xfrm>
                <a:off x="5544522" y="2245370"/>
                <a:ext cx="2942" cy="3933"/>
              </a:xfrm>
              <a:custGeom>
                <a:avLst/>
                <a:gdLst/>
                <a:ahLst/>
                <a:cxnLst/>
                <a:rect l="l" t="t" r="r" b="b"/>
                <a:pathLst>
                  <a:path w="92" h="123" extrusionOk="0">
                    <a:moveTo>
                      <a:pt x="92" y="122"/>
                    </a:moveTo>
                    <a:cubicBezTo>
                      <a:pt x="62" y="62"/>
                      <a:pt x="31" y="31"/>
                      <a:pt x="1" y="1"/>
                    </a:cubicBezTo>
                    <a:cubicBezTo>
                      <a:pt x="1" y="62"/>
                      <a:pt x="31" y="92"/>
                      <a:pt x="92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834;p21">
                <a:extLst>
                  <a:ext uri="{FF2B5EF4-FFF2-40B4-BE49-F238E27FC236}">
                    <a16:creationId xmlns:a16="http://schemas.microsoft.com/office/drawing/2014/main" id="{1134ACC8-1E7A-B9B0-8AAA-E43897A723B7}"/>
                  </a:ext>
                </a:extLst>
              </p:cNvPr>
              <p:cNvSpPr/>
              <p:nvPr/>
            </p:nvSpPr>
            <p:spPr>
              <a:xfrm>
                <a:off x="5328739" y="3113361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835;p21">
                <a:extLst>
                  <a:ext uri="{FF2B5EF4-FFF2-40B4-BE49-F238E27FC236}">
                    <a16:creationId xmlns:a16="http://schemas.microsoft.com/office/drawing/2014/main" id="{229C1419-B628-35F3-96A6-B4D07204DB49}"/>
                  </a:ext>
                </a:extLst>
              </p:cNvPr>
              <p:cNvSpPr/>
              <p:nvPr/>
            </p:nvSpPr>
            <p:spPr>
              <a:xfrm>
                <a:off x="5325829" y="3113361"/>
                <a:ext cx="2942" cy="2942"/>
              </a:xfrm>
              <a:custGeom>
                <a:avLst/>
                <a:gdLst/>
                <a:ahLst/>
                <a:cxnLst/>
                <a:rect l="l" t="t" r="r" b="b"/>
                <a:pathLst>
                  <a:path w="92" h="92" extrusionOk="0">
                    <a:moveTo>
                      <a:pt x="62" y="91"/>
                    </a:moveTo>
                    <a:cubicBezTo>
                      <a:pt x="62" y="61"/>
                      <a:pt x="62" y="31"/>
                      <a:pt x="92" y="0"/>
                    </a:cubicBezTo>
                    <a:lnTo>
                      <a:pt x="1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836;p21">
                <a:extLst>
                  <a:ext uri="{FF2B5EF4-FFF2-40B4-BE49-F238E27FC236}">
                    <a16:creationId xmlns:a16="http://schemas.microsoft.com/office/drawing/2014/main" id="{43391197-46D1-4003-1A45-4F5CA4A78ED2}"/>
                  </a:ext>
                </a:extLst>
              </p:cNvPr>
              <p:cNvSpPr/>
              <p:nvPr/>
            </p:nvSpPr>
            <p:spPr>
              <a:xfrm>
                <a:off x="5546473" y="2249271"/>
                <a:ext cx="1983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62" h="31" extrusionOk="0">
                    <a:moveTo>
                      <a:pt x="61" y="31"/>
                    </a:moveTo>
                    <a:lnTo>
                      <a:pt x="31" y="0"/>
                    </a:lnTo>
                    <a:lnTo>
                      <a:pt x="31" y="0"/>
                    </a:lnTo>
                    <a:cubicBezTo>
                      <a:pt x="1" y="0"/>
                      <a:pt x="31" y="0"/>
                      <a:pt x="31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837;p21">
                <a:extLst>
                  <a:ext uri="{FF2B5EF4-FFF2-40B4-BE49-F238E27FC236}">
                    <a16:creationId xmlns:a16="http://schemas.microsoft.com/office/drawing/2014/main" id="{E5F70E47-EDED-ADAC-659B-4A73D6314371}"/>
                  </a:ext>
                </a:extLst>
              </p:cNvPr>
              <p:cNvSpPr/>
              <p:nvPr/>
            </p:nvSpPr>
            <p:spPr>
              <a:xfrm>
                <a:off x="4735301" y="2999074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838;p21">
                <a:extLst>
                  <a:ext uri="{FF2B5EF4-FFF2-40B4-BE49-F238E27FC236}">
                    <a16:creationId xmlns:a16="http://schemas.microsoft.com/office/drawing/2014/main" id="{6A07BE52-5A3C-D27A-DF31-7BD5EEF57CFD}"/>
                  </a:ext>
                </a:extLst>
              </p:cNvPr>
              <p:cNvSpPr/>
              <p:nvPr/>
            </p:nvSpPr>
            <p:spPr>
              <a:xfrm>
                <a:off x="4601188" y="2950501"/>
                <a:ext cx="3901" cy="489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53" extrusionOk="0">
                    <a:moveTo>
                      <a:pt x="30" y="0"/>
                    </a:moveTo>
                    <a:cubicBezTo>
                      <a:pt x="0" y="61"/>
                      <a:pt x="0" y="152"/>
                      <a:pt x="61" y="152"/>
                    </a:cubicBezTo>
                    <a:cubicBezTo>
                      <a:pt x="122" y="122"/>
                      <a:pt x="122" y="122"/>
                      <a:pt x="122" y="122"/>
                    </a:cubicBezTo>
                    <a:cubicBezTo>
                      <a:pt x="122" y="61"/>
                      <a:pt x="91" y="31"/>
                      <a:pt x="91" y="0"/>
                    </a:cubicBezTo>
                    <a:cubicBezTo>
                      <a:pt x="91" y="0"/>
                      <a:pt x="61" y="0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839;p21">
                <a:extLst>
                  <a:ext uri="{FF2B5EF4-FFF2-40B4-BE49-F238E27FC236}">
                    <a16:creationId xmlns:a16="http://schemas.microsoft.com/office/drawing/2014/main" id="{341B0431-7E93-DDA6-38EA-76AB23BBE4C3}"/>
                  </a:ext>
                </a:extLst>
              </p:cNvPr>
              <p:cNvSpPr/>
              <p:nvPr/>
            </p:nvSpPr>
            <p:spPr>
              <a:xfrm>
                <a:off x="4601188" y="2971862"/>
                <a:ext cx="2942" cy="3933"/>
              </a:xfrm>
              <a:custGeom>
                <a:avLst/>
                <a:gdLst/>
                <a:ahLst/>
                <a:cxnLst/>
                <a:rect l="l" t="t" r="r" b="b"/>
                <a:pathLst>
                  <a:path w="92" h="123" extrusionOk="0">
                    <a:moveTo>
                      <a:pt x="0" y="92"/>
                    </a:moveTo>
                    <a:cubicBezTo>
                      <a:pt x="0" y="92"/>
                      <a:pt x="30" y="122"/>
                      <a:pt x="61" y="122"/>
                    </a:cubicBezTo>
                    <a:cubicBezTo>
                      <a:pt x="61" y="122"/>
                      <a:pt x="91" y="92"/>
                      <a:pt x="91" y="92"/>
                    </a:cubicBezTo>
                    <a:cubicBezTo>
                      <a:pt x="91" y="92"/>
                      <a:pt x="61" y="31"/>
                      <a:pt x="61" y="1"/>
                    </a:cubicBezTo>
                    <a:cubicBezTo>
                      <a:pt x="30" y="31"/>
                      <a:pt x="30" y="31"/>
                      <a:pt x="0" y="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840;p21">
                <a:extLst>
                  <a:ext uri="{FF2B5EF4-FFF2-40B4-BE49-F238E27FC236}">
                    <a16:creationId xmlns:a16="http://schemas.microsoft.com/office/drawing/2014/main" id="{A41028EA-F88E-EDA1-E344-5B6414577842}"/>
                  </a:ext>
                </a:extLst>
              </p:cNvPr>
              <p:cNvSpPr/>
              <p:nvPr/>
            </p:nvSpPr>
            <p:spPr>
              <a:xfrm>
                <a:off x="4627409" y="3038950"/>
                <a:ext cx="3933" cy="4893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53" extrusionOk="0">
                    <a:moveTo>
                      <a:pt x="62" y="0"/>
                    </a:moveTo>
                    <a:cubicBezTo>
                      <a:pt x="1" y="31"/>
                      <a:pt x="1" y="61"/>
                      <a:pt x="1" y="91"/>
                    </a:cubicBezTo>
                    <a:cubicBezTo>
                      <a:pt x="1" y="91"/>
                      <a:pt x="31" y="122"/>
                      <a:pt x="31" y="152"/>
                    </a:cubicBezTo>
                    <a:cubicBezTo>
                      <a:pt x="62" y="152"/>
                      <a:pt x="62" y="91"/>
                      <a:pt x="92" y="61"/>
                    </a:cubicBezTo>
                    <a:cubicBezTo>
                      <a:pt x="122" y="31"/>
                      <a:pt x="62" y="0"/>
                      <a:pt x="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841;p21">
                <a:extLst>
                  <a:ext uri="{FF2B5EF4-FFF2-40B4-BE49-F238E27FC236}">
                    <a16:creationId xmlns:a16="http://schemas.microsoft.com/office/drawing/2014/main" id="{8CF11A8D-CECA-3E87-CCCE-7C6D1194D434}"/>
                  </a:ext>
                </a:extLst>
              </p:cNvPr>
              <p:cNvSpPr/>
              <p:nvPr/>
            </p:nvSpPr>
            <p:spPr>
              <a:xfrm>
                <a:off x="5344727" y="2046567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842;p21">
                <a:extLst>
                  <a:ext uri="{FF2B5EF4-FFF2-40B4-BE49-F238E27FC236}">
                    <a16:creationId xmlns:a16="http://schemas.microsoft.com/office/drawing/2014/main" id="{387CDD67-315F-ED32-0DC6-1FE40454125F}"/>
                  </a:ext>
                </a:extLst>
              </p:cNvPr>
              <p:cNvSpPr/>
              <p:nvPr/>
            </p:nvSpPr>
            <p:spPr>
              <a:xfrm>
                <a:off x="5344727" y="2046567"/>
                <a:ext cx="3933" cy="2942"/>
              </a:xfrm>
              <a:custGeom>
                <a:avLst/>
                <a:gdLst/>
                <a:ahLst/>
                <a:cxnLst/>
                <a:rect l="l" t="t" r="r" b="b"/>
                <a:pathLst>
                  <a:path w="123" h="92" extrusionOk="0">
                    <a:moveTo>
                      <a:pt x="122" y="91"/>
                    </a:moveTo>
                    <a:cubicBezTo>
                      <a:pt x="122" y="31"/>
                      <a:pt x="62" y="0"/>
                      <a:pt x="1" y="0"/>
                    </a:cubicBezTo>
                    <a:cubicBezTo>
                      <a:pt x="1" y="61"/>
                      <a:pt x="62" y="91"/>
                      <a:pt x="122" y="9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843;p21">
                <a:extLst>
                  <a:ext uri="{FF2B5EF4-FFF2-40B4-BE49-F238E27FC236}">
                    <a16:creationId xmlns:a16="http://schemas.microsoft.com/office/drawing/2014/main" id="{A551C0CF-F143-8F23-2346-16325E106F33}"/>
                  </a:ext>
                </a:extLst>
              </p:cNvPr>
              <p:cNvSpPr/>
              <p:nvPr/>
            </p:nvSpPr>
            <p:spPr>
              <a:xfrm>
                <a:off x="5348629" y="2049477"/>
                <a:ext cx="991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31" h="31" extrusionOk="0">
                    <a:moveTo>
                      <a:pt x="31" y="31"/>
                    </a:moveTo>
                    <a:lnTo>
                      <a:pt x="3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844;p21">
                <a:extLst>
                  <a:ext uri="{FF2B5EF4-FFF2-40B4-BE49-F238E27FC236}">
                    <a16:creationId xmlns:a16="http://schemas.microsoft.com/office/drawing/2014/main" id="{2DEDB01D-9DBC-52A3-5F98-B73395B5FEDB}"/>
                  </a:ext>
                </a:extLst>
              </p:cNvPr>
              <p:cNvSpPr/>
              <p:nvPr/>
            </p:nvSpPr>
            <p:spPr>
              <a:xfrm>
                <a:off x="5349588" y="2050436"/>
                <a:ext cx="2942" cy="3933"/>
              </a:xfrm>
              <a:custGeom>
                <a:avLst/>
                <a:gdLst/>
                <a:ahLst/>
                <a:cxnLst/>
                <a:rect l="l" t="t" r="r" b="b"/>
                <a:pathLst>
                  <a:path w="92" h="123" extrusionOk="0">
                    <a:moveTo>
                      <a:pt x="92" y="122"/>
                    </a:moveTo>
                    <a:cubicBezTo>
                      <a:pt x="62" y="62"/>
                      <a:pt x="31" y="31"/>
                      <a:pt x="1" y="1"/>
                    </a:cubicBezTo>
                    <a:cubicBezTo>
                      <a:pt x="1" y="62"/>
                      <a:pt x="31" y="92"/>
                      <a:pt x="92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845;p21">
                <a:extLst>
                  <a:ext uri="{FF2B5EF4-FFF2-40B4-BE49-F238E27FC236}">
                    <a16:creationId xmlns:a16="http://schemas.microsoft.com/office/drawing/2014/main" id="{66C9FE81-4243-0EF5-1F8C-57F815722493}"/>
                  </a:ext>
                </a:extLst>
              </p:cNvPr>
              <p:cNvSpPr/>
              <p:nvPr/>
            </p:nvSpPr>
            <p:spPr>
              <a:xfrm>
                <a:off x="4666294" y="3121547"/>
                <a:ext cx="1983" cy="1983"/>
              </a:xfrm>
              <a:custGeom>
                <a:avLst/>
                <a:gdLst/>
                <a:ahLst/>
                <a:cxnLst/>
                <a:rect l="l" t="t" r="r" b="b"/>
                <a:pathLst>
                  <a:path w="62" h="62" extrusionOk="0">
                    <a:moveTo>
                      <a:pt x="1" y="62"/>
                    </a:moveTo>
                    <a:lnTo>
                      <a:pt x="61" y="62"/>
                    </a:lnTo>
                    <a:lnTo>
                      <a:pt x="3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846;p21">
                <a:extLst>
                  <a:ext uri="{FF2B5EF4-FFF2-40B4-BE49-F238E27FC236}">
                    <a16:creationId xmlns:a16="http://schemas.microsoft.com/office/drawing/2014/main" id="{5842D26B-40DC-AE94-E2B4-30236563D952}"/>
                  </a:ext>
                </a:extLst>
              </p:cNvPr>
              <p:cNvSpPr/>
              <p:nvPr/>
            </p:nvSpPr>
            <p:spPr>
              <a:xfrm>
                <a:off x="5351538" y="2054337"/>
                <a:ext cx="1983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62" h="31" extrusionOk="0">
                    <a:moveTo>
                      <a:pt x="61" y="31"/>
                    </a:moveTo>
                    <a:lnTo>
                      <a:pt x="31" y="0"/>
                    </a:lnTo>
                    <a:lnTo>
                      <a:pt x="31" y="0"/>
                    </a:lnTo>
                    <a:cubicBezTo>
                      <a:pt x="1" y="0"/>
                      <a:pt x="31" y="0"/>
                      <a:pt x="31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847;p21">
                <a:extLst>
                  <a:ext uri="{FF2B5EF4-FFF2-40B4-BE49-F238E27FC236}">
                    <a16:creationId xmlns:a16="http://schemas.microsoft.com/office/drawing/2014/main" id="{C158EF62-D4CB-446E-0E14-CDBA941D50AE}"/>
                  </a:ext>
                </a:extLst>
              </p:cNvPr>
              <p:cNvSpPr/>
              <p:nvPr/>
            </p:nvSpPr>
            <p:spPr>
              <a:xfrm>
                <a:off x="4930236" y="3194008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848;p21">
                <a:extLst>
                  <a:ext uri="{FF2B5EF4-FFF2-40B4-BE49-F238E27FC236}">
                    <a16:creationId xmlns:a16="http://schemas.microsoft.com/office/drawing/2014/main" id="{0F2B8E95-38DA-7E2F-887B-05073B17F9E6}"/>
                  </a:ext>
                </a:extLst>
              </p:cNvPr>
              <p:cNvSpPr/>
              <p:nvPr/>
            </p:nvSpPr>
            <p:spPr>
              <a:xfrm>
                <a:off x="5134348" y="3579910"/>
                <a:ext cx="727072" cy="640541"/>
              </a:xfrm>
              <a:custGeom>
                <a:avLst/>
                <a:gdLst/>
                <a:ahLst/>
                <a:cxnLst/>
                <a:rect l="l" t="t" r="r" b="b"/>
                <a:pathLst>
                  <a:path w="22737" h="20031" extrusionOk="0">
                    <a:moveTo>
                      <a:pt x="22615" y="9179"/>
                    </a:moveTo>
                    <a:cubicBezTo>
                      <a:pt x="22402" y="9362"/>
                      <a:pt x="22402" y="9362"/>
                      <a:pt x="22281" y="9149"/>
                    </a:cubicBezTo>
                    <a:cubicBezTo>
                      <a:pt x="22250" y="9119"/>
                      <a:pt x="22220" y="9088"/>
                      <a:pt x="22190" y="9058"/>
                    </a:cubicBezTo>
                    <a:cubicBezTo>
                      <a:pt x="22068" y="8845"/>
                      <a:pt x="22038" y="8602"/>
                      <a:pt x="21825" y="8511"/>
                    </a:cubicBezTo>
                    <a:cubicBezTo>
                      <a:pt x="21734" y="8237"/>
                      <a:pt x="21460" y="8024"/>
                      <a:pt x="21551" y="7690"/>
                    </a:cubicBezTo>
                    <a:cubicBezTo>
                      <a:pt x="21582" y="7538"/>
                      <a:pt x="21491" y="7477"/>
                      <a:pt x="21339" y="7386"/>
                    </a:cubicBezTo>
                    <a:cubicBezTo>
                      <a:pt x="21217" y="7325"/>
                      <a:pt x="21095" y="7265"/>
                      <a:pt x="20974" y="7234"/>
                    </a:cubicBezTo>
                    <a:cubicBezTo>
                      <a:pt x="20913" y="7204"/>
                      <a:pt x="20913" y="7173"/>
                      <a:pt x="20883" y="7143"/>
                    </a:cubicBezTo>
                    <a:cubicBezTo>
                      <a:pt x="20883" y="6930"/>
                      <a:pt x="20852" y="6717"/>
                      <a:pt x="20761" y="6535"/>
                    </a:cubicBezTo>
                    <a:cubicBezTo>
                      <a:pt x="20670" y="6383"/>
                      <a:pt x="20609" y="6201"/>
                      <a:pt x="20579" y="6018"/>
                    </a:cubicBezTo>
                    <a:cubicBezTo>
                      <a:pt x="20579" y="5958"/>
                      <a:pt x="20548" y="5897"/>
                      <a:pt x="20488" y="5866"/>
                    </a:cubicBezTo>
                    <a:cubicBezTo>
                      <a:pt x="20184" y="5623"/>
                      <a:pt x="19880" y="5410"/>
                      <a:pt x="19545" y="5198"/>
                    </a:cubicBezTo>
                    <a:cubicBezTo>
                      <a:pt x="19454" y="5167"/>
                      <a:pt x="19393" y="5076"/>
                      <a:pt x="19393" y="4985"/>
                    </a:cubicBezTo>
                    <a:cubicBezTo>
                      <a:pt x="19332" y="4833"/>
                      <a:pt x="19332" y="4651"/>
                      <a:pt x="19332" y="4468"/>
                    </a:cubicBezTo>
                    <a:cubicBezTo>
                      <a:pt x="19363" y="4225"/>
                      <a:pt x="19302" y="3951"/>
                      <a:pt x="19150" y="3739"/>
                    </a:cubicBezTo>
                    <a:cubicBezTo>
                      <a:pt x="19059" y="3587"/>
                      <a:pt x="18998" y="3374"/>
                      <a:pt x="19029" y="3161"/>
                    </a:cubicBezTo>
                    <a:cubicBezTo>
                      <a:pt x="19029" y="3009"/>
                      <a:pt x="18998" y="2857"/>
                      <a:pt x="19029" y="2705"/>
                    </a:cubicBezTo>
                    <a:cubicBezTo>
                      <a:pt x="19029" y="2492"/>
                      <a:pt x="18937" y="2280"/>
                      <a:pt x="18785" y="2158"/>
                    </a:cubicBezTo>
                    <a:cubicBezTo>
                      <a:pt x="18694" y="2037"/>
                      <a:pt x="18542" y="2006"/>
                      <a:pt x="18421" y="2037"/>
                    </a:cubicBezTo>
                    <a:cubicBezTo>
                      <a:pt x="18299" y="2037"/>
                      <a:pt x="18238" y="1976"/>
                      <a:pt x="18208" y="1885"/>
                    </a:cubicBezTo>
                    <a:cubicBezTo>
                      <a:pt x="18177" y="1824"/>
                      <a:pt x="18177" y="1763"/>
                      <a:pt x="18177" y="1702"/>
                    </a:cubicBezTo>
                    <a:cubicBezTo>
                      <a:pt x="18177" y="1459"/>
                      <a:pt x="18117" y="1246"/>
                      <a:pt x="18056" y="1033"/>
                    </a:cubicBezTo>
                    <a:cubicBezTo>
                      <a:pt x="17995" y="730"/>
                      <a:pt x="17813" y="456"/>
                      <a:pt x="17752" y="122"/>
                    </a:cubicBezTo>
                    <a:cubicBezTo>
                      <a:pt x="17752" y="91"/>
                      <a:pt x="17691" y="30"/>
                      <a:pt x="17630" y="0"/>
                    </a:cubicBezTo>
                    <a:cubicBezTo>
                      <a:pt x="17570" y="0"/>
                      <a:pt x="17539" y="0"/>
                      <a:pt x="17509" y="30"/>
                    </a:cubicBezTo>
                    <a:cubicBezTo>
                      <a:pt x="17448" y="61"/>
                      <a:pt x="17448" y="91"/>
                      <a:pt x="17418" y="122"/>
                    </a:cubicBezTo>
                    <a:cubicBezTo>
                      <a:pt x="17326" y="334"/>
                      <a:pt x="17296" y="517"/>
                      <a:pt x="17205" y="699"/>
                    </a:cubicBezTo>
                    <a:cubicBezTo>
                      <a:pt x="17144" y="912"/>
                      <a:pt x="17083" y="1094"/>
                      <a:pt x="17053" y="1307"/>
                    </a:cubicBezTo>
                    <a:cubicBezTo>
                      <a:pt x="16931" y="1611"/>
                      <a:pt x="16901" y="1945"/>
                      <a:pt x="16901" y="2310"/>
                    </a:cubicBezTo>
                    <a:cubicBezTo>
                      <a:pt x="16931" y="2401"/>
                      <a:pt x="16901" y="2523"/>
                      <a:pt x="16870" y="2644"/>
                    </a:cubicBezTo>
                    <a:cubicBezTo>
                      <a:pt x="16810" y="2888"/>
                      <a:pt x="16718" y="3161"/>
                      <a:pt x="16627" y="3404"/>
                    </a:cubicBezTo>
                    <a:cubicBezTo>
                      <a:pt x="16566" y="3587"/>
                      <a:pt x="16506" y="3769"/>
                      <a:pt x="16445" y="3921"/>
                    </a:cubicBezTo>
                    <a:cubicBezTo>
                      <a:pt x="16384" y="4043"/>
                      <a:pt x="16263" y="4134"/>
                      <a:pt x="16141" y="4164"/>
                    </a:cubicBezTo>
                    <a:cubicBezTo>
                      <a:pt x="15928" y="4195"/>
                      <a:pt x="15715" y="4134"/>
                      <a:pt x="15563" y="3982"/>
                    </a:cubicBezTo>
                    <a:cubicBezTo>
                      <a:pt x="15472" y="3891"/>
                      <a:pt x="15411" y="3769"/>
                      <a:pt x="15381" y="3617"/>
                    </a:cubicBezTo>
                    <a:lnTo>
                      <a:pt x="15259" y="3617"/>
                    </a:lnTo>
                    <a:cubicBezTo>
                      <a:pt x="15077" y="3647"/>
                      <a:pt x="14895" y="3556"/>
                      <a:pt x="14804" y="3404"/>
                    </a:cubicBezTo>
                    <a:cubicBezTo>
                      <a:pt x="14621" y="3252"/>
                      <a:pt x="14439" y="3100"/>
                      <a:pt x="14226" y="3040"/>
                    </a:cubicBezTo>
                    <a:cubicBezTo>
                      <a:pt x="14104" y="2979"/>
                      <a:pt x="14013" y="2888"/>
                      <a:pt x="13922" y="2796"/>
                    </a:cubicBezTo>
                    <a:cubicBezTo>
                      <a:pt x="13831" y="2705"/>
                      <a:pt x="13770" y="2614"/>
                      <a:pt x="13679" y="2523"/>
                    </a:cubicBezTo>
                    <a:cubicBezTo>
                      <a:pt x="13588" y="2462"/>
                      <a:pt x="13557" y="2340"/>
                      <a:pt x="13618" y="2219"/>
                    </a:cubicBezTo>
                    <a:cubicBezTo>
                      <a:pt x="13740" y="2037"/>
                      <a:pt x="13800" y="1824"/>
                      <a:pt x="13831" y="1581"/>
                    </a:cubicBezTo>
                    <a:cubicBezTo>
                      <a:pt x="13831" y="1520"/>
                      <a:pt x="13892" y="1489"/>
                      <a:pt x="13952" y="1459"/>
                    </a:cubicBezTo>
                    <a:cubicBezTo>
                      <a:pt x="14013" y="1459"/>
                      <a:pt x="14074" y="1398"/>
                      <a:pt x="14135" y="1368"/>
                    </a:cubicBezTo>
                    <a:cubicBezTo>
                      <a:pt x="14226" y="1185"/>
                      <a:pt x="14348" y="1003"/>
                      <a:pt x="14408" y="821"/>
                    </a:cubicBezTo>
                    <a:cubicBezTo>
                      <a:pt x="14408" y="790"/>
                      <a:pt x="14408" y="730"/>
                      <a:pt x="14378" y="699"/>
                    </a:cubicBezTo>
                    <a:cubicBezTo>
                      <a:pt x="14287" y="638"/>
                      <a:pt x="14165" y="578"/>
                      <a:pt x="14044" y="638"/>
                    </a:cubicBezTo>
                    <a:cubicBezTo>
                      <a:pt x="13952" y="699"/>
                      <a:pt x="13831" y="699"/>
                      <a:pt x="13740" y="638"/>
                    </a:cubicBezTo>
                    <a:cubicBezTo>
                      <a:pt x="13679" y="578"/>
                      <a:pt x="13618" y="638"/>
                      <a:pt x="13557" y="638"/>
                    </a:cubicBezTo>
                    <a:cubicBezTo>
                      <a:pt x="13496" y="669"/>
                      <a:pt x="13405" y="699"/>
                      <a:pt x="13345" y="699"/>
                    </a:cubicBezTo>
                    <a:cubicBezTo>
                      <a:pt x="13010" y="608"/>
                      <a:pt x="12676" y="456"/>
                      <a:pt x="12341" y="304"/>
                    </a:cubicBezTo>
                    <a:cubicBezTo>
                      <a:pt x="12189" y="213"/>
                      <a:pt x="12007" y="152"/>
                      <a:pt x="11855" y="91"/>
                    </a:cubicBezTo>
                    <a:cubicBezTo>
                      <a:pt x="11794" y="91"/>
                      <a:pt x="11764" y="91"/>
                      <a:pt x="11703" y="91"/>
                    </a:cubicBezTo>
                    <a:cubicBezTo>
                      <a:pt x="11703" y="122"/>
                      <a:pt x="11673" y="122"/>
                      <a:pt x="11673" y="122"/>
                    </a:cubicBezTo>
                    <a:lnTo>
                      <a:pt x="11673" y="213"/>
                    </a:lnTo>
                    <a:cubicBezTo>
                      <a:pt x="11673" y="213"/>
                      <a:pt x="11794" y="334"/>
                      <a:pt x="11855" y="395"/>
                    </a:cubicBezTo>
                    <a:cubicBezTo>
                      <a:pt x="11916" y="456"/>
                      <a:pt x="11916" y="578"/>
                      <a:pt x="11825" y="608"/>
                    </a:cubicBezTo>
                    <a:cubicBezTo>
                      <a:pt x="11673" y="669"/>
                      <a:pt x="11521" y="699"/>
                      <a:pt x="11338" y="699"/>
                    </a:cubicBezTo>
                    <a:cubicBezTo>
                      <a:pt x="11247" y="699"/>
                      <a:pt x="11156" y="699"/>
                      <a:pt x="11095" y="730"/>
                    </a:cubicBezTo>
                    <a:cubicBezTo>
                      <a:pt x="10882" y="821"/>
                      <a:pt x="10730" y="942"/>
                      <a:pt x="10609" y="1094"/>
                    </a:cubicBezTo>
                    <a:cubicBezTo>
                      <a:pt x="10427" y="1307"/>
                      <a:pt x="10244" y="1550"/>
                      <a:pt x="10062" y="1793"/>
                    </a:cubicBezTo>
                    <a:cubicBezTo>
                      <a:pt x="10001" y="1915"/>
                      <a:pt x="9971" y="2037"/>
                      <a:pt x="10031" y="2158"/>
                    </a:cubicBezTo>
                    <a:cubicBezTo>
                      <a:pt x="10062" y="2249"/>
                      <a:pt x="9940" y="2340"/>
                      <a:pt x="9849" y="2340"/>
                    </a:cubicBezTo>
                    <a:cubicBezTo>
                      <a:pt x="9758" y="2310"/>
                      <a:pt x="9606" y="2219"/>
                      <a:pt x="9454" y="2280"/>
                    </a:cubicBezTo>
                    <a:cubicBezTo>
                      <a:pt x="9363" y="2310"/>
                      <a:pt x="9271" y="2280"/>
                      <a:pt x="9211" y="2189"/>
                    </a:cubicBezTo>
                    <a:cubicBezTo>
                      <a:pt x="9150" y="2067"/>
                      <a:pt x="9028" y="1945"/>
                      <a:pt x="8937" y="1824"/>
                    </a:cubicBezTo>
                    <a:cubicBezTo>
                      <a:pt x="8846" y="1702"/>
                      <a:pt x="8694" y="1672"/>
                      <a:pt x="8572" y="1702"/>
                    </a:cubicBezTo>
                    <a:cubicBezTo>
                      <a:pt x="8420" y="1733"/>
                      <a:pt x="8268" y="1793"/>
                      <a:pt x="8147" y="1885"/>
                    </a:cubicBezTo>
                    <a:cubicBezTo>
                      <a:pt x="8025" y="1976"/>
                      <a:pt x="7904" y="2006"/>
                      <a:pt x="7782" y="2037"/>
                    </a:cubicBezTo>
                    <a:cubicBezTo>
                      <a:pt x="7569" y="2067"/>
                      <a:pt x="7600" y="2310"/>
                      <a:pt x="7509" y="2401"/>
                    </a:cubicBezTo>
                    <a:cubicBezTo>
                      <a:pt x="7448" y="2432"/>
                      <a:pt x="7387" y="2492"/>
                      <a:pt x="7326" y="2523"/>
                    </a:cubicBezTo>
                    <a:cubicBezTo>
                      <a:pt x="7144" y="2553"/>
                      <a:pt x="7022" y="2766"/>
                      <a:pt x="7083" y="2948"/>
                    </a:cubicBezTo>
                    <a:cubicBezTo>
                      <a:pt x="7083" y="2979"/>
                      <a:pt x="7083" y="3040"/>
                      <a:pt x="7083" y="3070"/>
                    </a:cubicBezTo>
                    <a:cubicBezTo>
                      <a:pt x="7083" y="3161"/>
                      <a:pt x="7022" y="3192"/>
                      <a:pt x="6961" y="3192"/>
                    </a:cubicBezTo>
                    <a:lnTo>
                      <a:pt x="6749" y="3192"/>
                    </a:lnTo>
                    <a:cubicBezTo>
                      <a:pt x="6657" y="3192"/>
                      <a:pt x="6597" y="3283"/>
                      <a:pt x="6597" y="3374"/>
                    </a:cubicBezTo>
                    <a:cubicBezTo>
                      <a:pt x="6597" y="3465"/>
                      <a:pt x="6627" y="3556"/>
                      <a:pt x="6657" y="3647"/>
                    </a:cubicBezTo>
                    <a:cubicBezTo>
                      <a:pt x="6657" y="3678"/>
                      <a:pt x="6627" y="3708"/>
                      <a:pt x="6627" y="3708"/>
                    </a:cubicBezTo>
                    <a:cubicBezTo>
                      <a:pt x="6597" y="3739"/>
                      <a:pt x="6536" y="3739"/>
                      <a:pt x="6505" y="3708"/>
                    </a:cubicBezTo>
                    <a:cubicBezTo>
                      <a:pt x="6445" y="3617"/>
                      <a:pt x="6384" y="3526"/>
                      <a:pt x="6323" y="3435"/>
                    </a:cubicBezTo>
                    <a:cubicBezTo>
                      <a:pt x="6262" y="3374"/>
                      <a:pt x="6202" y="3344"/>
                      <a:pt x="6141" y="3404"/>
                    </a:cubicBezTo>
                    <a:cubicBezTo>
                      <a:pt x="6019" y="3465"/>
                      <a:pt x="5928" y="3556"/>
                      <a:pt x="5837" y="3647"/>
                    </a:cubicBezTo>
                    <a:cubicBezTo>
                      <a:pt x="5746" y="3708"/>
                      <a:pt x="5715" y="3799"/>
                      <a:pt x="5715" y="3891"/>
                    </a:cubicBezTo>
                    <a:cubicBezTo>
                      <a:pt x="5746" y="4195"/>
                      <a:pt x="5624" y="4468"/>
                      <a:pt x="5381" y="4681"/>
                    </a:cubicBezTo>
                    <a:cubicBezTo>
                      <a:pt x="5320" y="4742"/>
                      <a:pt x="5290" y="4833"/>
                      <a:pt x="5229" y="4894"/>
                    </a:cubicBezTo>
                    <a:cubicBezTo>
                      <a:pt x="5077" y="5167"/>
                      <a:pt x="4803" y="5319"/>
                      <a:pt x="4499" y="5350"/>
                    </a:cubicBezTo>
                    <a:cubicBezTo>
                      <a:pt x="4317" y="5350"/>
                      <a:pt x="4104" y="5380"/>
                      <a:pt x="3891" y="5410"/>
                    </a:cubicBezTo>
                    <a:cubicBezTo>
                      <a:pt x="3618" y="5623"/>
                      <a:pt x="3223" y="5562"/>
                      <a:pt x="2949" y="5806"/>
                    </a:cubicBezTo>
                    <a:cubicBezTo>
                      <a:pt x="2888" y="5836"/>
                      <a:pt x="2828" y="5866"/>
                      <a:pt x="2767" y="5836"/>
                    </a:cubicBezTo>
                    <a:cubicBezTo>
                      <a:pt x="2524" y="5806"/>
                      <a:pt x="2311" y="5866"/>
                      <a:pt x="2129" y="5988"/>
                    </a:cubicBezTo>
                    <a:cubicBezTo>
                      <a:pt x="1855" y="6140"/>
                      <a:pt x="1612" y="6262"/>
                      <a:pt x="1338" y="6383"/>
                    </a:cubicBezTo>
                    <a:cubicBezTo>
                      <a:pt x="1217" y="6444"/>
                      <a:pt x="1095" y="6535"/>
                      <a:pt x="1034" y="6657"/>
                    </a:cubicBezTo>
                    <a:cubicBezTo>
                      <a:pt x="973" y="6778"/>
                      <a:pt x="943" y="6626"/>
                      <a:pt x="882" y="6626"/>
                    </a:cubicBezTo>
                    <a:cubicBezTo>
                      <a:pt x="852" y="6626"/>
                      <a:pt x="791" y="6626"/>
                      <a:pt x="791" y="6657"/>
                    </a:cubicBezTo>
                    <a:cubicBezTo>
                      <a:pt x="730" y="6717"/>
                      <a:pt x="670" y="6809"/>
                      <a:pt x="639" y="6900"/>
                    </a:cubicBezTo>
                    <a:cubicBezTo>
                      <a:pt x="609" y="6991"/>
                      <a:pt x="609" y="7113"/>
                      <a:pt x="609" y="7234"/>
                    </a:cubicBezTo>
                    <a:cubicBezTo>
                      <a:pt x="609" y="7417"/>
                      <a:pt x="578" y="7599"/>
                      <a:pt x="457" y="7751"/>
                    </a:cubicBezTo>
                    <a:cubicBezTo>
                      <a:pt x="366" y="7903"/>
                      <a:pt x="305" y="8085"/>
                      <a:pt x="335" y="8268"/>
                    </a:cubicBezTo>
                    <a:cubicBezTo>
                      <a:pt x="305" y="8511"/>
                      <a:pt x="366" y="8754"/>
                      <a:pt x="457" y="8997"/>
                    </a:cubicBezTo>
                    <a:cubicBezTo>
                      <a:pt x="487" y="9058"/>
                      <a:pt x="518" y="9119"/>
                      <a:pt x="518" y="9179"/>
                    </a:cubicBezTo>
                    <a:cubicBezTo>
                      <a:pt x="548" y="9240"/>
                      <a:pt x="518" y="9331"/>
                      <a:pt x="457" y="9362"/>
                    </a:cubicBezTo>
                    <a:lnTo>
                      <a:pt x="366" y="9423"/>
                    </a:lnTo>
                    <a:lnTo>
                      <a:pt x="366" y="9423"/>
                    </a:lnTo>
                    <a:lnTo>
                      <a:pt x="366" y="9423"/>
                    </a:lnTo>
                    <a:lnTo>
                      <a:pt x="214" y="9727"/>
                    </a:lnTo>
                    <a:lnTo>
                      <a:pt x="214" y="9727"/>
                    </a:lnTo>
                    <a:lnTo>
                      <a:pt x="214" y="9727"/>
                    </a:lnTo>
                    <a:lnTo>
                      <a:pt x="214" y="9727"/>
                    </a:lnTo>
                    <a:cubicBezTo>
                      <a:pt x="214" y="9787"/>
                      <a:pt x="214" y="9848"/>
                      <a:pt x="214" y="9909"/>
                    </a:cubicBezTo>
                    <a:cubicBezTo>
                      <a:pt x="305" y="10061"/>
                      <a:pt x="335" y="10213"/>
                      <a:pt x="305" y="10365"/>
                    </a:cubicBezTo>
                    <a:cubicBezTo>
                      <a:pt x="305" y="10638"/>
                      <a:pt x="366" y="10912"/>
                      <a:pt x="457" y="11186"/>
                    </a:cubicBezTo>
                    <a:cubicBezTo>
                      <a:pt x="548" y="11459"/>
                      <a:pt x="578" y="11763"/>
                      <a:pt x="578" y="12037"/>
                    </a:cubicBezTo>
                    <a:cubicBezTo>
                      <a:pt x="548" y="12401"/>
                      <a:pt x="578" y="12736"/>
                      <a:pt x="670" y="13070"/>
                    </a:cubicBezTo>
                    <a:cubicBezTo>
                      <a:pt x="700" y="13161"/>
                      <a:pt x="700" y="13252"/>
                      <a:pt x="670" y="13344"/>
                    </a:cubicBezTo>
                    <a:cubicBezTo>
                      <a:pt x="639" y="13496"/>
                      <a:pt x="578" y="13678"/>
                      <a:pt x="548" y="13860"/>
                    </a:cubicBezTo>
                    <a:cubicBezTo>
                      <a:pt x="518" y="14104"/>
                      <a:pt x="366" y="14316"/>
                      <a:pt x="183" y="14468"/>
                    </a:cubicBezTo>
                    <a:cubicBezTo>
                      <a:pt x="1" y="14620"/>
                      <a:pt x="1" y="14863"/>
                      <a:pt x="122" y="15015"/>
                    </a:cubicBezTo>
                    <a:cubicBezTo>
                      <a:pt x="214" y="15137"/>
                      <a:pt x="335" y="15198"/>
                      <a:pt x="426" y="15319"/>
                    </a:cubicBezTo>
                    <a:cubicBezTo>
                      <a:pt x="548" y="15471"/>
                      <a:pt x="730" y="15593"/>
                      <a:pt x="943" y="15593"/>
                    </a:cubicBezTo>
                    <a:cubicBezTo>
                      <a:pt x="1095" y="15623"/>
                      <a:pt x="1247" y="15623"/>
                      <a:pt x="1429" y="15623"/>
                    </a:cubicBezTo>
                    <a:cubicBezTo>
                      <a:pt x="1521" y="15623"/>
                      <a:pt x="1612" y="15593"/>
                      <a:pt x="1673" y="15563"/>
                    </a:cubicBezTo>
                    <a:cubicBezTo>
                      <a:pt x="1977" y="15319"/>
                      <a:pt x="2432" y="15319"/>
                      <a:pt x="2676" y="15015"/>
                    </a:cubicBezTo>
                    <a:cubicBezTo>
                      <a:pt x="2706" y="14985"/>
                      <a:pt x="2767" y="14955"/>
                      <a:pt x="2797" y="14955"/>
                    </a:cubicBezTo>
                    <a:cubicBezTo>
                      <a:pt x="3132" y="14863"/>
                      <a:pt x="3436" y="14863"/>
                      <a:pt x="3739" y="14894"/>
                    </a:cubicBezTo>
                    <a:cubicBezTo>
                      <a:pt x="4013" y="14955"/>
                      <a:pt x="4287" y="14985"/>
                      <a:pt x="4560" y="14955"/>
                    </a:cubicBezTo>
                    <a:cubicBezTo>
                      <a:pt x="4712" y="14955"/>
                      <a:pt x="4834" y="14894"/>
                      <a:pt x="4955" y="14803"/>
                    </a:cubicBezTo>
                    <a:cubicBezTo>
                      <a:pt x="5198" y="14529"/>
                      <a:pt x="5533" y="14316"/>
                      <a:pt x="5867" y="14164"/>
                    </a:cubicBezTo>
                    <a:cubicBezTo>
                      <a:pt x="5958" y="14104"/>
                      <a:pt x="6050" y="14043"/>
                      <a:pt x="6141" y="13982"/>
                    </a:cubicBezTo>
                    <a:cubicBezTo>
                      <a:pt x="6293" y="13891"/>
                      <a:pt x="6445" y="13830"/>
                      <a:pt x="6597" y="13860"/>
                    </a:cubicBezTo>
                    <a:cubicBezTo>
                      <a:pt x="7022" y="13921"/>
                      <a:pt x="7417" y="13860"/>
                      <a:pt x="7782" y="13678"/>
                    </a:cubicBezTo>
                    <a:cubicBezTo>
                      <a:pt x="8086" y="13526"/>
                      <a:pt x="8390" y="13465"/>
                      <a:pt x="8724" y="13465"/>
                    </a:cubicBezTo>
                    <a:lnTo>
                      <a:pt x="9393" y="13496"/>
                    </a:lnTo>
                    <a:cubicBezTo>
                      <a:pt x="9515" y="13496"/>
                      <a:pt x="9636" y="13556"/>
                      <a:pt x="9697" y="13648"/>
                    </a:cubicBezTo>
                    <a:cubicBezTo>
                      <a:pt x="9819" y="13769"/>
                      <a:pt x="9971" y="13860"/>
                      <a:pt x="10153" y="13891"/>
                    </a:cubicBezTo>
                    <a:cubicBezTo>
                      <a:pt x="10366" y="13921"/>
                      <a:pt x="10548" y="14012"/>
                      <a:pt x="10730" y="14104"/>
                    </a:cubicBezTo>
                    <a:cubicBezTo>
                      <a:pt x="10852" y="14134"/>
                      <a:pt x="10913" y="14256"/>
                      <a:pt x="10913" y="14377"/>
                    </a:cubicBezTo>
                    <a:cubicBezTo>
                      <a:pt x="10882" y="14499"/>
                      <a:pt x="10913" y="14651"/>
                      <a:pt x="11034" y="14742"/>
                    </a:cubicBezTo>
                    <a:cubicBezTo>
                      <a:pt x="11126" y="14863"/>
                      <a:pt x="11217" y="15015"/>
                      <a:pt x="11217" y="15167"/>
                    </a:cubicBezTo>
                    <a:lnTo>
                      <a:pt x="11247" y="15654"/>
                    </a:lnTo>
                    <a:lnTo>
                      <a:pt x="11247" y="15836"/>
                    </a:lnTo>
                    <a:cubicBezTo>
                      <a:pt x="11247" y="15867"/>
                      <a:pt x="11247" y="15897"/>
                      <a:pt x="11247" y="15927"/>
                    </a:cubicBezTo>
                    <a:cubicBezTo>
                      <a:pt x="11308" y="15958"/>
                      <a:pt x="11369" y="16018"/>
                      <a:pt x="11430" y="16049"/>
                    </a:cubicBezTo>
                    <a:cubicBezTo>
                      <a:pt x="11460" y="16049"/>
                      <a:pt x="11521" y="16049"/>
                      <a:pt x="11551" y="16018"/>
                    </a:cubicBezTo>
                    <a:cubicBezTo>
                      <a:pt x="11734" y="15806"/>
                      <a:pt x="11916" y="15623"/>
                      <a:pt x="12098" y="15411"/>
                    </a:cubicBezTo>
                    <a:cubicBezTo>
                      <a:pt x="12189" y="15319"/>
                      <a:pt x="12341" y="15259"/>
                      <a:pt x="12433" y="15167"/>
                    </a:cubicBezTo>
                    <a:cubicBezTo>
                      <a:pt x="12524" y="15107"/>
                      <a:pt x="12645" y="14955"/>
                      <a:pt x="12737" y="14833"/>
                    </a:cubicBezTo>
                    <a:cubicBezTo>
                      <a:pt x="12767" y="14833"/>
                      <a:pt x="12797" y="14833"/>
                      <a:pt x="12797" y="14833"/>
                    </a:cubicBezTo>
                    <a:cubicBezTo>
                      <a:pt x="12828" y="14833"/>
                      <a:pt x="12828" y="14863"/>
                      <a:pt x="12858" y="14894"/>
                    </a:cubicBezTo>
                    <a:cubicBezTo>
                      <a:pt x="12858" y="14985"/>
                      <a:pt x="12858" y="15076"/>
                      <a:pt x="12797" y="15137"/>
                    </a:cubicBezTo>
                    <a:cubicBezTo>
                      <a:pt x="12645" y="15319"/>
                      <a:pt x="12524" y="15502"/>
                      <a:pt x="12463" y="15745"/>
                    </a:cubicBezTo>
                    <a:cubicBezTo>
                      <a:pt x="12402" y="15927"/>
                      <a:pt x="12281" y="16110"/>
                      <a:pt x="12068" y="16201"/>
                    </a:cubicBezTo>
                    <a:cubicBezTo>
                      <a:pt x="12038" y="16201"/>
                      <a:pt x="12038" y="16262"/>
                      <a:pt x="12007" y="16292"/>
                    </a:cubicBezTo>
                    <a:cubicBezTo>
                      <a:pt x="12007" y="16353"/>
                      <a:pt x="12038" y="16414"/>
                      <a:pt x="12068" y="16414"/>
                    </a:cubicBezTo>
                    <a:cubicBezTo>
                      <a:pt x="12129" y="16414"/>
                      <a:pt x="12189" y="16414"/>
                      <a:pt x="12250" y="16414"/>
                    </a:cubicBezTo>
                    <a:cubicBezTo>
                      <a:pt x="12463" y="16414"/>
                      <a:pt x="12615" y="16322"/>
                      <a:pt x="12676" y="16140"/>
                    </a:cubicBezTo>
                    <a:cubicBezTo>
                      <a:pt x="12706" y="16110"/>
                      <a:pt x="12737" y="16049"/>
                      <a:pt x="12737" y="16018"/>
                    </a:cubicBezTo>
                    <a:cubicBezTo>
                      <a:pt x="12767" y="15988"/>
                      <a:pt x="12767" y="15988"/>
                      <a:pt x="12797" y="15988"/>
                    </a:cubicBezTo>
                    <a:cubicBezTo>
                      <a:pt x="12828" y="15988"/>
                      <a:pt x="12858" y="16018"/>
                      <a:pt x="12858" y="16049"/>
                    </a:cubicBezTo>
                    <a:cubicBezTo>
                      <a:pt x="12919" y="16262"/>
                      <a:pt x="12858" y="16474"/>
                      <a:pt x="12737" y="16657"/>
                    </a:cubicBezTo>
                    <a:cubicBezTo>
                      <a:pt x="12706" y="16687"/>
                      <a:pt x="12737" y="16778"/>
                      <a:pt x="12797" y="16778"/>
                    </a:cubicBezTo>
                    <a:lnTo>
                      <a:pt x="13132" y="16778"/>
                    </a:lnTo>
                    <a:lnTo>
                      <a:pt x="13132" y="16778"/>
                    </a:lnTo>
                    <a:lnTo>
                      <a:pt x="13162" y="16748"/>
                    </a:lnTo>
                    <a:lnTo>
                      <a:pt x="13162" y="16809"/>
                    </a:lnTo>
                    <a:lnTo>
                      <a:pt x="13162" y="16809"/>
                    </a:lnTo>
                    <a:cubicBezTo>
                      <a:pt x="13162" y="16809"/>
                      <a:pt x="13162" y="16839"/>
                      <a:pt x="13162" y="16870"/>
                    </a:cubicBezTo>
                    <a:cubicBezTo>
                      <a:pt x="13314" y="17204"/>
                      <a:pt x="13345" y="17629"/>
                      <a:pt x="13193" y="17994"/>
                    </a:cubicBezTo>
                    <a:cubicBezTo>
                      <a:pt x="13193" y="18085"/>
                      <a:pt x="13193" y="18177"/>
                      <a:pt x="13223" y="18268"/>
                    </a:cubicBezTo>
                    <a:cubicBezTo>
                      <a:pt x="13253" y="18359"/>
                      <a:pt x="13345" y="18481"/>
                      <a:pt x="13375" y="18572"/>
                    </a:cubicBezTo>
                    <a:cubicBezTo>
                      <a:pt x="13496" y="18876"/>
                      <a:pt x="13770" y="19088"/>
                      <a:pt x="14074" y="19149"/>
                    </a:cubicBezTo>
                    <a:cubicBezTo>
                      <a:pt x="14256" y="19210"/>
                      <a:pt x="14408" y="19301"/>
                      <a:pt x="14560" y="19423"/>
                    </a:cubicBezTo>
                    <a:cubicBezTo>
                      <a:pt x="14652" y="19484"/>
                      <a:pt x="14712" y="19575"/>
                      <a:pt x="14804" y="19636"/>
                    </a:cubicBezTo>
                    <a:cubicBezTo>
                      <a:pt x="14864" y="19696"/>
                      <a:pt x="14986" y="19696"/>
                      <a:pt x="15047" y="19666"/>
                    </a:cubicBezTo>
                    <a:cubicBezTo>
                      <a:pt x="15381" y="19575"/>
                      <a:pt x="15624" y="19362"/>
                      <a:pt x="15807" y="19119"/>
                    </a:cubicBezTo>
                    <a:cubicBezTo>
                      <a:pt x="15837" y="19058"/>
                      <a:pt x="15898" y="19088"/>
                      <a:pt x="15928" y="19119"/>
                    </a:cubicBezTo>
                    <a:cubicBezTo>
                      <a:pt x="15959" y="19149"/>
                      <a:pt x="15959" y="19149"/>
                      <a:pt x="15959" y="19149"/>
                    </a:cubicBezTo>
                    <a:cubicBezTo>
                      <a:pt x="15959" y="19180"/>
                      <a:pt x="15898" y="19332"/>
                      <a:pt x="15898" y="19362"/>
                    </a:cubicBezTo>
                    <a:cubicBezTo>
                      <a:pt x="16019" y="19575"/>
                      <a:pt x="16171" y="19757"/>
                      <a:pt x="16354" y="19970"/>
                    </a:cubicBezTo>
                    <a:cubicBezTo>
                      <a:pt x="16384" y="20000"/>
                      <a:pt x="16475" y="20031"/>
                      <a:pt x="16506" y="20000"/>
                    </a:cubicBezTo>
                    <a:cubicBezTo>
                      <a:pt x="16749" y="19788"/>
                      <a:pt x="17053" y="19605"/>
                      <a:pt x="17266" y="19423"/>
                    </a:cubicBezTo>
                    <a:cubicBezTo>
                      <a:pt x="17509" y="19240"/>
                      <a:pt x="17813" y="19149"/>
                      <a:pt x="18086" y="19149"/>
                    </a:cubicBezTo>
                    <a:cubicBezTo>
                      <a:pt x="18208" y="19149"/>
                      <a:pt x="18329" y="19149"/>
                      <a:pt x="18451" y="19149"/>
                    </a:cubicBezTo>
                    <a:cubicBezTo>
                      <a:pt x="18664" y="19088"/>
                      <a:pt x="18846" y="18936"/>
                      <a:pt x="18907" y="18693"/>
                    </a:cubicBezTo>
                    <a:cubicBezTo>
                      <a:pt x="18968" y="18420"/>
                      <a:pt x="19029" y="18146"/>
                      <a:pt x="19150" y="17873"/>
                    </a:cubicBezTo>
                    <a:cubicBezTo>
                      <a:pt x="19211" y="17538"/>
                      <a:pt x="19363" y="17265"/>
                      <a:pt x="19606" y="17022"/>
                    </a:cubicBezTo>
                    <a:cubicBezTo>
                      <a:pt x="19728" y="16870"/>
                      <a:pt x="19849" y="16718"/>
                      <a:pt x="19940" y="16535"/>
                    </a:cubicBezTo>
                    <a:cubicBezTo>
                      <a:pt x="20062" y="16322"/>
                      <a:pt x="20184" y="16079"/>
                      <a:pt x="20305" y="15867"/>
                    </a:cubicBezTo>
                    <a:cubicBezTo>
                      <a:pt x="20488" y="15502"/>
                      <a:pt x="20761" y="15167"/>
                      <a:pt x="21095" y="14955"/>
                    </a:cubicBezTo>
                    <a:cubicBezTo>
                      <a:pt x="21187" y="14924"/>
                      <a:pt x="21247" y="14833"/>
                      <a:pt x="21278" y="14772"/>
                    </a:cubicBezTo>
                    <a:cubicBezTo>
                      <a:pt x="21339" y="14468"/>
                      <a:pt x="21643" y="14286"/>
                      <a:pt x="21734" y="14012"/>
                    </a:cubicBezTo>
                    <a:cubicBezTo>
                      <a:pt x="21795" y="13708"/>
                      <a:pt x="21855" y="13435"/>
                      <a:pt x="21947" y="13161"/>
                    </a:cubicBezTo>
                    <a:cubicBezTo>
                      <a:pt x="22068" y="12797"/>
                      <a:pt x="22220" y="12462"/>
                      <a:pt x="22402" y="12158"/>
                    </a:cubicBezTo>
                    <a:cubicBezTo>
                      <a:pt x="22463" y="12067"/>
                      <a:pt x="22494" y="11945"/>
                      <a:pt x="22494" y="11824"/>
                    </a:cubicBezTo>
                    <a:cubicBezTo>
                      <a:pt x="22524" y="11611"/>
                      <a:pt x="22524" y="11368"/>
                      <a:pt x="22433" y="11155"/>
                    </a:cubicBezTo>
                    <a:cubicBezTo>
                      <a:pt x="22402" y="11003"/>
                      <a:pt x="22402" y="10851"/>
                      <a:pt x="22433" y="10699"/>
                    </a:cubicBezTo>
                    <a:cubicBezTo>
                      <a:pt x="22463" y="10578"/>
                      <a:pt x="22494" y="10456"/>
                      <a:pt x="22494" y="10365"/>
                    </a:cubicBezTo>
                    <a:cubicBezTo>
                      <a:pt x="22524" y="10031"/>
                      <a:pt x="22585" y="9727"/>
                      <a:pt x="22706" y="9423"/>
                    </a:cubicBezTo>
                    <a:cubicBezTo>
                      <a:pt x="22737" y="9392"/>
                      <a:pt x="22737" y="9331"/>
                      <a:pt x="22737" y="9301"/>
                    </a:cubicBezTo>
                    <a:cubicBezTo>
                      <a:pt x="22737" y="9271"/>
                      <a:pt x="22706" y="9240"/>
                      <a:pt x="22706" y="92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849;p21">
                <a:extLst>
                  <a:ext uri="{FF2B5EF4-FFF2-40B4-BE49-F238E27FC236}">
                    <a16:creationId xmlns:a16="http://schemas.microsoft.com/office/drawing/2014/main" id="{38E1177D-7E25-4B11-ACB3-72EDBEDCFB73}"/>
                  </a:ext>
                </a:extLst>
              </p:cNvPr>
              <p:cNvSpPr/>
              <p:nvPr/>
            </p:nvSpPr>
            <p:spPr>
              <a:xfrm>
                <a:off x="5494957" y="3377717"/>
                <a:ext cx="350921" cy="196374"/>
              </a:xfrm>
              <a:custGeom>
                <a:avLst/>
                <a:gdLst/>
                <a:ahLst/>
                <a:cxnLst/>
                <a:rect l="l" t="t" r="r" b="b"/>
                <a:pathLst>
                  <a:path w="10974" h="6141" extrusionOk="0">
                    <a:moveTo>
                      <a:pt x="3435" y="973"/>
                    </a:moveTo>
                    <a:cubicBezTo>
                      <a:pt x="3435" y="1004"/>
                      <a:pt x="3405" y="1034"/>
                      <a:pt x="3405" y="1034"/>
                    </a:cubicBezTo>
                    <a:cubicBezTo>
                      <a:pt x="3101" y="1186"/>
                      <a:pt x="2827" y="1399"/>
                      <a:pt x="2645" y="1672"/>
                    </a:cubicBezTo>
                    <a:cubicBezTo>
                      <a:pt x="2554" y="1733"/>
                      <a:pt x="2463" y="1733"/>
                      <a:pt x="2402" y="1672"/>
                    </a:cubicBezTo>
                    <a:lnTo>
                      <a:pt x="2007" y="1308"/>
                    </a:lnTo>
                    <a:cubicBezTo>
                      <a:pt x="1946" y="1217"/>
                      <a:pt x="1916" y="1156"/>
                      <a:pt x="1916" y="1065"/>
                    </a:cubicBezTo>
                    <a:cubicBezTo>
                      <a:pt x="1916" y="973"/>
                      <a:pt x="1916" y="882"/>
                      <a:pt x="1946" y="791"/>
                    </a:cubicBezTo>
                    <a:cubicBezTo>
                      <a:pt x="1976" y="609"/>
                      <a:pt x="1916" y="457"/>
                      <a:pt x="1855" y="335"/>
                    </a:cubicBezTo>
                    <a:cubicBezTo>
                      <a:pt x="1794" y="214"/>
                      <a:pt x="1642" y="214"/>
                      <a:pt x="1551" y="183"/>
                    </a:cubicBezTo>
                    <a:cubicBezTo>
                      <a:pt x="1429" y="153"/>
                      <a:pt x="1277" y="92"/>
                      <a:pt x="1156" y="62"/>
                    </a:cubicBezTo>
                    <a:cubicBezTo>
                      <a:pt x="1034" y="1"/>
                      <a:pt x="912" y="1"/>
                      <a:pt x="791" y="62"/>
                    </a:cubicBezTo>
                    <a:cubicBezTo>
                      <a:pt x="548" y="183"/>
                      <a:pt x="305" y="305"/>
                      <a:pt x="61" y="396"/>
                    </a:cubicBezTo>
                    <a:cubicBezTo>
                      <a:pt x="31" y="396"/>
                      <a:pt x="1" y="457"/>
                      <a:pt x="1" y="487"/>
                    </a:cubicBezTo>
                    <a:cubicBezTo>
                      <a:pt x="1" y="548"/>
                      <a:pt x="31" y="578"/>
                      <a:pt x="61" y="609"/>
                    </a:cubicBezTo>
                    <a:cubicBezTo>
                      <a:pt x="122" y="639"/>
                      <a:pt x="213" y="700"/>
                      <a:pt x="305" y="700"/>
                    </a:cubicBezTo>
                    <a:cubicBezTo>
                      <a:pt x="426" y="730"/>
                      <a:pt x="517" y="791"/>
                      <a:pt x="578" y="882"/>
                    </a:cubicBezTo>
                    <a:cubicBezTo>
                      <a:pt x="669" y="1095"/>
                      <a:pt x="852" y="1186"/>
                      <a:pt x="1064" y="1186"/>
                    </a:cubicBezTo>
                    <a:lnTo>
                      <a:pt x="1490" y="1186"/>
                    </a:lnTo>
                    <a:cubicBezTo>
                      <a:pt x="1520" y="1186"/>
                      <a:pt x="1551" y="1217"/>
                      <a:pt x="1581" y="1247"/>
                    </a:cubicBezTo>
                    <a:cubicBezTo>
                      <a:pt x="1612" y="1247"/>
                      <a:pt x="1551" y="1277"/>
                      <a:pt x="1520" y="1277"/>
                    </a:cubicBezTo>
                    <a:cubicBezTo>
                      <a:pt x="1277" y="1247"/>
                      <a:pt x="1064" y="1460"/>
                      <a:pt x="791" y="1429"/>
                    </a:cubicBezTo>
                    <a:cubicBezTo>
                      <a:pt x="761" y="1429"/>
                      <a:pt x="730" y="1490"/>
                      <a:pt x="761" y="1521"/>
                    </a:cubicBezTo>
                    <a:cubicBezTo>
                      <a:pt x="912" y="1703"/>
                      <a:pt x="1004" y="1916"/>
                      <a:pt x="1064" y="2128"/>
                    </a:cubicBezTo>
                    <a:cubicBezTo>
                      <a:pt x="1125" y="2220"/>
                      <a:pt x="1247" y="2250"/>
                      <a:pt x="1368" y="2189"/>
                    </a:cubicBezTo>
                    <a:cubicBezTo>
                      <a:pt x="1399" y="2128"/>
                      <a:pt x="1460" y="2098"/>
                      <a:pt x="1490" y="2037"/>
                    </a:cubicBezTo>
                    <a:cubicBezTo>
                      <a:pt x="1520" y="1976"/>
                      <a:pt x="1581" y="1946"/>
                      <a:pt x="1642" y="1976"/>
                    </a:cubicBezTo>
                    <a:cubicBezTo>
                      <a:pt x="1824" y="2068"/>
                      <a:pt x="2007" y="2159"/>
                      <a:pt x="2189" y="2280"/>
                    </a:cubicBezTo>
                    <a:cubicBezTo>
                      <a:pt x="2280" y="2341"/>
                      <a:pt x="2432" y="2402"/>
                      <a:pt x="2554" y="2463"/>
                    </a:cubicBezTo>
                    <a:cubicBezTo>
                      <a:pt x="2767" y="2524"/>
                      <a:pt x="2979" y="2584"/>
                      <a:pt x="3192" y="2645"/>
                    </a:cubicBezTo>
                    <a:cubicBezTo>
                      <a:pt x="3314" y="2706"/>
                      <a:pt x="3466" y="2736"/>
                      <a:pt x="3587" y="2797"/>
                    </a:cubicBezTo>
                    <a:cubicBezTo>
                      <a:pt x="3830" y="2888"/>
                      <a:pt x="4043" y="3101"/>
                      <a:pt x="4104" y="3375"/>
                    </a:cubicBezTo>
                    <a:cubicBezTo>
                      <a:pt x="4134" y="3466"/>
                      <a:pt x="4195" y="3587"/>
                      <a:pt x="4256" y="3679"/>
                    </a:cubicBezTo>
                    <a:cubicBezTo>
                      <a:pt x="4286" y="3770"/>
                      <a:pt x="4317" y="3861"/>
                      <a:pt x="4378" y="3922"/>
                    </a:cubicBezTo>
                    <a:cubicBezTo>
                      <a:pt x="4408" y="4013"/>
                      <a:pt x="4378" y="4074"/>
                      <a:pt x="4317" y="4104"/>
                    </a:cubicBezTo>
                    <a:cubicBezTo>
                      <a:pt x="4074" y="4135"/>
                      <a:pt x="3982" y="4287"/>
                      <a:pt x="3861" y="4469"/>
                    </a:cubicBezTo>
                    <a:cubicBezTo>
                      <a:pt x="3800" y="4560"/>
                      <a:pt x="3861" y="4712"/>
                      <a:pt x="3982" y="4712"/>
                    </a:cubicBezTo>
                    <a:cubicBezTo>
                      <a:pt x="4195" y="4712"/>
                      <a:pt x="4408" y="4682"/>
                      <a:pt x="4590" y="4651"/>
                    </a:cubicBezTo>
                    <a:cubicBezTo>
                      <a:pt x="4803" y="4560"/>
                      <a:pt x="5046" y="4651"/>
                      <a:pt x="5198" y="4834"/>
                    </a:cubicBezTo>
                    <a:cubicBezTo>
                      <a:pt x="5229" y="4894"/>
                      <a:pt x="5259" y="4955"/>
                      <a:pt x="5320" y="5016"/>
                    </a:cubicBezTo>
                    <a:cubicBezTo>
                      <a:pt x="5411" y="5107"/>
                      <a:pt x="5533" y="5168"/>
                      <a:pt x="5685" y="5168"/>
                    </a:cubicBezTo>
                    <a:cubicBezTo>
                      <a:pt x="5958" y="5198"/>
                      <a:pt x="6232" y="5229"/>
                      <a:pt x="6475" y="5320"/>
                    </a:cubicBezTo>
                    <a:cubicBezTo>
                      <a:pt x="6596" y="5320"/>
                      <a:pt x="6718" y="5320"/>
                      <a:pt x="6809" y="5259"/>
                    </a:cubicBezTo>
                    <a:cubicBezTo>
                      <a:pt x="6961" y="5168"/>
                      <a:pt x="6992" y="5107"/>
                      <a:pt x="6931" y="4925"/>
                    </a:cubicBezTo>
                    <a:cubicBezTo>
                      <a:pt x="6931" y="4864"/>
                      <a:pt x="6900" y="4803"/>
                      <a:pt x="6931" y="4803"/>
                    </a:cubicBezTo>
                    <a:cubicBezTo>
                      <a:pt x="7083" y="4651"/>
                      <a:pt x="7235" y="4530"/>
                      <a:pt x="7387" y="4408"/>
                    </a:cubicBezTo>
                    <a:cubicBezTo>
                      <a:pt x="7539" y="4317"/>
                      <a:pt x="7721" y="4317"/>
                      <a:pt x="7873" y="4378"/>
                    </a:cubicBezTo>
                    <a:cubicBezTo>
                      <a:pt x="7995" y="4438"/>
                      <a:pt x="8147" y="4530"/>
                      <a:pt x="8299" y="4590"/>
                    </a:cubicBezTo>
                    <a:cubicBezTo>
                      <a:pt x="8420" y="4651"/>
                      <a:pt x="8511" y="4712"/>
                      <a:pt x="8603" y="4834"/>
                    </a:cubicBezTo>
                    <a:cubicBezTo>
                      <a:pt x="8785" y="5107"/>
                      <a:pt x="8967" y="5350"/>
                      <a:pt x="9180" y="5594"/>
                    </a:cubicBezTo>
                    <a:cubicBezTo>
                      <a:pt x="9302" y="5776"/>
                      <a:pt x="9514" y="5867"/>
                      <a:pt x="9697" y="5867"/>
                    </a:cubicBezTo>
                    <a:cubicBezTo>
                      <a:pt x="10062" y="5867"/>
                      <a:pt x="10426" y="5958"/>
                      <a:pt x="10761" y="6110"/>
                    </a:cubicBezTo>
                    <a:cubicBezTo>
                      <a:pt x="10761" y="6141"/>
                      <a:pt x="10791" y="6141"/>
                      <a:pt x="10821" y="6110"/>
                    </a:cubicBezTo>
                    <a:cubicBezTo>
                      <a:pt x="10852" y="6110"/>
                      <a:pt x="10913" y="6110"/>
                      <a:pt x="10943" y="6080"/>
                    </a:cubicBezTo>
                    <a:cubicBezTo>
                      <a:pt x="10973" y="6049"/>
                      <a:pt x="10973" y="5989"/>
                      <a:pt x="10973" y="5958"/>
                    </a:cubicBezTo>
                    <a:cubicBezTo>
                      <a:pt x="10973" y="5867"/>
                      <a:pt x="10913" y="5776"/>
                      <a:pt x="10821" y="5746"/>
                    </a:cubicBezTo>
                    <a:cubicBezTo>
                      <a:pt x="10639" y="5685"/>
                      <a:pt x="10700" y="5563"/>
                      <a:pt x="10700" y="5442"/>
                    </a:cubicBezTo>
                    <a:cubicBezTo>
                      <a:pt x="10548" y="5442"/>
                      <a:pt x="10396" y="5442"/>
                      <a:pt x="10335" y="5259"/>
                    </a:cubicBezTo>
                    <a:cubicBezTo>
                      <a:pt x="10305" y="5259"/>
                      <a:pt x="10305" y="5229"/>
                      <a:pt x="10305" y="5198"/>
                    </a:cubicBezTo>
                    <a:cubicBezTo>
                      <a:pt x="10183" y="5138"/>
                      <a:pt x="10062" y="5046"/>
                      <a:pt x="9970" y="4955"/>
                    </a:cubicBezTo>
                    <a:cubicBezTo>
                      <a:pt x="9879" y="4864"/>
                      <a:pt x="9818" y="4742"/>
                      <a:pt x="9758" y="4621"/>
                    </a:cubicBezTo>
                    <a:cubicBezTo>
                      <a:pt x="9666" y="4530"/>
                      <a:pt x="9575" y="4469"/>
                      <a:pt x="9514" y="4378"/>
                    </a:cubicBezTo>
                    <a:cubicBezTo>
                      <a:pt x="9423" y="4287"/>
                      <a:pt x="9332" y="4165"/>
                      <a:pt x="9271" y="4074"/>
                    </a:cubicBezTo>
                    <a:cubicBezTo>
                      <a:pt x="9211" y="3983"/>
                      <a:pt x="9211" y="3891"/>
                      <a:pt x="9302" y="3831"/>
                    </a:cubicBezTo>
                    <a:cubicBezTo>
                      <a:pt x="9362" y="3800"/>
                      <a:pt x="9423" y="3770"/>
                      <a:pt x="9484" y="3739"/>
                    </a:cubicBezTo>
                    <a:cubicBezTo>
                      <a:pt x="9575" y="3618"/>
                      <a:pt x="9575" y="3466"/>
                      <a:pt x="9454" y="3375"/>
                    </a:cubicBezTo>
                    <a:cubicBezTo>
                      <a:pt x="9393" y="3344"/>
                      <a:pt x="9332" y="3314"/>
                      <a:pt x="9271" y="3283"/>
                    </a:cubicBezTo>
                    <a:cubicBezTo>
                      <a:pt x="9119" y="3223"/>
                      <a:pt x="8967" y="3162"/>
                      <a:pt x="8815" y="3101"/>
                    </a:cubicBezTo>
                    <a:cubicBezTo>
                      <a:pt x="8603" y="3071"/>
                      <a:pt x="8451" y="2888"/>
                      <a:pt x="8451" y="2676"/>
                    </a:cubicBezTo>
                    <a:cubicBezTo>
                      <a:pt x="8420" y="2584"/>
                      <a:pt x="8359" y="2524"/>
                      <a:pt x="8299" y="2463"/>
                    </a:cubicBezTo>
                    <a:cubicBezTo>
                      <a:pt x="7873" y="2128"/>
                      <a:pt x="7387" y="1855"/>
                      <a:pt x="6840" y="1703"/>
                    </a:cubicBezTo>
                    <a:cubicBezTo>
                      <a:pt x="6627" y="1642"/>
                      <a:pt x="6384" y="1551"/>
                      <a:pt x="6141" y="1460"/>
                    </a:cubicBezTo>
                    <a:cubicBezTo>
                      <a:pt x="5897" y="1338"/>
                      <a:pt x="5654" y="1247"/>
                      <a:pt x="5381" y="1156"/>
                    </a:cubicBezTo>
                    <a:cubicBezTo>
                      <a:pt x="5016" y="1065"/>
                      <a:pt x="4651" y="943"/>
                      <a:pt x="4317" y="791"/>
                    </a:cubicBezTo>
                    <a:cubicBezTo>
                      <a:pt x="3952" y="700"/>
                      <a:pt x="3678" y="609"/>
                      <a:pt x="3435" y="97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850;p21">
                <a:extLst>
                  <a:ext uri="{FF2B5EF4-FFF2-40B4-BE49-F238E27FC236}">
                    <a16:creationId xmlns:a16="http://schemas.microsoft.com/office/drawing/2014/main" id="{53C67D77-F26A-A42C-C3CF-8D5433206DF9}"/>
                  </a:ext>
                </a:extLst>
              </p:cNvPr>
              <p:cNvSpPr/>
              <p:nvPr/>
            </p:nvSpPr>
            <p:spPr>
              <a:xfrm>
                <a:off x="5097414" y="3241654"/>
                <a:ext cx="182783" cy="207054"/>
              </a:xfrm>
              <a:custGeom>
                <a:avLst/>
                <a:gdLst/>
                <a:ahLst/>
                <a:cxnLst/>
                <a:rect l="l" t="t" r="r" b="b"/>
                <a:pathLst>
                  <a:path w="5716" h="6475" extrusionOk="0">
                    <a:moveTo>
                      <a:pt x="62" y="3830"/>
                    </a:moveTo>
                    <a:cubicBezTo>
                      <a:pt x="122" y="4073"/>
                      <a:pt x="214" y="4317"/>
                      <a:pt x="244" y="4560"/>
                    </a:cubicBezTo>
                    <a:cubicBezTo>
                      <a:pt x="274" y="4712"/>
                      <a:pt x="335" y="4864"/>
                      <a:pt x="517" y="4894"/>
                    </a:cubicBezTo>
                    <a:cubicBezTo>
                      <a:pt x="578" y="4924"/>
                      <a:pt x="609" y="4955"/>
                      <a:pt x="609" y="5016"/>
                    </a:cubicBezTo>
                    <a:cubicBezTo>
                      <a:pt x="609" y="5168"/>
                      <a:pt x="669" y="5350"/>
                      <a:pt x="700" y="5532"/>
                    </a:cubicBezTo>
                    <a:cubicBezTo>
                      <a:pt x="730" y="5684"/>
                      <a:pt x="852" y="5836"/>
                      <a:pt x="1034" y="5836"/>
                    </a:cubicBezTo>
                    <a:cubicBezTo>
                      <a:pt x="1125" y="5836"/>
                      <a:pt x="1247" y="5836"/>
                      <a:pt x="1369" y="5836"/>
                    </a:cubicBezTo>
                    <a:cubicBezTo>
                      <a:pt x="1490" y="5836"/>
                      <a:pt x="1581" y="5897"/>
                      <a:pt x="1642" y="6019"/>
                    </a:cubicBezTo>
                    <a:cubicBezTo>
                      <a:pt x="1673" y="6110"/>
                      <a:pt x="1794" y="6171"/>
                      <a:pt x="1916" y="6110"/>
                    </a:cubicBezTo>
                    <a:cubicBezTo>
                      <a:pt x="2037" y="6049"/>
                      <a:pt x="2189" y="6019"/>
                      <a:pt x="2311" y="5988"/>
                    </a:cubicBezTo>
                    <a:cubicBezTo>
                      <a:pt x="2341" y="5988"/>
                      <a:pt x="2372" y="5958"/>
                      <a:pt x="2432" y="5988"/>
                    </a:cubicBezTo>
                    <a:cubicBezTo>
                      <a:pt x="2615" y="6049"/>
                      <a:pt x="2797" y="6110"/>
                      <a:pt x="3010" y="6201"/>
                    </a:cubicBezTo>
                    <a:cubicBezTo>
                      <a:pt x="3040" y="6231"/>
                      <a:pt x="3071" y="6292"/>
                      <a:pt x="3101" y="6353"/>
                    </a:cubicBezTo>
                    <a:cubicBezTo>
                      <a:pt x="3162" y="6444"/>
                      <a:pt x="3253" y="6475"/>
                      <a:pt x="3344" y="6444"/>
                    </a:cubicBezTo>
                    <a:cubicBezTo>
                      <a:pt x="3466" y="6414"/>
                      <a:pt x="3618" y="6353"/>
                      <a:pt x="3739" y="6323"/>
                    </a:cubicBezTo>
                    <a:cubicBezTo>
                      <a:pt x="3800" y="6323"/>
                      <a:pt x="3861" y="6353"/>
                      <a:pt x="3922" y="6383"/>
                    </a:cubicBezTo>
                    <a:cubicBezTo>
                      <a:pt x="4013" y="6383"/>
                      <a:pt x="4104" y="6323"/>
                      <a:pt x="4104" y="6231"/>
                    </a:cubicBezTo>
                    <a:lnTo>
                      <a:pt x="4104" y="6171"/>
                    </a:lnTo>
                    <a:cubicBezTo>
                      <a:pt x="4043" y="6019"/>
                      <a:pt x="4043" y="5867"/>
                      <a:pt x="4135" y="5715"/>
                    </a:cubicBezTo>
                    <a:cubicBezTo>
                      <a:pt x="4195" y="5624"/>
                      <a:pt x="4226" y="5502"/>
                      <a:pt x="4226" y="5411"/>
                    </a:cubicBezTo>
                    <a:cubicBezTo>
                      <a:pt x="4195" y="5228"/>
                      <a:pt x="4256" y="5046"/>
                      <a:pt x="4378" y="4894"/>
                    </a:cubicBezTo>
                    <a:cubicBezTo>
                      <a:pt x="4530" y="4681"/>
                      <a:pt x="4682" y="4438"/>
                      <a:pt x="4742" y="4195"/>
                    </a:cubicBezTo>
                    <a:cubicBezTo>
                      <a:pt x="4803" y="4073"/>
                      <a:pt x="4834" y="3921"/>
                      <a:pt x="4894" y="3800"/>
                    </a:cubicBezTo>
                    <a:cubicBezTo>
                      <a:pt x="4925" y="3739"/>
                      <a:pt x="5016" y="3678"/>
                      <a:pt x="5107" y="3648"/>
                    </a:cubicBezTo>
                    <a:lnTo>
                      <a:pt x="5320" y="3648"/>
                    </a:lnTo>
                    <a:cubicBezTo>
                      <a:pt x="5350" y="3648"/>
                      <a:pt x="5411" y="3648"/>
                      <a:pt x="5442" y="3617"/>
                    </a:cubicBezTo>
                    <a:cubicBezTo>
                      <a:pt x="5502" y="3617"/>
                      <a:pt x="5502" y="3496"/>
                      <a:pt x="5472" y="3435"/>
                    </a:cubicBezTo>
                    <a:cubicBezTo>
                      <a:pt x="5411" y="3283"/>
                      <a:pt x="5198" y="3192"/>
                      <a:pt x="5107" y="3070"/>
                    </a:cubicBezTo>
                    <a:cubicBezTo>
                      <a:pt x="5046" y="3010"/>
                      <a:pt x="5016" y="2888"/>
                      <a:pt x="5077" y="2827"/>
                    </a:cubicBezTo>
                    <a:cubicBezTo>
                      <a:pt x="5107" y="2736"/>
                      <a:pt x="5107" y="2645"/>
                      <a:pt x="5046" y="2554"/>
                    </a:cubicBezTo>
                    <a:cubicBezTo>
                      <a:pt x="4834" y="2341"/>
                      <a:pt x="4803" y="2037"/>
                      <a:pt x="4986" y="1794"/>
                    </a:cubicBezTo>
                    <a:cubicBezTo>
                      <a:pt x="5016" y="1733"/>
                      <a:pt x="5077" y="1642"/>
                      <a:pt x="5168" y="1611"/>
                    </a:cubicBezTo>
                    <a:cubicBezTo>
                      <a:pt x="5229" y="1551"/>
                      <a:pt x="5290" y="1490"/>
                      <a:pt x="5290" y="1399"/>
                    </a:cubicBezTo>
                    <a:cubicBezTo>
                      <a:pt x="5290" y="1307"/>
                      <a:pt x="5381" y="1216"/>
                      <a:pt x="5472" y="1216"/>
                    </a:cubicBezTo>
                    <a:cubicBezTo>
                      <a:pt x="5563" y="1186"/>
                      <a:pt x="5624" y="1155"/>
                      <a:pt x="5715" y="1095"/>
                    </a:cubicBezTo>
                    <a:cubicBezTo>
                      <a:pt x="5715" y="1064"/>
                      <a:pt x="5715" y="1034"/>
                      <a:pt x="5715" y="1003"/>
                    </a:cubicBezTo>
                    <a:lnTo>
                      <a:pt x="5715" y="973"/>
                    </a:lnTo>
                    <a:lnTo>
                      <a:pt x="5259" y="699"/>
                    </a:lnTo>
                    <a:cubicBezTo>
                      <a:pt x="5107" y="608"/>
                      <a:pt x="4925" y="547"/>
                      <a:pt x="4894" y="304"/>
                    </a:cubicBezTo>
                    <a:cubicBezTo>
                      <a:pt x="4803" y="213"/>
                      <a:pt x="4712" y="122"/>
                      <a:pt x="4621" y="31"/>
                    </a:cubicBezTo>
                    <a:cubicBezTo>
                      <a:pt x="4560" y="0"/>
                      <a:pt x="4499" y="0"/>
                      <a:pt x="4439" y="31"/>
                    </a:cubicBezTo>
                    <a:cubicBezTo>
                      <a:pt x="4317" y="31"/>
                      <a:pt x="4226" y="122"/>
                      <a:pt x="4165" y="213"/>
                    </a:cubicBezTo>
                    <a:cubicBezTo>
                      <a:pt x="4104" y="335"/>
                      <a:pt x="4043" y="456"/>
                      <a:pt x="3983" y="578"/>
                    </a:cubicBezTo>
                    <a:cubicBezTo>
                      <a:pt x="3922" y="669"/>
                      <a:pt x="3861" y="730"/>
                      <a:pt x="3800" y="791"/>
                    </a:cubicBezTo>
                    <a:cubicBezTo>
                      <a:pt x="3648" y="912"/>
                      <a:pt x="3496" y="1034"/>
                      <a:pt x="3314" y="1125"/>
                    </a:cubicBezTo>
                    <a:cubicBezTo>
                      <a:pt x="3040" y="1216"/>
                      <a:pt x="2828" y="1399"/>
                      <a:pt x="2706" y="1642"/>
                    </a:cubicBezTo>
                    <a:cubicBezTo>
                      <a:pt x="2645" y="1763"/>
                      <a:pt x="2524" y="1854"/>
                      <a:pt x="2463" y="1976"/>
                    </a:cubicBezTo>
                    <a:cubicBezTo>
                      <a:pt x="2341" y="2189"/>
                      <a:pt x="2098" y="2341"/>
                      <a:pt x="1855" y="2371"/>
                    </a:cubicBezTo>
                    <a:cubicBezTo>
                      <a:pt x="1642" y="2432"/>
                      <a:pt x="1429" y="2584"/>
                      <a:pt x="1369" y="2797"/>
                    </a:cubicBezTo>
                    <a:cubicBezTo>
                      <a:pt x="1338" y="2888"/>
                      <a:pt x="1308" y="2979"/>
                      <a:pt x="1277" y="3070"/>
                    </a:cubicBezTo>
                    <a:cubicBezTo>
                      <a:pt x="1217" y="3131"/>
                      <a:pt x="1125" y="3192"/>
                      <a:pt x="1034" y="3162"/>
                    </a:cubicBezTo>
                    <a:lnTo>
                      <a:pt x="609" y="2979"/>
                    </a:lnTo>
                    <a:cubicBezTo>
                      <a:pt x="457" y="2918"/>
                      <a:pt x="305" y="2979"/>
                      <a:pt x="244" y="3101"/>
                    </a:cubicBezTo>
                    <a:cubicBezTo>
                      <a:pt x="183" y="3131"/>
                      <a:pt x="153" y="3192"/>
                      <a:pt x="122" y="3253"/>
                    </a:cubicBezTo>
                    <a:cubicBezTo>
                      <a:pt x="31" y="3435"/>
                      <a:pt x="1" y="3648"/>
                      <a:pt x="62" y="383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851;p21">
                <a:extLst>
                  <a:ext uri="{FF2B5EF4-FFF2-40B4-BE49-F238E27FC236}">
                    <a16:creationId xmlns:a16="http://schemas.microsoft.com/office/drawing/2014/main" id="{0E214FAD-D2C0-881E-2C41-200DA1C00848}"/>
                  </a:ext>
                </a:extLst>
              </p:cNvPr>
              <p:cNvSpPr/>
              <p:nvPr/>
            </p:nvSpPr>
            <p:spPr>
              <a:xfrm>
                <a:off x="4849557" y="3262056"/>
                <a:ext cx="210956" cy="215816"/>
              </a:xfrm>
              <a:custGeom>
                <a:avLst/>
                <a:gdLst/>
                <a:ahLst/>
                <a:cxnLst/>
                <a:rect l="l" t="t" r="r" b="b"/>
                <a:pathLst>
                  <a:path w="6597" h="6749" extrusionOk="0">
                    <a:moveTo>
                      <a:pt x="6202" y="5138"/>
                    </a:moveTo>
                    <a:lnTo>
                      <a:pt x="6202" y="5138"/>
                    </a:lnTo>
                    <a:lnTo>
                      <a:pt x="6050" y="4986"/>
                    </a:lnTo>
                    <a:lnTo>
                      <a:pt x="6050" y="4955"/>
                    </a:lnTo>
                    <a:cubicBezTo>
                      <a:pt x="6050" y="4925"/>
                      <a:pt x="6019" y="4894"/>
                      <a:pt x="5989" y="4864"/>
                    </a:cubicBezTo>
                    <a:lnTo>
                      <a:pt x="6050" y="4864"/>
                    </a:lnTo>
                    <a:lnTo>
                      <a:pt x="6050" y="4955"/>
                    </a:lnTo>
                    <a:lnTo>
                      <a:pt x="6080" y="4986"/>
                    </a:lnTo>
                    <a:lnTo>
                      <a:pt x="6232" y="5138"/>
                    </a:lnTo>
                    <a:lnTo>
                      <a:pt x="6232" y="5138"/>
                    </a:lnTo>
                    <a:lnTo>
                      <a:pt x="6414" y="5168"/>
                    </a:lnTo>
                    <a:cubicBezTo>
                      <a:pt x="6445" y="5198"/>
                      <a:pt x="6445" y="5198"/>
                      <a:pt x="6475" y="5168"/>
                    </a:cubicBezTo>
                    <a:cubicBezTo>
                      <a:pt x="6536" y="5168"/>
                      <a:pt x="6597" y="5077"/>
                      <a:pt x="6566" y="5016"/>
                    </a:cubicBezTo>
                    <a:cubicBezTo>
                      <a:pt x="6414" y="4803"/>
                      <a:pt x="6293" y="4590"/>
                      <a:pt x="6171" y="4408"/>
                    </a:cubicBezTo>
                    <a:cubicBezTo>
                      <a:pt x="6141" y="4378"/>
                      <a:pt x="6110" y="4347"/>
                      <a:pt x="6050" y="4378"/>
                    </a:cubicBezTo>
                    <a:cubicBezTo>
                      <a:pt x="5958" y="4378"/>
                      <a:pt x="5867" y="4408"/>
                      <a:pt x="5806" y="4499"/>
                    </a:cubicBezTo>
                    <a:cubicBezTo>
                      <a:pt x="5806" y="4530"/>
                      <a:pt x="5776" y="4560"/>
                      <a:pt x="5746" y="4621"/>
                    </a:cubicBezTo>
                    <a:cubicBezTo>
                      <a:pt x="5685" y="4682"/>
                      <a:pt x="5563" y="4682"/>
                      <a:pt x="5533" y="4590"/>
                    </a:cubicBezTo>
                    <a:cubicBezTo>
                      <a:pt x="5472" y="4469"/>
                      <a:pt x="5442" y="4347"/>
                      <a:pt x="5381" y="4195"/>
                    </a:cubicBezTo>
                    <a:cubicBezTo>
                      <a:pt x="5351" y="4104"/>
                      <a:pt x="5290" y="4043"/>
                      <a:pt x="5199" y="4013"/>
                    </a:cubicBezTo>
                    <a:cubicBezTo>
                      <a:pt x="5107" y="3982"/>
                      <a:pt x="5016" y="3982"/>
                      <a:pt x="4925" y="3952"/>
                    </a:cubicBezTo>
                    <a:cubicBezTo>
                      <a:pt x="4864" y="3922"/>
                      <a:pt x="4864" y="3861"/>
                      <a:pt x="4864" y="3861"/>
                    </a:cubicBezTo>
                    <a:cubicBezTo>
                      <a:pt x="4955" y="3739"/>
                      <a:pt x="4803" y="3587"/>
                      <a:pt x="4895" y="3466"/>
                    </a:cubicBezTo>
                    <a:cubicBezTo>
                      <a:pt x="4955" y="3405"/>
                      <a:pt x="4955" y="3344"/>
                      <a:pt x="4895" y="3283"/>
                    </a:cubicBezTo>
                    <a:cubicBezTo>
                      <a:pt x="4773" y="3131"/>
                      <a:pt x="4591" y="3040"/>
                      <a:pt x="4530" y="2797"/>
                    </a:cubicBezTo>
                    <a:cubicBezTo>
                      <a:pt x="4530" y="2767"/>
                      <a:pt x="4439" y="2706"/>
                      <a:pt x="4378" y="2675"/>
                    </a:cubicBezTo>
                    <a:cubicBezTo>
                      <a:pt x="4256" y="2615"/>
                      <a:pt x="4135" y="2554"/>
                      <a:pt x="3983" y="2493"/>
                    </a:cubicBezTo>
                    <a:cubicBezTo>
                      <a:pt x="3952" y="2463"/>
                      <a:pt x="3861" y="2463"/>
                      <a:pt x="3831" y="2402"/>
                    </a:cubicBezTo>
                    <a:cubicBezTo>
                      <a:pt x="3770" y="2220"/>
                      <a:pt x="3588" y="2220"/>
                      <a:pt x="3466" y="2098"/>
                    </a:cubicBezTo>
                    <a:cubicBezTo>
                      <a:pt x="3344" y="1976"/>
                      <a:pt x="3192" y="1885"/>
                      <a:pt x="3010" y="1824"/>
                    </a:cubicBezTo>
                    <a:cubicBezTo>
                      <a:pt x="2919" y="1794"/>
                      <a:pt x="2828" y="1703"/>
                      <a:pt x="2767" y="1612"/>
                    </a:cubicBezTo>
                    <a:cubicBezTo>
                      <a:pt x="2676" y="1460"/>
                      <a:pt x="2554" y="1338"/>
                      <a:pt x="2433" y="1277"/>
                    </a:cubicBezTo>
                    <a:cubicBezTo>
                      <a:pt x="2037" y="1065"/>
                      <a:pt x="1733" y="761"/>
                      <a:pt x="1490" y="396"/>
                    </a:cubicBezTo>
                    <a:cubicBezTo>
                      <a:pt x="1429" y="305"/>
                      <a:pt x="1277" y="213"/>
                      <a:pt x="1156" y="213"/>
                    </a:cubicBezTo>
                    <a:cubicBezTo>
                      <a:pt x="852" y="183"/>
                      <a:pt x="548" y="122"/>
                      <a:pt x="274" y="31"/>
                    </a:cubicBezTo>
                    <a:cubicBezTo>
                      <a:pt x="244" y="1"/>
                      <a:pt x="153" y="31"/>
                      <a:pt x="92" y="61"/>
                    </a:cubicBezTo>
                    <a:cubicBezTo>
                      <a:pt x="31" y="61"/>
                      <a:pt x="1" y="183"/>
                      <a:pt x="31" y="274"/>
                    </a:cubicBezTo>
                    <a:cubicBezTo>
                      <a:pt x="62" y="396"/>
                      <a:pt x="122" y="487"/>
                      <a:pt x="183" y="578"/>
                    </a:cubicBezTo>
                    <a:cubicBezTo>
                      <a:pt x="366" y="791"/>
                      <a:pt x="548" y="973"/>
                      <a:pt x="791" y="1125"/>
                    </a:cubicBezTo>
                    <a:cubicBezTo>
                      <a:pt x="943" y="1186"/>
                      <a:pt x="1065" y="1308"/>
                      <a:pt x="1156" y="1429"/>
                    </a:cubicBezTo>
                    <a:cubicBezTo>
                      <a:pt x="1247" y="1520"/>
                      <a:pt x="1338" y="1642"/>
                      <a:pt x="1399" y="1764"/>
                    </a:cubicBezTo>
                    <a:cubicBezTo>
                      <a:pt x="1521" y="1976"/>
                      <a:pt x="1703" y="2189"/>
                      <a:pt x="1916" y="2372"/>
                    </a:cubicBezTo>
                    <a:cubicBezTo>
                      <a:pt x="1977" y="2432"/>
                      <a:pt x="2037" y="2524"/>
                      <a:pt x="2068" y="2584"/>
                    </a:cubicBezTo>
                    <a:cubicBezTo>
                      <a:pt x="2129" y="2736"/>
                      <a:pt x="2159" y="2888"/>
                      <a:pt x="2220" y="3040"/>
                    </a:cubicBezTo>
                    <a:cubicBezTo>
                      <a:pt x="2281" y="3131"/>
                      <a:pt x="2311" y="3192"/>
                      <a:pt x="2372" y="3253"/>
                    </a:cubicBezTo>
                    <a:cubicBezTo>
                      <a:pt x="2645" y="3496"/>
                      <a:pt x="2828" y="3770"/>
                      <a:pt x="2919" y="4104"/>
                    </a:cubicBezTo>
                    <a:cubicBezTo>
                      <a:pt x="2949" y="4256"/>
                      <a:pt x="3040" y="4408"/>
                      <a:pt x="3071" y="4560"/>
                    </a:cubicBezTo>
                    <a:cubicBezTo>
                      <a:pt x="3132" y="4712"/>
                      <a:pt x="3223" y="4834"/>
                      <a:pt x="3314" y="4955"/>
                    </a:cubicBezTo>
                    <a:cubicBezTo>
                      <a:pt x="3496" y="5198"/>
                      <a:pt x="3740" y="5381"/>
                      <a:pt x="3922" y="5593"/>
                    </a:cubicBezTo>
                    <a:cubicBezTo>
                      <a:pt x="4104" y="5837"/>
                      <a:pt x="4347" y="6019"/>
                      <a:pt x="4560" y="6201"/>
                    </a:cubicBezTo>
                    <a:cubicBezTo>
                      <a:pt x="4743" y="6323"/>
                      <a:pt x="4925" y="6475"/>
                      <a:pt x="5077" y="6657"/>
                    </a:cubicBezTo>
                    <a:cubicBezTo>
                      <a:pt x="5138" y="6718"/>
                      <a:pt x="5229" y="6748"/>
                      <a:pt x="5320" y="6718"/>
                    </a:cubicBezTo>
                    <a:cubicBezTo>
                      <a:pt x="5563" y="6688"/>
                      <a:pt x="5806" y="6688"/>
                      <a:pt x="6019" y="6718"/>
                    </a:cubicBezTo>
                    <a:cubicBezTo>
                      <a:pt x="6019" y="6475"/>
                      <a:pt x="6080" y="6201"/>
                      <a:pt x="6080" y="5958"/>
                    </a:cubicBezTo>
                    <a:cubicBezTo>
                      <a:pt x="6050" y="5715"/>
                      <a:pt x="6202" y="5441"/>
                      <a:pt x="6202" y="513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852;p21">
                <a:extLst>
                  <a:ext uri="{FF2B5EF4-FFF2-40B4-BE49-F238E27FC236}">
                    <a16:creationId xmlns:a16="http://schemas.microsoft.com/office/drawing/2014/main" id="{1E26E957-4A21-26E1-7914-3F100F8AF52B}"/>
                  </a:ext>
                </a:extLst>
              </p:cNvPr>
              <p:cNvSpPr/>
              <p:nvPr/>
            </p:nvSpPr>
            <p:spPr>
              <a:xfrm>
                <a:off x="5042988" y="3477838"/>
                <a:ext cx="32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1" h="31" extrusionOk="0">
                    <a:moveTo>
                      <a:pt x="1" y="0"/>
                    </a:moveTo>
                    <a:lnTo>
                      <a:pt x="1" y="31"/>
                    </a:lnTo>
                    <a:lnTo>
                      <a:pt x="1" y="31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853;p21">
                <a:extLst>
                  <a:ext uri="{FF2B5EF4-FFF2-40B4-BE49-F238E27FC236}">
                    <a16:creationId xmlns:a16="http://schemas.microsoft.com/office/drawing/2014/main" id="{D93AA762-88AF-27EA-C37D-353C01769C2A}"/>
                  </a:ext>
                </a:extLst>
              </p:cNvPr>
              <p:cNvSpPr/>
              <p:nvPr/>
            </p:nvSpPr>
            <p:spPr>
              <a:xfrm>
                <a:off x="5945967" y="4310815"/>
                <a:ext cx="180801" cy="178882"/>
              </a:xfrm>
              <a:custGeom>
                <a:avLst/>
                <a:gdLst/>
                <a:ahLst/>
                <a:cxnLst/>
                <a:rect l="l" t="t" r="r" b="b"/>
                <a:pathLst>
                  <a:path w="5654" h="5594" extrusionOk="0">
                    <a:moveTo>
                      <a:pt x="5532" y="426"/>
                    </a:moveTo>
                    <a:cubicBezTo>
                      <a:pt x="5441" y="456"/>
                      <a:pt x="5350" y="487"/>
                      <a:pt x="5259" y="487"/>
                    </a:cubicBezTo>
                    <a:cubicBezTo>
                      <a:pt x="5137" y="456"/>
                      <a:pt x="5198" y="304"/>
                      <a:pt x="5137" y="213"/>
                    </a:cubicBezTo>
                    <a:cubicBezTo>
                      <a:pt x="5107" y="183"/>
                      <a:pt x="5076" y="122"/>
                      <a:pt x="5046" y="92"/>
                    </a:cubicBezTo>
                    <a:cubicBezTo>
                      <a:pt x="4985" y="31"/>
                      <a:pt x="4894" y="0"/>
                      <a:pt x="4803" y="61"/>
                    </a:cubicBezTo>
                    <a:cubicBezTo>
                      <a:pt x="4742" y="122"/>
                      <a:pt x="4681" y="152"/>
                      <a:pt x="4651" y="213"/>
                    </a:cubicBezTo>
                    <a:cubicBezTo>
                      <a:pt x="4529" y="548"/>
                      <a:pt x="4286" y="852"/>
                      <a:pt x="3982" y="1034"/>
                    </a:cubicBezTo>
                    <a:cubicBezTo>
                      <a:pt x="3921" y="1095"/>
                      <a:pt x="3860" y="1156"/>
                      <a:pt x="3800" y="1247"/>
                    </a:cubicBezTo>
                    <a:cubicBezTo>
                      <a:pt x="3739" y="1338"/>
                      <a:pt x="3708" y="1429"/>
                      <a:pt x="3648" y="1551"/>
                    </a:cubicBezTo>
                    <a:cubicBezTo>
                      <a:pt x="3557" y="1763"/>
                      <a:pt x="3374" y="1946"/>
                      <a:pt x="3161" y="2067"/>
                    </a:cubicBezTo>
                    <a:cubicBezTo>
                      <a:pt x="2888" y="2219"/>
                      <a:pt x="2645" y="2371"/>
                      <a:pt x="2401" y="2523"/>
                    </a:cubicBezTo>
                    <a:cubicBezTo>
                      <a:pt x="2128" y="2645"/>
                      <a:pt x="2006" y="2858"/>
                      <a:pt x="1733" y="2858"/>
                    </a:cubicBezTo>
                    <a:cubicBezTo>
                      <a:pt x="1672" y="2858"/>
                      <a:pt x="1611" y="2918"/>
                      <a:pt x="1581" y="2949"/>
                    </a:cubicBezTo>
                    <a:cubicBezTo>
                      <a:pt x="1216" y="3222"/>
                      <a:pt x="912" y="3496"/>
                      <a:pt x="608" y="3800"/>
                    </a:cubicBezTo>
                    <a:cubicBezTo>
                      <a:pt x="365" y="4043"/>
                      <a:pt x="183" y="4347"/>
                      <a:pt x="31" y="4651"/>
                    </a:cubicBezTo>
                    <a:cubicBezTo>
                      <a:pt x="0" y="4773"/>
                      <a:pt x="61" y="4894"/>
                      <a:pt x="152" y="4955"/>
                    </a:cubicBezTo>
                    <a:cubicBezTo>
                      <a:pt x="365" y="4985"/>
                      <a:pt x="578" y="5137"/>
                      <a:pt x="699" y="5289"/>
                    </a:cubicBezTo>
                    <a:cubicBezTo>
                      <a:pt x="730" y="5350"/>
                      <a:pt x="760" y="5381"/>
                      <a:pt x="791" y="5411"/>
                    </a:cubicBezTo>
                    <a:cubicBezTo>
                      <a:pt x="942" y="5563"/>
                      <a:pt x="1186" y="5593"/>
                      <a:pt x="1368" y="5502"/>
                    </a:cubicBezTo>
                    <a:cubicBezTo>
                      <a:pt x="1702" y="5350"/>
                      <a:pt x="1915" y="5046"/>
                      <a:pt x="2249" y="4864"/>
                    </a:cubicBezTo>
                    <a:cubicBezTo>
                      <a:pt x="2341" y="4712"/>
                      <a:pt x="2432" y="4560"/>
                      <a:pt x="2553" y="4408"/>
                    </a:cubicBezTo>
                    <a:cubicBezTo>
                      <a:pt x="2614" y="4317"/>
                      <a:pt x="2675" y="4225"/>
                      <a:pt x="2736" y="4165"/>
                    </a:cubicBezTo>
                    <a:cubicBezTo>
                      <a:pt x="2857" y="4043"/>
                      <a:pt x="2949" y="3922"/>
                      <a:pt x="3009" y="3770"/>
                    </a:cubicBezTo>
                    <a:cubicBezTo>
                      <a:pt x="3283" y="3253"/>
                      <a:pt x="3222" y="3405"/>
                      <a:pt x="3678" y="3131"/>
                    </a:cubicBezTo>
                    <a:cubicBezTo>
                      <a:pt x="3800" y="3070"/>
                      <a:pt x="3952" y="3070"/>
                      <a:pt x="4073" y="3070"/>
                    </a:cubicBezTo>
                    <a:cubicBezTo>
                      <a:pt x="4225" y="3070"/>
                      <a:pt x="4316" y="2979"/>
                      <a:pt x="4286" y="2888"/>
                    </a:cubicBezTo>
                    <a:cubicBezTo>
                      <a:pt x="4195" y="2675"/>
                      <a:pt x="4316" y="2432"/>
                      <a:pt x="4499" y="2371"/>
                    </a:cubicBezTo>
                    <a:cubicBezTo>
                      <a:pt x="4590" y="2341"/>
                      <a:pt x="4651" y="2280"/>
                      <a:pt x="4712" y="2189"/>
                    </a:cubicBezTo>
                    <a:cubicBezTo>
                      <a:pt x="4955" y="1885"/>
                      <a:pt x="5198" y="1611"/>
                      <a:pt x="5471" y="1338"/>
                    </a:cubicBezTo>
                    <a:cubicBezTo>
                      <a:pt x="5532" y="1277"/>
                      <a:pt x="5563" y="1186"/>
                      <a:pt x="5593" y="1095"/>
                    </a:cubicBezTo>
                    <a:lnTo>
                      <a:pt x="5593" y="882"/>
                    </a:lnTo>
                    <a:cubicBezTo>
                      <a:pt x="5593" y="821"/>
                      <a:pt x="5623" y="791"/>
                      <a:pt x="5623" y="760"/>
                    </a:cubicBezTo>
                    <a:cubicBezTo>
                      <a:pt x="5623" y="700"/>
                      <a:pt x="5623" y="669"/>
                      <a:pt x="5654" y="608"/>
                    </a:cubicBezTo>
                    <a:lnTo>
                      <a:pt x="5654" y="548"/>
                    </a:lnTo>
                    <a:cubicBezTo>
                      <a:pt x="5654" y="517"/>
                      <a:pt x="5593" y="426"/>
                      <a:pt x="5532" y="4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854;p21">
                <a:extLst>
                  <a:ext uri="{FF2B5EF4-FFF2-40B4-BE49-F238E27FC236}">
                    <a16:creationId xmlns:a16="http://schemas.microsoft.com/office/drawing/2014/main" id="{AB83BE9C-B0B8-772E-C4DE-85CE78D8EAFF}"/>
                  </a:ext>
                </a:extLst>
              </p:cNvPr>
              <p:cNvSpPr/>
              <p:nvPr/>
            </p:nvSpPr>
            <p:spPr>
              <a:xfrm>
                <a:off x="6133547" y="4131966"/>
                <a:ext cx="100154" cy="210956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6597" extrusionOk="0">
                    <a:moveTo>
                      <a:pt x="3040" y="3192"/>
                    </a:moveTo>
                    <a:cubicBezTo>
                      <a:pt x="2979" y="3131"/>
                      <a:pt x="2888" y="3131"/>
                      <a:pt x="2827" y="3192"/>
                    </a:cubicBezTo>
                    <a:cubicBezTo>
                      <a:pt x="2797" y="3192"/>
                      <a:pt x="2767" y="3223"/>
                      <a:pt x="2706" y="3253"/>
                    </a:cubicBezTo>
                    <a:cubicBezTo>
                      <a:pt x="2463" y="3405"/>
                      <a:pt x="2402" y="3405"/>
                      <a:pt x="2189" y="3223"/>
                    </a:cubicBezTo>
                    <a:cubicBezTo>
                      <a:pt x="2067" y="3131"/>
                      <a:pt x="2007" y="3010"/>
                      <a:pt x="1976" y="2888"/>
                    </a:cubicBezTo>
                    <a:cubicBezTo>
                      <a:pt x="1976" y="2736"/>
                      <a:pt x="1946" y="2554"/>
                      <a:pt x="1916" y="2402"/>
                    </a:cubicBezTo>
                    <a:cubicBezTo>
                      <a:pt x="1885" y="2341"/>
                      <a:pt x="1885" y="2280"/>
                      <a:pt x="1855" y="2220"/>
                    </a:cubicBezTo>
                    <a:cubicBezTo>
                      <a:pt x="1855" y="2189"/>
                      <a:pt x="1794" y="2189"/>
                      <a:pt x="1733" y="2159"/>
                    </a:cubicBezTo>
                    <a:cubicBezTo>
                      <a:pt x="1703" y="2159"/>
                      <a:pt x="1703" y="2189"/>
                      <a:pt x="1703" y="2220"/>
                    </a:cubicBezTo>
                    <a:cubicBezTo>
                      <a:pt x="1672" y="2250"/>
                      <a:pt x="1672" y="2311"/>
                      <a:pt x="1642" y="2341"/>
                    </a:cubicBezTo>
                    <a:cubicBezTo>
                      <a:pt x="1612" y="2372"/>
                      <a:pt x="1612" y="2402"/>
                      <a:pt x="1551" y="2432"/>
                    </a:cubicBezTo>
                    <a:cubicBezTo>
                      <a:pt x="1520" y="2463"/>
                      <a:pt x="1429" y="2341"/>
                      <a:pt x="1429" y="2280"/>
                    </a:cubicBezTo>
                    <a:cubicBezTo>
                      <a:pt x="1490" y="1976"/>
                      <a:pt x="1460" y="1672"/>
                      <a:pt x="1551" y="1369"/>
                    </a:cubicBezTo>
                    <a:cubicBezTo>
                      <a:pt x="1612" y="1186"/>
                      <a:pt x="1581" y="1004"/>
                      <a:pt x="1460" y="852"/>
                    </a:cubicBezTo>
                    <a:cubicBezTo>
                      <a:pt x="1338" y="639"/>
                      <a:pt x="1186" y="457"/>
                      <a:pt x="1004" y="274"/>
                    </a:cubicBezTo>
                    <a:cubicBezTo>
                      <a:pt x="943" y="244"/>
                      <a:pt x="912" y="153"/>
                      <a:pt x="882" y="92"/>
                    </a:cubicBezTo>
                    <a:cubicBezTo>
                      <a:pt x="882" y="61"/>
                      <a:pt x="882" y="61"/>
                      <a:pt x="852" y="31"/>
                    </a:cubicBezTo>
                    <a:cubicBezTo>
                      <a:pt x="821" y="1"/>
                      <a:pt x="760" y="1"/>
                      <a:pt x="730" y="31"/>
                    </a:cubicBezTo>
                    <a:cubicBezTo>
                      <a:pt x="730" y="31"/>
                      <a:pt x="700" y="92"/>
                      <a:pt x="700" y="92"/>
                    </a:cubicBezTo>
                    <a:cubicBezTo>
                      <a:pt x="700" y="274"/>
                      <a:pt x="882" y="426"/>
                      <a:pt x="791" y="639"/>
                    </a:cubicBezTo>
                    <a:cubicBezTo>
                      <a:pt x="730" y="761"/>
                      <a:pt x="730" y="882"/>
                      <a:pt x="791" y="1004"/>
                    </a:cubicBezTo>
                    <a:cubicBezTo>
                      <a:pt x="852" y="1217"/>
                      <a:pt x="912" y="1399"/>
                      <a:pt x="943" y="1612"/>
                    </a:cubicBezTo>
                    <a:cubicBezTo>
                      <a:pt x="973" y="1794"/>
                      <a:pt x="1095" y="1976"/>
                      <a:pt x="1004" y="2189"/>
                    </a:cubicBezTo>
                    <a:cubicBezTo>
                      <a:pt x="1004" y="2250"/>
                      <a:pt x="1034" y="2311"/>
                      <a:pt x="1034" y="2402"/>
                    </a:cubicBezTo>
                    <a:cubicBezTo>
                      <a:pt x="1064" y="2463"/>
                      <a:pt x="1095" y="2554"/>
                      <a:pt x="1125" y="2645"/>
                    </a:cubicBezTo>
                    <a:cubicBezTo>
                      <a:pt x="1125" y="2827"/>
                      <a:pt x="1064" y="3040"/>
                      <a:pt x="1004" y="3253"/>
                    </a:cubicBezTo>
                    <a:cubicBezTo>
                      <a:pt x="912" y="3466"/>
                      <a:pt x="821" y="3679"/>
                      <a:pt x="730" y="3861"/>
                    </a:cubicBezTo>
                    <a:cubicBezTo>
                      <a:pt x="700" y="3983"/>
                      <a:pt x="609" y="4074"/>
                      <a:pt x="487" y="4104"/>
                    </a:cubicBezTo>
                    <a:cubicBezTo>
                      <a:pt x="396" y="4135"/>
                      <a:pt x="305" y="4165"/>
                      <a:pt x="183" y="4226"/>
                    </a:cubicBezTo>
                    <a:cubicBezTo>
                      <a:pt x="31" y="4347"/>
                      <a:pt x="1" y="4560"/>
                      <a:pt x="92" y="4712"/>
                    </a:cubicBezTo>
                    <a:cubicBezTo>
                      <a:pt x="213" y="4834"/>
                      <a:pt x="335" y="4925"/>
                      <a:pt x="426" y="5046"/>
                    </a:cubicBezTo>
                    <a:cubicBezTo>
                      <a:pt x="548" y="5138"/>
                      <a:pt x="578" y="5290"/>
                      <a:pt x="548" y="5411"/>
                    </a:cubicBezTo>
                    <a:cubicBezTo>
                      <a:pt x="548" y="5533"/>
                      <a:pt x="517" y="5654"/>
                      <a:pt x="426" y="5745"/>
                    </a:cubicBezTo>
                    <a:cubicBezTo>
                      <a:pt x="305" y="5897"/>
                      <a:pt x="153" y="6049"/>
                      <a:pt x="61" y="6201"/>
                    </a:cubicBezTo>
                    <a:cubicBezTo>
                      <a:pt x="31" y="6262"/>
                      <a:pt x="31" y="6293"/>
                      <a:pt x="61" y="6323"/>
                    </a:cubicBezTo>
                    <a:cubicBezTo>
                      <a:pt x="122" y="6414"/>
                      <a:pt x="213" y="6505"/>
                      <a:pt x="274" y="6566"/>
                    </a:cubicBezTo>
                    <a:cubicBezTo>
                      <a:pt x="335" y="6597"/>
                      <a:pt x="365" y="6597"/>
                      <a:pt x="426" y="6566"/>
                    </a:cubicBezTo>
                    <a:cubicBezTo>
                      <a:pt x="578" y="6505"/>
                      <a:pt x="730" y="6384"/>
                      <a:pt x="852" y="6262"/>
                    </a:cubicBezTo>
                    <a:cubicBezTo>
                      <a:pt x="1095" y="6049"/>
                      <a:pt x="1308" y="5806"/>
                      <a:pt x="1520" y="5563"/>
                    </a:cubicBezTo>
                    <a:cubicBezTo>
                      <a:pt x="1733" y="5381"/>
                      <a:pt x="1855" y="5107"/>
                      <a:pt x="1885" y="4803"/>
                    </a:cubicBezTo>
                    <a:cubicBezTo>
                      <a:pt x="1916" y="4621"/>
                      <a:pt x="2067" y="4499"/>
                      <a:pt x="2219" y="4499"/>
                    </a:cubicBezTo>
                    <a:lnTo>
                      <a:pt x="2371" y="4499"/>
                    </a:lnTo>
                    <a:cubicBezTo>
                      <a:pt x="2402" y="4499"/>
                      <a:pt x="2463" y="4499"/>
                      <a:pt x="2493" y="4469"/>
                    </a:cubicBezTo>
                    <a:cubicBezTo>
                      <a:pt x="2523" y="4256"/>
                      <a:pt x="2706" y="4135"/>
                      <a:pt x="2858" y="4013"/>
                    </a:cubicBezTo>
                    <a:cubicBezTo>
                      <a:pt x="2919" y="3922"/>
                      <a:pt x="2979" y="3861"/>
                      <a:pt x="3010" y="3770"/>
                    </a:cubicBezTo>
                    <a:cubicBezTo>
                      <a:pt x="3040" y="3648"/>
                      <a:pt x="3101" y="3496"/>
                      <a:pt x="3131" y="3375"/>
                    </a:cubicBezTo>
                    <a:cubicBezTo>
                      <a:pt x="3131" y="3314"/>
                      <a:pt x="3101" y="3223"/>
                      <a:pt x="3040" y="31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855;p21">
                <a:extLst>
                  <a:ext uri="{FF2B5EF4-FFF2-40B4-BE49-F238E27FC236}">
                    <a16:creationId xmlns:a16="http://schemas.microsoft.com/office/drawing/2014/main" id="{54B5D165-E56F-1C6E-6EDE-69AEB9F763C3}"/>
                  </a:ext>
                </a:extLst>
              </p:cNvPr>
              <p:cNvSpPr/>
              <p:nvPr/>
            </p:nvSpPr>
            <p:spPr>
              <a:xfrm>
                <a:off x="5272362" y="3343694"/>
                <a:ext cx="120587" cy="134178"/>
              </a:xfrm>
              <a:custGeom>
                <a:avLst/>
                <a:gdLst/>
                <a:ahLst/>
                <a:cxnLst/>
                <a:rect l="l" t="t" r="r" b="b"/>
                <a:pathLst>
                  <a:path w="3771" h="4196" extrusionOk="0">
                    <a:moveTo>
                      <a:pt x="305" y="1794"/>
                    </a:moveTo>
                    <a:cubicBezTo>
                      <a:pt x="275" y="1977"/>
                      <a:pt x="244" y="2129"/>
                      <a:pt x="183" y="2250"/>
                    </a:cubicBezTo>
                    <a:cubicBezTo>
                      <a:pt x="123" y="2372"/>
                      <a:pt x="92" y="2463"/>
                      <a:pt x="31" y="2585"/>
                    </a:cubicBezTo>
                    <a:cubicBezTo>
                      <a:pt x="1" y="2706"/>
                      <a:pt x="31" y="2858"/>
                      <a:pt x="153" y="2949"/>
                    </a:cubicBezTo>
                    <a:cubicBezTo>
                      <a:pt x="183" y="3010"/>
                      <a:pt x="244" y="3040"/>
                      <a:pt x="305" y="3071"/>
                    </a:cubicBezTo>
                    <a:cubicBezTo>
                      <a:pt x="427" y="3162"/>
                      <a:pt x="457" y="3314"/>
                      <a:pt x="427" y="3466"/>
                    </a:cubicBezTo>
                    <a:cubicBezTo>
                      <a:pt x="366" y="3588"/>
                      <a:pt x="335" y="3770"/>
                      <a:pt x="335" y="3922"/>
                    </a:cubicBezTo>
                    <a:cubicBezTo>
                      <a:pt x="335" y="3983"/>
                      <a:pt x="366" y="4044"/>
                      <a:pt x="427" y="4104"/>
                    </a:cubicBezTo>
                    <a:cubicBezTo>
                      <a:pt x="548" y="4195"/>
                      <a:pt x="730" y="4195"/>
                      <a:pt x="852" y="4135"/>
                    </a:cubicBezTo>
                    <a:cubicBezTo>
                      <a:pt x="974" y="4074"/>
                      <a:pt x="943" y="3983"/>
                      <a:pt x="943" y="3892"/>
                    </a:cubicBezTo>
                    <a:cubicBezTo>
                      <a:pt x="943" y="3466"/>
                      <a:pt x="1034" y="3071"/>
                      <a:pt x="1065" y="2676"/>
                    </a:cubicBezTo>
                    <a:cubicBezTo>
                      <a:pt x="1065" y="2645"/>
                      <a:pt x="1126" y="2615"/>
                      <a:pt x="1156" y="2615"/>
                    </a:cubicBezTo>
                    <a:cubicBezTo>
                      <a:pt x="1217" y="2615"/>
                      <a:pt x="1247" y="2645"/>
                      <a:pt x="1247" y="2676"/>
                    </a:cubicBezTo>
                    <a:cubicBezTo>
                      <a:pt x="1217" y="2888"/>
                      <a:pt x="1278" y="3132"/>
                      <a:pt x="1460" y="3284"/>
                    </a:cubicBezTo>
                    <a:cubicBezTo>
                      <a:pt x="1521" y="3344"/>
                      <a:pt x="1490" y="3466"/>
                      <a:pt x="1521" y="3557"/>
                    </a:cubicBezTo>
                    <a:cubicBezTo>
                      <a:pt x="1582" y="3709"/>
                      <a:pt x="1642" y="3740"/>
                      <a:pt x="1825" y="3740"/>
                    </a:cubicBezTo>
                    <a:cubicBezTo>
                      <a:pt x="1886" y="3740"/>
                      <a:pt x="1916" y="3740"/>
                      <a:pt x="1977" y="3740"/>
                    </a:cubicBezTo>
                    <a:lnTo>
                      <a:pt x="2007" y="3740"/>
                    </a:lnTo>
                    <a:cubicBezTo>
                      <a:pt x="2007" y="3740"/>
                      <a:pt x="2007" y="3740"/>
                      <a:pt x="1977" y="3770"/>
                    </a:cubicBezTo>
                    <a:lnTo>
                      <a:pt x="1977" y="3770"/>
                    </a:lnTo>
                    <a:cubicBezTo>
                      <a:pt x="2007" y="3922"/>
                      <a:pt x="2007" y="4044"/>
                      <a:pt x="2189" y="4074"/>
                    </a:cubicBezTo>
                    <a:cubicBezTo>
                      <a:pt x="2189" y="4074"/>
                      <a:pt x="2220" y="4104"/>
                      <a:pt x="2250" y="4104"/>
                    </a:cubicBezTo>
                    <a:cubicBezTo>
                      <a:pt x="2341" y="4165"/>
                      <a:pt x="2463" y="4135"/>
                      <a:pt x="2524" y="4013"/>
                    </a:cubicBezTo>
                    <a:cubicBezTo>
                      <a:pt x="2554" y="3831"/>
                      <a:pt x="2554" y="3648"/>
                      <a:pt x="2554" y="3466"/>
                    </a:cubicBezTo>
                    <a:cubicBezTo>
                      <a:pt x="2524" y="3375"/>
                      <a:pt x="2493" y="3314"/>
                      <a:pt x="2402" y="3253"/>
                    </a:cubicBezTo>
                    <a:cubicBezTo>
                      <a:pt x="2341" y="3253"/>
                      <a:pt x="2281" y="3192"/>
                      <a:pt x="2220" y="3162"/>
                    </a:cubicBezTo>
                    <a:cubicBezTo>
                      <a:pt x="2129" y="3101"/>
                      <a:pt x="2098" y="3010"/>
                      <a:pt x="2129" y="2919"/>
                    </a:cubicBezTo>
                    <a:cubicBezTo>
                      <a:pt x="2159" y="2828"/>
                      <a:pt x="2129" y="2706"/>
                      <a:pt x="2038" y="2615"/>
                    </a:cubicBezTo>
                    <a:cubicBezTo>
                      <a:pt x="1977" y="2493"/>
                      <a:pt x="1886" y="2372"/>
                      <a:pt x="1794" y="2281"/>
                    </a:cubicBezTo>
                    <a:cubicBezTo>
                      <a:pt x="1764" y="2220"/>
                      <a:pt x="1794" y="2129"/>
                      <a:pt x="1855" y="2098"/>
                    </a:cubicBezTo>
                    <a:lnTo>
                      <a:pt x="2189" y="1855"/>
                    </a:lnTo>
                    <a:cubicBezTo>
                      <a:pt x="2281" y="1825"/>
                      <a:pt x="2372" y="1825"/>
                      <a:pt x="2463" y="1855"/>
                    </a:cubicBezTo>
                    <a:cubicBezTo>
                      <a:pt x="2524" y="1885"/>
                      <a:pt x="2585" y="1885"/>
                      <a:pt x="2645" y="1855"/>
                    </a:cubicBezTo>
                    <a:cubicBezTo>
                      <a:pt x="2676" y="1855"/>
                      <a:pt x="2737" y="1825"/>
                      <a:pt x="2767" y="1794"/>
                    </a:cubicBezTo>
                    <a:cubicBezTo>
                      <a:pt x="2767" y="1673"/>
                      <a:pt x="2797" y="1551"/>
                      <a:pt x="2767" y="1399"/>
                    </a:cubicBezTo>
                    <a:cubicBezTo>
                      <a:pt x="2767" y="1369"/>
                      <a:pt x="2737" y="1338"/>
                      <a:pt x="2706" y="1308"/>
                    </a:cubicBezTo>
                    <a:cubicBezTo>
                      <a:pt x="2615" y="1308"/>
                      <a:pt x="2524" y="1308"/>
                      <a:pt x="2433" y="1308"/>
                    </a:cubicBezTo>
                    <a:cubicBezTo>
                      <a:pt x="2250" y="1369"/>
                      <a:pt x="2098" y="1399"/>
                      <a:pt x="1916" y="1429"/>
                    </a:cubicBezTo>
                    <a:cubicBezTo>
                      <a:pt x="1703" y="1429"/>
                      <a:pt x="1490" y="1521"/>
                      <a:pt x="1369" y="1673"/>
                    </a:cubicBezTo>
                    <a:cubicBezTo>
                      <a:pt x="1338" y="1673"/>
                      <a:pt x="1278" y="1673"/>
                      <a:pt x="1247" y="1673"/>
                    </a:cubicBezTo>
                    <a:cubicBezTo>
                      <a:pt x="1034" y="1581"/>
                      <a:pt x="913" y="1429"/>
                      <a:pt x="852" y="1217"/>
                    </a:cubicBezTo>
                    <a:cubicBezTo>
                      <a:pt x="822" y="1004"/>
                      <a:pt x="974" y="791"/>
                      <a:pt x="1186" y="761"/>
                    </a:cubicBezTo>
                    <a:cubicBezTo>
                      <a:pt x="1673" y="730"/>
                      <a:pt x="2189" y="761"/>
                      <a:pt x="2676" y="822"/>
                    </a:cubicBezTo>
                    <a:cubicBezTo>
                      <a:pt x="3132" y="913"/>
                      <a:pt x="3557" y="670"/>
                      <a:pt x="3740" y="274"/>
                    </a:cubicBezTo>
                    <a:cubicBezTo>
                      <a:pt x="3770" y="214"/>
                      <a:pt x="3770" y="122"/>
                      <a:pt x="3709" y="92"/>
                    </a:cubicBezTo>
                    <a:cubicBezTo>
                      <a:pt x="3679" y="31"/>
                      <a:pt x="3557" y="1"/>
                      <a:pt x="3527" y="31"/>
                    </a:cubicBezTo>
                    <a:cubicBezTo>
                      <a:pt x="3497" y="92"/>
                      <a:pt x="3375" y="183"/>
                      <a:pt x="3284" y="274"/>
                    </a:cubicBezTo>
                    <a:cubicBezTo>
                      <a:pt x="3132" y="396"/>
                      <a:pt x="2949" y="457"/>
                      <a:pt x="2767" y="426"/>
                    </a:cubicBezTo>
                    <a:cubicBezTo>
                      <a:pt x="2493" y="366"/>
                      <a:pt x="2220" y="366"/>
                      <a:pt x="1977" y="335"/>
                    </a:cubicBezTo>
                    <a:cubicBezTo>
                      <a:pt x="1794" y="305"/>
                      <a:pt x="1612" y="214"/>
                      <a:pt x="1430" y="214"/>
                    </a:cubicBezTo>
                    <a:cubicBezTo>
                      <a:pt x="1247" y="214"/>
                      <a:pt x="1126" y="487"/>
                      <a:pt x="913" y="487"/>
                    </a:cubicBezTo>
                    <a:cubicBezTo>
                      <a:pt x="882" y="487"/>
                      <a:pt x="852" y="487"/>
                      <a:pt x="852" y="518"/>
                    </a:cubicBezTo>
                    <a:cubicBezTo>
                      <a:pt x="730" y="578"/>
                      <a:pt x="639" y="700"/>
                      <a:pt x="609" y="852"/>
                    </a:cubicBezTo>
                    <a:cubicBezTo>
                      <a:pt x="609" y="913"/>
                      <a:pt x="609" y="1034"/>
                      <a:pt x="579" y="1095"/>
                    </a:cubicBezTo>
                    <a:cubicBezTo>
                      <a:pt x="579" y="1186"/>
                      <a:pt x="548" y="1278"/>
                      <a:pt x="487" y="1369"/>
                    </a:cubicBezTo>
                    <a:cubicBezTo>
                      <a:pt x="396" y="1490"/>
                      <a:pt x="305" y="1642"/>
                      <a:pt x="305" y="1794"/>
                    </a:cubicBezTo>
                    <a:close/>
                    <a:moveTo>
                      <a:pt x="2098" y="3588"/>
                    </a:moveTo>
                    <a:lnTo>
                      <a:pt x="2129" y="3588"/>
                    </a:lnTo>
                    <a:cubicBezTo>
                      <a:pt x="2159" y="3527"/>
                      <a:pt x="2220" y="3496"/>
                      <a:pt x="2281" y="3496"/>
                    </a:cubicBezTo>
                    <a:cubicBezTo>
                      <a:pt x="2311" y="3496"/>
                      <a:pt x="2341" y="3527"/>
                      <a:pt x="2311" y="3588"/>
                    </a:cubicBezTo>
                    <a:cubicBezTo>
                      <a:pt x="2311" y="3588"/>
                      <a:pt x="2281" y="3618"/>
                      <a:pt x="2281" y="3618"/>
                    </a:cubicBezTo>
                    <a:lnTo>
                      <a:pt x="2129" y="3588"/>
                    </a:lnTo>
                    <a:lnTo>
                      <a:pt x="2129" y="3588"/>
                    </a:lnTo>
                    <a:cubicBezTo>
                      <a:pt x="2129" y="3588"/>
                      <a:pt x="2098" y="3588"/>
                      <a:pt x="2098" y="3588"/>
                    </a:cubicBezTo>
                    <a:cubicBezTo>
                      <a:pt x="2098" y="3588"/>
                      <a:pt x="2098" y="3588"/>
                      <a:pt x="2098" y="358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856;p21">
                <a:extLst>
                  <a:ext uri="{FF2B5EF4-FFF2-40B4-BE49-F238E27FC236}">
                    <a16:creationId xmlns:a16="http://schemas.microsoft.com/office/drawing/2014/main" id="{9A50B238-AD02-098E-A084-F4880E611FB5}"/>
                  </a:ext>
                </a:extLst>
              </p:cNvPr>
              <p:cNvSpPr/>
              <p:nvPr/>
            </p:nvSpPr>
            <p:spPr>
              <a:xfrm>
                <a:off x="5035218" y="3478798"/>
                <a:ext cx="176932" cy="56408"/>
              </a:xfrm>
              <a:custGeom>
                <a:avLst/>
                <a:gdLst/>
                <a:ahLst/>
                <a:cxnLst/>
                <a:rect l="l" t="t" r="r" b="b"/>
                <a:pathLst>
                  <a:path w="5533" h="1764" extrusionOk="0">
                    <a:moveTo>
                      <a:pt x="3830" y="1521"/>
                    </a:moveTo>
                    <a:cubicBezTo>
                      <a:pt x="4104" y="1521"/>
                      <a:pt x="4377" y="1581"/>
                      <a:pt x="4621" y="1703"/>
                    </a:cubicBezTo>
                    <a:cubicBezTo>
                      <a:pt x="4712" y="1764"/>
                      <a:pt x="4833" y="1733"/>
                      <a:pt x="4925" y="1673"/>
                    </a:cubicBezTo>
                    <a:cubicBezTo>
                      <a:pt x="4985" y="1612"/>
                      <a:pt x="5046" y="1612"/>
                      <a:pt x="5107" y="1642"/>
                    </a:cubicBezTo>
                    <a:cubicBezTo>
                      <a:pt x="5198" y="1642"/>
                      <a:pt x="5289" y="1673"/>
                      <a:pt x="5380" y="1673"/>
                    </a:cubicBezTo>
                    <a:cubicBezTo>
                      <a:pt x="5472" y="1673"/>
                      <a:pt x="5532" y="1581"/>
                      <a:pt x="5532" y="1490"/>
                    </a:cubicBezTo>
                    <a:cubicBezTo>
                      <a:pt x="5532" y="1429"/>
                      <a:pt x="5472" y="1338"/>
                      <a:pt x="5411" y="1338"/>
                    </a:cubicBezTo>
                    <a:cubicBezTo>
                      <a:pt x="5168" y="1369"/>
                      <a:pt x="4925" y="1277"/>
                      <a:pt x="4742" y="1126"/>
                    </a:cubicBezTo>
                    <a:cubicBezTo>
                      <a:pt x="4712" y="1095"/>
                      <a:pt x="4651" y="1095"/>
                      <a:pt x="4621" y="1095"/>
                    </a:cubicBezTo>
                    <a:lnTo>
                      <a:pt x="4347" y="1095"/>
                    </a:lnTo>
                    <a:cubicBezTo>
                      <a:pt x="4286" y="1095"/>
                      <a:pt x="4225" y="1065"/>
                      <a:pt x="4195" y="1004"/>
                    </a:cubicBezTo>
                    <a:cubicBezTo>
                      <a:pt x="4165" y="974"/>
                      <a:pt x="4195" y="913"/>
                      <a:pt x="4317" y="882"/>
                    </a:cubicBezTo>
                    <a:cubicBezTo>
                      <a:pt x="4347" y="882"/>
                      <a:pt x="4408" y="882"/>
                      <a:pt x="4438" y="882"/>
                    </a:cubicBezTo>
                    <a:cubicBezTo>
                      <a:pt x="4499" y="852"/>
                      <a:pt x="4590" y="852"/>
                      <a:pt x="4590" y="761"/>
                    </a:cubicBezTo>
                    <a:cubicBezTo>
                      <a:pt x="4590" y="700"/>
                      <a:pt x="4469" y="700"/>
                      <a:pt x="4408" y="670"/>
                    </a:cubicBezTo>
                    <a:cubicBezTo>
                      <a:pt x="4134" y="670"/>
                      <a:pt x="3891" y="639"/>
                      <a:pt x="3618" y="548"/>
                    </a:cubicBezTo>
                    <a:cubicBezTo>
                      <a:pt x="3496" y="518"/>
                      <a:pt x="3374" y="457"/>
                      <a:pt x="3253" y="396"/>
                    </a:cubicBezTo>
                    <a:cubicBezTo>
                      <a:pt x="3070" y="305"/>
                      <a:pt x="2858" y="335"/>
                      <a:pt x="2766" y="518"/>
                    </a:cubicBezTo>
                    <a:cubicBezTo>
                      <a:pt x="2706" y="578"/>
                      <a:pt x="2614" y="609"/>
                      <a:pt x="2523" y="609"/>
                    </a:cubicBezTo>
                    <a:cubicBezTo>
                      <a:pt x="2402" y="609"/>
                      <a:pt x="2311" y="578"/>
                      <a:pt x="2189" y="578"/>
                    </a:cubicBezTo>
                    <a:cubicBezTo>
                      <a:pt x="1976" y="578"/>
                      <a:pt x="1794" y="487"/>
                      <a:pt x="1672" y="335"/>
                    </a:cubicBezTo>
                    <a:cubicBezTo>
                      <a:pt x="1459" y="153"/>
                      <a:pt x="1216" y="62"/>
                      <a:pt x="973" y="92"/>
                    </a:cubicBezTo>
                    <a:cubicBezTo>
                      <a:pt x="730" y="92"/>
                      <a:pt x="487" y="1"/>
                      <a:pt x="244" y="1"/>
                    </a:cubicBezTo>
                    <a:cubicBezTo>
                      <a:pt x="213" y="183"/>
                      <a:pt x="152" y="335"/>
                      <a:pt x="31" y="487"/>
                    </a:cubicBezTo>
                    <a:cubicBezTo>
                      <a:pt x="0" y="548"/>
                      <a:pt x="31" y="609"/>
                      <a:pt x="92" y="639"/>
                    </a:cubicBezTo>
                    <a:cubicBezTo>
                      <a:pt x="244" y="700"/>
                      <a:pt x="426" y="730"/>
                      <a:pt x="487" y="882"/>
                    </a:cubicBezTo>
                    <a:cubicBezTo>
                      <a:pt x="548" y="943"/>
                      <a:pt x="639" y="1004"/>
                      <a:pt x="730" y="1004"/>
                    </a:cubicBezTo>
                    <a:cubicBezTo>
                      <a:pt x="912" y="1004"/>
                      <a:pt x="1064" y="1034"/>
                      <a:pt x="1247" y="1126"/>
                    </a:cubicBezTo>
                    <a:cubicBezTo>
                      <a:pt x="1368" y="1186"/>
                      <a:pt x="1490" y="1217"/>
                      <a:pt x="1611" y="1186"/>
                    </a:cubicBezTo>
                    <a:cubicBezTo>
                      <a:pt x="1915" y="1156"/>
                      <a:pt x="2219" y="1186"/>
                      <a:pt x="2462" y="1338"/>
                    </a:cubicBezTo>
                    <a:cubicBezTo>
                      <a:pt x="2736" y="1460"/>
                      <a:pt x="3040" y="1521"/>
                      <a:pt x="3314" y="1521"/>
                    </a:cubicBezTo>
                    <a:cubicBezTo>
                      <a:pt x="3526" y="1521"/>
                      <a:pt x="3678" y="1551"/>
                      <a:pt x="3830" y="152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857;p21">
                <a:extLst>
                  <a:ext uri="{FF2B5EF4-FFF2-40B4-BE49-F238E27FC236}">
                    <a16:creationId xmlns:a16="http://schemas.microsoft.com/office/drawing/2014/main" id="{1EB6919B-87F4-1BCD-357A-78C25F784855}"/>
                  </a:ext>
                </a:extLst>
              </p:cNvPr>
              <p:cNvSpPr/>
              <p:nvPr/>
            </p:nvSpPr>
            <p:spPr>
              <a:xfrm>
                <a:off x="5610620" y="4260259"/>
                <a:ext cx="70031" cy="86563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2707" extrusionOk="0">
                    <a:moveTo>
                      <a:pt x="1916" y="305"/>
                    </a:moveTo>
                    <a:cubicBezTo>
                      <a:pt x="1703" y="335"/>
                      <a:pt x="1460" y="366"/>
                      <a:pt x="1247" y="426"/>
                    </a:cubicBezTo>
                    <a:cubicBezTo>
                      <a:pt x="1065" y="487"/>
                      <a:pt x="882" y="457"/>
                      <a:pt x="761" y="305"/>
                    </a:cubicBezTo>
                    <a:cubicBezTo>
                      <a:pt x="639" y="214"/>
                      <a:pt x="548" y="153"/>
                      <a:pt x="426" y="62"/>
                    </a:cubicBezTo>
                    <a:cubicBezTo>
                      <a:pt x="365" y="31"/>
                      <a:pt x="305" y="1"/>
                      <a:pt x="244" y="31"/>
                    </a:cubicBezTo>
                    <a:cubicBezTo>
                      <a:pt x="183" y="31"/>
                      <a:pt x="92" y="123"/>
                      <a:pt x="92" y="214"/>
                    </a:cubicBezTo>
                    <a:cubicBezTo>
                      <a:pt x="92" y="305"/>
                      <a:pt x="92" y="305"/>
                      <a:pt x="92" y="366"/>
                    </a:cubicBezTo>
                    <a:cubicBezTo>
                      <a:pt x="122" y="761"/>
                      <a:pt x="92" y="1156"/>
                      <a:pt x="1" y="1551"/>
                    </a:cubicBezTo>
                    <a:cubicBezTo>
                      <a:pt x="1" y="1612"/>
                      <a:pt x="1" y="1673"/>
                      <a:pt x="1" y="1733"/>
                    </a:cubicBezTo>
                    <a:cubicBezTo>
                      <a:pt x="1" y="1855"/>
                      <a:pt x="61" y="2068"/>
                      <a:pt x="92" y="2311"/>
                    </a:cubicBezTo>
                    <a:cubicBezTo>
                      <a:pt x="122" y="2524"/>
                      <a:pt x="305" y="2645"/>
                      <a:pt x="517" y="2676"/>
                    </a:cubicBezTo>
                    <a:cubicBezTo>
                      <a:pt x="548" y="2706"/>
                      <a:pt x="609" y="2706"/>
                      <a:pt x="639" y="2676"/>
                    </a:cubicBezTo>
                    <a:cubicBezTo>
                      <a:pt x="730" y="2615"/>
                      <a:pt x="821" y="2554"/>
                      <a:pt x="913" y="2463"/>
                    </a:cubicBezTo>
                    <a:cubicBezTo>
                      <a:pt x="1004" y="2341"/>
                      <a:pt x="1156" y="2311"/>
                      <a:pt x="1277" y="2341"/>
                    </a:cubicBezTo>
                    <a:cubicBezTo>
                      <a:pt x="1369" y="2341"/>
                      <a:pt x="1460" y="2311"/>
                      <a:pt x="1490" y="2220"/>
                    </a:cubicBezTo>
                    <a:cubicBezTo>
                      <a:pt x="1551" y="1916"/>
                      <a:pt x="1672" y="1673"/>
                      <a:pt x="1885" y="1460"/>
                    </a:cubicBezTo>
                    <a:cubicBezTo>
                      <a:pt x="1916" y="1399"/>
                      <a:pt x="1916" y="1369"/>
                      <a:pt x="1916" y="1308"/>
                    </a:cubicBezTo>
                    <a:cubicBezTo>
                      <a:pt x="1976" y="1095"/>
                      <a:pt x="2037" y="882"/>
                      <a:pt x="2098" y="670"/>
                    </a:cubicBezTo>
                    <a:cubicBezTo>
                      <a:pt x="2098" y="639"/>
                      <a:pt x="2098" y="578"/>
                      <a:pt x="2128" y="548"/>
                    </a:cubicBezTo>
                    <a:cubicBezTo>
                      <a:pt x="2189" y="396"/>
                      <a:pt x="2068" y="244"/>
                      <a:pt x="1916" y="30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858;p21">
                <a:extLst>
                  <a:ext uri="{FF2B5EF4-FFF2-40B4-BE49-F238E27FC236}">
                    <a16:creationId xmlns:a16="http://schemas.microsoft.com/office/drawing/2014/main" id="{AD97BE65-C985-EAE5-A7BE-5887C4A0B8D9}"/>
                  </a:ext>
                </a:extLst>
              </p:cNvPr>
              <p:cNvSpPr/>
              <p:nvPr/>
            </p:nvSpPr>
            <p:spPr>
              <a:xfrm>
                <a:off x="5331680" y="3180418"/>
                <a:ext cx="87490" cy="84580"/>
              </a:xfrm>
              <a:custGeom>
                <a:avLst/>
                <a:gdLst/>
                <a:ahLst/>
                <a:cxnLst/>
                <a:rect l="l" t="t" r="r" b="b"/>
                <a:pathLst>
                  <a:path w="2736" h="2645" extrusionOk="0">
                    <a:moveTo>
                      <a:pt x="2006" y="31"/>
                    </a:moveTo>
                    <a:cubicBezTo>
                      <a:pt x="1976" y="31"/>
                      <a:pt x="1976" y="61"/>
                      <a:pt x="1976" y="92"/>
                    </a:cubicBezTo>
                    <a:cubicBezTo>
                      <a:pt x="1945" y="213"/>
                      <a:pt x="1915" y="335"/>
                      <a:pt x="1854" y="456"/>
                    </a:cubicBezTo>
                    <a:cubicBezTo>
                      <a:pt x="1763" y="578"/>
                      <a:pt x="1672" y="639"/>
                      <a:pt x="1550" y="730"/>
                    </a:cubicBezTo>
                    <a:cubicBezTo>
                      <a:pt x="1490" y="791"/>
                      <a:pt x="1459" y="821"/>
                      <a:pt x="1398" y="882"/>
                    </a:cubicBezTo>
                    <a:cubicBezTo>
                      <a:pt x="1368" y="912"/>
                      <a:pt x="1307" y="973"/>
                      <a:pt x="1246" y="1003"/>
                    </a:cubicBezTo>
                    <a:cubicBezTo>
                      <a:pt x="1186" y="1064"/>
                      <a:pt x="1125" y="1003"/>
                      <a:pt x="1094" y="973"/>
                    </a:cubicBezTo>
                    <a:cubicBezTo>
                      <a:pt x="942" y="791"/>
                      <a:pt x="851" y="730"/>
                      <a:pt x="638" y="973"/>
                    </a:cubicBezTo>
                    <a:cubicBezTo>
                      <a:pt x="517" y="1064"/>
                      <a:pt x="395" y="1155"/>
                      <a:pt x="243" y="1216"/>
                    </a:cubicBezTo>
                    <a:cubicBezTo>
                      <a:pt x="91" y="1307"/>
                      <a:pt x="0" y="1459"/>
                      <a:pt x="31" y="1642"/>
                    </a:cubicBezTo>
                    <a:cubicBezTo>
                      <a:pt x="31" y="1642"/>
                      <a:pt x="31" y="1672"/>
                      <a:pt x="31" y="1672"/>
                    </a:cubicBezTo>
                    <a:cubicBezTo>
                      <a:pt x="31" y="1733"/>
                      <a:pt x="31" y="1763"/>
                      <a:pt x="61" y="1794"/>
                    </a:cubicBezTo>
                    <a:cubicBezTo>
                      <a:pt x="122" y="1824"/>
                      <a:pt x="152" y="1794"/>
                      <a:pt x="183" y="1763"/>
                    </a:cubicBezTo>
                    <a:cubicBezTo>
                      <a:pt x="274" y="1703"/>
                      <a:pt x="334" y="1642"/>
                      <a:pt x="395" y="1581"/>
                    </a:cubicBezTo>
                    <a:cubicBezTo>
                      <a:pt x="578" y="1611"/>
                      <a:pt x="790" y="1611"/>
                      <a:pt x="973" y="1551"/>
                    </a:cubicBezTo>
                    <a:cubicBezTo>
                      <a:pt x="1034" y="1520"/>
                      <a:pt x="1186" y="1642"/>
                      <a:pt x="1186" y="1703"/>
                    </a:cubicBezTo>
                    <a:cubicBezTo>
                      <a:pt x="1186" y="1763"/>
                      <a:pt x="1186" y="1885"/>
                      <a:pt x="1186" y="1976"/>
                    </a:cubicBezTo>
                    <a:cubicBezTo>
                      <a:pt x="1186" y="2250"/>
                      <a:pt x="1368" y="2493"/>
                      <a:pt x="1642" y="2554"/>
                    </a:cubicBezTo>
                    <a:cubicBezTo>
                      <a:pt x="1763" y="2614"/>
                      <a:pt x="1885" y="2614"/>
                      <a:pt x="1976" y="2645"/>
                    </a:cubicBezTo>
                    <a:cubicBezTo>
                      <a:pt x="2067" y="2614"/>
                      <a:pt x="2128" y="2584"/>
                      <a:pt x="2158" y="2554"/>
                    </a:cubicBezTo>
                    <a:cubicBezTo>
                      <a:pt x="2219" y="2493"/>
                      <a:pt x="2249" y="2371"/>
                      <a:pt x="2219" y="2280"/>
                    </a:cubicBezTo>
                    <a:cubicBezTo>
                      <a:pt x="2189" y="2159"/>
                      <a:pt x="2097" y="2037"/>
                      <a:pt x="2158" y="1915"/>
                    </a:cubicBezTo>
                    <a:cubicBezTo>
                      <a:pt x="2158" y="1885"/>
                      <a:pt x="2219" y="1855"/>
                      <a:pt x="2249" y="1855"/>
                    </a:cubicBezTo>
                    <a:cubicBezTo>
                      <a:pt x="2280" y="1855"/>
                      <a:pt x="2310" y="1915"/>
                      <a:pt x="2341" y="1946"/>
                    </a:cubicBezTo>
                    <a:cubicBezTo>
                      <a:pt x="2432" y="2067"/>
                      <a:pt x="2432" y="2067"/>
                      <a:pt x="2523" y="1976"/>
                    </a:cubicBezTo>
                    <a:cubicBezTo>
                      <a:pt x="2675" y="1855"/>
                      <a:pt x="2736" y="1672"/>
                      <a:pt x="2675" y="1490"/>
                    </a:cubicBezTo>
                    <a:cubicBezTo>
                      <a:pt x="2614" y="1277"/>
                      <a:pt x="2553" y="1064"/>
                      <a:pt x="2523" y="821"/>
                    </a:cubicBezTo>
                    <a:cubicBezTo>
                      <a:pt x="2493" y="700"/>
                      <a:pt x="2432" y="578"/>
                      <a:pt x="2341" y="487"/>
                    </a:cubicBezTo>
                    <a:cubicBezTo>
                      <a:pt x="2219" y="396"/>
                      <a:pt x="2128" y="244"/>
                      <a:pt x="2067" y="92"/>
                    </a:cubicBezTo>
                    <a:cubicBezTo>
                      <a:pt x="2067" y="61"/>
                      <a:pt x="2037" y="0"/>
                      <a:pt x="2006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859;p21">
                <a:extLst>
                  <a:ext uri="{FF2B5EF4-FFF2-40B4-BE49-F238E27FC236}">
                    <a16:creationId xmlns:a16="http://schemas.microsoft.com/office/drawing/2014/main" id="{2AB455AF-9D29-0CF2-805C-83721D7897B6}"/>
                  </a:ext>
                </a:extLst>
              </p:cNvPr>
              <p:cNvSpPr/>
              <p:nvPr/>
            </p:nvSpPr>
            <p:spPr>
              <a:xfrm>
                <a:off x="4567708" y="3184319"/>
                <a:ext cx="43745" cy="73900"/>
              </a:xfrm>
              <a:custGeom>
                <a:avLst/>
                <a:gdLst/>
                <a:ahLst/>
                <a:cxnLst/>
                <a:rect l="l" t="t" r="r" b="b"/>
                <a:pathLst>
                  <a:path w="1368" h="2311" extrusionOk="0">
                    <a:moveTo>
                      <a:pt x="426" y="61"/>
                    </a:moveTo>
                    <a:cubicBezTo>
                      <a:pt x="365" y="30"/>
                      <a:pt x="304" y="0"/>
                      <a:pt x="243" y="0"/>
                    </a:cubicBezTo>
                    <a:cubicBezTo>
                      <a:pt x="182" y="0"/>
                      <a:pt x="152" y="0"/>
                      <a:pt x="152" y="61"/>
                    </a:cubicBezTo>
                    <a:cubicBezTo>
                      <a:pt x="152" y="122"/>
                      <a:pt x="213" y="182"/>
                      <a:pt x="182" y="243"/>
                    </a:cubicBezTo>
                    <a:cubicBezTo>
                      <a:pt x="91" y="486"/>
                      <a:pt x="31" y="760"/>
                      <a:pt x="0" y="1003"/>
                    </a:cubicBezTo>
                    <a:cubicBezTo>
                      <a:pt x="0" y="1368"/>
                      <a:pt x="61" y="1733"/>
                      <a:pt x="182" y="2067"/>
                    </a:cubicBezTo>
                    <a:cubicBezTo>
                      <a:pt x="274" y="2219"/>
                      <a:pt x="426" y="2310"/>
                      <a:pt x="578" y="2280"/>
                    </a:cubicBezTo>
                    <a:cubicBezTo>
                      <a:pt x="1064" y="2249"/>
                      <a:pt x="1368" y="1763"/>
                      <a:pt x="1216" y="1307"/>
                    </a:cubicBezTo>
                    <a:cubicBezTo>
                      <a:pt x="1034" y="821"/>
                      <a:pt x="760" y="426"/>
                      <a:pt x="426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860;p21">
                <a:extLst>
                  <a:ext uri="{FF2B5EF4-FFF2-40B4-BE49-F238E27FC236}">
                    <a16:creationId xmlns:a16="http://schemas.microsoft.com/office/drawing/2014/main" id="{304014B4-BDAF-2810-6054-1C9F5B38B7C8}"/>
                  </a:ext>
                </a:extLst>
              </p:cNvPr>
              <p:cNvSpPr/>
              <p:nvPr/>
            </p:nvSpPr>
            <p:spPr>
              <a:xfrm>
                <a:off x="5809871" y="3450626"/>
                <a:ext cx="76842" cy="43777"/>
              </a:xfrm>
              <a:custGeom>
                <a:avLst/>
                <a:gdLst/>
                <a:ahLst/>
                <a:cxnLst/>
                <a:rect l="l" t="t" r="r" b="b"/>
                <a:pathLst>
                  <a:path w="2403" h="1369" extrusionOk="0">
                    <a:moveTo>
                      <a:pt x="2189" y="61"/>
                    </a:moveTo>
                    <a:cubicBezTo>
                      <a:pt x="2037" y="0"/>
                      <a:pt x="1855" y="92"/>
                      <a:pt x="1825" y="274"/>
                    </a:cubicBezTo>
                    <a:cubicBezTo>
                      <a:pt x="1764" y="487"/>
                      <a:pt x="1581" y="639"/>
                      <a:pt x="1369" y="730"/>
                    </a:cubicBezTo>
                    <a:cubicBezTo>
                      <a:pt x="1247" y="760"/>
                      <a:pt x="1095" y="730"/>
                      <a:pt x="1034" y="639"/>
                    </a:cubicBezTo>
                    <a:lnTo>
                      <a:pt x="1034" y="608"/>
                    </a:lnTo>
                    <a:lnTo>
                      <a:pt x="1034" y="608"/>
                    </a:lnTo>
                    <a:lnTo>
                      <a:pt x="1034" y="608"/>
                    </a:lnTo>
                    <a:cubicBezTo>
                      <a:pt x="822" y="669"/>
                      <a:pt x="578" y="730"/>
                      <a:pt x="366" y="730"/>
                    </a:cubicBezTo>
                    <a:cubicBezTo>
                      <a:pt x="305" y="700"/>
                      <a:pt x="274" y="700"/>
                      <a:pt x="214" y="730"/>
                    </a:cubicBezTo>
                    <a:cubicBezTo>
                      <a:pt x="183" y="730"/>
                      <a:pt x="153" y="730"/>
                      <a:pt x="92" y="730"/>
                    </a:cubicBezTo>
                    <a:cubicBezTo>
                      <a:pt x="62" y="760"/>
                      <a:pt x="31" y="791"/>
                      <a:pt x="1" y="821"/>
                    </a:cubicBezTo>
                    <a:cubicBezTo>
                      <a:pt x="1" y="882"/>
                      <a:pt x="1" y="912"/>
                      <a:pt x="31" y="943"/>
                    </a:cubicBezTo>
                    <a:cubicBezTo>
                      <a:pt x="426" y="1247"/>
                      <a:pt x="943" y="1368"/>
                      <a:pt x="1429" y="1247"/>
                    </a:cubicBezTo>
                    <a:cubicBezTo>
                      <a:pt x="1460" y="1247"/>
                      <a:pt x="1521" y="1216"/>
                      <a:pt x="1551" y="1186"/>
                    </a:cubicBezTo>
                    <a:cubicBezTo>
                      <a:pt x="1733" y="1095"/>
                      <a:pt x="1885" y="882"/>
                      <a:pt x="2098" y="821"/>
                    </a:cubicBezTo>
                    <a:cubicBezTo>
                      <a:pt x="2129" y="791"/>
                      <a:pt x="2159" y="760"/>
                      <a:pt x="2159" y="700"/>
                    </a:cubicBezTo>
                    <a:cubicBezTo>
                      <a:pt x="2159" y="548"/>
                      <a:pt x="2280" y="487"/>
                      <a:pt x="2341" y="365"/>
                    </a:cubicBezTo>
                    <a:cubicBezTo>
                      <a:pt x="2402" y="244"/>
                      <a:pt x="2341" y="92"/>
                      <a:pt x="2189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861;p21">
                <a:extLst>
                  <a:ext uri="{FF2B5EF4-FFF2-40B4-BE49-F238E27FC236}">
                    <a16:creationId xmlns:a16="http://schemas.microsoft.com/office/drawing/2014/main" id="{F1DFA60A-5237-B8A3-2E76-4B297C454B4F}"/>
                  </a:ext>
                </a:extLst>
              </p:cNvPr>
              <p:cNvSpPr/>
              <p:nvPr/>
            </p:nvSpPr>
            <p:spPr>
              <a:xfrm>
                <a:off x="5353041" y="3530313"/>
                <a:ext cx="66129" cy="37957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87" extrusionOk="0">
                    <a:moveTo>
                      <a:pt x="183" y="1156"/>
                    </a:moveTo>
                    <a:cubicBezTo>
                      <a:pt x="426" y="1125"/>
                      <a:pt x="670" y="1004"/>
                      <a:pt x="852" y="822"/>
                    </a:cubicBezTo>
                    <a:cubicBezTo>
                      <a:pt x="1034" y="639"/>
                      <a:pt x="1277" y="487"/>
                      <a:pt x="1551" y="457"/>
                    </a:cubicBezTo>
                    <a:cubicBezTo>
                      <a:pt x="1673" y="426"/>
                      <a:pt x="1764" y="396"/>
                      <a:pt x="1885" y="335"/>
                    </a:cubicBezTo>
                    <a:cubicBezTo>
                      <a:pt x="1946" y="274"/>
                      <a:pt x="2037" y="244"/>
                      <a:pt x="2068" y="153"/>
                    </a:cubicBezTo>
                    <a:cubicBezTo>
                      <a:pt x="2068" y="31"/>
                      <a:pt x="1977" y="31"/>
                      <a:pt x="1825" y="31"/>
                    </a:cubicBezTo>
                    <a:cubicBezTo>
                      <a:pt x="1460" y="1"/>
                      <a:pt x="1095" y="92"/>
                      <a:pt x="791" y="274"/>
                    </a:cubicBezTo>
                    <a:cubicBezTo>
                      <a:pt x="700" y="335"/>
                      <a:pt x="578" y="335"/>
                      <a:pt x="487" y="396"/>
                    </a:cubicBezTo>
                    <a:cubicBezTo>
                      <a:pt x="366" y="457"/>
                      <a:pt x="274" y="518"/>
                      <a:pt x="214" y="609"/>
                    </a:cubicBezTo>
                    <a:cubicBezTo>
                      <a:pt x="92" y="761"/>
                      <a:pt x="1" y="943"/>
                      <a:pt x="1" y="1156"/>
                    </a:cubicBezTo>
                    <a:cubicBezTo>
                      <a:pt x="62" y="1156"/>
                      <a:pt x="122" y="1186"/>
                      <a:pt x="183" y="115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862;p21">
                <a:extLst>
                  <a:ext uri="{FF2B5EF4-FFF2-40B4-BE49-F238E27FC236}">
                    <a16:creationId xmlns:a16="http://schemas.microsoft.com/office/drawing/2014/main" id="{366CA2C5-37F4-D423-AA0E-AEF9EEA437AC}"/>
                  </a:ext>
                </a:extLst>
              </p:cNvPr>
              <p:cNvSpPr/>
              <p:nvPr/>
            </p:nvSpPr>
            <p:spPr>
              <a:xfrm>
                <a:off x="5371524" y="3129861"/>
                <a:ext cx="24335" cy="48638"/>
              </a:xfrm>
              <a:custGeom>
                <a:avLst/>
                <a:gdLst/>
                <a:ahLst/>
                <a:cxnLst/>
                <a:rect l="l" t="t" r="r" b="b"/>
                <a:pathLst>
                  <a:path w="761" h="1521" extrusionOk="0">
                    <a:moveTo>
                      <a:pt x="152" y="62"/>
                    </a:moveTo>
                    <a:cubicBezTo>
                      <a:pt x="61" y="92"/>
                      <a:pt x="0" y="183"/>
                      <a:pt x="31" y="274"/>
                    </a:cubicBezTo>
                    <a:lnTo>
                      <a:pt x="152" y="578"/>
                    </a:lnTo>
                    <a:lnTo>
                      <a:pt x="152" y="578"/>
                    </a:lnTo>
                    <a:lnTo>
                      <a:pt x="152" y="578"/>
                    </a:lnTo>
                    <a:lnTo>
                      <a:pt x="152" y="609"/>
                    </a:lnTo>
                    <a:cubicBezTo>
                      <a:pt x="183" y="609"/>
                      <a:pt x="213" y="639"/>
                      <a:pt x="244" y="670"/>
                    </a:cubicBezTo>
                    <a:cubicBezTo>
                      <a:pt x="244" y="670"/>
                      <a:pt x="244" y="700"/>
                      <a:pt x="244" y="730"/>
                    </a:cubicBezTo>
                    <a:cubicBezTo>
                      <a:pt x="213" y="761"/>
                      <a:pt x="183" y="761"/>
                      <a:pt x="152" y="700"/>
                    </a:cubicBezTo>
                    <a:cubicBezTo>
                      <a:pt x="152" y="670"/>
                      <a:pt x="152" y="639"/>
                      <a:pt x="152" y="609"/>
                    </a:cubicBezTo>
                    <a:lnTo>
                      <a:pt x="152" y="609"/>
                    </a:lnTo>
                    <a:cubicBezTo>
                      <a:pt x="152" y="609"/>
                      <a:pt x="152" y="639"/>
                      <a:pt x="122" y="639"/>
                    </a:cubicBezTo>
                    <a:cubicBezTo>
                      <a:pt x="0" y="791"/>
                      <a:pt x="0" y="974"/>
                      <a:pt x="92" y="1156"/>
                    </a:cubicBezTo>
                    <a:cubicBezTo>
                      <a:pt x="183" y="1247"/>
                      <a:pt x="244" y="1369"/>
                      <a:pt x="335" y="1490"/>
                    </a:cubicBezTo>
                    <a:cubicBezTo>
                      <a:pt x="365" y="1521"/>
                      <a:pt x="396" y="1521"/>
                      <a:pt x="426" y="1521"/>
                    </a:cubicBezTo>
                    <a:cubicBezTo>
                      <a:pt x="517" y="1521"/>
                      <a:pt x="547" y="1460"/>
                      <a:pt x="547" y="1399"/>
                    </a:cubicBezTo>
                    <a:cubicBezTo>
                      <a:pt x="517" y="1308"/>
                      <a:pt x="517" y="1247"/>
                      <a:pt x="487" y="1186"/>
                    </a:cubicBezTo>
                    <a:cubicBezTo>
                      <a:pt x="487" y="1156"/>
                      <a:pt x="487" y="1065"/>
                      <a:pt x="517" y="1065"/>
                    </a:cubicBezTo>
                    <a:cubicBezTo>
                      <a:pt x="760" y="1004"/>
                      <a:pt x="760" y="822"/>
                      <a:pt x="730" y="639"/>
                    </a:cubicBezTo>
                    <a:cubicBezTo>
                      <a:pt x="699" y="518"/>
                      <a:pt x="669" y="366"/>
                      <a:pt x="608" y="244"/>
                    </a:cubicBezTo>
                    <a:cubicBezTo>
                      <a:pt x="517" y="92"/>
                      <a:pt x="335" y="1"/>
                      <a:pt x="152" y="6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863;p21">
                <a:extLst>
                  <a:ext uri="{FF2B5EF4-FFF2-40B4-BE49-F238E27FC236}">
                    <a16:creationId xmlns:a16="http://schemas.microsoft.com/office/drawing/2014/main" id="{B6039AFC-E44F-E72E-0AFA-0394944A4818}"/>
                  </a:ext>
                </a:extLst>
              </p:cNvPr>
              <p:cNvSpPr/>
              <p:nvPr/>
            </p:nvSpPr>
            <p:spPr>
              <a:xfrm>
                <a:off x="5439572" y="3422422"/>
                <a:ext cx="53466" cy="2241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701" extrusionOk="0">
                    <a:moveTo>
                      <a:pt x="182" y="548"/>
                    </a:moveTo>
                    <a:cubicBezTo>
                      <a:pt x="608" y="426"/>
                      <a:pt x="1064" y="457"/>
                      <a:pt x="1459" y="670"/>
                    </a:cubicBezTo>
                    <a:cubicBezTo>
                      <a:pt x="1459" y="670"/>
                      <a:pt x="1489" y="670"/>
                      <a:pt x="1520" y="670"/>
                    </a:cubicBezTo>
                    <a:cubicBezTo>
                      <a:pt x="1550" y="700"/>
                      <a:pt x="1641" y="639"/>
                      <a:pt x="1672" y="548"/>
                    </a:cubicBezTo>
                    <a:cubicBezTo>
                      <a:pt x="1641" y="487"/>
                      <a:pt x="1641" y="426"/>
                      <a:pt x="1611" y="396"/>
                    </a:cubicBezTo>
                    <a:cubicBezTo>
                      <a:pt x="1581" y="335"/>
                      <a:pt x="1520" y="305"/>
                      <a:pt x="1459" y="274"/>
                    </a:cubicBezTo>
                    <a:cubicBezTo>
                      <a:pt x="1094" y="62"/>
                      <a:pt x="669" y="1"/>
                      <a:pt x="274" y="123"/>
                    </a:cubicBezTo>
                    <a:cubicBezTo>
                      <a:pt x="152" y="123"/>
                      <a:pt x="61" y="214"/>
                      <a:pt x="30" y="335"/>
                    </a:cubicBezTo>
                    <a:cubicBezTo>
                      <a:pt x="0" y="457"/>
                      <a:pt x="91" y="578"/>
                      <a:pt x="182" y="54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864;p21">
                <a:extLst>
                  <a:ext uri="{FF2B5EF4-FFF2-40B4-BE49-F238E27FC236}">
                    <a16:creationId xmlns:a16="http://schemas.microsoft.com/office/drawing/2014/main" id="{F7737101-F026-88E5-515B-2CF9644860F7}"/>
                  </a:ext>
                </a:extLst>
              </p:cNvPr>
              <p:cNvSpPr/>
              <p:nvPr/>
            </p:nvSpPr>
            <p:spPr>
              <a:xfrm>
                <a:off x="6069400" y="3778169"/>
                <a:ext cx="43777" cy="45728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1430" extrusionOk="0">
                    <a:moveTo>
                      <a:pt x="1156" y="1429"/>
                    </a:moveTo>
                    <a:cubicBezTo>
                      <a:pt x="1216" y="1429"/>
                      <a:pt x="1277" y="1429"/>
                      <a:pt x="1338" y="1429"/>
                    </a:cubicBezTo>
                    <a:cubicBezTo>
                      <a:pt x="1338" y="1429"/>
                      <a:pt x="1338" y="1399"/>
                      <a:pt x="1368" y="1369"/>
                    </a:cubicBezTo>
                    <a:cubicBezTo>
                      <a:pt x="1338" y="1338"/>
                      <a:pt x="1338" y="1308"/>
                      <a:pt x="1307" y="1247"/>
                    </a:cubicBezTo>
                    <a:lnTo>
                      <a:pt x="548" y="396"/>
                    </a:lnTo>
                    <a:cubicBezTo>
                      <a:pt x="456" y="274"/>
                      <a:pt x="365" y="183"/>
                      <a:pt x="274" y="92"/>
                    </a:cubicBezTo>
                    <a:cubicBezTo>
                      <a:pt x="244" y="62"/>
                      <a:pt x="183" y="31"/>
                      <a:pt x="152" y="31"/>
                    </a:cubicBezTo>
                    <a:cubicBezTo>
                      <a:pt x="122" y="1"/>
                      <a:pt x="61" y="1"/>
                      <a:pt x="31" y="31"/>
                    </a:cubicBezTo>
                    <a:cubicBezTo>
                      <a:pt x="0" y="62"/>
                      <a:pt x="0" y="92"/>
                      <a:pt x="0" y="153"/>
                    </a:cubicBezTo>
                    <a:cubicBezTo>
                      <a:pt x="92" y="426"/>
                      <a:pt x="244" y="669"/>
                      <a:pt x="456" y="882"/>
                    </a:cubicBezTo>
                    <a:cubicBezTo>
                      <a:pt x="639" y="1095"/>
                      <a:pt x="882" y="1308"/>
                      <a:pt x="1156" y="14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865;p21">
                <a:extLst>
                  <a:ext uri="{FF2B5EF4-FFF2-40B4-BE49-F238E27FC236}">
                    <a16:creationId xmlns:a16="http://schemas.microsoft.com/office/drawing/2014/main" id="{43B07E12-ABFE-9A4C-08B3-938321FBBF34}"/>
                  </a:ext>
                </a:extLst>
              </p:cNvPr>
              <p:cNvSpPr/>
              <p:nvPr/>
            </p:nvSpPr>
            <p:spPr>
              <a:xfrm>
                <a:off x="5218928" y="3522543"/>
                <a:ext cx="59318" cy="19474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609" extrusionOk="0">
                    <a:moveTo>
                      <a:pt x="1155" y="31"/>
                    </a:moveTo>
                    <a:cubicBezTo>
                      <a:pt x="1125" y="31"/>
                      <a:pt x="1094" y="92"/>
                      <a:pt x="1064" y="122"/>
                    </a:cubicBezTo>
                    <a:cubicBezTo>
                      <a:pt x="1034" y="153"/>
                      <a:pt x="1003" y="183"/>
                      <a:pt x="1003" y="213"/>
                    </a:cubicBezTo>
                    <a:cubicBezTo>
                      <a:pt x="760" y="92"/>
                      <a:pt x="517" y="213"/>
                      <a:pt x="274" y="153"/>
                    </a:cubicBezTo>
                    <a:cubicBezTo>
                      <a:pt x="183" y="122"/>
                      <a:pt x="91" y="183"/>
                      <a:pt x="61" y="274"/>
                    </a:cubicBezTo>
                    <a:cubicBezTo>
                      <a:pt x="0" y="335"/>
                      <a:pt x="31" y="426"/>
                      <a:pt x="91" y="426"/>
                    </a:cubicBezTo>
                    <a:lnTo>
                      <a:pt x="456" y="548"/>
                    </a:lnTo>
                    <a:cubicBezTo>
                      <a:pt x="547" y="578"/>
                      <a:pt x="639" y="609"/>
                      <a:pt x="699" y="609"/>
                    </a:cubicBezTo>
                    <a:cubicBezTo>
                      <a:pt x="1064" y="578"/>
                      <a:pt x="1429" y="487"/>
                      <a:pt x="1794" y="396"/>
                    </a:cubicBezTo>
                    <a:cubicBezTo>
                      <a:pt x="1824" y="396"/>
                      <a:pt x="1854" y="335"/>
                      <a:pt x="1794" y="305"/>
                    </a:cubicBezTo>
                    <a:cubicBezTo>
                      <a:pt x="1642" y="92"/>
                      <a:pt x="1398" y="1"/>
                      <a:pt x="1155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866;p21">
                <a:extLst>
                  <a:ext uri="{FF2B5EF4-FFF2-40B4-BE49-F238E27FC236}">
                    <a16:creationId xmlns:a16="http://schemas.microsoft.com/office/drawing/2014/main" id="{CCF9A042-072B-3DDD-2B6C-4C547F1AC287}"/>
                  </a:ext>
                </a:extLst>
              </p:cNvPr>
              <p:cNvSpPr/>
              <p:nvPr/>
            </p:nvSpPr>
            <p:spPr>
              <a:xfrm>
                <a:off x="5287935" y="3524493"/>
                <a:ext cx="59318" cy="15573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487" extrusionOk="0">
                    <a:moveTo>
                      <a:pt x="1551" y="335"/>
                    </a:moveTo>
                    <a:cubicBezTo>
                      <a:pt x="1611" y="335"/>
                      <a:pt x="1672" y="304"/>
                      <a:pt x="1733" y="244"/>
                    </a:cubicBezTo>
                    <a:cubicBezTo>
                      <a:pt x="1763" y="213"/>
                      <a:pt x="1794" y="183"/>
                      <a:pt x="1824" y="152"/>
                    </a:cubicBezTo>
                    <a:cubicBezTo>
                      <a:pt x="1854" y="122"/>
                      <a:pt x="1824" y="61"/>
                      <a:pt x="1794" y="31"/>
                    </a:cubicBezTo>
                    <a:cubicBezTo>
                      <a:pt x="1794" y="31"/>
                      <a:pt x="1763" y="0"/>
                      <a:pt x="1733" y="0"/>
                    </a:cubicBezTo>
                    <a:cubicBezTo>
                      <a:pt x="1551" y="92"/>
                      <a:pt x="1338" y="122"/>
                      <a:pt x="1155" y="122"/>
                    </a:cubicBezTo>
                    <a:cubicBezTo>
                      <a:pt x="943" y="61"/>
                      <a:pt x="760" y="61"/>
                      <a:pt x="547" y="31"/>
                    </a:cubicBezTo>
                    <a:lnTo>
                      <a:pt x="487" y="31"/>
                    </a:lnTo>
                    <a:cubicBezTo>
                      <a:pt x="304" y="0"/>
                      <a:pt x="152" y="61"/>
                      <a:pt x="61" y="183"/>
                    </a:cubicBezTo>
                    <a:cubicBezTo>
                      <a:pt x="31" y="213"/>
                      <a:pt x="0" y="244"/>
                      <a:pt x="0" y="304"/>
                    </a:cubicBezTo>
                    <a:cubicBezTo>
                      <a:pt x="0" y="335"/>
                      <a:pt x="31" y="365"/>
                      <a:pt x="92" y="396"/>
                    </a:cubicBezTo>
                    <a:cubicBezTo>
                      <a:pt x="243" y="426"/>
                      <a:pt x="426" y="456"/>
                      <a:pt x="608" y="487"/>
                    </a:cubicBezTo>
                    <a:cubicBezTo>
                      <a:pt x="943" y="426"/>
                      <a:pt x="1247" y="396"/>
                      <a:pt x="1551" y="33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867;p21">
                <a:extLst>
                  <a:ext uri="{FF2B5EF4-FFF2-40B4-BE49-F238E27FC236}">
                    <a16:creationId xmlns:a16="http://schemas.microsoft.com/office/drawing/2014/main" id="{06BBD086-E3E0-7521-D925-C5C9EEA8B7E0}"/>
                  </a:ext>
                </a:extLst>
              </p:cNvPr>
              <p:cNvSpPr/>
              <p:nvPr/>
            </p:nvSpPr>
            <p:spPr>
              <a:xfrm>
                <a:off x="5248091" y="3162926"/>
                <a:ext cx="41827" cy="44737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1399" extrusionOk="0">
                    <a:moveTo>
                      <a:pt x="0" y="1307"/>
                    </a:moveTo>
                    <a:cubicBezTo>
                      <a:pt x="0" y="1307"/>
                      <a:pt x="0" y="1338"/>
                      <a:pt x="0" y="1368"/>
                    </a:cubicBezTo>
                    <a:cubicBezTo>
                      <a:pt x="0" y="1368"/>
                      <a:pt x="30" y="1368"/>
                      <a:pt x="61" y="1399"/>
                    </a:cubicBezTo>
                    <a:cubicBezTo>
                      <a:pt x="61" y="1399"/>
                      <a:pt x="91" y="1399"/>
                      <a:pt x="122" y="1399"/>
                    </a:cubicBezTo>
                    <a:cubicBezTo>
                      <a:pt x="334" y="1277"/>
                      <a:pt x="517" y="1125"/>
                      <a:pt x="669" y="912"/>
                    </a:cubicBezTo>
                    <a:cubicBezTo>
                      <a:pt x="821" y="669"/>
                      <a:pt x="1003" y="487"/>
                      <a:pt x="1246" y="335"/>
                    </a:cubicBezTo>
                    <a:cubicBezTo>
                      <a:pt x="1307" y="304"/>
                      <a:pt x="1307" y="304"/>
                      <a:pt x="1246" y="183"/>
                    </a:cubicBezTo>
                    <a:cubicBezTo>
                      <a:pt x="1125" y="0"/>
                      <a:pt x="1003" y="31"/>
                      <a:pt x="942" y="152"/>
                    </a:cubicBezTo>
                    <a:cubicBezTo>
                      <a:pt x="669" y="517"/>
                      <a:pt x="395" y="882"/>
                      <a:pt x="61" y="1186"/>
                    </a:cubicBezTo>
                    <a:cubicBezTo>
                      <a:pt x="30" y="1216"/>
                      <a:pt x="30" y="1247"/>
                      <a:pt x="0" y="130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868;p21">
                <a:extLst>
                  <a:ext uri="{FF2B5EF4-FFF2-40B4-BE49-F238E27FC236}">
                    <a16:creationId xmlns:a16="http://schemas.microsoft.com/office/drawing/2014/main" id="{A256CA26-9D0F-E8E0-8CB8-DAA646CA47FA}"/>
                  </a:ext>
                </a:extLst>
              </p:cNvPr>
              <p:cNvSpPr/>
              <p:nvPr/>
            </p:nvSpPr>
            <p:spPr>
              <a:xfrm>
                <a:off x="5328739" y="3144443"/>
                <a:ext cx="30187" cy="54458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703" extrusionOk="0">
                    <a:moveTo>
                      <a:pt x="943" y="821"/>
                    </a:moveTo>
                    <a:cubicBezTo>
                      <a:pt x="943" y="639"/>
                      <a:pt x="791" y="609"/>
                      <a:pt x="670" y="548"/>
                    </a:cubicBezTo>
                    <a:lnTo>
                      <a:pt x="700" y="518"/>
                    </a:lnTo>
                    <a:lnTo>
                      <a:pt x="670" y="518"/>
                    </a:lnTo>
                    <a:cubicBezTo>
                      <a:pt x="670" y="487"/>
                      <a:pt x="670" y="426"/>
                      <a:pt x="670" y="396"/>
                    </a:cubicBezTo>
                    <a:cubicBezTo>
                      <a:pt x="670" y="335"/>
                      <a:pt x="670" y="305"/>
                      <a:pt x="639" y="274"/>
                    </a:cubicBezTo>
                    <a:cubicBezTo>
                      <a:pt x="457" y="153"/>
                      <a:pt x="244" y="62"/>
                      <a:pt x="31" y="1"/>
                    </a:cubicBezTo>
                    <a:cubicBezTo>
                      <a:pt x="31" y="1"/>
                      <a:pt x="1" y="31"/>
                      <a:pt x="1" y="31"/>
                    </a:cubicBezTo>
                    <a:cubicBezTo>
                      <a:pt x="1" y="274"/>
                      <a:pt x="1" y="487"/>
                      <a:pt x="31" y="700"/>
                    </a:cubicBezTo>
                    <a:cubicBezTo>
                      <a:pt x="31" y="791"/>
                      <a:pt x="92" y="791"/>
                      <a:pt x="153" y="821"/>
                    </a:cubicBezTo>
                    <a:cubicBezTo>
                      <a:pt x="244" y="852"/>
                      <a:pt x="335" y="882"/>
                      <a:pt x="396" y="791"/>
                    </a:cubicBezTo>
                    <a:lnTo>
                      <a:pt x="548" y="639"/>
                    </a:lnTo>
                    <a:lnTo>
                      <a:pt x="548" y="670"/>
                    </a:lnTo>
                    <a:lnTo>
                      <a:pt x="548" y="670"/>
                    </a:lnTo>
                    <a:cubicBezTo>
                      <a:pt x="487" y="821"/>
                      <a:pt x="518" y="1004"/>
                      <a:pt x="396" y="1156"/>
                    </a:cubicBezTo>
                    <a:cubicBezTo>
                      <a:pt x="275" y="1308"/>
                      <a:pt x="275" y="1399"/>
                      <a:pt x="457" y="1521"/>
                    </a:cubicBezTo>
                    <a:cubicBezTo>
                      <a:pt x="518" y="1581"/>
                      <a:pt x="578" y="1612"/>
                      <a:pt x="670" y="1673"/>
                    </a:cubicBezTo>
                    <a:cubicBezTo>
                      <a:pt x="730" y="1703"/>
                      <a:pt x="791" y="1673"/>
                      <a:pt x="822" y="1581"/>
                    </a:cubicBezTo>
                    <a:cubicBezTo>
                      <a:pt x="882" y="1490"/>
                      <a:pt x="943" y="1338"/>
                      <a:pt x="943" y="1217"/>
                    </a:cubicBezTo>
                    <a:lnTo>
                      <a:pt x="943" y="1217"/>
                    </a:lnTo>
                    <a:lnTo>
                      <a:pt x="943" y="1217"/>
                    </a:lnTo>
                    <a:lnTo>
                      <a:pt x="943" y="1217"/>
                    </a:lnTo>
                    <a:cubicBezTo>
                      <a:pt x="822" y="1095"/>
                      <a:pt x="822" y="913"/>
                      <a:pt x="943" y="82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869;p21">
                <a:extLst>
                  <a:ext uri="{FF2B5EF4-FFF2-40B4-BE49-F238E27FC236}">
                    <a16:creationId xmlns:a16="http://schemas.microsoft.com/office/drawing/2014/main" id="{18C91947-7EE5-2C28-0CF8-6A557F57A7D7}"/>
                  </a:ext>
                </a:extLst>
              </p:cNvPr>
              <p:cNvSpPr/>
              <p:nvPr/>
            </p:nvSpPr>
            <p:spPr>
              <a:xfrm>
                <a:off x="5273354" y="3543935"/>
                <a:ext cx="31146" cy="19474"/>
              </a:xfrm>
              <a:custGeom>
                <a:avLst/>
                <a:gdLst/>
                <a:ahLst/>
                <a:cxnLst/>
                <a:rect l="l" t="t" r="r" b="b"/>
                <a:pathLst>
                  <a:path w="974" h="609" extrusionOk="0">
                    <a:moveTo>
                      <a:pt x="639" y="608"/>
                    </a:moveTo>
                    <a:cubicBezTo>
                      <a:pt x="699" y="608"/>
                      <a:pt x="791" y="608"/>
                      <a:pt x="851" y="608"/>
                    </a:cubicBezTo>
                    <a:cubicBezTo>
                      <a:pt x="943" y="578"/>
                      <a:pt x="973" y="487"/>
                      <a:pt x="943" y="396"/>
                    </a:cubicBezTo>
                    <a:cubicBezTo>
                      <a:pt x="912" y="365"/>
                      <a:pt x="882" y="304"/>
                      <a:pt x="882" y="274"/>
                    </a:cubicBezTo>
                    <a:cubicBezTo>
                      <a:pt x="699" y="92"/>
                      <a:pt x="456" y="0"/>
                      <a:pt x="213" y="31"/>
                    </a:cubicBezTo>
                    <a:cubicBezTo>
                      <a:pt x="152" y="31"/>
                      <a:pt x="122" y="61"/>
                      <a:pt x="61" y="61"/>
                    </a:cubicBezTo>
                    <a:cubicBezTo>
                      <a:pt x="31" y="92"/>
                      <a:pt x="0" y="122"/>
                      <a:pt x="0" y="183"/>
                    </a:cubicBezTo>
                    <a:cubicBezTo>
                      <a:pt x="0" y="213"/>
                      <a:pt x="0" y="274"/>
                      <a:pt x="31" y="304"/>
                    </a:cubicBezTo>
                    <a:cubicBezTo>
                      <a:pt x="244" y="365"/>
                      <a:pt x="456" y="487"/>
                      <a:pt x="639" y="60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870;p21">
                <a:extLst>
                  <a:ext uri="{FF2B5EF4-FFF2-40B4-BE49-F238E27FC236}">
                    <a16:creationId xmlns:a16="http://schemas.microsoft.com/office/drawing/2014/main" id="{D0E1D915-893F-2D45-36DF-D6C0EADDDAEB}"/>
                  </a:ext>
                </a:extLst>
              </p:cNvPr>
              <p:cNvSpPr/>
              <p:nvPr/>
            </p:nvSpPr>
            <p:spPr>
              <a:xfrm>
                <a:off x="5924574" y="3476879"/>
                <a:ext cx="22384" cy="25294"/>
              </a:xfrm>
              <a:custGeom>
                <a:avLst/>
                <a:gdLst/>
                <a:ahLst/>
                <a:cxnLst/>
                <a:rect l="l" t="t" r="r" b="b"/>
                <a:pathLst>
                  <a:path w="700" h="791" extrusionOk="0">
                    <a:moveTo>
                      <a:pt x="122" y="0"/>
                    </a:moveTo>
                    <a:lnTo>
                      <a:pt x="61" y="0"/>
                    </a:lnTo>
                    <a:cubicBezTo>
                      <a:pt x="61" y="61"/>
                      <a:pt x="1" y="122"/>
                      <a:pt x="1" y="182"/>
                    </a:cubicBezTo>
                    <a:cubicBezTo>
                      <a:pt x="61" y="395"/>
                      <a:pt x="152" y="578"/>
                      <a:pt x="274" y="699"/>
                    </a:cubicBezTo>
                    <a:cubicBezTo>
                      <a:pt x="335" y="790"/>
                      <a:pt x="517" y="790"/>
                      <a:pt x="608" y="699"/>
                    </a:cubicBezTo>
                    <a:cubicBezTo>
                      <a:pt x="700" y="638"/>
                      <a:pt x="700" y="517"/>
                      <a:pt x="639" y="426"/>
                    </a:cubicBezTo>
                    <a:cubicBezTo>
                      <a:pt x="487" y="243"/>
                      <a:pt x="335" y="122"/>
                      <a:pt x="12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871;p21">
                <a:extLst>
                  <a:ext uri="{FF2B5EF4-FFF2-40B4-BE49-F238E27FC236}">
                    <a16:creationId xmlns:a16="http://schemas.microsoft.com/office/drawing/2014/main" id="{D9736C27-AC93-5CF5-257C-487276345926}"/>
                  </a:ext>
                </a:extLst>
              </p:cNvPr>
              <p:cNvSpPr/>
              <p:nvPr/>
            </p:nvSpPr>
            <p:spPr>
              <a:xfrm>
                <a:off x="5403598" y="3428274"/>
                <a:ext cx="23344" cy="17524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700" y="395"/>
                    </a:moveTo>
                    <a:cubicBezTo>
                      <a:pt x="730" y="395"/>
                      <a:pt x="730" y="335"/>
                      <a:pt x="730" y="304"/>
                    </a:cubicBezTo>
                    <a:cubicBezTo>
                      <a:pt x="730" y="243"/>
                      <a:pt x="700" y="213"/>
                      <a:pt x="700" y="183"/>
                    </a:cubicBezTo>
                    <a:cubicBezTo>
                      <a:pt x="517" y="0"/>
                      <a:pt x="213" y="0"/>
                      <a:pt x="31" y="183"/>
                    </a:cubicBezTo>
                    <a:cubicBezTo>
                      <a:pt x="0" y="243"/>
                      <a:pt x="0" y="304"/>
                      <a:pt x="31" y="365"/>
                    </a:cubicBezTo>
                    <a:cubicBezTo>
                      <a:pt x="152" y="487"/>
                      <a:pt x="335" y="547"/>
                      <a:pt x="517" y="517"/>
                    </a:cubicBezTo>
                    <a:cubicBezTo>
                      <a:pt x="578" y="487"/>
                      <a:pt x="639" y="456"/>
                      <a:pt x="700" y="39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872;p21">
                <a:extLst>
                  <a:ext uri="{FF2B5EF4-FFF2-40B4-BE49-F238E27FC236}">
                    <a16:creationId xmlns:a16="http://schemas.microsoft.com/office/drawing/2014/main" id="{47DFA65A-DBA8-C86F-BA17-A560C8B30B80}"/>
                  </a:ext>
                </a:extLst>
              </p:cNvPr>
              <p:cNvSpPr/>
              <p:nvPr/>
            </p:nvSpPr>
            <p:spPr>
              <a:xfrm>
                <a:off x="5512449" y="4113515"/>
                <a:ext cx="20466" cy="1071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335" extrusionOk="0">
                    <a:moveTo>
                      <a:pt x="31" y="122"/>
                    </a:moveTo>
                    <a:cubicBezTo>
                      <a:pt x="1" y="152"/>
                      <a:pt x="1" y="213"/>
                      <a:pt x="1" y="243"/>
                    </a:cubicBezTo>
                    <a:cubicBezTo>
                      <a:pt x="1" y="274"/>
                      <a:pt x="31" y="274"/>
                      <a:pt x="62" y="274"/>
                    </a:cubicBezTo>
                    <a:lnTo>
                      <a:pt x="274" y="335"/>
                    </a:lnTo>
                    <a:lnTo>
                      <a:pt x="457" y="335"/>
                    </a:lnTo>
                    <a:lnTo>
                      <a:pt x="517" y="335"/>
                    </a:lnTo>
                    <a:lnTo>
                      <a:pt x="639" y="274"/>
                    </a:lnTo>
                    <a:cubicBezTo>
                      <a:pt x="609" y="213"/>
                      <a:pt x="578" y="152"/>
                      <a:pt x="517" y="122"/>
                    </a:cubicBezTo>
                    <a:cubicBezTo>
                      <a:pt x="396" y="0"/>
                      <a:pt x="183" y="0"/>
                      <a:pt x="31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873;p21">
                <a:extLst>
                  <a:ext uri="{FF2B5EF4-FFF2-40B4-BE49-F238E27FC236}">
                    <a16:creationId xmlns:a16="http://schemas.microsoft.com/office/drawing/2014/main" id="{5B70005E-E950-73AE-673B-5DA6A9806848}"/>
                  </a:ext>
                </a:extLst>
              </p:cNvPr>
              <p:cNvSpPr/>
              <p:nvPr/>
            </p:nvSpPr>
            <p:spPr>
              <a:xfrm>
                <a:off x="5550374" y="3477838"/>
                <a:ext cx="13622" cy="20434"/>
              </a:xfrm>
              <a:custGeom>
                <a:avLst/>
                <a:gdLst/>
                <a:ahLst/>
                <a:cxnLst/>
                <a:rect l="l" t="t" r="r" b="b"/>
                <a:pathLst>
                  <a:path w="426" h="639" extrusionOk="0">
                    <a:moveTo>
                      <a:pt x="243" y="0"/>
                    </a:moveTo>
                    <a:cubicBezTo>
                      <a:pt x="213" y="0"/>
                      <a:pt x="183" y="31"/>
                      <a:pt x="183" y="31"/>
                    </a:cubicBezTo>
                    <a:cubicBezTo>
                      <a:pt x="61" y="152"/>
                      <a:pt x="0" y="335"/>
                      <a:pt x="0" y="517"/>
                    </a:cubicBezTo>
                    <a:cubicBezTo>
                      <a:pt x="0" y="548"/>
                      <a:pt x="31" y="578"/>
                      <a:pt x="61" y="608"/>
                    </a:cubicBezTo>
                    <a:cubicBezTo>
                      <a:pt x="91" y="639"/>
                      <a:pt x="122" y="608"/>
                      <a:pt x="122" y="608"/>
                    </a:cubicBezTo>
                    <a:cubicBezTo>
                      <a:pt x="335" y="517"/>
                      <a:pt x="426" y="274"/>
                      <a:pt x="335" y="61"/>
                    </a:cubicBezTo>
                    <a:cubicBezTo>
                      <a:pt x="335" y="0"/>
                      <a:pt x="274" y="0"/>
                      <a:pt x="24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874;p21">
                <a:extLst>
                  <a:ext uri="{FF2B5EF4-FFF2-40B4-BE49-F238E27FC236}">
                    <a16:creationId xmlns:a16="http://schemas.microsoft.com/office/drawing/2014/main" id="{40EF45E9-6246-51D4-BEE7-0AB90A014142}"/>
                  </a:ext>
                </a:extLst>
              </p:cNvPr>
              <p:cNvSpPr/>
              <p:nvPr/>
            </p:nvSpPr>
            <p:spPr>
              <a:xfrm>
                <a:off x="5476506" y="3584738"/>
                <a:ext cx="19442" cy="1269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397" extrusionOk="0">
                    <a:moveTo>
                      <a:pt x="334" y="366"/>
                    </a:moveTo>
                    <a:cubicBezTo>
                      <a:pt x="426" y="396"/>
                      <a:pt x="547" y="305"/>
                      <a:pt x="578" y="183"/>
                    </a:cubicBezTo>
                    <a:cubicBezTo>
                      <a:pt x="608" y="123"/>
                      <a:pt x="578" y="62"/>
                      <a:pt x="517" y="31"/>
                    </a:cubicBezTo>
                    <a:lnTo>
                      <a:pt x="334" y="1"/>
                    </a:lnTo>
                    <a:cubicBezTo>
                      <a:pt x="274" y="1"/>
                      <a:pt x="182" y="31"/>
                      <a:pt x="91" y="31"/>
                    </a:cubicBezTo>
                    <a:cubicBezTo>
                      <a:pt x="30" y="62"/>
                      <a:pt x="0" y="92"/>
                      <a:pt x="0" y="123"/>
                    </a:cubicBezTo>
                    <a:cubicBezTo>
                      <a:pt x="0" y="153"/>
                      <a:pt x="0" y="244"/>
                      <a:pt x="30" y="244"/>
                    </a:cubicBezTo>
                    <a:cubicBezTo>
                      <a:pt x="122" y="305"/>
                      <a:pt x="243" y="335"/>
                      <a:pt x="334" y="36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875;p21">
                <a:extLst>
                  <a:ext uri="{FF2B5EF4-FFF2-40B4-BE49-F238E27FC236}">
                    <a16:creationId xmlns:a16="http://schemas.microsoft.com/office/drawing/2014/main" id="{B53A4F72-5EC2-4031-2911-AA0D77C6544F}"/>
                  </a:ext>
                </a:extLst>
              </p:cNvPr>
              <p:cNvSpPr/>
              <p:nvPr/>
            </p:nvSpPr>
            <p:spPr>
              <a:xfrm>
                <a:off x="5949836" y="4484803"/>
                <a:ext cx="14614" cy="15573"/>
              </a:xfrm>
              <a:custGeom>
                <a:avLst/>
                <a:gdLst/>
                <a:ahLst/>
                <a:cxnLst/>
                <a:rect l="l" t="t" r="r" b="b"/>
                <a:pathLst>
                  <a:path w="457" h="487" extrusionOk="0">
                    <a:moveTo>
                      <a:pt x="214" y="31"/>
                    </a:moveTo>
                    <a:cubicBezTo>
                      <a:pt x="92" y="122"/>
                      <a:pt x="31" y="274"/>
                      <a:pt x="1" y="426"/>
                    </a:cubicBezTo>
                    <a:cubicBezTo>
                      <a:pt x="1" y="426"/>
                      <a:pt x="31" y="487"/>
                      <a:pt x="62" y="487"/>
                    </a:cubicBezTo>
                    <a:cubicBezTo>
                      <a:pt x="122" y="456"/>
                      <a:pt x="214" y="426"/>
                      <a:pt x="305" y="395"/>
                    </a:cubicBezTo>
                    <a:cubicBezTo>
                      <a:pt x="426" y="335"/>
                      <a:pt x="457" y="213"/>
                      <a:pt x="396" y="61"/>
                    </a:cubicBezTo>
                    <a:cubicBezTo>
                      <a:pt x="335" y="0"/>
                      <a:pt x="274" y="0"/>
                      <a:pt x="214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876;p21">
                <a:extLst>
                  <a:ext uri="{FF2B5EF4-FFF2-40B4-BE49-F238E27FC236}">
                    <a16:creationId xmlns:a16="http://schemas.microsoft.com/office/drawing/2014/main" id="{9646FC22-A9B1-F49D-3D1A-193B6B5DDC4A}"/>
                  </a:ext>
                </a:extLst>
              </p:cNvPr>
              <p:cNvSpPr/>
              <p:nvPr/>
            </p:nvSpPr>
            <p:spPr>
              <a:xfrm>
                <a:off x="6123826" y="3662507"/>
                <a:ext cx="11704" cy="16564"/>
              </a:xfrm>
              <a:custGeom>
                <a:avLst/>
                <a:gdLst/>
                <a:ahLst/>
                <a:cxnLst/>
                <a:rect l="l" t="t" r="r" b="b"/>
                <a:pathLst>
                  <a:path w="366" h="518" extrusionOk="0">
                    <a:moveTo>
                      <a:pt x="365" y="274"/>
                    </a:moveTo>
                    <a:cubicBezTo>
                      <a:pt x="305" y="153"/>
                      <a:pt x="213" y="61"/>
                      <a:pt x="92" y="1"/>
                    </a:cubicBezTo>
                    <a:cubicBezTo>
                      <a:pt x="61" y="31"/>
                      <a:pt x="1" y="31"/>
                      <a:pt x="1" y="61"/>
                    </a:cubicBezTo>
                    <a:cubicBezTo>
                      <a:pt x="1" y="183"/>
                      <a:pt x="1" y="305"/>
                      <a:pt x="31" y="396"/>
                    </a:cubicBezTo>
                    <a:cubicBezTo>
                      <a:pt x="31" y="487"/>
                      <a:pt x="153" y="517"/>
                      <a:pt x="244" y="487"/>
                    </a:cubicBezTo>
                    <a:cubicBezTo>
                      <a:pt x="335" y="457"/>
                      <a:pt x="365" y="365"/>
                      <a:pt x="365" y="27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877;p21">
                <a:extLst>
                  <a:ext uri="{FF2B5EF4-FFF2-40B4-BE49-F238E27FC236}">
                    <a16:creationId xmlns:a16="http://schemas.microsoft.com/office/drawing/2014/main" id="{07417DB6-5303-CA24-9CF6-54177FE83038}"/>
                  </a:ext>
                </a:extLst>
              </p:cNvPr>
              <p:cNvSpPr/>
              <p:nvPr/>
            </p:nvSpPr>
            <p:spPr>
              <a:xfrm>
                <a:off x="6029556" y="3535174"/>
                <a:ext cx="15573" cy="19474"/>
              </a:xfrm>
              <a:custGeom>
                <a:avLst/>
                <a:gdLst/>
                <a:ahLst/>
                <a:cxnLst/>
                <a:rect l="l" t="t" r="r" b="b"/>
                <a:pathLst>
                  <a:path w="487" h="609" extrusionOk="0">
                    <a:moveTo>
                      <a:pt x="395" y="609"/>
                    </a:moveTo>
                    <a:cubicBezTo>
                      <a:pt x="426" y="609"/>
                      <a:pt x="426" y="609"/>
                      <a:pt x="456" y="609"/>
                    </a:cubicBezTo>
                    <a:cubicBezTo>
                      <a:pt x="456" y="578"/>
                      <a:pt x="487" y="578"/>
                      <a:pt x="487" y="548"/>
                    </a:cubicBezTo>
                    <a:cubicBezTo>
                      <a:pt x="426" y="487"/>
                      <a:pt x="395" y="396"/>
                      <a:pt x="335" y="335"/>
                    </a:cubicBezTo>
                    <a:lnTo>
                      <a:pt x="335" y="335"/>
                    </a:lnTo>
                    <a:cubicBezTo>
                      <a:pt x="274" y="244"/>
                      <a:pt x="213" y="153"/>
                      <a:pt x="152" y="62"/>
                    </a:cubicBezTo>
                    <a:cubicBezTo>
                      <a:pt x="122" y="31"/>
                      <a:pt x="91" y="31"/>
                      <a:pt x="31" y="1"/>
                    </a:cubicBezTo>
                    <a:cubicBezTo>
                      <a:pt x="0" y="1"/>
                      <a:pt x="0" y="153"/>
                      <a:pt x="0" y="214"/>
                    </a:cubicBezTo>
                    <a:cubicBezTo>
                      <a:pt x="91" y="366"/>
                      <a:pt x="213" y="518"/>
                      <a:pt x="395" y="60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878;p21">
                <a:extLst>
                  <a:ext uri="{FF2B5EF4-FFF2-40B4-BE49-F238E27FC236}">
                    <a16:creationId xmlns:a16="http://schemas.microsoft.com/office/drawing/2014/main" id="{B088B646-8F2A-7C79-02CB-A4B7D56606BC}"/>
                  </a:ext>
                </a:extLst>
              </p:cNvPr>
              <p:cNvSpPr/>
              <p:nvPr/>
            </p:nvSpPr>
            <p:spPr>
              <a:xfrm>
                <a:off x="5377344" y="3404930"/>
                <a:ext cx="24335" cy="4893"/>
              </a:xfrm>
              <a:custGeom>
                <a:avLst/>
                <a:gdLst/>
                <a:ahLst/>
                <a:cxnLst/>
                <a:rect l="l" t="t" r="r" b="b"/>
                <a:pathLst>
                  <a:path w="761" h="153" extrusionOk="0">
                    <a:moveTo>
                      <a:pt x="31" y="62"/>
                    </a:moveTo>
                    <a:cubicBezTo>
                      <a:pt x="1" y="122"/>
                      <a:pt x="31" y="153"/>
                      <a:pt x="92" y="153"/>
                    </a:cubicBezTo>
                    <a:lnTo>
                      <a:pt x="396" y="153"/>
                    </a:lnTo>
                    <a:lnTo>
                      <a:pt x="396" y="153"/>
                    </a:lnTo>
                    <a:lnTo>
                      <a:pt x="669" y="153"/>
                    </a:lnTo>
                    <a:cubicBezTo>
                      <a:pt x="700" y="153"/>
                      <a:pt x="730" y="122"/>
                      <a:pt x="730" y="92"/>
                    </a:cubicBezTo>
                    <a:cubicBezTo>
                      <a:pt x="761" y="92"/>
                      <a:pt x="700" y="62"/>
                      <a:pt x="700" y="62"/>
                    </a:cubicBezTo>
                    <a:cubicBezTo>
                      <a:pt x="517" y="31"/>
                      <a:pt x="305" y="1"/>
                      <a:pt x="122" y="1"/>
                    </a:cubicBezTo>
                    <a:cubicBezTo>
                      <a:pt x="92" y="1"/>
                      <a:pt x="31" y="31"/>
                      <a:pt x="31" y="6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879;p21">
                <a:extLst>
                  <a:ext uri="{FF2B5EF4-FFF2-40B4-BE49-F238E27FC236}">
                    <a16:creationId xmlns:a16="http://schemas.microsoft.com/office/drawing/2014/main" id="{9E1BE7A4-4840-E197-3C68-1199E06DA9DC}"/>
                  </a:ext>
                </a:extLst>
              </p:cNvPr>
              <p:cNvSpPr/>
              <p:nvPr/>
            </p:nvSpPr>
            <p:spPr>
              <a:xfrm>
                <a:off x="6012064" y="3549755"/>
                <a:ext cx="17524" cy="1170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66" extrusionOk="0">
                    <a:moveTo>
                      <a:pt x="426" y="366"/>
                    </a:moveTo>
                    <a:cubicBezTo>
                      <a:pt x="486" y="335"/>
                      <a:pt x="517" y="335"/>
                      <a:pt x="517" y="274"/>
                    </a:cubicBezTo>
                    <a:cubicBezTo>
                      <a:pt x="547" y="244"/>
                      <a:pt x="517" y="214"/>
                      <a:pt x="486" y="153"/>
                    </a:cubicBezTo>
                    <a:cubicBezTo>
                      <a:pt x="426" y="62"/>
                      <a:pt x="304" y="1"/>
                      <a:pt x="152" y="1"/>
                    </a:cubicBezTo>
                    <a:cubicBezTo>
                      <a:pt x="122" y="1"/>
                      <a:pt x="91" y="31"/>
                      <a:pt x="31" y="62"/>
                    </a:cubicBezTo>
                    <a:cubicBezTo>
                      <a:pt x="0" y="92"/>
                      <a:pt x="31" y="183"/>
                      <a:pt x="61" y="214"/>
                    </a:cubicBezTo>
                    <a:cubicBezTo>
                      <a:pt x="182" y="305"/>
                      <a:pt x="304" y="335"/>
                      <a:pt x="426" y="36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880;p21">
                <a:extLst>
                  <a:ext uri="{FF2B5EF4-FFF2-40B4-BE49-F238E27FC236}">
                    <a16:creationId xmlns:a16="http://schemas.microsoft.com/office/drawing/2014/main" id="{9A003324-6955-16C2-389A-9509F2EB402D}"/>
                  </a:ext>
                </a:extLst>
              </p:cNvPr>
              <p:cNvSpPr/>
              <p:nvPr/>
            </p:nvSpPr>
            <p:spPr>
              <a:xfrm>
                <a:off x="4888441" y="3343694"/>
                <a:ext cx="10744" cy="12695"/>
              </a:xfrm>
              <a:custGeom>
                <a:avLst/>
                <a:gdLst/>
                <a:ahLst/>
                <a:cxnLst/>
                <a:rect l="l" t="t" r="r" b="b"/>
                <a:pathLst>
                  <a:path w="336" h="397" extrusionOk="0">
                    <a:moveTo>
                      <a:pt x="122" y="1"/>
                    </a:moveTo>
                    <a:cubicBezTo>
                      <a:pt x="122" y="1"/>
                      <a:pt x="92" y="1"/>
                      <a:pt x="92" y="1"/>
                    </a:cubicBezTo>
                    <a:cubicBezTo>
                      <a:pt x="31" y="31"/>
                      <a:pt x="1" y="62"/>
                      <a:pt x="1" y="92"/>
                    </a:cubicBezTo>
                    <a:cubicBezTo>
                      <a:pt x="1" y="214"/>
                      <a:pt x="61" y="335"/>
                      <a:pt x="183" y="396"/>
                    </a:cubicBezTo>
                    <a:cubicBezTo>
                      <a:pt x="213" y="396"/>
                      <a:pt x="244" y="396"/>
                      <a:pt x="244" y="396"/>
                    </a:cubicBezTo>
                    <a:cubicBezTo>
                      <a:pt x="274" y="366"/>
                      <a:pt x="305" y="335"/>
                      <a:pt x="335" y="305"/>
                    </a:cubicBezTo>
                    <a:cubicBezTo>
                      <a:pt x="335" y="183"/>
                      <a:pt x="244" y="62"/>
                      <a:pt x="1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881;p21">
                <a:extLst>
                  <a:ext uri="{FF2B5EF4-FFF2-40B4-BE49-F238E27FC236}">
                    <a16:creationId xmlns:a16="http://schemas.microsoft.com/office/drawing/2014/main" id="{C0719AD1-6F36-741E-1582-FC82452F96A3}"/>
                  </a:ext>
                </a:extLst>
              </p:cNvPr>
              <p:cNvSpPr/>
              <p:nvPr/>
            </p:nvSpPr>
            <p:spPr>
              <a:xfrm>
                <a:off x="5073111" y="3418552"/>
                <a:ext cx="13654" cy="12663"/>
              </a:xfrm>
              <a:custGeom>
                <a:avLst/>
                <a:gdLst/>
                <a:ahLst/>
                <a:cxnLst/>
                <a:rect l="l" t="t" r="r" b="b"/>
                <a:pathLst>
                  <a:path w="427" h="396" extrusionOk="0">
                    <a:moveTo>
                      <a:pt x="92" y="31"/>
                    </a:moveTo>
                    <a:cubicBezTo>
                      <a:pt x="92" y="31"/>
                      <a:pt x="62" y="61"/>
                      <a:pt x="62" y="61"/>
                    </a:cubicBezTo>
                    <a:cubicBezTo>
                      <a:pt x="1" y="122"/>
                      <a:pt x="1" y="183"/>
                      <a:pt x="31" y="244"/>
                    </a:cubicBezTo>
                    <a:cubicBezTo>
                      <a:pt x="62" y="335"/>
                      <a:pt x="153" y="395"/>
                      <a:pt x="244" y="365"/>
                    </a:cubicBezTo>
                    <a:cubicBezTo>
                      <a:pt x="305" y="335"/>
                      <a:pt x="366" y="335"/>
                      <a:pt x="396" y="304"/>
                    </a:cubicBezTo>
                    <a:cubicBezTo>
                      <a:pt x="396" y="244"/>
                      <a:pt x="426" y="213"/>
                      <a:pt x="396" y="213"/>
                    </a:cubicBezTo>
                    <a:cubicBezTo>
                      <a:pt x="366" y="61"/>
                      <a:pt x="244" y="0"/>
                      <a:pt x="92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882;p21">
                <a:extLst>
                  <a:ext uri="{FF2B5EF4-FFF2-40B4-BE49-F238E27FC236}">
                    <a16:creationId xmlns:a16="http://schemas.microsoft.com/office/drawing/2014/main" id="{410EFA93-63E0-4E35-EE3D-FF00F9B49EDD}"/>
                  </a:ext>
                </a:extLst>
              </p:cNvPr>
              <p:cNvSpPr/>
              <p:nvPr/>
            </p:nvSpPr>
            <p:spPr>
              <a:xfrm>
                <a:off x="5997483" y="3517682"/>
                <a:ext cx="13622" cy="13654"/>
              </a:xfrm>
              <a:custGeom>
                <a:avLst/>
                <a:gdLst/>
                <a:ahLst/>
                <a:cxnLst/>
                <a:rect l="l" t="t" r="r" b="b"/>
                <a:pathLst>
                  <a:path w="426" h="427" extrusionOk="0">
                    <a:moveTo>
                      <a:pt x="304" y="396"/>
                    </a:moveTo>
                    <a:cubicBezTo>
                      <a:pt x="365" y="426"/>
                      <a:pt x="395" y="426"/>
                      <a:pt x="426" y="365"/>
                    </a:cubicBezTo>
                    <a:cubicBezTo>
                      <a:pt x="426" y="335"/>
                      <a:pt x="426" y="274"/>
                      <a:pt x="426" y="244"/>
                    </a:cubicBezTo>
                    <a:cubicBezTo>
                      <a:pt x="335" y="122"/>
                      <a:pt x="213" y="31"/>
                      <a:pt x="31" y="1"/>
                    </a:cubicBezTo>
                    <a:cubicBezTo>
                      <a:pt x="31" y="1"/>
                      <a:pt x="0" y="1"/>
                      <a:pt x="0" y="31"/>
                    </a:cubicBezTo>
                    <a:cubicBezTo>
                      <a:pt x="0" y="61"/>
                      <a:pt x="0" y="61"/>
                      <a:pt x="0" y="92"/>
                    </a:cubicBezTo>
                    <a:cubicBezTo>
                      <a:pt x="61" y="213"/>
                      <a:pt x="183" y="335"/>
                      <a:pt x="304" y="39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883;p21">
                <a:extLst>
                  <a:ext uri="{FF2B5EF4-FFF2-40B4-BE49-F238E27FC236}">
                    <a16:creationId xmlns:a16="http://schemas.microsoft.com/office/drawing/2014/main" id="{299C7D5C-4E00-7EDF-0503-D7DCBEEF347C}"/>
                  </a:ext>
                </a:extLst>
              </p:cNvPr>
              <p:cNvSpPr/>
              <p:nvPr/>
            </p:nvSpPr>
            <p:spPr>
              <a:xfrm>
                <a:off x="4912744" y="3390349"/>
                <a:ext cx="10712" cy="11704"/>
              </a:xfrm>
              <a:custGeom>
                <a:avLst/>
                <a:gdLst/>
                <a:ahLst/>
                <a:cxnLst/>
                <a:rect l="l" t="t" r="r" b="b"/>
                <a:pathLst>
                  <a:path w="335" h="366" extrusionOk="0">
                    <a:moveTo>
                      <a:pt x="183" y="1"/>
                    </a:moveTo>
                    <a:cubicBezTo>
                      <a:pt x="122" y="1"/>
                      <a:pt x="92" y="1"/>
                      <a:pt x="31" y="31"/>
                    </a:cubicBezTo>
                    <a:cubicBezTo>
                      <a:pt x="1" y="31"/>
                      <a:pt x="1" y="92"/>
                      <a:pt x="1" y="153"/>
                    </a:cubicBezTo>
                    <a:cubicBezTo>
                      <a:pt x="31" y="244"/>
                      <a:pt x="122" y="335"/>
                      <a:pt x="213" y="366"/>
                    </a:cubicBezTo>
                    <a:lnTo>
                      <a:pt x="274" y="366"/>
                    </a:lnTo>
                    <a:cubicBezTo>
                      <a:pt x="305" y="335"/>
                      <a:pt x="335" y="305"/>
                      <a:pt x="335" y="274"/>
                    </a:cubicBezTo>
                    <a:cubicBezTo>
                      <a:pt x="335" y="153"/>
                      <a:pt x="274" y="62"/>
                      <a:pt x="18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884;p21">
                <a:extLst>
                  <a:ext uri="{FF2B5EF4-FFF2-40B4-BE49-F238E27FC236}">
                    <a16:creationId xmlns:a16="http://schemas.microsoft.com/office/drawing/2014/main" id="{5709DC30-4002-A9C2-AD9B-E93A4A8B607E}"/>
                  </a:ext>
                </a:extLst>
              </p:cNvPr>
              <p:cNvSpPr/>
              <p:nvPr/>
            </p:nvSpPr>
            <p:spPr>
              <a:xfrm>
                <a:off x="6040237" y="3570189"/>
                <a:ext cx="13654" cy="9753"/>
              </a:xfrm>
              <a:custGeom>
                <a:avLst/>
                <a:gdLst/>
                <a:ahLst/>
                <a:cxnLst/>
                <a:rect l="l" t="t" r="r" b="b"/>
                <a:pathLst>
                  <a:path w="427" h="305" extrusionOk="0">
                    <a:moveTo>
                      <a:pt x="1" y="61"/>
                    </a:moveTo>
                    <a:cubicBezTo>
                      <a:pt x="1" y="91"/>
                      <a:pt x="1" y="91"/>
                      <a:pt x="1" y="122"/>
                    </a:cubicBezTo>
                    <a:cubicBezTo>
                      <a:pt x="61" y="213"/>
                      <a:pt x="153" y="304"/>
                      <a:pt x="274" y="304"/>
                    </a:cubicBezTo>
                    <a:cubicBezTo>
                      <a:pt x="305" y="304"/>
                      <a:pt x="365" y="274"/>
                      <a:pt x="426" y="243"/>
                    </a:cubicBezTo>
                    <a:cubicBezTo>
                      <a:pt x="426" y="213"/>
                      <a:pt x="426" y="182"/>
                      <a:pt x="396" y="152"/>
                    </a:cubicBezTo>
                    <a:cubicBezTo>
                      <a:pt x="335" y="91"/>
                      <a:pt x="244" y="30"/>
                      <a:pt x="122" y="0"/>
                    </a:cubicBezTo>
                    <a:cubicBezTo>
                      <a:pt x="61" y="0"/>
                      <a:pt x="31" y="0"/>
                      <a:pt x="1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885;p21">
                <a:extLst>
                  <a:ext uri="{FF2B5EF4-FFF2-40B4-BE49-F238E27FC236}">
                    <a16:creationId xmlns:a16="http://schemas.microsoft.com/office/drawing/2014/main" id="{2D013DE6-18B8-96B2-75C6-BE6983D2E141}"/>
                  </a:ext>
                </a:extLst>
              </p:cNvPr>
              <p:cNvSpPr/>
              <p:nvPr/>
            </p:nvSpPr>
            <p:spPr>
              <a:xfrm>
                <a:off x="5886681" y="3439945"/>
                <a:ext cx="9753" cy="20434"/>
              </a:xfrm>
              <a:custGeom>
                <a:avLst/>
                <a:gdLst/>
                <a:ahLst/>
                <a:cxnLst/>
                <a:rect l="l" t="t" r="r" b="b"/>
                <a:pathLst>
                  <a:path w="305" h="639" extrusionOk="0">
                    <a:moveTo>
                      <a:pt x="0" y="0"/>
                    </a:moveTo>
                    <a:cubicBezTo>
                      <a:pt x="0" y="213"/>
                      <a:pt x="61" y="426"/>
                      <a:pt x="152" y="638"/>
                    </a:cubicBezTo>
                    <a:lnTo>
                      <a:pt x="213" y="638"/>
                    </a:lnTo>
                    <a:cubicBezTo>
                      <a:pt x="274" y="608"/>
                      <a:pt x="304" y="547"/>
                      <a:pt x="304" y="486"/>
                    </a:cubicBezTo>
                    <a:cubicBezTo>
                      <a:pt x="304" y="274"/>
                      <a:pt x="182" y="9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886;p21">
                <a:extLst>
                  <a:ext uri="{FF2B5EF4-FFF2-40B4-BE49-F238E27FC236}">
                    <a16:creationId xmlns:a16="http://schemas.microsoft.com/office/drawing/2014/main" id="{3B7B5F3E-E558-5C4D-06CD-1BB4EFE746DC}"/>
                  </a:ext>
                </a:extLst>
              </p:cNvPr>
              <p:cNvSpPr/>
              <p:nvPr/>
            </p:nvSpPr>
            <p:spPr>
              <a:xfrm>
                <a:off x="5008964" y="3347595"/>
                <a:ext cx="14614" cy="6843"/>
              </a:xfrm>
              <a:custGeom>
                <a:avLst/>
                <a:gdLst/>
                <a:ahLst/>
                <a:cxnLst/>
                <a:rect l="l" t="t" r="r" b="b"/>
                <a:pathLst>
                  <a:path w="457" h="214" extrusionOk="0">
                    <a:moveTo>
                      <a:pt x="426" y="152"/>
                    </a:moveTo>
                    <a:cubicBezTo>
                      <a:pt x="457" y="152"/>
                      <a:pt x="457" y="122"/>
                      <a:pt x="426" y="122"/>
                    </a:cubicBezTo>
                    <a:cubicBezTo>
                      <a:pt x="426" y="61"/>
                      <a:pt x="396" y="31"/>
                      <a:pt x="366" y="0"/>
                    </a:cubicBezTo>
                    <a:cubicBezTo>
                      <a:pt x="305" y="0"/>
                      <a:pt x="274" y="0"/>
                      <a:pt x="214" y="0"/>
                    </a:cubicBezTo>
                    <a:lnTo>
                      <a:pt x="1" y="0"/>
                    </a:lnTo>
                    <a:cubicBezTo>
                      <a:pt x="92" y="92"/>
                      <a:pt x="214" y="152"/>
                      <a:pt x="305" y="213"/>
                    </a:cubicBezTo>
                    <a:cubicBezTo>
                      <a:pt x="366" y="213"/>
                      <a:pt x="396" y="183"/>
                      <a:pt x="426" y="15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887;p21">
                <a:extLst>
                  <a:ext uri="{FF2B5EF4-FFF2-40B4-BE49-F238E27FC236}">
                    <a16:creationId xmlns:a16="http://schemas.microsoft.com/office/drawing/2014/main" id="{2E0D33E2-7764-2D1B-4AFC-D07BE7446E4B}"/>
                  </a:ext>
                </a:extLst>
              </p:cNvPr>
              <p:cNvSpPr/>
              <p:nvPr/>
            </p:nvSpPr>
            <p:spPr>
              <a:xfrm>
                <a:off x="5491088" y="3371898"/>
                <a:ext cx="12663" cy="8762"/>
              </a:xfrm>
              <a:custGeom>
                <a:avLst/>
                <a:gdLst/>
                <a:ahLst/>
                <a:cxnLst/>
                <a:rect l="l" t="t" r="r" b="b"/>
                <a:pathLst>
                  <a:path w="396" h="274" extrusionOk="0">
                    <a:moveTo>
                      <a:pt x="334" y="244"/>
                    </a:moveTo>
                    <a:cubicBezTo>
                      <a:pt x="334" y="244"/>
                      <a:pt x="365" y="213"/>
                      <a:pt x="365" y="183"/>
                    </a:cubicBezTo>
                    <a:cubicBezTo>
                      <a:pt x="395" y="183"/>
                      <a:pt x="365" y="152"/>
                      <a:pt x="365" y="122"/>
                    </a:cubicBezTo>
                    <a:cubicBezTo>
                      <a:pt x="304" y="0"/>
                      <a:pt x="122" y="0"/>
                      <a:pt x="61" y="122"/>
                    </a:cubicBezTo>
                    <a:cubicBezTo>
                      <a:pt x="61" y="122"/>
                      <a:pt x="0" y="183"/>
                      <a:pt x="30" y="183"/>
                    </a:cubicBezTo>
                    <a:cubicBezTo>
                      <a:pt x="30" y="183"/>
                      <a:pt x="61" y="274"/>
                      <a:pt x="91" y="274"/>
                    </a:cubicBezTo>
                    <a:cubicBezTo>
                      <a:pt x="182" y="274"/>
                      <a:pt x="243" y="244"/>
                      <a:pt x="334" y="2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888;p21">
                <a:extLst>
                  <a:ext uri="{FF2B5EF4-FFF2-40B4-BE49-F238E27FC236}">
                    <a16:creationId xmlns:a16="http://schemas.microsoft.com/office/drawing/2014/main" id="{B89CF5F3-4147-1AA4-09F6-05BEB9FA4840}"/>
                  </a:ext>
                </a:extLst>
              </p:cNvPr>
              <p:cNvSpPr/>
              <p:nvPr/>
            </p:nvSpPr>
            <p:spPr>
              <a:xfrm>
                <a:off x="5363754" y="3179458"/>
                <a:ext cx="13622" cy="10712"/>
              </a:xfrm>
              <a:custGeom>
                <a:avLst/>
                <a:gdLst/>
                <a:ahLst/>
                <a:cxnLst/>
                <a:rect l="l" t="t" r="r" b="b"/>
                <a:pathLst>
                  <a:path w="426" h="335" extrusionOk="0">
                    <a:moveTo>
                      <a:pt x="0" y="122"/>
                    </a:moveTo>
                    <a:cubicBezTo>
                      <a:pt x="91" y="304"/>
                      <a:pt x="183" y="334"/>
                      <a:pt x="304" y="274"/>
                    </a:cubicBezTo>
                    <a:cubicBezTo>
                      <a:pt x="365" y="243"/>
                      <a:pt x="426" y="152"/>
                      <a:pt x="395" y="61"/>
                    </a:cubicBezTo>
                    <a:cubicBezTo>
                      <a:pt x="335" y="0"/>
                      <a:pt x="274" y="0"/>
                      <a:pt x="213" y="0"/>
                    </a:cubicBezTo>
                    <a:cubicBezTo>
                      <a:pt x="152" y="61"/>
                      <a:pt x="61" y="91"/>
                      <a:pt x="0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889;p21">
                <a:extLst>
                  <a:ext uri="{FF2B5EF4-FFF2-40B4-BE49-F238E27FC236}">
                    <a16:creationId xmlns:a16="http://schemas.microsoft.com/office/drawing/2014/main" id="{B88116CF-CB36-6619-313A-6C2E13E7B400}"/>
                  </a:ext>
                </a:extLst>
              </p:cNvPr>
              <p:cNvSpPr/>
              <p:nvPr/>
            </p:nvSpPr>
            <p:spPr>
              <a:xfrm>
                <a:off x="5359853" y="3164877"/>
                <a:ext cx="7803" cy="18483"/>
              </a:xfrm>
              <a:custGeom>
                <a:avLst/>
                <a:gdLst/>
                <a:ahLst/>
                <a:cxnLst/>
                <a:rect l="l" t="t" r="r" b="b"/>
                <a:pathLst>
                  <a:path w="244" h="578" extrusionOk="0">
                    <a:moveTo>
                      <a:pt x="244" y="91"/>
                    </a:moveTo>
                    <a:cubicBezTo>
                      <a:pt x="244" y="61"/>
                      <a:pt x="244" y="61"/>
                      <a:pt x="213" y="31"/>
                    </a:cubicBezTo>
                    <a:cubicBezTo>
                      <a:pt x="183" y="0"/>
                      <a:pt x="153" y="0"/>
                      <a:pt x="122" y="31"/>
                    </a:cubicBezTo>
                    <a:cubicBezTo>
                      <a:pt x="92" y="61"/>
                      <a:pt x="31" y="122"/>
                      <a:pt x="1" y="152"/>
                    </a:cubicBezTo>
                    <a:lnTo>
                      <a:pt x="1" y="578"/>
                    </a:lnTo>
                    <a:lnTo>
                      <a:pt x="122" y="578"/>
                    </a:lnTo>
                    <a:cubicBezTo>
                      <a:pt x="153" y="486"/>
                      <a:pt x="183" y="365"/>
                      <a:pt x="213" y="274"/>
                    </a:cubicBezTo>
                    <a:cubicBezTo>
                      <a:pt x="213" y="213"/>
                      <a:pt x="244" y="152"/>
                      <a:pt x="244" y="9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890;p21">
                <a:extLst>
                  <a:ext uri="{FF2B5EF4-FFF2-40B4-BE49-F238E27FC236}">
                    <a16:creationId xmlns:a16="http://schemas.microsoft.com/office/drawing/2014/main" id="{6D9C4125-E6D4-6DB6-E954-AE8D88B21423}"/>
                  </a:ext>
                </a:extLst>
              </p:cNvPr>
              <p:cNvSpPr/>
              <p:nvPr/>
            </p:nvSpPr>
            <p:spPr>
              <a:xfrm>
                <a:off x="5358893" y="3169737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891;p21">
                <a:extLst>
                  <a:ext uri="{FF2B5EF4-FFF2-40B4-BE49-F238E27FC236}">
                    <a16:creationId xmlns:a16="http://schemas.microsoft.com/office/drawing/2014/main" id="{73BA61A2-5966-6B89-B92A-26BB425D4A39}"/>
                  </a:ext>
                </a:extLst>
              </p:cNvPr>
              <p:cNvSpPr/>
              <p:nvPr/>
            </p:nvSpPr>
            <p:spPr>
              <a:xfrm>
                <a:off x="5363754" y="3183328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892;p21">
                <a:extLst>
                  <a:ext uri="{FF2B5EF4-FFF2-40B4-BE49-F238E27FC236}">
                    <a16:creationId xmlns:a16="http://schemas.microsoft.com/office/drawing/2014/main" id="{44F5186F-9AE3-E589-2EA2-33326E908FDE}"/>
                  </a:ext>
                </a:extLst>
              </p:cNvPr>
              <p:cNvSpPr/>
              <p:nvPr/>
            </p:nvSpPr>
            <p:spPr>
              <a:xfrm>
                <a:off x="5876960" y="3435085"/>
                <a:ext cx="991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31" h="31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31" y="30"/>
                    </a:lnTo>
                    <a:cubicBezTo>
                      <a:pt x="0" y="0"/>
                      <a:pt x="0" y="0"/>
                      <a:pt x="3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893;p21">
                <a:extLst>
                  <a:ext uri="{FF2B5EF4-FFF2-40B4-BE49-F238E27FC236}">
                    <a16:creationId xmlns:a16="http://schemas.microsoft.com/office/drawing/2014/main" id="{B907D966-E0DF-EA78-9C24-4A700991C8C8}"/>
                  </a:ext>
                </a:extLst>
              </p:cNvPr>
              <p:cNvSpPr/>
              <p:nvPr/>
            </p:nvSpPr>
            <p:spPr>
              <a:xfrm>
                <a:off x="5860427" y="3425364"/>
                <a:ext cx="15573" cy="9753"/>
              </a:xfrm>
              <a:custGeom>
                <a:avLst/>
                <a:gdLst/>
                <a:ahLst/>
                <a:cxnLst/>
                <a:rect l="l" t="t" r="r" b="b"/>
                <a:pathLst>
                  <a:path w="487" h="305" extrusionOk="0">
                    <a:moveTo>
                      <a:pt x="0" y="61"/>
                    </a:moveTo>
                    <a:cubicBezTo>
                      <a:pt x="92" y="213"/>
                      <a:pt x="304" y="304"/>
                      <a:pt x="487" y="304"/>
                    </a:cubicBezTo>
                    <a:cubicBezTo>
                      <a:pt x="396" y="122"/>
                      <a:pt x="183" y="0"/>
                      <a:pt x="0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894;p21">
                <a:extLst>
                  <a:ext uri="{FF2B5EF4-FFF2-40B4-BE49-F238E27FC236}">
                    <a16:creationId xmlns:a16="http://schemas.microsoft.com/office/drawing/2014/main" id="{436E6517-DD59-C734-B008-CEA62F4D1E4B}"/>
                  </a:ext>
                </a:extLst>
              </p:cNvPr>
              <p:cNvSpPr/>
              <p:nvPr/>
            </p:nvSpPr>
            <p:spPr>
              <a:xfrm>
                <a:off x="5429851" y="3330103"/>
                <a:ext cx="28204" cy="59318"/>
              </a:xfrm>
              <a:custGeom>
                <a:avLst/>
                <a:gdLst/>
                <a:ahLst/>
                <a:cxnLst/>
                <a:rect l="l" t="t" r="r" b="b"/>
                <a:pathLst>
                  <a:path w="882" h="1855" extrusionOk="0">
                    <a:moveTo>
                      <a:pt x="30" y="1763"/>
                    </a:moveTo>
                    <a:cubicBezTo>
                      <a:pt x="61" y="1824"/>
                      <a:pt x="152" y="1854"/>
                      <a:pt x="182" y="1824"/>
                    </a:cubicBezTo>
                    <a:cubicBezTo>
                      <a:pt x="243" y="1763"/>
                      <a:pt x="304" y="1733"/>
                      <a:pt x="334" y="1703"/>
                    </a:cubicBezTo>
                    <a:lnTo>
                      <a:pt x="334" y="1703"/>
                    </a:lnTo>
                    <a:lnTo>
                      <a:pt x="334" y="1672"/>
                    </a:lnTo>
                    <a:lnTo>
                      <a:pt x="456" y="1672"/>
                    </a:lnTo>
                    <a:cubicBezTo>
                      <a:pt x="456" y="1581"/>
                      <a:pt x="426" y="1490"/>
                      <a:pt x="395" y="1368"/>
                    </a:cubicBezTo>
                    <a:cubicBezTo>
                      <a:pt x="395" y="1307"/>
                      <a:pt x="426" y="1247"/>
                      <a:pt x="486" y="1216"/>
                    </a:cubicBezTo>
                    <a:lnTo>
                      <a:pt x="547" y="1216"/>
                    </a:lnTo>
                    <a:cubicBezTo>
                      <a:pt x="669" y="1186"/>
                      <a:pt x="760" y="1155"/>
                      <a:pt x="699" y="973"/>
                    </a:cubicBezTo>
                    <a:cubicBezTo>
                      <a:pt x="699" y="912"/>
                      <a:pt x="730" y="851"/>
                      <a:pt x="760" y="821"/>
                    </a:cubicBezTo>
                    <a:cubicBezTo>
                      <a:pt x="821" y="730"/>
                      <a:pt x="882" y="669"/>
                      <a:pt x="882" y="578"/>
                    </a:cubicBezTo>
                    <a:cubicBezTo>
                      <a:pt x="882" y="487"/>
                      <a:pt x="851" y="487"/>
                      <a:pt x="821" y="456"/>
                    </a:cubicBezTo>
                    <a:cubicBezTo>
                      <a:pt x="760" y="456"/>
                      <a:pt x="699" y="426"/>
                      <a:pt x="638" y="426"/>
                    </a:cubicBezTo>
                    <a:cubicBezTo>
                      <a:pt x="578" y="456"/>
                      <a:pt x="517" y="426"/>
                      <a:pt x="486" y="335"/>
                    </a:cubicBezTo>
                    <a:cubicBezTo>
                      <a:pt x="456" y="274"/>
                      <a:pt x="456" y="274"/>
                      <a:pt x="578" y="213"/>
                    </a:cubicBezTo>
                    <a:cubicBezTo>
                      <a:pt x="608" y="183"/>
                      <a:pt x="669" y="183"/>
                      <a:pt x="669" y="122"/>
                    </a:cubicBezTo>
                    <a:cubicBezTo>
                      <a:pt x="699" y="92"/>
                      <a:pt x="669" y="61"/>
                      <a:pt x="669" y="31"/>
                    </a:cubicBezTo>
                    <a:cubicBezTo>
                      <a:pt x="669" y="0"/>
                      <a:pt x="638" y="0"/>
                      <a:pt x="638" y="0"/>
                    </a:cubicBezTo>
                    <a:cubicBezTo>
                      <a:pt x="152" y="122"/>
                      <a:pt x="30" y="396"/>
                      <a:pt x="61" y="851"/>
                    </a:cubicBezTo>
                    <a:cubicBezTo>
                      <a:pt x="61" y="943"/>
                      <a:pt x="91" y="1034"/>
                      <a:pt x="122" y="1125"/>
                    </a:cubicBezTo>
                    <a:lnTo>
                      <a:pt x="213" y="1581"/>
                    </a:lnTo>
                    <a:lnTo>
                      <a:pt x="213" y="1581"/>
                    </a:lnTo>
                    <a:lnTo>
                      <a:pt x="213" y="1581"/>
                    </a:lnTo>
                    <a:cubicBezTo>
                      <a:pt x="152" y="1581"/>
                      <a:pt x="122" y="1611"/>
                      <a:pt x="91" y="1611"/>
                    </a:cubicBezTo>
                    <a:cubicBezTo>
                      <a:pt x="30" y="1642"/>
                      <a:pt x="0" y="1703"/>
                      <a:pt x="30" y="176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895;p21">
                <a:extLst>
                  <a:ext uri="{FF2B5EF4-FFF2-40B4-BE49-F238E27FC236}">
                    <a16:creationId xmlns:a16="http://schemas.microsoft.com/office/drawing/2014/main" id="{D295D2CB-E1DC-EDE4-589D-9094238F59CD}"/>
                  </a:ext>
                </a:extLst>
              </p:cNvPr>
              <p:cNvSpPr/>
              <p:nvPr/>
            </p:nvSpPr>
            <p:spPr>
              <a:xfrm>
                <a:off x="5496908" y="3509912"/>
                <a:ext cx="9753" cy="10712"/>
              </a:xfrm>
              <a:custGeom>
                <a:avLst/>
                <a:gdLst/>
                <a:ahLst/>
                <a:cxnLst/>
                <a:rect l="l" t="t" r="r" b="b"/>
                <a:pathLst>
                  <a:path w="305" h="335" extrusionOk="0">
                    <a:moveTo>
                      <a:pt x="0" y="213"/>
                    </a:moveTo>
                    <a:cubicBezTo>
                      <a:pt x="0" y="244"/>
                      <a:pt x="61" y="274"/>
                      <a:pt x="92" y="304"/>
                    </a:cubicBezTo>
                    <a:cubicBezTo>
                      <a:pt x="122" y="335"/>
                      <a:pt x="122" y="304"/>
                      <a:pt x="152" y="304"/>
                    </a:cubicBezTo>
                    <a:cubicBezTo>
                      <a:pt x="244" y="274"/>
                      <a:pt x="304" y="183"/>
                      <a:pt x="274" y="92"/>
                    </a:cubicBezTo>
                    <a:cubicBezTo>
                      <a:pt x="244" y="61"/>
                      <a:pt x="244" y="1"/>
                      <a:pt x="213" y="1"/>
                    </a:cubicBezTo>
                    <a:cubicBezTo>
                      <a:pt x="183" y="1"/>
                      <a:pt x="122" y="1"/>
                      <a:pt x="92" y="31"/>
                    </a:cubicBezTo>
                    <a:cubicBezTo>
                      <a:pt x="61" y="92"/>
                      <a:pt x="31" y="153"/>
                      <a:pt x="0" y="2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896;p21">
                <a:extLst>
                  <a:ext uri="{FF2B5EF4-FFF2-40B4-BE49-F238E27FC236}">
                    <a16:creationId xmlns:a16="http://schemas.microsoft.com/office/drawing/2014/main" id="{73ABC9F4-44A4-6A73-00FE-348A9419E3E3}"/>
                  </a:ext>
                </a:extLst>
              </p:cNvPr>
              <p:cNvSpPr/>
              <p:nvPr/>
            </p:nvSpPr>
            <p:spPr>
              <a:xfrm>
                <a:off x="5137258" y="3869528"/>
                <a:ext cx="8794" cy="10744"/>
              </a:xfrm>
              <a:custGeom>
                <a:avLst/>
                <a:gdLst/>
                <a:ahLst/>
                <a:cxnLst/>
                <a:rect l="l" t="t" r="r" b="b"/>
                <a:pathLst>
                  <a:path w="275" h="336" extrusionOk="0">
                    <a:moveTo>
                      <a:pt x="183" y="62"/>
                    </a:moveTo>
                    <a:cubicBezTo>
                      <a:pt x="153" y="31"/>
                      <a:pt x="123" y="1"/>
                      <a:pt x="92" y="31"/>
                    </a:cubicBezTo>
                    <a:cubicBezTo>
                      <a:pt x="62" y="31"/>
                      <a:pt x="1" y="92"/>
                      <a:pt x="31" y="122"/>
                    </a:cubicBezTo>
                    <a:cubicBezTo>
                      <a:pt x="31" y="183"/>
                      <a:pt x="62" y="274"/>
                      <a:pt x="123" y="335"/>
                    </a:cubicBezTo>
                    <a:lnTo>
                      <a:pt x="244" y="335"/>
                    </a:lnTo>
                    <a:cubicBezTo>
                      <a:pt x="275" y="244"/>
                      <a:pt x="275" y="122"/>
                      <a:pt x="183" y="6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897;p21">
                <a:extLst>
                  <a:ext uri="{FF2B5EF4-FFF2-40B4-BE49-F238E27FC236}">
                    <a16:creationId xmlns:a16="http://schemas.microsoft.com/office/drawing/2014/main" id="{FAAC3DEA-77F9-E58E-DDA1-D8CD94943D08}"/>
                  </a:ext>
                </a:extLst>
              </p:cNvPr>
              <p:cNvSpPr/>
              <p:nvPr/>
            </p:nvSpPr>
            <p:spPr>
              <a:xfrm>
                <a:off x="5141159" y="3880241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898;p21">
                <a:extLst>
                  <a:ext uri="{FF2B5EF4-FFF2-40B4-BE49-F238E27FC236}">
                    <a16:creationId xmlns:a16="http://schemas.microsoft.com/office/drawing/2014/main" id="{C47E0C8B-67DF-2772-60F3-72ED9A1630C4}"/>
                  </a:ext>
                </a:extLst>
              </p:cNvPr>
              <p:cNvSpPr/>
              <p:nvPr/>
            </p:nvSpPr>
            <p:spPr>
              <a:xfrm>
                <a:off x="5400688" y="3514772"/>
                <a:ext cx="11672" cy="5852"/>
              </a:xfrm>
              <a:custGeom>
                <a:avLst/>
                <a:gdLst/>
                <a:ahLst/>
                <a:cxnLst/>
                <a:rect l="l" t="t" r="r" b="b"/>
                <a:pathLst>
                  <a:path w="365" h="183" extrusionOk="0">
                    <a:moveTo>
                      <a:pt x="152" y="183"/>
                    </a:moveTo>
                    <a:cubicBezTo>
                      <a:pt x="213" y="183"/>
                      <a:pt x="243" y="183"/>
                      <a:pt x="304" y="183"/>
                    </a:cubicBezTo>
                    <a:cubicBezTo>
                      <a:pt x="335" y="152"/>
                      <a:pt x="365" y="122"/>
                      <a:pt x="365" y="92"/>
                    </a:cubicBezTo>
                    <a:cubicBezTo>
                      <a:pt x="365" y="61"/>
                      <a:pt x="335" y="31"/>
                      <a:pt x="304" y="1"/>
                    </a:cubicBezTo>
                    <a:cubicBezTo>
                      <a:pt x="274" y="1"/>
                      <a:pt x="243" y="1"/>
                      <a:pt x="243" y="1"/>
                    </a:cubicBezTo>
                    <a:lnTo>
                      <a:pt x="183" y="1"/>
                    </a:lnTo>
                    <a:cubicBezTo>
                      <a:pt x="91" y="1"/>
                      <a:pt x="31" y="31"/>
                      <a:pt x="0" y="92"/>
                    </a:cubicBezTo>
                    <a:cubicBezTo>
                      <a:pt x="0" y="152"/>
                      <a:pt x="61" y="152"/>
                      <a:pt x="152" y="18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899;p21">
                <a:extLst>
                  <a:ext uri="{FF2B5EF4-FFF2-40B4-BE49-F238E27FC236}">
                    <a16:creationId xmlns:a16="http://schemas.microsoft.com/office/drawing/2014/main" id="{0E414045-66E0-9BD8-CB25-F2D59B970192}"/>
                  </a:ext>
                </a:extLst>
              </p:cNvPr>
              <p:cNvSpPr/>
              <p:nvPr/>
            </p:nvSpPr>
            <p:spPr>
              <a:xfrm>
                <a:off x="5608669" y="4231128"/>
                <a:ext cx="7834" cy="10712"/>
              </a:xfrm>
              <a:custGeom>
                <a:avLst/>
                <a:gdLst/>
                <a:ahLst/>
                <a:cxnLst/>
                <a:rect l="l" t="t" r="r" b="b"/>
                <a:pathLst>
                  <a:path w="245" h="335" extrusionOk="0">
                    <a:moveTo>
                      <a:pt x="183" y="274"/>
                    </a:moveTo>
                    <a:cubicBezTo>
                      <a:pt x="183" y="243"/>
                      <a:pt x="214" y="182"/>
                      <a:pt x="214" y="152"/>
                    </a:cubicBezTo>
                    <a:cubicBezTo>
                      <a:pt x="244" y="122"/>
                      <a:pt x="244" y="91"/>
                      <a:pt x="214" y="91"/>
                    </a:cubicBezTo>
                    <a:cubicBezTo>
                      <a:pt x="214" y="30"/>
                      <a:pt x="183" y="0"/>
                      <a:pt x="153" y="0"/>
                    </a:cubicBezTo>
                    <a:cubicBezTo>
                      <a:pt x="122" y="0"/>
                      <a:pt x="62" y="0"/>
                      <a:pt x="62" y="30"/>
                    </a:cubicBezTo>
                    <a:cubicBezTo>
                      <a:pt x="31" y="91"/>
                      <a:pt x="1" y="152"/>
                      <a:pt x="1" y="213"/>
                    </a:cubicBezTo>
                    <a:cubicBezTo>
                      <a:pt x="1" y="243"/>
                      <a:pt x="62" y="304"/>
                      <a:pt x="92" y="304"/>
                    </a:cubicBezTo>
                    <a:cubicBezTo>
                      <a:pt x="122" y="334"/>
                      <a:pt x="153" y="304"/>
                      <a:pt x="183" y="27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900;p21">
                <a:extLst>
                  <a:ext uri="{FF2B5EF4-FFF2-40B4-BE49-F238E27FC236}">
                    <a16:creationId xmlns:a16="http://schemas.microsoft.com/office/drawing/2014/main" id="{CD719794-FB32-8DE7-5233-1C3DE050A09B}"/>
                  </a:ext>
                </a:extLst>
              </p:cNvPr>
              <p:cNvSpPr/>
              <p:nvPr/>
            </p:nvSpPr>
            <p:spPr>
              <a:xfrm>
                <a:off x="5433720" y="3399110"/>
                <a:ext cx="8794" cy="7803"/>
              </a:xfrm>
              <a:custGeom>
                <a:avLst/>
                <a:gdLst/>
                <a:ahLst/>
                <a:cxnLst/>
                <a:rect l="l" t="t" r="r" b="b"/>
                <a:pathLst>
                  <a:path w="275" h="244" extrusionOk="0">
                    <a:moveTo>
                      <a:pt x="183" y="213"/>
                    </a:moveTo>
                    <a:cubicBezTo>
                      <a:pt x="213" y="213"/>
                      <a:pt x="244" y="183"/>
                      <a:pt x="274" y="152"/>
                    </a:cubicBezTo>
                    <a:cubicBezTo>
                      <a:pt x="274" y="122"/>
                      <a:pt x="274" y="92"/>
                      <a:pt x="274" y="92"/>
                    </a:cubicBezTo>
                    <a:cubicBezTo>
                      <a:pt x="244" y="31"/>
                      <a:pt x="183" y="0"/>
                      <a:pt x="122" y="0"/>
                    </a:cubicBezTo>
                    <a:cubicBezTo>
                      <a:pt x="31" y="0"/>
                      <a:pt x="1" y="122"/>
                      <a:pt x="31" y="152"/>
                    </a:cubicBezTo>
                    <a:cubicBezTo>
                      <a:pt x="61" y="213"/>
                      <a:pt x="122" y="244"/>
                      <a:pt x="183" y="2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901;p21">
                <a:extLst>
                  <a:ext uri="{FF2B5EF4-FFF2-40B4-BE49-F238E27FC236}">
                    <a16:creationId xmlns:a16="http://schemas.microsoft.com/office/drawing/2014/main" id="{97FF0291-E5C1-D0F6-9358-D78590D77247}"/>
                  </a:ext>
                </a:extLst>
              </p:cNvPr>
              <p:cNvSpPr/>
              <p:nvPr/>
            </p:nvSpPr>
            <p:spPr>
              <a:xfrm>
                <a:off x="5582448" y="3635295"/>
                <a:ext cx="8762" cy="7803"/>
              </a:xfrm>
              <a:custGeom>
                <a:avLst/>
                <a:gdLst/>
                <a:ahLst/>
                <a:cxnLst/>
                <a:rect l="l" t="t" r="r" b="b"/>
                <a:pathLst>
                  <a:path w="274" h="244" extrusionOk="0">
                    <a:moveTo>
                      <a:pt x="31" y="122"/>
                    </a:moveTo>
                    <a:cubicBezTo>
                      <a:pt x="61" y="183"/>
                      <a:pt x="91" y="213"/>
                      <a:pt x="152" y="244"/>
                    </a:cubicBezTo>
                    <a:cubicBezTo>
                      <a:pt x="213" y="213"/>
                      <a:pt x="243" y="183"/>
                      <a:pt x="243" y="153"/>
                    </a:cubicBezTo>
                    <a:cubicBezTo>
                      <a:pt x="274" y="122"/>
                      <a:pt x="243" y="92"/>
                      <a:pt x="213" y="61"/>
                    </a:cubicBezTo>
                    <a:cubicBezTo>
                      <a:pt x="183" y="31"/>
                      <a:pt x="152" y="1"/>
                      <a:pt x="122" y="1"/>
                    </a:cubicBezTo>
                    <a:cubicBezTo>
                      <a:pt x="31" y="1"/>
                      <a:pt x="0" y="61"/>
                      <a:pt x="31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902;p21">
                <a:extLst>
                  <a:ext uri="{FF2B5EF4-FFF2-40B4-BE49-F238E27FC236}">
                    <a16:creationId xmlns:a16="http://schemas.microsoft.com/office/drawing/2014/main" id="{098536EF-9388-67C0-D79C-0EFA40FB8C3F}"/>
                  </a:ext>
                </a:extLst>
              </p:cNvPr>
              <p:cNvSpPr/>
              <p:nvPr/>
            </p:nvSpPr>
            <p:spPr>
              <a:xfrm>
                <a:off x="6134506" y="3687769"/>
                <a:ext cx="6843" cy="9753"/>
              </a:xfrm>
              <a:custGeom>
                <a:avLst/>
                <a:gdLst/>
                <a:ahLst/>
                <a:cxnLst/>
                <a:rect l="l" t="t" r="r" b="b"/>
                <a:pathLst>
                  <a:path w="214" h="305" extrusionOk="0">
                    <a:moveTo>
                      <a:pt x="123" y="305"/>
                    </a:moveTo>
                    <a:cubicBezTo>
                      <a:pt x="153" y="305"/>
                      <a:pt x="183" y="274"/>
                      <a:pt x="214" y="274"/>
                    </a:cubicBezTo>
                    <a:lnTo>
                      <a:pt x="214" y="183"/>
                    </a:lnTo>
                    <a:cubicBezTo>
                      <a:pt x="214" y="153"/>
                      <a:pt x="183" y="92"/>
                      <a:pt x="123" y="31"/>
                    </a:cubicBezTo>
                    <a:cubicBezTo>
                      <a:pt x="123" y="31"/>
                      <a:pt x="92" y="1"/>
                      <a:pt x="62" y="1"/>
                    </a:cubicBezTo>
                    <a:cubicBezTo>
                      <a:pt x="62" y="1"/>
                      <a:pt x="31" y="31"/>
                      <a:pt x="31" y="31"/>
                    </a:cubicBezTo>
                    <a:cubicBezTo>
                      <a:pt x="1" y="183"/>
                      <a:pt x="31" y="274"/>
                      <a:pt x="123" y="30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903;p21">
                <a:extLst>
                  <a:ext uri="{FF2B5EF4-FFF2-40B4-BE49-F238E27FC236}">
                    <a16:creationId xmlns:a16="http://schemas.microsoft.com/office/drawing/2014/main" id="{A221B668-0478-C34A-B7E9-88DD99E6F8D7}"/>
                  </a:ext>
                </a:extLst>
              </p:cNvPr>
              <p:cNvSpPr/>
              <p:nvPr/>
            </p:nvSpPr>
            <p:spPr>
              <a:xfrm>
                <a:off x="5080913" y="3289268"/>
                <a:ext cx="8762" cy="7803"/>
              </a:xfrm>
              <a:custGeom>
                <a:avLst/>
                <a:gdLst/>
                <a:ahLst/>
                <a:cxnLst/>
                <a:rect l="l" t="t" r="r" b="b"/>
                <a:pathLst>
                  <a:path w="274" h="244" extrusionOk="0">
                    <a:moveTo>
                      <a:pt x="152" y="244"/>
                    </a:moveTo>
                    <a:cubicBezTo>
                      <a:pt x="213" y="244"/>
                      <a:pt x="274" y="183"/>
                      <a:pt x="243" y="122"/>
                    </a:cubicBezTo>
                    <a:cubicBezTo>
                      <a:pt x="213" y="62"/>
                      <a:pt x="182" y="31"/>
                      <a:pt x="152" y="1"/>
                    </a:cubicBezTo>
                    <a:cubicBezTo>
                      <a:pt x="61" y="31"/>
                      <a:pt x="0" y="122"/>
                      <a:pt x="61" y="153"/>
                    </a:cubicBezTo>
                    <a:cubicBezTo>
                      <a:pt x="61" y="214"/>
                      <a:pt x="91" y="214"/>
                      <a:pt x="152" y="2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904;p21">
                <a:extLst>
                  <a:ext uri="{FF2B5EF4-FFF2-40B4-BE49-F238E27FC236}">
                    <a16:creationId xmlns:a16="http://schemas.microsoft.com/office/drawing/2014/main" id="{21835939-09AB-B7EF-2BAA-BD74B42937E6}"/>
                  </a:ext>
                </a:extLst>
              </p:cNvPr>
              <p:cNvSpPr/>
              <p:nvPr/>
            </p:nvSpPr>
            <p:spPr>
              <a:xfrm>
                <a:off x="5960549" y="3501150"/>
                <a:ext cx="32" cy="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905;p21">
                <a:extLst>
                  <a:ext uri="{FF2B5EF4-FFF2-40B4-BE49-F238E27FC236}">
                    <a16:creationId xmlns:a16="http://schemas.microsoft.com/office/drawing/2014/main" id="{042B8640-2DDF-5C8C-53FB-982D666A4BFF}"/>
                  </a:ext>
                </a:extLst>
              </p:cNvPr>
              <p:cNvSpPr/>
              <p:nvPr/>
            </p:nvSpPr>
            <p:spPr>
              <a:xfrm>
                <a:off x="5960549" y="3500191"/>
                <a:ext cx="10712" cy="9753"/>
              </a:xfrm>
              <a:custGeom>
                <a:avLst/>
                <a:gdLst/>
                <a:ahLst/>
                <a:cxnLst/>
                <a:rect l="l" t="t" r="r" b="b"/>
                <a:pathLst>
                  <a:path w="335" h="305" extrusionOk="0">
                    <a:moveTo>
                      <a:pt x="243" y="305"/>
                    </a:moveTo>
                    <a:cubicBezTo>
                      <a:pt x="274" y="305"/>
                      <a:pt x="304" y="274"/>
                      <a:pt x="335" y="244"/>
                    </a:cubicBezTo>
                    <a:cubicBezTo>
                      <a:pt x="335" y="213"/>
                      <a:pt x="335" y="213"/>
                      <a:pt x="335" y="183"/>
                    </a:cubicBezTo>
                    <a:cubicBezTo>
                      <a:pt x="274" y="61"/>
                      <a:pt x="122" y="1"/>
                      <a:pt x="0" y="61"/>
                    </a:cubicBezTo>
                    <a:cubicBezTo>
                      <a:pt x="0" y="183"/>
                      <a:pt x="91" y="305"/>
                      <a:pt x="243" y="30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906;p21">
                <a:extLst>
                  <a:ext uri="{FF2B5EF4-FFF2-40B4-BE49-F238E27FC236}">
                    <a16:creationId xmlns:a16="http://schemas.microsoft.com/office/drawing/2014/main" id="{A13BFC9B-7987-96B2-DD49-70C1329B341A}"/>
                  </a:ext>
                </a:extLst>
              </p:cNvPr>
              <p:cNvSpPr/>
              <p:nvPr/>
            </p:nvSpPr>
            <p:spPr>
              <a:xfrm>
                <a:off x="5585357" y="3403012"/>
                <a:ext cx="8762" cy="3901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22" extrusionOk="0">
                    <a:moveTo>
                      <a:pt x="0" y="61"/>
                    </a:moveTo>
                    <a:cubicBezTo>
                      <a:pt x="0" y="61"/>
                      <a:pt x="31" y="122"/>
                      <a:pt x="31" y="122"/>
                    </a:cubicBezTo>
                    <a:cubicBezTo>
                      <a:pt x="61" y="122"/>
                      <a:pt x="92" y="122"/>
                      <a:pt x="92" y="122"/>
                    </a:cubicBezTo>
                    <a:cubicBezTo>
                      <a:pt x="183" y="122"/>
                      <a:pt x="244" y="122"/>
                      <a:pt x="274" y="61"/>
                    </a:cubicBezTo>
                    <a:lnTo>
                      <a:pt x="152" y="0"/>
                    </a:lnTo>
                    <a:cubicBezTo>
                      <a:pt x="92" y="0"/>
                      <a:pt x="61" y="0"/>
                      <a:pt x="31" y="0"/>
                    </a:cubicBezTo>
                    <a:cubicBezTo>
                      <a:pt x="31" y="0"/>
                      <a:pt x="0" y="61"/>
                      <a:pt x="0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907;p21">
                <a:extLst>
                  <a:ext uri="{FF2B5EF4-FFF2-40B4-BE49-F238E27FC236}">
                    <a16:creationId xmlns:a16="http://schemas.microsoft.com/office/drawing/2014/main" id="{AE700DC2-FD3A-1297-A1F2-E2E2C0B90E87}"/>
                  </a:ext>
                </a:extLst>
              </p:cNvPr>
              <p:cNvSpPr/>
              <p:nvPr/>
            </p:nvSpPr>
            <p:spPr>
              <a:xfrm>
                <a:off x="5969279" y="3522543"/>
                <a:ext cx="10744" cy="9753"/>
              </a:xfrm>
              <a:custGeom>
                <a:avLst/>
                <a:gdLst/>
                <a:ahLst/>
                <a:cxnLst/>
                <a:rect l="l" t="t" r="r" b="b"/>
                <a:pathLst>
                  <a:path w="336" h="305" extrusionOk="0">
                    <a:moveTo>
                      <a:pt x="153" y="274"/>
                    </a:moveTo>
                    <a:cubicBezTo>
                      <a:pt x="213" y="305"/>
                      <a:pt x="335" y="213"/>
                      <a:pt x="274" y="153"/>
                    </a:cubicBezTo>
                    <a:cubicBezTo>
                      <a:pt x="213" y="61"/>
                      <a:pt x="92" y="1"/>
                      <a:pt x="1" y="31"/>
                    </a:cubicBezTo>
                    <a:cubicBezTo>
                      <a:pt x="1" y="122"/>
                      <a:pt x="62" y="213"/>
                      <a:pt x="153" y="27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908;p21">
                <a:extLst>
                  <a:ext uri="{FF2B5EF4-FFF2-40B4-BE49-F238E27FC236}">
                    <a16:creationId xmlns:a16="http://schemas.microsoft.com/office/drawing/2014/main" id="{078CB2C9-196A-A29E-E4DE-D881322E49F9}"/>
                  </a:ext>
                </a:extLst>
              </p:cNvPr>
              <p:cNvSpPr/>
              <p:nvPr/>
            </p:nvSpPr>
            <p:spPr>
              <a:xfrm>
                <a:off x="5583407" y="3386479"/>
                <a:ext cx="6843" cy="6843"/>
              </a:xfrm>
              <a:custGeom>
                <a:avLst/>
                <a:gdLst/>
                <a:ahLst/>
                <a:cxnLst/>
                <a:rect l="l" t="t" r="r" b="b"/>
                <a:pathLst>
                  <a:path w="214" h="214" extrusionOk="0">
                    <a:moveTo>
                      <a:pt x="31" y="0"/>
                    </a:moveTo>
                    <a:cubicBezTo>
                      <a:pt x="31" y="0"/>
                      <a:pt x="1" y="31"/>
                      <a:pt x="1" y="61"/>
                    </a:cubicBezTo>
                    <a:cubicBezTo>
                      <a:pt x="1" y="91"/>
                      <a:pt x="31" y="152"/>
                      <a:pt x="92" y="213"/>
                    </a:cubicBezTo>
                    <a:cubicBezTo>
                      <a:pt x="92" y="213"/>
                      <a:pt x="153" y="213"/>
                      <a:pt x="183" y="213"/>
                    </a:cubicBezTo>
                    <a:cubicBezTo>
                      <a:pt x="213" y="213"/>
                      <a:pt x="213" y="183"/>
                      <a:pt x="213" y="152"/>
                    </a:cubicBezTo>
                    <a:cubicBezTo>
                      <a:pt x="213" y="61"/>
                      <a:pt x="122" y="0"/>
                      <a:pt x="3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909;p21">
                <a:extLst>
                  <a:ext uri="{FF2B5EF4-FFF2-40B4-BE49-F238E27FC236}">
                    <a16:creationId xmlns:a16="http://schemas.microsoft.com/office/drawing/2014/main" id="{1925EFD0-0EA2-8A04-61D2-025FD3A1FFA4}"/>
                  </a:ext>
                </a:extLst>
              </p:cNvPr>
              <p:cNvSpPr/>
              <p:nvPr/>
            </p:nvSpPr>
            <p:spPr>
              <a:xfrm>
                <a:off x="5783650" y="3408831"/>
                <a:ext cx="6811" cy="6843"/>
              </a:xfrm>
              <a:custGeom>
                <a:avLst/>
                <a:gdLst/>
                <a:ahLst/>
                <a:cxnLst/>
                <a:rect l="l" t="t" r="r" b="b"/>
                <a:pathLst>
                  <a:path w="213" h="214" extrusionOk="0">
                    <a:moveTo>
                      <a:pt x="213" y="122"/>
                    </a:moveTo>
                    <a:lnTo>
                      <a:pt x="213" y="61"/>
                    </a:lnTo>
                    <a:cubicBezTo>
                      <a:pt x="183" y="0"/>
                      <a:pt x="122" y="0"/>
                      <a:pt x="61" y="31"/>
                    </a:cubicBezTo>
                    <a:cubicBezTo>
                      <a:pt x="31" y="31"/>
                      <a:pt x="0" y="31"/>
                      <a:pt x="0" y="61"/>
                    </a:cubicBezTo>
                    <a:cubicBezTo>
                      <a:pt x="0" y="61"/>
                      <a:pt x="0" y="152"/>
                      <a:pt x="31" y="152"/>
                    </a:cubicBezTo>
                    <a:cubicBezTo>
                      <a:pt x="122" y="213"/>
                      <a:pt x="183" y="183"/>
                      <a:pt x="213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910;p21">
                <a:extLst>
                  <a:ext uri="{FF2B5EF4-FFF2-40B4-BE49-F238E27FC236}">
                    <a16:creationId xmlns:a16="http://schemas.microsoft.com/office/drawing/2014/main" id="{6430551A-974D-7804-AB76-3E8648B491CE}"/>
                  </a:ext>
                </a:extLst>
              </p:cNvPr>
              <p:cNvSpPr/>
              <p:nvPr/>
            </p:nvSpPr>
            <p:spPr>
              <a:xfrm>
                <a:off x="6119956" y="3789841"/>
                <a:ext cx="4893" cy="684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214" extrusionOk="0">
                    <a:moveTo>
                      <a:pt x="152" y="183"/>
                    </a:moveTo>
                    <a:cubicBezTo>
                      <a:pt x="152" y="122"/>
                      <a:pt x="152" y="92"/>
                      <a:pt x="152" y="31"/>
                    </a:cubicBezTo>
                    <a:cubicBezTo>
                      <a:pt x="122" y="0"/>
                      <a:pt x="61" y="0"/>
                      <a:pt x="30" y="31"/>
                    </a:cubicBezTo>
                    <a:cubicBezTo>
                      <a:pt x="30" y="31"/>
                      <a:pt x="0" y="61"/>
                      <a:pt x="0" y="61"/>
                    </a:cubicBezTo>
                    <a:cubicBezTo>
                      <a:pt x="30" y="122"/>
                      <a:pt x="30" y="152"/>
                      <a:pt x="61" y="183"/>
                    </a:cubicBezTo>
                    <a:cubicBezTo>
                      <a:pt x="91" y="213"/>
                      <a:pt x="152" y="213"/>
                      <a:pt x="152" y="18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911;p21">
                <a:extLst>
                  <a:ext uri="{FF2B5EF4-FFF2-40B4-BE49-F238E27FC236}">
                    <a16:creationId xmlns:a16="http://schemas.microsoft.com/office/drawing/2014/main" id="{1D1F7D9E-D0DC-9E06-1990-365F601F1267}"/>
                  </a:ext>
                </a:extLst>
              </p:cNvPr>
              <p:cNvSpPr/>
              <p:nvPr/>
            </p:nvSpPr>
            <p:spPr>
              <a:xfrm>
                <a:off x="5677708" y="4242767"/>
                <a:ext cx="6811" cy="8794"/>
              </a:xfrm>
              <a:custGeom>
                <a:avLst/>
                <a:gdLst/>
                <a:ahLst/>
                <a:cxnLst/>
                <a:rect l="l" t="t" r="r" b="b"/>
                <a:pathLst>
                  <a:path w="213" h="275" extrusionOk="0">
                    <a:moveTo>
                      <a:pt x="61" y="31"/>
                    </a:moveTo>
                    <a:cubicBezTo>
                      <a:pt x="30" y="31"/>
                      <a:pt x="30" y="92"/>
                      <a:pt x="0" y="153"/>
                    </a:cubicBezTo>
                    <a:cubicBezTo>
                      <a:pt x="30" y="183"/>
                      <a:pt x="61" y="214"/>
                      <a:pt x="91" y="244"/>
                    </a:cubicBezTo>
                    <a:cubicBezTo>
                      <a:pt x="122" y="274"/>
                      <a:pt x="182" y="244"/>
                      <a:pt x="182" y="183"/>
                    </a:cubicBezTo>
                    <a:cubicBezTo>
                      <a:pt x="213" y="153"/>
                      <a:pt x="213" y="122"/>
                      <a:pt x="182" y="92"/>
                    </a:cubicBezTo>
                    <a:cubicBezTo>
                      <a:pt x="182" y="31"/>
                      <a:pt x="122" y="1"/>
                      <a:pt x="61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912;p21">
                <a:extLst>
                  <a:ext uri="{FF2B5EF4-FFF2-40B4-BE49-F238E27FC236}">
                    <a16:creationId xmlns:a16="http://schemas.microsoft.com/office/drawing/2014/main" id="{BD56D884-5954-8E5F-9878-6AA7816C33DA}"/>
                  </a:ext>
                </a:extLst>
              </p:cNvPr>
              <p:cNvSpPr/>
              <p:nvPr/>
            </p:nvSpPr>
            <p:spPr>
              <a:xfrm>
                <a:off x="5837084" y="3548796"/>
                <a:ext cx="12695" cy="7803"/>
              </a:xfrm>
              <a:custGeom>
                <a:avLst/>
                <a:gdLst/>
                <a:ahLst/>
                <a:cxnLst/>
                <a:rect l="l" t="t" r="r" b="b"/>
                <a:pathLst>
                  <a:path w="397" h="244" extrusionOk="0">
                    <a:moveTo>
                      <a:pt x="396" y="213"/>
                    </a:moveTo>
                    <a:cubicBezTo>
                      <a:pt x="335" y="31"/>
                      <a:pt x="274" y="0"/>
                      <a:pt x="92" y="61"/>
                    </a:cubicBezTo>
                    <a:cubicBezTo>
                      <a:pt x="62" y="61"/>
                      <a:pt x="31" y="92"/>
                      <a:pt x="1" y="92"/>
                    </a:cubicBezTo>
                    <a:cubicBezTo>
                      <a:pt x="153" y="122"/>
                      <a:pt x="274" y="183"/>
                      <a:pt x="396" y="244"/>
                    </a:cubicBezTo>
                    <a:cubicBezTo>
                      <a:pt x="396" y="244"/>
                      <a:pt x="396" y="244"/>
                      <a:pt x="396" y="2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913;p21">
                <a:extLst>
                  <a:ext uri="{FF2B5EF4-FFF2-40B4-BE49-F238E27FC236}">
                    <a16:creationId xmlns:a16="http://schemas.microsoft.com/office/drawing/2014/main" id="{10138E5D-2BB8-B713-8A53-A666967D5D98}"/>
                  </a:ext>
                </a:extLst>
              </p:cNvPr>
              <p:cNvSpPr/>
              <p:nvPr/>
            </p:nvSpPr>
            <p:spPr>
              <a:xfrm>
                <a:off x="5836125" y="3552665"/>
                <a:ext cx="991" cy="32"/>
              </a:xfrm>
              <a:custGeom>
                <a:avLst/>
                <a:gdLst/>
                <a:ahLst/>
                <a:cxnLst/>
                <a:rect l="l" t="t" r="r" b="b"/>
                <a:pathLst>
                  <a:path w="31" h="1" extrusionOk="0">
                    <a:moveTo>
                      <a:pt x="3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914;p21">
                <a:extLst>
                  <a:ext uri="{FF2B5EF4-FFF2-40B4-BE49-F238E27FC236}">
                    <a16:creationId xmlns:a16="http://schemas.microsoft.com/office/drawing/2014/main" id="{65CEE75A-646D-817C-C156-9CBDCA90BF2E}"/>
                  </a:ext>
                </a:extLst>
              </p:cNvPr>
              <p:cNvSpPr/>
              <p:nvPr/>
            </p:nvSpPr>
            <p:spPr>
              <a:xfrm>
                <a:off x="4796122" y="3145434"/>
                <a:ext cx="3901" cy="489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53" extrusionOk="0">
                    <a:moveTo>
                      <a:pt x="30" y="0"/>
                    </a:moveTo>
                    <a:cubicBezTo>
                      <a:pt x="0" y="61"/>
                      <a:pt x="0" y="152"/>
                      <a:pt x="61" y="152"/>
                    </a:cubicBezTo>
                    <a:cubicBezTo>
                      <a:pt x="122" y="122"/>
                      <a:pt x="122" y="122"/>
                      <a:pt x="122" y="122"/>
                    </a:cubicBezTo>
                    <a:cubicBezTo>
                      <a:pt x="122" y="61"/>
                      <a:pt x="91" y="31"/>
                      <a:pt x="91" y="0"/>
                    </a:cubicBezTo>
                    <a:cubicBezTo>
                      <a:pt x="91" y="0"/>
                      <a:pt x="61" y="0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915;p21">
                <a:extLst>
                  <a:ext uri="{FF2B5EF4-FFF2-40B4-BE49-F238E27FC236}">
                    <a16:creationId xmlns:a16="http://schemas.microsoft.com/office/drawing/2014/main" id="{14726FFE-BDEE-457A-6F28-5B0745F950D8}"/>
                  </a:ext>
                </a:extLst>
              </p:cNvPr>
              <p:cNvSpPr/>
              <p:nvPr/>
            </p:nvSpPr>
            <p:spPr>
              <a:xfrm>
                <a:off x="5330689" y="3244564"/>
                <a:ext cx="5884" cy="6843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14" extrusionOk="0">
                    <a:moveTo>
                      <a:pt x="183" y="61"/>
                    </a:moveTo>
                    <a:cubicBezTo>
                      <a:pt x="183" y="31"/>
                      <a:pt x="122" y="1"/>
                      <a:pt x="62" y="31"/>
                    </a:cubicBezTo>
                    <a:cubicBezTo>
                      <a:pt x="31" y="31"/>
                      <a:pt x="1" y="92"/>
                      <a:pt x="31" y="122"/>
                    </a:cubicBezTo>
                    <a:cubicBezTo>
                      <a:pt x="62" y="183"/>
                      <a:pt x="92" y="183"/>
                      <a:pt x="122" y="183"/>
                    </a:cubicBezTo>
                    <a:cubicBezTo>
                      <a:pt x="153" y="213"/>
                      <a:pt x="183" y="122"/>
                      <a:pt x="183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916;p21">
                <a:extLst>
                  <a:ext uri="{FF2B5EF4-FFF2-40B4-BE49-F238E27FC236}">
                    <a16:creationId xmlns:a16="http://schemas.microsoft.com/office/drawing/2014/main" id="{C0584CCB-2672-EBD7-CB9F-494E671B3196}"/>
                  </a:ext>
                </a:extLst>
              </p:cNvPr>
              <p:cNvSpPr/>
              <p:nvPr/>
            </p:nvSpPr>
            <p:spPr>
              <a:xfrm>
                <a:off x="5477466" y="3404930"/>
                <a:ext cx="5852" cy="5884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4" extrusionOk="0">
                    <a:moveTo>
                      <a:pt x="183" y="92"/>
                    </a:moveTo>
                    <a:cubicBezTo>
                      <a:pt x="183" y="62"/>
                      <a:pt x="152" y="62"/>
                      <a:pt x="122" y="31"/>
                    </a:cubicBezTo>
                    <a:cubicBezTo>
                      <a:pt x="92" y="1"/>
                      <a:pt x="31" y="62"/>
                      <a:pt x="31" y="92"/>
                    </a:cubicBezTo>
                    <a:cubicBezTo>
                      <a:pt x="0" y="122"/>
                      <a:pt x="31" y="153"/>
                      <a:pt x="61" y="183"/>
                    </a:cubicBezTo>
                    <a:cubicBezTo>
                      <a:pt x="122" y="183"/>
                      <a:pt x="183" y="153"/>
                      <a:pt x="183" y="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917;p21">
                <a:extLst>
                  <a:ext uri="{FF2B5EF4-FFF2-40B4-BE49-F238E27FC236}">
                    <a16:creationId xmlns:a16="http://schemas.microsoft.com/office/drawing/2014/main" id="{5FC57C93-D6E0-7B94-53BE-D055AA971FAC}"/>
                  </a:ext>
                </a:extLst>
              </p:cNvPr>
              <p:cNvSpPr/>
              <p:nvPr/>
            </p:nvSpPr>
            <p:spPr>
              <a:xfrm>
                <a:off x="5375394" y="3524493"/>
                <a:ext cx="6843" cy="6843"/>
              </a:xfrm>
              <a:custGeom>
                <a:avLst/>
                <a:gdLst/>
                <a:ahLst/>
                <a:cxnLst/>
                <a:rect l="l" t="t" r="r" b="b"/>
                <a:pathLst>
                  <a:path w="214" h="214" extrusionOk="0">
                    <a:moveTo>
                      <a:pt x="1" y="92"/>
                    </a:moveTo>
                    <a:cubicBezTo>
                      <a:pt x="1" y="122"/>
                      <a:pt x="62" y="152"/>
                      <a:pt x="62" y="183"/>
                    </a:cubicBezTo>
                    <a:cubicBezTo>
                      <a:pt x="92" y="213"/>
                      <a:pt x="214" y="122"/>
                      <a:pt x="183" y="61"/>
                    </a:cubicBezTo>
                    <a:cubicBezTo>
                      <a:pt x="183" y="61"/>
                      <a:pt x="153" y="31"/>
                      <a:pt x="153" y="31"/>
                    </a:cubicBezTo>
                    <a:cubicBezTo>
                      <a:pt x="62" y="0"/>
                      <a:pt x="1" y="31"/>
                      <a:pt x="1" y="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918;p21">
                <a:extLst>
                  <a:ext uri="{FF2B5EF4-FFF2-40B4-BE49-F238E27FC236}">
                    <a16:creationId xmlns:a16="http://schemas.microsoft.com/office/drawing/2014/main" id="{295BF162-BC48-0A6E-3992-3DB34C53A726}"/>
                  </a:ext>
                </a:extLst>
              </p:cNvPr>
              <p:cNvSpPr/>
              <p:nvPr/>
            </p:nvSpPr>
            <p:spPr>
              <a:xfrm>
                <a:off x="5850706" y="3558517"/>
                <a:ext cx="5852" cy="4893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53" extrusionOk="0">
                    <a:moveTo>
                      <a:pt x="183" y="61"/>
                    </a:moveTo>
                    <a:cubicBezTo>
                      <a:pt x="183" y="61"/>
                      <a:pt x="152" y="31"/>
                      <a:pt x="152" y="31"/>
                    </a:cubicBezTo>
                    <a:lnTo>
                      <a:pt x="0" y="0"/>
                    </a:lnTo>
                    <a:cubicBezTo>
                      <a:pt x="31" y="31"/>
                      <a:pt x="61" y="61"/>
                      <a:pt x="92" y="122"/>
                    </a:cubicBezTo>
                    <a:cubicBezTo>
                      <a:pt x="152" y="152"/>
                      <a:pt x="183" y="122"/>
                      <a:pt x="183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919;p21">
                <a:extLst>
                  <a:ext uri="{FF2B5EF4-FFF2-40B4-BE49-F238E27FC236}">
                    <a16:creationId xmlns:a16="http://schemas.microsoft.com/office/drawing/2014/main" id="{8995E432-0554-26ED-3264-EF2A40734E70}"/>
                  </a:ext>
                </a:extLst>
              </p:cNvPr>
              <p:cNvSpPr/>
              <p:nvPr/>
            </p:nvSpPr>
            <p:spPr>
              <a:xfrm>
                <a:off x="5850706" y="3557526"/>
                <a:ext cx="32" cy="1023"/>
              </a:xfrm>
              <a:custGeom>
                <a:avLst/>
                <a:gdLst/>
                <a:ahLst/>
                <a:cxnLst/>
                <a:rect l="l" t="t" r="r" b="b"/>
                <a:pathLst>
                  <a:path w="1" h="32" extrusionOk="0">
                    <a:moveTo>
                      <a:pt x="0" y="31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0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920;p21">
                <a:extLst>
                  <a:ext uri="{FF2B5EF4-FFF2-40B4-BE49-F238E27FC236}">
                    <a16:creationId xmlns:a16="http://schemas.microsoft.com/office/drawing/2014/main" id="{2D01C70E-01D5-45AD-9C13-BB71E3E869FC}"/>
                  </a:ext>
                </a:extLst>
              </p:cNvPr>
              <p:cNvSpPr/>
              <p:nvPr/>
            </p:nvSpPr>
            <p:spPr>
              <a:xfrm>
                <a:off x="5626193" y="3695572"/>
                <a:ext cx="991" cy="32"/>
              </a:xfrm>
              <a:custGeom>
                <a:avLst/>
                <a:gdLst/>
                <a:ahLst/>
                <a:cxnLst/>
                <a:rect l="l" t="t" r="r" b="b"/>
                <a:pathLst>
                  <a:path w="31" h="1" extrusionOk="0">
                    <a:moveTo>
                      <a:pt x="3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921;p21">
                <a:extLst>
                  <a:ext uri="{FF2B5EF4-FFF2-40B4-BE49-F238E27FC236}">
                    <a16:creationId xmlns:a16="http://schemas.microsoft.com/office/drawing/2014/main" id="{E7D2FE27-AC3E-548A-0010-57134D0FFBDB}"/>
                  </a:ext>
                </a:extLst>
              </p:cNvPr>
              <p:cNvSpPr/>
              <p:nvPr/>
            </p:nvSpPr>
            <p:spPr>
              <a:xfrm>
                <a:off x="5627152" y="3690711"/>
                <a:ext cx="5852" cy="3901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22" extrusionOk="0">
                    <a:moveTo>
                      <a:pt x="152" y="0"/>
                    </a:moveTo>
                    <a:lnTo>
                      <a:pt x="122" y="0"/>
                    </a:lnTo>
                    <a:lnTo>
                      <a:pt x="0" y="122"/>
                    </a:lnTo>
                    <a:cubicBezTo>
                      <a:pt x="61" y="122"/>
                      <a:pt x="122" y="91"/>
                      <a:pt x="152" y="91"/>
                    </a:cubicBezTo>
                    <a:cubicBezTo>
                      <a:pt x="183" y="61"/>
                      <a:pt x="183" y="31"/>
                      <a:pt x="1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922;p21">
                <a:extLst>
                  <a:ext uri="{FF2B5EF4-FFF2-40B4-BE49-F238E27FC236}">
                    <a16:creationId xmlns:a16="http://schemas.microsoft.com/office/drawing/2014/main" id="{DD3EEB15-5089-8FCC-FEA7-776AAB02C4A6}"/>
                  </a:ext>
                </a:extLst>
              </p:cNvPr>
              <p:cNvSpPr/>
              <p:nvPr/>
            </p:nvSpPr>
            <p:spPr>
              <a:xfrm>
                <a:off x="5134348" y="3881200"/>
                <a:ext cx="6843" cy="7803"/>
              </a:xfrm>
              <a:custGeom>
                <a:avLst/>
                <a:gdLst/>
                <a:ahLst/>
                <a:cxnLst/>
                <a:rect l="l" t="t" r="r" b="b"/>
                <a:pathLst>
                  <a:path w="214" h="244" extrusionOk="0">
                    <a:moveTo>
                      <a:pt x="153" y="1"/>
                    </a:moveTo>
                    <a:cubicBezTo>
                      <a:pt x="31" y="31"/>
                      <a:pt x="1" y="122"/>
                      <a:pt x="92" y="213"/>
                    </a:cubicBezTo>
                    <a:cubicBezTo>
                      <a:pt x="122" y="244"/>
                      <a:pt x="153" y="244"/>
                      <a:pt x="214" y="244"/>
                    </a:cubicBezTo>
                    <a:lnTo>
                      <a:pt x="21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923;p21">
                <a:extLst>
                  <a:ext uri="{FF2B5EF4-FFF2-40B4-BE49-F238E27FC236}">
                    <a16:creationId xmlns:a16="http://schemas.microsoft.com/office/drawing/2014/main" id="{2DD10718-94C7-C779-4737-2B426A2FEA1D}"/>
                  </a:ext>
                </a:extLst>
              </p:cNvPr>
              <p:cNvSpPr/>
              <p:nvPr/>
            </p:nvSpPr>
            <p:spPr>
              <a:xfrm>
                <a:off x="5877919" y="3436044"/>
                <a:ext cx="7803" cy="2942"/>
              </a:xfrm>
              <a:custGeom>
                <a:avLst/>
                <a:gdLst/>
                <a:ahLst/>
                <a:cxnLst/>
                <a:rect l="l" t="t" r="r" b="b"/>
                <a:pathLst>
                  <a:path w="244" h="92" extrusionOk="0">
                    <a:moveTo>
                      <a:pt x="244" y="92"/>
                    </a:moveTo>
                    <a:cubicBezTo>
                      <a:pt x="183" y="31"/>
                      <a:pt x="92" y="0"/>
                      <a:pt x="1" y="0"/>
                    </a:cubicBezTo>
                    <a:cubicBezTo>
                      <a:pt x="61" y="61"/>
                      <a:pt x="152" y="92"/>
                      <a:pt x="244" y="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924;p21">
                <a:extLst>
                  <a:ext uri="{FF2B5EF4-FFF2-40B4-BE49-F238E27FC236}">
                    <a16:creationId xmlns:a16="http://schemas.microsoft.com/office/drawing/2014/main" id="{8AFC42D9-616B-1F93-8317-5AA25123814F}"/>
                  </a:ext>
                </a:extLst>
              </p:cNvPr>
              <p:cNvSpPr/>
              <p:nvPr/>
            </p:nvSpPr>
            <p:spPr>
              <a:xfrm>
                <a:off x="5885690" y="3438954"/>
                <a:ext cx="1023" cy="1023"/>
              </a:xfrm>
              <a:custGeom>
                <a:avLst/>
                <a:gdLst/>
                <a:ahLst/>
                <a:cxnLst/>
                <a:rect l="l" t="t" r="r" b="b"/>
                <a:pathLst>
                  <a:path w="32" h="32" extrusionOk="0">
                    <a:moveTo>
                      <a:pt x="1" y="1"/>
                    </a:moveTo>
                    <a:lnTo>
                      <a:pt x="31" y="31"/>
                    </a:lnTo>
                    <a:lnTo>
                      <a:pt x="31" y="31"/>
                    </a:lnTo>
                    <a:lnTo>
                      <a:pt x="3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925;p21">
                <a:extLst>
                  <a:ext uri="{FF2B5EF4-FFF2-40B4-BE49-F238E27FC236}">
                    <a16:creationId xmlns:a16="http://schemas.microsoft.com/office/drawing/2014/main" id="{787467D1-5FDC-6157-EBEA-5E9B72BBB9A7}"/>
                  </a:ext>
                </a:extLst>
              </p:cNvPr>
              <p:cNvSpPr/>
              <p:nvPr/>
            </p:nvSpPr>
            <p:spPr>
              <a:xfrm>
                <a:off x="4796122" y="3166795"/>
                <a:ext cx="2942" cy="3933"/>
              </a:xfrm>
              <a:custGeom>
                <a:avLst/>
                <a:gdLst/>
                <a:ahLst/>
                <a:cxnLst/>
                <a:rect l="l" t="t" r="r" b="b"/>
                <a:pathLst>
                  <a:path w="92" h="123" extrusionOk="0">
                    <a:moveTo>
                      <a:pt x="0" y="92"/>
                    </a:moveTo>
                    <a:cubicBezTo>
                      <a:pt x="0" y="92"/>
                      <a:pt x="30" y="122"/>
                      <a:pt x="61" y="122"/>
                    </a:cubicBezTo>
                    <a:cubicBezTo>
                      <a:pt x="61" y="122"/>
                      <a:pt x="91" y="92"/>
                      <a:pt x="91" y="92"/>
                    </a:cubicBezTo>
                    <a:cubicBezTo>
                      <a:pt x="91" y="92"/>
                      <a:pt x="61" y="31"/>
                      <a:pt x="61" y="1"/>
                    </a:cubicBezTo>
                    <a:cubicBezTo>
                      <a:pt x="30" y="31"/>
                      <a:pt x="30" y="31"/>
                      <a:pt x="0" y="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926;p21">
                <a:extLst>
                  <a:ext uri="{FF2B5EF4-FFF2-40B4-BE49-F238E27FC236}">
                    <a16:creationId xmlns:a16="http://schemas.microsoft.com/office/drawing/2014/main" id="{CF093AAE-E6F6-88A4-7981-DF7831F7E613}"/>
                  </a:ext>
                </a:extLst>
              </p:cNvPr>
              <p:cNvSpPr/>
              <p:nvPr/>
            </p:nvSpPr>
            <p:spPr>
              <a:xfrm>
                <a:off x="5240289" y="3219302"/>
                <a:ext cx="1023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32" h="31" extrusionOk="0">
                    <a:moveTo>
                      <a:pt x="1" y="0"/>
                    </a:moveTo>
                    <a:lnTo>
                      <a:pt x="31" y="31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Google Shape;927;p21">
                <a:extLst>
                  <a:ext uri="{FF2B5EF4-FFF2-40B4-BE49-F238E27FC236}">
                    <a16:creationId xmlns:a16="http://schemas.microsoft.com/office/drawing/2014/main" id="{8020CC29-D6A0-A082-1AC6-2716080942A7}"/>
                  </a:ext>
                </a:extLst>
              </p:cNvPr>
              <p:cNvSpPr/>
              <p:nvPr/>
            </p:nvSpPr>
            <p:spPr>
              <a:xfrm>
                <a:off x="4822344" y="3233884"/>
                <a:ext cx="3933" cy="4893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53" extrusionOk="0">
                    <a:moveTo>
                      <a:pt x="62" y="0"/>
                    </a:moveTo>
                    <a:cubicBezTo>
                      <a:pt x="1" y="31"/>
                      <a:pt x="1" y="61"/>
                      <a:pt x="1" y="91"/>
                    </a:cubicBezTo>
                    <a:cubicBezTo>
                      <a:pt x="1" y="91"/>
                      <a:pt x="31" y="122"/>
                      <a:pt x="31" y="152"/>
                    </a:cubicBezTo>
                    <a:cubicBezTo>
                      <a:pt x="62" y="152"/>
                      <a:pt x="62" y="91"/>
                      <a:pt x="92" y="61"/>
                    </a:cubicBezTo>
                    <a:cubicBezTo>
                      <a:pt x="122" y="31"/>
                      <a:pt x="62" y="0"/>
                      <a:pt x="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Google Shape;928;p21">
                <a:extLst>
                  <a:ext uri="{FF2B5EF4-FFF2-40B4-BE49-F238E27FC236}">
                    <a16:creationId xmlns:a16="http://schemas.microsoft.com/office/drawing/2014/main" id="{D5A57DDF-36D0-673C-E8B9-1A31D792F0DE}"/>
                  </a:ext>
                </a:extLst>
              </p:cNvPr>
              <p:cNvSpPr/>
              <p:nvPr/>
            </p:nvSpPr>
            <p:spPr>
              <a:xfrm>
                <a:off x="5314189" y="3258186"/>
                <a:ext cx="3901" cy="1951"/>
              </a:xfrm>
              <a:custGeom>
                <a:avLst/>
                <a:gdLst/>
                <a:ahLst/>
                <a:cxnLst/>
                <a:rect l="l" t="t" r="r" b="b"/>
                <a:pathLst>
                  <a:path w="122" h="61" extrusionOk="0">
                    <a:moveTo>
                      <a:pt x="61" y="0"/>
                    </a:moveTo>
                    <a:cubicBezTo>
                      <a:pt x="61" y="0"/>
                      <a:pt x="30" y="0"/>
                      <a:pt x="0" y="30"/>
                    </a:cubicBezTo>
                    <a:cubicBezTo>
                      <a:pt x="0" y="61"/>
                      <a:pt x="30" y="61"/>
                      <a:pt x="61" y="61"/>
                    </a:cubicBezTo>
                    <a:cubicBezTo>
                      <a:pt x="61" y="61"/>
                      <a:pt x="91" y="61"/>
                      <a:pt x="91" y="61"/>
                    </a:cubicBezTo>
                    <a:cubicBezTo>
                      <a:pt x="122" y="30"/>
                      <a:pt x="61" y="0"/>
                      <a:pt x="6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Google Shape;929;p21">
                <a:extLst>
                  <a:ext uri="{FF2B5EF4-FFF2-40B4-BE49-F238E27FC236}">
                    <a16:creationId xmlns:a16="http://schemas.microsoft.com/office/drawing/2014/main" id="{21934D0E-21E0-52F7-7861-5B6EB7C782F9}"/>
                  </a:ext>
                </a:extLst>
              </p:cNvPr>
              <p:cNvSpPr/>
              <p:nvPr/>
            </p:nvSpPr>
            <p:spPr>
              <a:xfrm>
                <a:off x="5295706" y="3270817"/>
                <a:ext cx="2942" cy="2942"/>
              </a:xfrm>
              <a:custGeom>
                <a:avLst/>
                <a:gdLst/>
                <a:ahLst/>
                <a:cxnLst/>
                <a:rect l="l" t="t" r="r" b="b"/>
                <a:pathLst>
                  <a:path w="92" h="92" extrusionOk="0">
                    <a:moveTo>
                      <a:pt x="31" y="61"/>
                    </a:moveTo>
                    <a:cubicBezTo>
                      <a:pt x="31" y="61"/>
                      <a:pt x="61" y="91"/>
                      <a:pt x="61" y="91"/>
                    </a:cubicBezTo>
                    <a:cubicBezTo>
                      <a:pt x="92" y="91"/>
                      <a:pt x="61" y="61"/>
                      <a:pt x="61" y="31"/>
                    </a:cubicBezTo>
                    <a:cubicBezTo>
                      <a:pt x="31" y="0"/>
                      <a:pt x="0" y="31"/>
                      <a:pt x="31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930;p21">
                <a:extLst>
                  <a:ext uri="{FF2B5EF4-FFF2-40B4-BE49-F238E27FC236}">
                    <a16:creationId xmlns:a16="http://schemas.microsoft.com/office/drawing/2014/main" id="{4F1918A0-C355-7A98-A60B-C638E14530DC}"/>
                  </a:ext>
                </a:extLst>
              </p:cNvPr>
              <p:cNvSpPr/>
              <p:nvPr/>
            </p:nvSpPr>
            <p:spPr>
              <a:xfrm>
                <a:off x="5421089" y="3290260"/>
                <a:ext cx="1983" cy="3901"/>
              </a:xfrm>
              <a:custGeom>
                <a:avLst/>
                <a:gdLst/>
                <a:ahLst/>
                <a:cxnLst/>
                <a:rect l="l" t="t" r="r" b="b"/>
                <a:pathLst>
                  <a:path w="62" h="122" extrusionOk="0">
                    <a:moveTo>
                      <a:pt x="1" y="61"/>
                    </a:moveTo>
                    <a:cubicBezTo>
                      <a:pt x="1" y="61"/>
                      <a:pt x="1" y="91"/>
                      <a:pt x="31" y="122"/>
                    </a:cubicBezTo>
                    <a:lnTo>
                      <a:pt x="61" y="61"/>
                    </a:lnTo>
                    <a:cubicBezTo>
                      <a:pt x="61" y="0"/>
                      <a:pt x="1" y="0"/>
                      <a:pt x="1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931;p21">
                <a:extLst>
                  <a:ext uri="{FF2B5EF4-FFF2-40B4-BE49-F238E27FC236}">
                    <a16:creationId xmlns:a16="http://schemas.microsoft.com/office/drawing/2014/main" id="{82BC8D1B-BAF0-3043-E467-22ADEFB9D2D6}"/>
                  </a:ext>
                </a:extLst>
              </p:cNvPr>
              <p:cNvSpPr/>
              <p:nvPr/>
            </p:nvSpPr>
            <p:spPr>
              <a:xfrm>
                <a:off x="5021595" y="3373848"/>
                <a:ext cx="4893" cy="3901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22" extrusionOk="0">
                    <a:moveTo>
                      <a:pt x="153" y="91"/>
                    </a:moveTo>
                    <a:cubicBezTo>
                      <a:pt x="153" y="31"/>
                      <a:pt x="92" y="0"/>
                      <a:pt x="62" y="31"/>
                    </a:cubicBezTo>
                    <a:cubicBezTo>
                      <a:pt x="1" y="61"/>
                      <a:pt x="31" y="91"/>
                      <a:pt x="1" y="122"/>
                    </a:cubicBezTo>
                    <a:cubicBezTo>
                      <a:pt x="62" y="122"/>
                      <a:pt x="92" y="122"/>
                      <a:pt x="122" y="122"/>
                    </a:cubicBezTo>
                    <a:cubicBezTo>
                      <a:pt x="122" y="122"/>
                      <a:pt x="153" y="91"/>
                      <a:pt x="153" y="9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932;p21">
                <a:extLst>
                  <a:ext uri="{FF2B5EF4-FFF2-40B4-BE49-F238E27FC236}">
                    <a16:creationId xmlns:a16="http://schemas.microsoft.com/office/drawing/2014/main" id="{9851EB59-9F38-A2A6-4DF9-FBEC2F821940}"/>
                  </a:ext>
                </a:extLst>
              </p:cNvPr>
              <p:cNvSpPr/>
              <p:nvPr/>
            </p:nvSpPr>
            <p:spPr>
              <a:xfrm>
                <a:off x="5021595" y="3377717"/>
                <a:ext cx="1023" cy="1023"/>
              </a:xfrm>
              <a:custGeom>
                <a:avLst/>
                <a:gdLst/>
                <a:ahLst/>
                <a:cxnLst/>
                <a:rect l="l" t="t" r="r" b="b"/>
                <a:pathLst>
                  <a:path w="32" h="3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1" y="31"/>
                      <a:pt x="1" y="31"/>
                    </a:cubicBezTo>
                    <a:lnTo>
                      <a:pt x="3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933;p21">
                <a:extLst>
                  <a:ext uri="{FF2B5EF4-FFF2-40B4-BE49-F238E27FC236}">
                    <a16:creationId xmlns:a16="http://schemas.microsoft.com/office/drawing/2014/main" id="{BE2B163B-BA14-B2A2-4257-203D081E84CE}"/>
                  </a:ext>
                </a:extLst>
              </p:cNvPr>
              <p:cNvSpPr/>
              <p:nvPr/>
            </p:nvSpPr>
            <p:spPr>
              <a:xfrm>
                <a:off x="5019677" y="3378709"/>
                <a:ext cx="991" cy="3901"/>
              </a:xfrm>
              <a:custGeom>
                <a:avLst/>
                <a:gdLst/>
                <a:ahLst/>
                <a:cxnLst/>
                <a:rect l="l" t="t" r="r" b="b"/>
                <a:pathLst>
                  <a:path w="31" h="122" extrusionOk="0">
                    <a:moveTo>
                      <a:pt x="0" y="61"/>
                    </a:moveTo>
                    <a:lnTo>
                      <a:pt x="0" y="122"/>
                    </a:lnTo>
                    <a:lnTo>
                      <a:pt x="31" y="0"/>
                    </a:lnTo>
                    <a:cubicBezTo>
                      <a:pt x="0" y="31"/>
                      <a:pt x="0" y="31"/>
                      <a:pt x="0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934;p21">
                <a:extLst>
                  <a:ext uri="{FF2B5EF4-FFF2-40B4-BE49-F238E27FC236}">
                    <a16:creationId xmlns:a16="http://schemas.microsoft.com/office/drawing/2014/main" id="{9E53EBE5-0AB7-B962-9B48-AC8D91F29910}"/>
                  </a:ext>
                </a:extLst>
              </p:cNvPr>
              <p:cNvSpPr/>
              <p:nvPr/>
            </p:nvSpPr>
            <p:spPr>
              <a:xfrm>
                <a:off x="5843895" y="3421462"/>
                <a:ext cx="2942" cy="2942"/>
              </a:xfrm>
              <a:custGeom>
                <a:avLst/>
                <a:gdLst/>
                <a:ahLst/>
                <a:cxnLst/>
                <a:rect l="l" t="t" r="r" b="b"/>
                <a:pathLst>
                  <a:path w="92" h="92" extrusionOk="0">
                    <a:moveTo>
                      <a:pt x="61" y="31"/>
                    </a:moveTo>
                    <a:lnTo>
                      <a:pt x="31" y="1"/>
                    </a:lnTo>
                    <a:cubicBezTo>
                      <a:pt x="31" y="1"/>
                      <a:pt x="1" y="31"/>
                      <a:pt x="1" y="31"/>
                    </a:cubicBezTo>
                    <a:cubicBezTo>
                      <a:pt x="1" y="31"/>
                      <a:pt x="1" y="92"/>
                      <a:pt x="61" y="92"/>
                    </a:cubicBezTo>
                    <a:cubicBezTo>
                      <a:pt x="92" y="61"/>
                      <a:pt x="61" y="61"/>
                      <a:pt x="61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935;p21">
                <a:extLst>
                  <a:ext uri="{FF2B5EF4-FFF2-40B4-BE49-F238E27FC236}">
                    <a16:creationId xmlns:a16="http://schemas.microsoft.com/office/drawing/2014/main" id="{C3857A86-1932-279E-289B-A1239C2636A2}"/>
                  </a:ext>
                </a:extLst>
              </p:cNvPr>
              <p:cNvSpPr/>
              <p:nvPr/>
            </p:nvSpPr>
            <p:spPr>
              <a:xfrm>
                <a:off x="4941908" y="3426323"/>
                <a:ext cx="3933" cy="1983"/>
              </a:xfrm>
              <a:custGeom>
                <a:avLst/>
                <a:gdLst/>
                <a:ahLst/>
                <a:cxnLst/>
                <a:rect l="l" t="t" r="r" b="b"/>
                <a:pathLst>
                  <a:path w="123" h="62" extrusionOk="0">
                    <a:moveTo>
                      <a:pt x="61" y="1"/>
                    </a:moveTo>
                    <a:cubicBezTo>
                      <a:pt x="61" y="1"/>
                      <a:pt x="31" y="1"/>
                      <a:pt x="0" y="31"/>
                    </a:cubicBezTo>
                    <a:cubicBezTo>
                      <a:pt x="0" y="61"/>
                      <a:pt x="31" y="61"/>
                      <a:pt x="61" y="61"/>
                    </a:cubicBezTo>
                    <a:cubicBezTo>
                      <a:pt x="61" y="61"/>
                      <a:pt x="92" y="61"/>
                      <a:pt x="92" y="61"/>
                    </a:cubicBezTo>
                    <a:cubicBezTo>
                      <a:pt x="122" y="31"/>
                      <a:pt x="92" y="1"/>
                      <a:pt x="6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936;p21">
                <a:extLst>
                  <a:ext uri="{FF2B5EF4-FFF2-40B4-BE49-F238E27FC236}">
                    <a16:creationId xmlns:a16="http://schemas.microsoft.com/office/drawing/2014/main" id="{77E192D7-9448-BD97-002C-098E0BC75A36}"/>
                  </a:ext>
                </a:extLst>
              </p:cNvPr>
              <p:cNvSpPr/>
              <p:nvPr/>
            </p:nvSpPr>
            <p:spPr>
              <a:xfrm>
                <a:off x="5327779" y="3469077"/>
                <a:ext cx="3933" cy="3933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23" extrusionOk="0">
                    <a:moveTo>
                      <a:pt x="1" y="31"/>
                    </a:moveTo>
                    <a:cubicBezTo>
                      <a:pt x="1" y="92"/>
                      <a:pt x="1" y="123"/>
                      <a:pt x="61" y="92"/>
                    </a:cubicBezTo>
                    <a:cubicBezTo>
                      <a:pt x="122" y="62"/>
                      <a:pt x="61" y="62"/>
                      <a:pt x="92" y="31"/>
                    </a:cubicBezTo>
                    <a:lnTo>
                      <a:pt x="31" y="1"/>
                    </a:lnTo>
                    <a:cubicBezTo>
                      <a:pt x="31" y="1"/>
                      <a:pt x="1" y="31"/>
                      <a:pt x="1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937;p21">
                <a:extLst>
                  <a:ext uri="{FF2B5EF4-FFF2-40B4-BE49-F238E27FC236}">
                    <a16:creationId xmlns:a16="http://schemas.microsoft.com/office/drawing/2014/main" id="{68FB21BF-4665-FAC8-CC79-E2BC6A8C539A}"/>
                  </a:ext>
                </a:extLst>
              </p:cNvPr>
              <p:cNvSpPr/>
              <p:nvPr/>
            </p:nvSpPr>
            <p:spPr>
              <a:xfrm>
                <a:off x="5800150" y="3477838"/>
                <a:ext cx="1983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62" h="31" extrusionOk="0">
                    <a:moveTo>
                      <a:pt x="1" y="0"/>
                    </a:moveTo>
                    <a:cubicBezTo>
                      <a:pt x="1" y="0"/>
                      <a:pt x="1" y="31"/>
                      <a:pt x="1" y="31"/>
                    </a:cubicBezTo>
                    <a:lnTo>
                      <a:pt x="62" y="31"/>
                    </a:lnTo>
                    <a:cubicBezTo>
                      <a:pt x="62" y="31"/>
                      <a:pt x="62" y="0"/>
                      <a:pt x="62" y="0"/>
                    </a:cubicBezTo>
                    <a:cubicBezTo>
                      <a:pt x="62" y="0"/>
                      <a:pt x="3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938;p21">
                <a:extLst>
                  <a:ext uri="{FF2B5EF4-FFF2-40B4-BE49-F238E27FC236}">
                    <a16:creationId xmlns:a16="http://schemas.microsoft.com/office/drawing/2014/main" id="{6E271BEB-565F-2C36-3F33-B6DF78157CFC}"/>
                  </a:ext>
                </a:extLst>
              </p:cNvPr>
              <p:cNvSpPr/>
              <p:nvPr/>
            </p:nvSpPr>
            <p:spPr>
              <a:xfrm>
                <a:off x="5302517" y="3484650"/>
                <a:ext cx="991" cy="1983"/>
              </a:xfrm>
              <a:custGeom>
                <a:avLst/>
                <a:gdLst/>
                <a:ahLst/>
                <a:cxnLst/>
                <a:rect l="l" t="t" r="r" b="b"/>
                <a:pathLst>
                  <a:path w="31" h="62" extrusionOk="0">
                    <a:moveTo>
                      <a:pt x="0" y="61"/>
                    </a:moveTo>
                    <a:lnTo>
                      <a:pt x="31" y="61"/>
                    </a:lnTo>
                    <a:cubicBezTo>
                      <a:pt x="31" y="31"/>
                      <a:pt x="31" y="0"/>
                      <a:pt x="31" y="0"/>
                    </a:cubicBezTo>
                    <a:lnTo>
                      <a:pt x="0" y="0"/>
                    </a:lnTo>
                    <a:cubicBezTo>
                      <a:pt x="0" y="0"/>
                      <a:pt x="0" y="31"/>
                      <a:pt x="0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939;p21">
                <a:extLst>
                  <a:ext uri="{FF2B5EF4-FFF2-40B4-BE49-F238E27FC236}">
                    <a16:creationId xmlns:a16="http://schemas.microsoft.com/office/drawing/2014/main" id="{51D3EE12-29F6-7315-4A03-C4E1BE898A27}"/>
                  </a:ext>
                </a:extLst>
              </p:cNvPr>
              <p:cNvSpPr/>
              <p:nvPr/>
            </p:nvSpPr>
            <p:spPr>
              <a:xfrm>
                <a:off x="5354992" y="3529354"/>
                <a:ext cx="3933" cy="2942"/>
              </a:xfrm>
              <a:custGeom>
                <a:avLst/>
                <a:gdLst/>
                <a:ahLst/>
                <a:cxnLst/>
                <a:rect l="l" t="t" r="r" b="b"/>
                <a:pathLst>
                  <a:path w="123" h="92" extrusionOk="0">
                    <a:moveTo>
                      <a:pt x="61" y="0"/>
                    </a:moveTo>
                    <a:cubicBezTo>
                      <a:pt x="1" y="31"/>
                      <a:pt x="31" y="61"/>
                      <a:pt x="61" y="61"/>
                    </a:cubicBezTo>
                    <a:cubicBezTo>
                      <a:pt x="92" y="92"/>
                      <a:pt x="92" y="61"/>
                      <a:pt x="122" y="61"/>
                    </a:cubicBezTo>
                    <a:cubicBezTo>
                      <a:pt x="122" y="61"/>
                      <a:pt x="122" y="31"/>
                      <a:pt x="122" y="31"/>
                    </a:cubicBezTo>
                    <a:cubicBezTo>
                      <a:pt x="122" y="31"/>
                      <a:pt x="61" y="0"/>
                      <a:pt x="6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940;p21">
                <a:extLst>
                  <a:ext uri="{FF2B5EF4-FFF2-40B4-BE49-F238E27FC236}">
                    <a16:creationId xmlns:a16="http://schemas.microsoft.com/office/drawing/2014/main" id="{906B5F3E-1939-C1D0-A7FD-8A176B21A3B4}"/>
                  </a:ext>
                </a:extLst>
              </p:cNvPr>
              <p:cNvSpPr/>
              <p:nvPr/>
            </p:nvSpPr>
            <p:spPr>
              <a:xfrm>
                <a:off x="5342361" y="3572107"/>
                <a:ext cx="4893" cy="393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23" extrusionOk="0">
                    <a:moveTo>
                      <a:pt x="122" y="92"/>
                    </a:moveTo>
                    <a:cubicBezTo>
                      <a:pt x="152" y="62"/>
                      <a:pt x="152" y="31"/>
                      <a:pt x="152" y="1"/>
                    </a:cubicBezTo>
                    <a:lnTo>
                      <a:pt x="61" y="1"/>
                    </a:lnTo>
                    <a:cubicBezTo>
                      <a:pt x="61" y="1"/>
                      <a:pt x="0" y="31"/>
                      <a:pt x="31" y="62"/>
                    </a:cubicBezTo>
                    <a:cubicBezTo>
                      <a:pt x="31" y="62"/>
                      <a:pt x="92" y="122"/>
                      <a:pt x="122" y="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941;p21">
                <a:extLst>
                  <a:ext uri="{FF2B5EF4-FFF2-40B4-BE49-F238E27FC236}">
                    <a16:creationId xmlns:a16="http://schemas.microsoft.com/office/drawing/2014/main" id="{0F3BCD37-8328-D691-7E84-1418B13E9CE9}"/>
                  </a:ext>
                </a:extLst>
              </p:cNvPr>
              <p:cNvSpPr/>
              <p:nvPr/>
            </p:nvSpPr>
            <p:spPr>
              <a:xfrm>
                <a:off x="6147169" y="3692630"/>
                <a:ext cx="2942" cy="3933"/>
              </a:xfrm>
              <a:custGeom>
                <a:avLst/>
                <a:gdLst/>
                <a:ahLst/>
                <a:cxnLst/>
                <a:rect l="l" t="t" r="r" b="b"/>
                <a:pathLst>
                  <a:path w="92" h="123" extrusionOk="0">
                    <a:moveTo>
                      <a:pt x="61" y="122"/>
                    </a:moveTo>
                    <a:cubicBezTo>
                      <a:pt x="61" y="122"/>
                      <a:pt x="91" y="92"/>
                      <a:pt x="91" y="62"/>
                    </a:cubicBezTo>
                    <a:cubicBezTo>
                      <a:pt x="91" y="31"/>
                      <a:pt x="91" y="31"/>
                      <a:pt x="61" y="1"/>
                    </a:cubicBezTo>
                    <a:cubicBezTo>
                      <a:pt x="31" y="1"/>
                      <a:pt x="31" y="31"/>
                      <a:pt x="31" y="31"/>
                    </a:cubicBezTo>
                    <a:cubicBezTo>
                      <a:pt x="0" y="92"/>
                      <a:pt x="31" y="122"/>
                      <a:pt x="61" y="1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942;p21">
                <a:extLst>
                  <a:ext uri="{FF2B5EF4-FFF2-40B4-BE49-F238E27FC236}">
                    <a16:creationId xmlns:a16="http://schemas.microsoft.com/office/drawing/2014/main" id="{191B95A9-2D85-2915-4694-8E8B9468D33B}"/>
                  </a:ext>
                </a:extLst>
              </p:cNvPr>
              <p:cNvSpPr/>
              <p:nvPr/>
            </p:nvSpPr>
            <p:spPr>
              <a:xfrm>
                <a:off x="6149088" y="3720834"/>
                <a:ext cx="4893" cy="2942"/>
              </a:xfrm>
              <a:custGeom>
                <a:avLst/>
                <a:gdLst/>
                <a:ahLst/>
                <a:cxnLst/>
                <a:rect l="l" t="t" r="r" b="b"/>
                <a:pathLst>
                  <a:path w="153" h="92" extrusionOk="0">
                    <a:moveTo>
                      <a:pt x="31" y="92"/>
                    </a:moveTo>
                    <a:cubicBezTo>
                      <a:pt x="62" y="92"/>
                      <a:pt x="123" y="92"/>
                      <a:pt x="153" y="61"/>
                    </a:cubicBezTo>
                    <a:cubicBezTo>
                      <a:pt x="153" y="61"/>
                      <a:pt x="153" y="31"/>
                      <a:pt x="92" y="31"/>
                    </a:cubicBezTo>
                    <a:cubicBezTo>
                      <a:pt x="62" y="0"/>
                      <a:pt x="31" y="0"/>
                      <a:pt x="1" y="61"/>
                    </a:cubicBezTo>
                    <a:cubicBezTo>
                      <a:pt x="1" y="61"/>
                      <a:pt x="31" y="92"/>
                      <a:pt x="31" y="9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943;p21">
                <a:extLst>
                  <a:ext uri="{FF2B5EF4-FFF2-40B4-BE49-F238E27FC236}">
                    <a16:creationId xmlns:a16="http://schemas.microsoft.com/office/drawing/2014/main" id="{B1FA70E0-D24E-5890-815B-52B6CC3A2AD3}"/>
                  </a:ext>
                </a:extLst>
              </p:cNvPr>
              <p:cNvSpPr/>
              <p:nvPr/>
            </p:nvSpPr>
            <p:spPr>
              <a:xfrm>
                <a:off x="6160759" y="3746096"/>
                <a:ext cx="1983" cy="1023"/>
              </a:xfrm>
              <a:custGeom>
                <a:avLst/>
                <a:gdLst/>
                <a:ahLst/>
                <a:cxnLst/>
                <a:rect l="l" t="t" r="r" b="b"/>
                <a:pathLst>
                  <a:path w="62" h="32" extrusionOk="0">
                    <a:moveTo>
                      <a:pt x="61" y="1"/>
                    </a:moveTo>
                    <a:lnTo>
                      <a:pt x="1" y="1"/>
                    </a:lnTo>
                    <a:lnTo>
                      <a:pt x="31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944;p21">
                <a:extLst>
                  <a:ext uri="{FF2B5EF4-FFF2-40B4-BE49-F238E27FC236}">
                    <a16:creationId xmlns:a16="http://schemas.microsoft.com/office/drawing/2014/main" id="{9A5DDDF9-888B-B358-AA9D-BE03FD863FCF}"/>
                  </a:ext>
                </a:extLst>
              </p:cNvPr>
              <p:cNvSpPr/>
              <p:nvPr/>
            </p:nvSpPr>
            <p:spPr>
              <a:xfrm>
                <a:off x="6132587" y="3805382"/>
                <a:ext cx="3901" cy="39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23" extrusionOk="0">
                    <a:moveTo>
                      <a:pt x="122" y="31"/>
                    </a:moveTo>
                    <a:cubicBezTo>
                      <a:pt x="122" y="31"/>
                      <a:pt x="91" y="1"/>
                      <a:pt x="91" y="1"/>
                    </a:cubicBezTo>
                    <a:cubicBezTo>
                      <a:pt x="31" y="1"/>
                      <a:pt x="0" y="62"/>
                      <a:pt x="31" y="92"/>
                    </a:cubicBezTo>
                    <a:cubicBezTo>
                      <a:pt x="31" y="122"/>
                      <a:pt x="61" y="122"/>
                      <a:pt x="61" y="122"/>
                    </a:cubicBezTo>
                    <a:cubicBezTo>
                      <a:pt x="122" y="122"/>
                      <a:pt x="122" y="92"/>
                      <a:pt x="122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945;p21">
                <a:extLst>
                  <a:ext uri="{FF2B5EF4-FFF2-40B4-BE49-F238E27FC236}">
                    <a16:creationId xmlns:a16="http://schemas.microsoft.com/office/drawing/2014/main" id="{DAC0C1C5-028F-FBF5-D243-C0AE18B68863}"/>
                  </a:ext>
                </a:extLst>
              </p:cNvPr>
              <p:cNvSpPr/>
              <p:nvPr/>
            </p:nvSpPr>
            <p:spPr>
              <a:xfrm>
                <a:off x="5678668" y="4255398"/>
                <a:ext cx="4893" cy="393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23" extrusionOk="0">
                    <a:moveTo>
                      <a:pt x="31" y="1"/>
                    </a:moveTo>
                    <a:cubicBezTo>
                      <a:pt x="31" y="1"/>
                      <a:pt x="0" y="31"/>
                      <a:pt x="0" y="62"/>
                    </a:cubicBezTo>
                    <a:cubicBezTo>
                      <a:pt x="0" y="92"/>
                      <a:pt x="61" y="123"/>
                      <a:pt x="92" y="123"/>
                    </a:cubicBezTo>
                    <a:cubicBezTo>
                      <a:pt x="122" y="123"/>
                      <a:pt x="152" y="92"/>
                      <a:pt x="122" y="62"/>
                    </a:cubicBezTo>
                    <a:cubicBezTo>
                      <a:pt x="122" y="31"/>
                      <a:pt x="92" y="1"/>
                      <a:pt x="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946;p21">
                <a:extLst>
                  <a:ext uri="{FF2B5EF4-FFF2-40B4-BE49-F238E27FC236}">
                    <a16:creationId xmlns:a16="http://schemas.microsoft.com/office/drawing/2014/main" id="{7852FA17-83C6-37C7-246F-E0793E49B87E}"/>
                  </a:ext>
                </a:extLst>
              </p:cNvPr>
              <p:cNvSpPr/>
              <p:nvPr/>
            </p:nvSpPr>
            <p:spPr>
              <a:xfrm>
                <a:off x="5398737" y="3306760"/>
                <a:ext cx="991" cy="1983"/>
              </a:xfrm>
              <a:custGeom>
                <a:avLst/>
                <a:gdLst/>
                <a:ahLst/>
                <a:cxnLst/>
                <a:rect l="l" t="t" r="r" b="b"/>
                <a:pathLst>
                  <a:path w="31" h="62" extrusionOk="0">
                    <a:moveTo>
                      <a:pt x="31" y="1"/>
                    </a:moveTo>
                    <a:lnTo>
                      <a:pt x="0" y="31"/>
                    </a:lnTo>
                    <a:lnTo>
                      <a:pt x="31" y="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947;p21">
                <a:extLst>
                  <a:ext uri="{FF2B5EF4-FFF2-40B4-BE49-F238E27FC236}">
                    <a16:creationId xmlns:a16="http://schemas.microsoft.com/office/drawing/2014/main" id="{9A5F4E46-0B69-BEB4-3177-5EA19D69B75B}"/>
                  </a:ext>
                </a:extLst>
              </p:cNvPr>
              <p:cNvSpPr/>
              <p:nvPr/>
            </p:nvSpPr>
            <p:spPr>
              <a:xfrm>
                <a:off x="4861228" y="3316481"/>
                <a:ext cx="1983" cy="1983"/>
              </a:xfrm>
              <a:custGeom>
                <a:avLst/>
                <a:gdLst/>
                <a:ahLst/>
                <a:cxnLst/>
                <a:rect l="l" t="t" r="r" b="b"/>
                <a:pathLst>
                  <a:path w="62" h="62" extrusionOk="0">
                    <a:moveTo>
                      <a:pt x="1" y="62"/>
                    </a:moveTo>
                    <a:lnTo>
                      <a:pt x="61" y="62"/>
                    </a:lnTo>
                    <a:lnTo>
                      <a:pt x="3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948;p21">
                <a:extLst>
                  <a:ext uri="{FF2B5EF4-FFF2-40B4-BE49-F238E27FC236}">
                    <a16:creationId xmlns:a16="http://schemas.microsoft.com/office/drawing/2014/main" id="{95053DE4-5D5B-7896-0199-397A204F90B4}"/>
                  </a:ext>
                </a:extLst>
              </p:cNvPr>
              <p:cNvSpPr/>
              <p:nvPr/>
            </p:nvSpPr>
            <p:spPr>
              <a:xfrm>
                <a:off x="5445392" y="3384529"/>
                <a:ext cx="32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1" h="31" extrusionOk="0">
                    <a:moveTo>
                      <a:pt x="0" y="31"/>
                    </a:moveTo>
                    <a:cubicBezTo>
                      <a:pt x="0" y="1"/>
                      <a:pt x="0" y="1"/>
                      <a:pt x="0" y="1"/>
                    </a:cubicBez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949;p21">
                <a:extLst>
                  <a:ext uri="{FF2B5EF4-FFF2-40B4-BE49-F238E27FC236}">
                    <a16:creationId xmlns:a16="http://schemas.microsoft.com/office/drawing/2014/main" id="{FA13812B-9AF1-D6F4-28FE-AD81D08BBBF5}"/>
                  </a:ext>
                </a:extLst>
              </p:cNvPr>
              <p:cNvSpPr/>
              <p:nvPr/>
            </p:nvSpPr>
            <p:spPr>
              <a:xfrm>
                <a:off x="5445392" y="3385488"/>
                <a:ext cx="1983" cy="1023"/>
              </a:xfrm>
              <a:custGeom>
                <a:avLst/>
                <a:gdLst/>
                <a:ahLst/>
                <a:cxnLst/>
                <a:rect l="l" t="t" r="r" b="b"/>
                <a:pathLst>
                  <a:path w="62" h="32" extrusionOk="0">
                    <a:moveTo>
                      <a:pt x="61" y="1"/>
                    </a:moveTo>
                    <a:lnTo>
                      <a:pt x="31" y="1"/>
                    </a:lnTo>
                    <a:cubicBezTo>
                      <a:pt x="0" y="31"/>
                      <a:pt x="31" y="31"/>
                      <a:pt x="6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950;p21">
                <a:extLst>
                  <a:ext uri="{FF2B5EF4-FFF2-40B4-BE49-F238E27FC236}">
                    <a16:creationId xmlns:a16="http://schemas.microsoft.com/office/drawing/2014/main" id="{F9EF1EAA-7A7D-5537-5499-E71BEED30474}"/>
                  </a:ext>
                </a:extLst>
              </p:cNvPr>
              <p:cNvSpPr/>
              <p:nvPr/>
            </p:nvSpPr>
            <p:spPr>
              <a:xfrm>
                <a:off x="5859468" y="3425364"/>
                <a:ext cx="991" cy="991"/>
              </a:xfrm>
              <a:custGeom>
                <a:avLst/>
                <a:gdLst/>
                <a:ahLst/>
                <a:cxnLst/>
                <a:rect l="l" t="t" r="r" b="b"/>
                <a:pathLst>
                  <a:path w="31" h="31" extrusionOk="0">
                    <a:moveTo>
                      <a:pt x="0" y="0"/>
                    </a:moveTo>
                    <a:lnTo>
                      <a:pt x="0" y="31"/>
                    </a:lnTo>
                    <a:lnTo>
                      <a:pt x="30" y="31"/>
                    </a:lnTo>
                    <a:lnTo>
                      <a:pt x="30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951;p21">
                <a:extLst>
                  <a:ext uri="{FF2B5EF4-FFF2-40B4-BE49-F238E27FC236}">
                    <a16:creationId xmlns:a16="http://schemas.microsoft.com/office/drawing/2014/main" id="{66A723F9-60D4-13EA-622F-1A93F5D9DA5A}"/>
                  </a:ext>
                </a:extLst>
              </p:cNvPr>
              <p:cNvSpPr/>
              <p:nvPr/>
            </p:nvSpPr>
            <p:spPr>
              <a:xfrm>
                <a:off x="5958598" y="3499231"/>
                <a:ext cx="991" cy="1951"/>
              </a:xfrm>
              <a:custGeom>
                <a:avLst/>
                <a:gdLst/>
                <a:ahLst/>
                <a:cxnLst/>
                <a:rect l="l" t="t" r="r" b="b"/>
                <a:pathLst>
                  <a:path w="31" h="61" extrusionOk="0">
                    <a:moveTo>
                      <a:pt x="31" y="61"/>
                    </a:moveTo>
                    <a:lnTo>
                      <a:pt x="31" y="0"/>
                    </a:lnTo>
                    <a:cubicBezTo>
                      <a:pt x="31" y="0"/>
                      <a:pt x="0" y="0"/>
                      <a:pt x="0" y="0"/>
                    </a:cubicBezTo>
                    <a:cubicBezTo>
                      <a:pt x="0" y="0"/>
                      <a:pt x="0" y="61"/>
                      <a:pt x="31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952;p21">
                <a:extLst>
                  <a:ext uri="{FF2B5EF4-FFF2-40B4-BE49-F238E27FC236}">
                    <a16:creationId xmlns:a16="http://schemas.microsoft.com/office/drawing/2014/main" id="{67585253-9B80-173D-9023-87107515E3DA}"/>
                  </a:ext>
                </a:extLst>
              </p:cNvPr>
              <p:cNvSpPr/>
              <p:nvPr/>
            </p:nvSpPr>
            <p:spPr>
              <a:xfrm>
                <a:off x="5967328" y="3522543"/>
                <a:ext cx="1983" cy="32"/>
              </a:xfrm>
              <a:custGeom>
                <a:avLst/>
                <a:gdLst/>
                <a:ahLst/>
                <a:cxnLst/>
                <a:rect l="l" t="t" r="r" b="b"/>
                <a:pathLst>
                  <a:path w="62" h="1" extrusionOk="0">
                    <a:moveTo>
                      <a:pt x="1" y="1"/>
                    </a:moveTo>
                    <a:lnTo>
                      <a:pt x="62" y="1"/>
                    </a:lnTo>
                    <a:lnTo>
                      <a:pt x="62" y="1"/>
                    </a:lnTo>
                    <a:lnTo>
                      <a:pt x="6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953;p21">
                <a:extLst>
                  <a:ext uri="{FF2B5EF4-FFF2-40B4-BE49-F238E27FC236}">
                    <a16:creationId xmlns:a16="http://schemas.microsoft.com/office/drawing/2014/main" id="{25B946F9-53D9-B72E-C835-7C35268460D3}"/>
                  </a:ext>
                </a:extLst>
              </p:cNvPr>
              <p:cNvSpPr/>
              <p:nvPr/>
            </p:nvSpPr>
            <p:spPr>
              <a:xfrm>
                <a:off x="5348181" y="3568238"/>
                <a:ext cx="4893" cy="3901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22" extrusionOk="0">
                    <a:moveTo>
                      <a:pt x="153" y="0"/>
                    </a:moveTo>
                    <a:lnTo>
                      <a:pt x="153" y="0"/>
                    </a:lnTo>
                    <a:lnTo>
                      <a:pt x="153" y="0"/>
                    </a:lnTo>
                    <a:lnTo>
                      <a:pt x="1" y="122"/>
                    </a:lnTo>
                    <a:lnTo>
                      <a:pt x="1" y="122"/>
                    </a:lnTo>
                    <a:lnTo>
                      <a:pt x="1" y="12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954;p21">
                <a:extLst>
                  <a:ext uri="{FF2B5EF4-FFF2-40B4-BE49-F238E27FC236}">
                    <a16:creationId xmlns:a16="http://schemas.microsoft.com/office/drawing/2014/main" id="{EF403CD5-04A5-3802-6EC3-61775693A441}"/>
                  </a:ext>
                </a:extLst>
              </p:cNvPr>
              <p:cNvSpPr/>
              <p:nvPr/>
            </p:nvSpPr>
            <p:spPr>
              <a:xfrm>
                <a:off x="4693507" y="3148760"/>
                <a:ext cx="10744" cy="12695"/>
              </a:xfrm>
              <a:custGeom>
                <a:avLst/>
                <a:gdLst/>
                <a:ahLst/>
                <a:cxnLst/>
                <a:rect l="l" t="t" r="r" b="b"/>
                <a:pathLst>
                  <a:path w="336" h="397" extrusionOk="0">
                    <a:moveTo>
                      <a:pt x="122" y="1"/>
                    </a:moveTo>
                    <a:cubicBezTo>
                      <a:pt x="122" y="1"/>
                      <a:pt x="92" y="1"/>
                      <a:pt x="92" y="1"/>
                    </a:cubicBezTo>
                    <a:cubicBezTo>
                      <a:pt x="31" y="31"/>
                      <a:pt x="1" y="62"/>
                      <a:pt x="1" y="92"/>
                    </a:cubicBezTo>
                    <a:cubicBezTo>
                      <a:pt x="1" y="214"/>
                      <a:pt x="61" y="335"/>
                      <a:pt x="183" y="396"/>
                    </a:cubicBezTo>
                    <a:cubicBezTo>
                      <a:pt x="213" y="396"/>
                      <a:pt x="244" y="396"/>
                      <a:pt x="244" y="396"/>
                    </a:cubicBezTo>
                    <a:cubicBezTo>
                      <a:pt x="274" y="366"/>
                      <a:pt x="305" y="335"/>
                      <a:pt x="335" y="305"/>
                    </a:cubicBezTo>
                    <a:cubicBezTo>
                      <a:pt x="335" y="183"/>
                      <a:pt x="244" y="62"/>
                      <a:pt x="1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955;p21">
                <a:extLst>
                  <a:ext uri="{FF2B5EF4-FFF2-40B4-BE49-F238E27FC236}">
                    <a16:creationId xmlns:a16="http://schemas.microsoft.com/office/drawing/2014/main" id="{F4E71667-E960-1692-76F5-695399441A49}"/>
                  </a:ext>
                </a:extLst>
              </p:cNvPr>
              <p:cNvSpPr/>
              <p:nvPr/>
            </p:nvSpPr>
            <p:spPr>
              <a:xfrm>
                <a:off x="4717810" y="3195415"/>
                <a:ext cx="10712" cy="11704"/>
              </a:xfrm>
              <a:custGeom>
                <a:avLst/>
                <a:gdLst/>
                <a:ahLst/>
                <a:cxnLst/>
                <a:rect l="l" t="t" r="r" b="b"/>
                <a:pathLst>
                  <a:path w="335" h="366" extrusionOk="0">
                    <a:moveTo>
                      <a:pt x="183" y="1"/>
                    </a:moveTo>
                    <a:cubicBezTo>
                      <a:pt x="122" y="1"/>
                      <a:pt x="92" y="1"/>
                      <a:pt x="31" y="31"/>
                    </a:cubicBezTo>
                    <a:cubicBezTo>
                      <a:pt x="1" y="31"/>
                      <a:pt x="1" y="92"/>
                      <a:pt x="1" y="153"/>
                    </a:cubicBezTo>
                    <a:cubicBezTo>
                      <a:pt x="31" y="244"/>
                      <a:pt x="122" y="335"/>
                      <a:pt x="213" y="366"/>
                    </a:cubicBezTo>
                    <a:lnTo>
                      <a:pt x="274" y="366"/>
                    </a:lnTo>
                    <a:cubicBezTo>
                      <a:pt x="305" y="335"/>
                      <a:pt x="335" y="305"/>
                      <a:pt x="335" y="274"/>
                    </a:cubicBezTo>
                    <a:cubicBezTo>
                      <a:pt x="335" y="153"/>
                      <a:pt x="274" y="62"/>
                      <a:pt x="18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956;p21">
                <a:extLst>
                  <a:ext uri="{FF2B5EF4-FFF2-40B4-BE49-F238E27FC236}">
                    <a16:creationId xmlns:a16="http://schemas.microsoft.com/office/drawing/2014/main" id="{4ECC5E96-11B9-5D32-E7B8-9C5EB2F21D91}"/>
                  </a:ext>
                </a:extLst>
              </p:cNvPr>
              <p:cNvSpPr/>
              <p:nvPr/>
            </p:nvSpPr>
            <p:spPr>
              <a:xfrm>
                <a:off x="4746973" y="3231389"/>
                <a:ext cx="3933" cy="1983"/>
              </a:xfrm>
              <a:custGeom>
                <a:avLst/>
                <a:gdLst/>
                <a:ahLst/>
                <a:cxnLst/>
                <a:rect l="l" t="t" r="r" b="b"/>
                <a:pathLst>
                  <a:path w="123" h="62" extrusionOk="0">
                    <a:moveTo>
                      <a:pt x="61" y="1"/>
                    </a:moveTo>
                    <a:cubicBezTo>
                      <a:pt x="61" y="1"/>
                      <a:pt x="31" y="1"/>
                      <a:pt x="0" y="31"/>
                    </a:cubicBezTo>
                    <a:cubicBezTo>
                      <a:pt x="0" y="61"/>
                      <a:pt x="31" y="61"/>
                      <a:pt x="61" y="61"/>
                    </a:cubicBezTo>
                    <a:cubicBezTo>
                      <a:pt x="61" y="61"/>
                      <a:pt x="92" y="61"/>
                      <a:pt x="92" y="61"/>
                    </a:cubicBezTo>
                    <a:cubicBezTo>
                      <a:pt x="122" y="31"/>
                      <a:pt x="92" y="1"/>
                      <a:pt x="6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2" name="Google Shape;957;p21">
              <a:extLst>
                <a:ext uri="{FF2B5EF4-FFF2-40B4-BE49-F238E27FC236}">
                  <a16:creationId xmlns:a16="http://schemas.microsoft.com/office/drawing/2014/main" id="{47875CC6-B912-7BA5-BB22-7520378D1ABC}"/>
                </a:ext>
              </a:extLst>
            </p:cNvPr>
            <p:cNvSpPr/>
            <p:nvPr/>
          </p:nvSpPr>
          <p:spPr>
            <a:xfrm>
              <a:off x="4228196" y="3019249"/>
              <a:ext cx="188535" cy="75471"/>
            </a:xfrm>
            <a:custGeom>
              <a:avLst/>
              <a:gdLst/>
              <a:ahLst/>
              <a:cxnLst/>
              <a:rect l="l" t="t" r="r" b="b"/>
              <a:pathLst>
                <a:path w="5837" h="2311" extrusionOk="0">
                  <a:moveTo>
                    <a:pt x="5715" y="2037"/>
                  </a:moveTo>
                  <a:cubicBezTo>
                    <a:pt x="5806" y="2006"/>
                    <a:pt x="5837" y="1885"/>
                    <a:pt x="5776" y="1824"/>
                  </a:cubicBezTo>
                  <a:cubicBezTo>
                    <a:pt x="5715" y="1733"/>
                    <a:pt x="5624" y="1672"/>
                    <a:pt x="5563" y="1641"/>
                  </a:cubicBezTo>
                  <a:cubicBezTo>
                    <a:pt x="5107" y="1429"/>
                    <a:pt x="4682" y="1186"/>
                    <a:pt x="4195" y="1003"/>
                  </a:cubicBezTo>
                  <a:cubicBezTo>
                    <a:pt x="4043" y="973"/>
                    <a:pt x="3922" y="882"/>
                    <a:pt x="3770" y="821"/>
                  </a:cubicBezTo>
                  <a:cubicBezTo>
                    <a:pt x="3618" y="699"/>
                    <a:pt x="3466" y="638"/>
                    <a:pt x="3283" y="578"/>
                  </a:cubicBezTo>
                  <a:cubicBezTo>
                    <a:pt x="3192" y="547"/>
                    <a:pt x="3131" y="517"/>
                    <a:pt x="3071" y="456"/>
                  </a:cubicBezTo>
                  <a:cubicBezTo>
                    <a:pt x="2888" y="274"/>
                    <a:pt x="2615" y="182"/>
                    <a:pt x="2372" y="182"/>
                  </a:cubicBezTo>
                  <a:cubicBezTo>
                    <a:pt x="2189" y="182"/>
                    <a:pt x="2007" y="152"/>
                    <a:pt x="1855" y="61"/>
                  </a:cubicBezTo>
                  <a:cubicBezTo>
                    <a:pt x="1764" y="30"/>
                    <a:pt x="1642" y="0"/>
                    <a:pt x="1520" y="0"/>
                  </a:cubicBezTo>
                  <a:cubicBezTo>
                    <a:pt x="1217" y="61"/>
                    <a:pt x="913" y="152"/>
                    <a:pt x="609" y="243"/>
                  </a:cubicBezTo>
                  <a:cubicBezTo>
                    <a:pt x="305" y="365"/>
                    <a:pt x="183" y="638"/>
                    <a:pt x="1" y="851"/>
                  </a:cubicBezTo>
                  <a:cubicBezTo>
                    <a:pt x="1" y="851"/>
                    <a:pt x="31" y="882"/>
                    <a:pt x="31" y="882"/>
                  </a:cubicBezTo>
                  <a:cubicBezTo>
                    <a:pt x="122" y="912"/>
                    <a:pt x="213" y="912"/>
                    <a:pt x="305" y="882"/>
                  </a:cubicBezTo>
                  <a:cubicBezTo>
                    <a:pt x="639" y="760"/>
                    <a:pt x="973" y="608"/>
                    <a:pt x="1277" y="456"/>
                  </a:cubicBezTo>
                  <a:cubicBezTo>
                    <a:pt x="1368" y="395"/>
                    <a:pt x="1460" y="426"/>
                    <a:pt x="1520" y="517"/>
                  </a:cubicBezTo>
                  <a:cubicBezTo>
                    <a:pt x="1581" y="608"/>
                    <a:pt x="1672" y="699"/>
                    <a:pt x="1764" y="730"/>
                  </a:cubicBezTo>
                  <a:cubicBezTo>
                    <a:pt x="1946" y="760"/>
                    <a:pt x="2098" y="790"/>
                    <a:pt x="2250" y="821"/>
                  </a:cubicBezTo>
                  <a:cubicBezTo>
                    <a:pt x="2341" y="821"/>
                    <a:pt x="2463" y="851"/>
                    <a:pt x="2554" y="912"/>
                  </a:cubicBezTo>
                  <a:cubicBezTo>
                    <a:pt x="2767" y="1034"/>
                    <a:pt x="2979" y="1094"/>
                    <a:pt x="3223" y="1094"/>
                  </a:cubicBezTo>
                  <a:cubicBezTo>
                    <a:pt x="3314" y="1125"/>
                    <a:pt x="3435" y="1186"/>
                    <a:pt x="3466" y="1307"/>
                  </a:cubicBezTo>
                  <a:cubicBezTo>
                    <a:pt x="3557" y="1520"/>
                    <a:pt x="3770" y="1672"/>
                    <a:pt x="3983" y="1672"/>
                  </a:cubicBezTo>
                  <a:cubicBezTo>
                    <a:pt x="4013" y="1672"/>
                    <a:pt x="4043" y="1702"/>
                    <a:pt x="4043" y="1702"/>
                  </a:cubicBezTo>
                  <a:cubicBezTo>
                    <a:pt x="4135" y="1733"/>
                    <a:pt x="4135" y="1793"/>
                    <a:pt x="4104" y="1885"/>
                  </a:cubicBezTo>
                  <a:lnTo>
                    <a:pt x="4013" y="1976"/>
                  </a:lnTo>
                  <a:cubicBezTo>
                    <a:pt x="3952" y="2067"/>
                    <a:pt x="4013" y="2189"/>
                    <a:pt x="4104" y="2189"/>
                  </a:cubicBezTo>
                  <a:lnTo>
                    <a:pt x="4712" y="2189"/>
                  </a:lnTo>
                  <a:cubicBezTo>
                    <a:pt x="4986" y="2310"/>
                    <a:pt x="5350" y="2128"/>
                    <a:pt x="5715" y="20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F61C66-5D61-6729-D7CA-48C21CCD9C42}"/>
              </a:ext>
            </a:extLst>
          </p:cNvPr>
          <p:cNvCxnSpPr>
            <a:cxnSpLocks/>
          </p:cNvCxnSpPr>
          <p:nvPr/>
        </p:nvCxnSpPr>
        <p:spPr>
          <a:xfrm>
            <a:off x="3748005" y="3616983"/>
            <a:ext cx="1440000" cy="0"/>
          </a:xfrm>
          <a:prstGeom prst="straightConnector1">
            <a:avLst/>
          </a:prstGeom>
          <a:ln w="28575" cap="sq" cmpd="sng" algn="ctr">
            <a:solidFill>
              <a:schemeClr val="tx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9E3530-88A9-E122-DB0C-CBB5C2A1BFA4}"/>
              </a:ext>
            </a:extLst>
          </p:cNvPr>
          <p:cNvCxnSpPr>
            <a:cxnSpLocks/>
          </p:cNvCxnSpPr>
          <p:nvPr/>
        </p:nvCxnSpPr>
        <p:spPr>
          <a:xfrm>
            <a:off x="7222855" y="3616983"/>
            <a:ext cx="1440000" cy="0"/>
          </a:xfrm>
          <a:prstGeom prst="straightConnector1">
            <a:avLst/>
          </a:prstGeom>
          <a:ln w="28575" cap="sq" cmpd="sng" algn="ctr">
            <a:solidFill>
              <a:schemeClr val="tx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26" name="Picture 2" descr="NENNA.AI | LinkedIn">
            <a:extLst>
              <a:ext uri="{FF2B5EF4-FFF2-40B4-BE49-F238E27FC236}">
                <a16:creationId xmlns:a16="http://schemas.microsoft.com/office/drawing/2014/main" id="{AA127880-81D3-4A54-89D4-32E3AD720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3157418"/>
            <a:ext cx="574725" cy="57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phic 10" descr="Marker with solid fill">
            <a:extLst>
              <a:ext uri="{FF2B5EF4-FFF2-40B4-BE49-F238E27FC236}">
                <a16:creationId xmlns:a16="http://schemas.microsoft.com/office/drawing/2014/main" id="{0734CCFE-A5E3-619F-7733-5CC2669038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53374" y="3192780"/>
            <a:ext cx="252000" cy="252000"/>
          </a:xfrm>
          <a:prstGeom prst="rect">
            <a:avLst/>
          </a:prstGeom>
        </p:spPr>
      </p:pic>
      <p:pic>
        <p:nvPicPr>
          <p:cNvPr id="12" name="Graphic 11" descr="Marker with solid fill">
            <a:extLst>
              <a:ext uri="{FF2B5EF4-FFF2-40B4-BE49-F238E27FC236}">
                <a16:creationId xmlns:a16="http://schemas.microsoft.com/office/drawing/2014/main" id="{DFCFF2DA-E6AF-49B8-E4DE-8DEC10D6E0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12166" y="3259920"/>
            <a:ext cx="252000" cy="252000"/>
          </a:xfrm>
          <a:prstGeom prst="rect">
            <a:avLst/>
          </a:prstGeom>
        </p:spPr>
      </p:pic>
      <p:pic>
        <p:nvPicPr>
          <p:cNvPr id="13" name="Graphic 12" descr="Marker with solid fill">
            <a:extLst>
              <a:ext uri="{FF2B5EF4-FFF2-40B4-BE49-F238E27FC236}">
                <a16:creationId xmlns:a16="http://schemas.microsoft.com/office/drawing/2014/main" id="{FB636269-8538-D7BE-A3C6-613C693E8C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5600" y="3668367"/>
            <a:ext cx="252000" cy="252000"/>
          </a:xfrm>
          <a:prstGeom prst="rect">
            <a:avLst/>
          </a:prstGeom>
        </p:spPr>
      </p:pic>
      <p:pic>
        <p:nvPicPr>
          <p:cNvPr id="14" name="Graphic 13" descr="Marker with solid fill">
            <a:extLst>
              <a:ext uri="{FF2B5EF4-FFF2-40B4-BE49-F238E27FC236}">
                <a16:creationId xmlns:a16="http://schemas.microsoft.com/office/drawing/2014/main" id="{09D1AA46-879E-7817-AB4C-DD42D3B43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11155" y="3177000"/>
            <a:ext cx="252000" cy="252000"/>
          </a:xfrm>
          <a:prstGeom prst="rect">
            <a:avLst/>
          </a:prstGeom>
        </p:spPr>
      </p:pic>
      <p:pic>
        <p:nvPicPr>
          <p:cNvPr id="15" name="Graphic 14" descr="Marker with solid fill">
            <a:extLst>
              <a:ext uri="{FF2B5EF4-FFF2-40B4-BE49-F238E27FC236}">
                <a16:creationId xmlns:a16="http://schemas.microsoft.com/office/drawing/2014/main" id="{787E69FF-A130-3B12-0C4B-5E49C75278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96306" y="3134169"/>
            <a:ext cx="252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429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9D745-BC7D-B8E4-C8D2-3B132FA0E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A4DA-B0B4-E982-15D1-0A376E1CA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SAFE Solution: Self Hosting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96C1F7-4332-B75A-CEA1-87499AD2BBE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2162D5B-250E-4598-A930-B964702EF604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480063-B91D-DB8D-981C-579C7B885B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Universität Hohenheim, How to host an LLM for sensitive Data, Leonard Hegemann (B.Sc. Digital Business Management)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803B7-9C9D-5E6A-41C0-3BE5FF3AB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104B226-4361-4E3F-8691-235B281AC8CE}" type="slidenum">
              <a:rPr lang="de-DE" smtClean="0"/>
              <a:pPr/>
              <a:t>4</a:t>
            </a:fld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C68522-4E66-3A15-B9DE-DBA1358C4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31" y="1686606"/>
            <a:ext cx="3309218" cy="3860754"/>
          </a:xfrm>
          <a:prstGeom prst="rect">
            <a:avLst/>
          </a:prstGeom>
          <a:ln>
            <a:noFill/>
          </a:ln>
        </p:spPr>
      </p:pic>
      <p:pic>
        <p:nvPicPr>
          <p:cNvPr id="10" name="Graphic 9" descr="Magnifying glass with solid fill">
            <a:extLst>
              <a:ext uri="{FF2B5EF4-FFF2-40B4-BE49-F238E27FC236}">
                <a16:creationId xmlns:a16="http://schemas.microsoft.com/office/drawing/2014/main" id="{B6635315-1FCF-1E71-A451-2EF0EA692E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332062" y="2743614"/>
            <a:ext cx="1746738" cy="1746738"/>
          </a:xfrm>
          <a:prstGeom prst="rect">
            <a:avLst/>
          </a:prstGeom>
        </p:spPr>
      </p:pic>
      <p:pic>
        <p:nvPicPr>
          <p:cNvPr id="2050" name="Picture 2" descr="Server icon download icons #28480 - Free Transparent PNG Logos">
            <a:extLst>
              <a:ext uri="{FF2B5EF4-FFF2-40B4-BE49-F238E27FC236}">
                <a16:creationId xmlns:a16="http://schemas.microsoft.com/office/drawing/2014/main" id="{1F683D00-58D8-14B3-0DC6-373019F9E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248" y="3093251"/>
            <a:ext cx="671497" cy="671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27" name="Group 2526">
            <a:extLst>
              <a:ext uri="{FF2B5EF4-FFF2-40B4-BE49-F238E27FC236}">
                <a16:creationId xmlns:a16="http://schemas.microsoft.com/office/drawing/2014/main" id="{51843DAD-CD94-8BFB-83A5-72860C6014D4}"/>
              </a:ext>
            </a:extLst>
          </p:cNvPr>
          <p:cNvGrpSpPr/>
          <p:nvPr/>
        </p:nvGrpSpPr>
        <p:grpSpPr>
          <a:xfrm>
            <a:off x="8805600" y="2703600"/>
            <a:ext cx="3070800" cy="1810800"/>
            <a:chOff x="5759046" y="2187169"/>
            <a:chExt cx="5834837" cy="3482664"/>
          </a:xfrm>
          <a:solidFill>
            <a:schemeClr val="accent1"/>
          </a:solidFill>
        </p:grpSpPr>
        <p:grpSp>
          <p:nvGrpSpPr>
            <p:cNvPr id="500" name="Google Shape;471;p21">
              <a:extLst>
                <a:ext uri="{FF2B5EF4-FFF2-40B4-BE49-F238E27FC236}">
                  <a16:creationId xmlns:a16="http://schemas.microsoft.com/office/drawing/2014/main" id="{924AFE74-22FA-538C-6904-5BD7A79900AE}"/>
                </a:ext>
              </a:extLst>
            </p:cNvPr>
            <p:cNvGrpSpPr/>
            <p:nvPr/>
          </p:nvGrpSpPr>
          <p:grpSpPr>
            <a:xfrm>
              <a:off x="5759046" y="2187169"/>
              <a:ext cx="5834837" cy="3482664"/>
              <a:chOff x="3042223" y="1184846"/>
              <a:chExt cx="5834837" cy="3482664"/>
            </a:xfrm>
            <a:grpFill/>
          </p:grpSpPr>
          <p:grpSp>
            <p:nvGrpSpPr>
              <p:cNvPr id="501" name="Google Shape;472;p21">
                <a:extLst>
                  <a:ext uri="{FF2B5EF4-FFF2-40B4-BE49-F238E27FC236}">
                    <a16:creationId xmlns:a16="http://schemas.microsoft.com/office/drawing/2014/main" id="{B3928A29-F340-A14D-78B8-847D2AE0B220}"/>
                  </a:ext>
                </a:extLst>
              </p:cNvPr>
              <p:cNvGrpSpPr/>
              <p:nvPr/>
            </p:nvGrpSpPr>
            <p:grpSpPr>
              <a:xfrm>
                <a:off x="3042223" y="1184846"/>
                <a:ext cx="5834837" cy="3482664"/>
                <a:chOff x="457205" y="1113072"/>
                <a:chExt cx="5776495" cy="3409697"/>
              </a:xfrm>
              <a:grpFill/>
            </p:grpSpPr>
            <p:grpSp>
              <p:nvGrpSpPr>
                <p:cNvPr id="503" name="Google Shape;473;p21">
                  <a:extLst>
                    <a:ext uri="{FF2B5EF4-FFF2-40B4-BE49-F238E27FC236}">
                      <a16:creationId xmlns:a16="http://schemas.microsoft.com/office/drawing/2014/main" id="{D9F71B32-2E7B-3937-6BA1-D68DB12321FA}"/>
                    </a:ext>
                  </a:extLst>
                </p:cNvPr>
                <p:cNvGrpSpPr/>
                <p:nvPr/>
              </p:nvGrpSpPr>
              <p:grpSpPr>
                <a:xfrm>
                  <a:off x="457205" y="1113072"/>
                  <a:ext cx="5446024" cy="3409697"/>
                  <a:chOff x="2145100" y="2263675"/>
                  <a:chExt cx="4257700" cy="2665700"/>
                </a:xfrm>
                <a:grpFill/>
              </p:grpSpPr>
              <p:sp>
                <p:nvSpPr>
                  <p:cNvPr id="2194" name="Google Shape;474;p21">
                    <a:extLst>
                      <a:ext uri="{FF2B5EF4-FFF2-40B4-BE49-F238E27FC236}">
                        <a16:creationId xmlns:a16="http://schemas.microsoft.com/office/drawing/2014/main" id="{1616CEAD-47EB-0FB9-D938-CD610FB344A6}"/>
                      </a:ext>
                    </a:extLst>
                  </p:cNvPr>
                  <p:cNvSpPr/>
                  <p:nvPr/>
                </p:nvSpPr>
                <p:spPr>
                  <a:xfrm>
                    <a:off x="5029650" y="2282650"/>
                    <a:ext cx="117050" cy="99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2" h="3983" extrusionOk="0">
                        <a:moveTo>
                          <a:pt x="244" y="2007"/>
                        </a:moveTo>
                        <a:cubicBezTo>
                          <a:pt x="244" y="2068"/>
                          <a:pt x="274" y="2129"/>
                          <a:pt x="366" y="2129"/>
                        </a:cubicBezTo>
                        <a:cubicBezTo>
                          <a:pt x="457" y="2159"/>
                          <a:pt x="517" y="2129"/>
                          <a:pt x="548" y="2159"/>
                        </a:cubicBezTo>
                        <a:cubicBezTo>
                          <a:pt x="669" y="2281"/>
                          <a:pt x="821" y="2311"/>
                          <a:pt x="1004" y="2341"/>
                        </a:cubicBezTo>
                        <a:cubicBezTo>
                          <a:pt x="1004" y="2341"/>
                          <a:pt x="1034" y="2341"/>
                          <a:pt x="1065" y="2372"/>
                        </a:cubicBezTo>
                        <a:cubicBezTo>
                          <a:pt x="1095" y="2402"/>
                          <a:pt x="1065" y="2433"/>
                          <a:pt x="1004" y="2433"/>
                        </a:cubicBezTo>
                        <a:lnTo>
                          <a:pt x="730" y="2463"/>
                        </a:lnTo>
                        <a:cubicBezTo>
                          <a:pt x="639" y="2493"/>
                          <a:pt x="548" y="2524"/>
                          <a:pt x="487" y="2615"/>
                        </a:cubicBezTo>
                        <a:cubicBezTo>
                          <a:pt x="457" y="2645"/>
                          <a:pt x="487" y="2737"/>
                          <a:pt x="609" y="2828"/>
                        </a:cubicBezTo>
                        <a:cubicBezTo>
                          <a:pt x="700" y="2919"/>
                          <a:pt x="852" y="3071"/>
                          <a:pt x="973" y="3192"/>
                        </a:cubicBezTo>
                        <a:cubicBezTo>
                          <a:pt x="1004" y="3223"/>
                          <a:pt x="1065" y="3253"/>
                          <a:pt x="1095" y="3253"/>
                        </a:cubicBezTo>
                        <a:cubicBezTo>
                          <a:pt x="1369" y="3192"/>
                          <a:pt x="1551" y="2889"/>
                          <a:pt x="1490" y="2645"/>
                        </a:cubicBezTo>
                        <a:cubicBezTo>
                          <a:pt x="1490" y="2585"/>
                          <a:pt x="1429" y="2524"/>
                          <a:pt x="1460" y="2433"/>
                        </a:cubicBezTo>
                        <a:cubicBezTo>
                          <a:pt x="1460" y="2402"/>
                          <a:pt x="1490" y="2402"/>
                          <a:pt x="1521" y="2402"/>
                        </a:cubicBezTo>
                        <a:lnTo>
                          <a:pt x="1581" y="2402"/>
                        </a:lnTo>
                        <a:cubicBezTo>
                          <a:pt x="1703" y="2493"/>
                          <a:pt x="1764" y="2645"/>
                          <a:pt x="1764" y="2828"/>
                        </a:cubicBezTo>
                        <a:cubicBezTo>
                          <a:pt x="1764" y="2919"/>
                          <a:pt x="1733" y="3010"/>
                          <a:pt x="1733" y="3101"/>
                        </a:cubicBezTo>
                        <a:cubicBezTo>
                          <a:pt x="1703" y="3314"/>
                          <a:pt x="1703" y="3314"/>
                          <a:pt x="1885" y="3344"/>
                        </a:cubicBezTo>
                        <a:cubicBezTo>
                          <a:pt x="2037" y="3314"/>
                          <a:pt x="2189" y="3405"/>
                          <a:pt x="2280" y="3527"/>
                        </a:cubicBezTo>
                        <a:cubicBezTo>
                          <a:pt x="2402" y="3740"/>
                          <a:pt x="2615" y="3831"/>
                          <a:pt x="2858" y="3831"/>
                        </a:cubicBezTo>
                        <a:cubicBezTo>
                          <a:pt x="3253" y="3831"/>
                          <a:pt x="3618" y="3861"/>
                          <a:pt x="3983" y="3983"/>
                        </a:cubicBezTo>
                        <a:cubicBezTo>
                          <a:pt x="4043" y="3983"/>
                          <a:pt x="4135" y="3983"/>
                          <a:pt x="4195" y="3983"/>
                        </a:cubicBezTo>
                        <a:cubicBezTo>
                          <a:pt x="4347" y="3922"/>
                          <a:pt x="4499" y="3800"/>
                          <a:pt x="4621" y="3679"/>
                        </a:cubicBezTo>
                        <a:cubicBezTo>
                          <a:pt x="4682" y="3588"/>
                          <a:pt x="4682" y="3496"/>
                          <a:pt x="4621" y="3405"/>
                        </a:cubicBezTo>
                        <a:cubicBezTo>
                          <a:pt x="4621" y="3375"/>
                          <a:pt x="4591" y="3344"/>
                          <a:pt x="4560" y="3314"/>
                        </a:cubicBezTo>
                        <a:cubicBezTo>
                          <a:pt x="4469" y="3253"/>
                          <a:pt x="4408" y="3192"/>
                          <a:pt x="4347" y="3132"/>
                        </a:cubicBezTo>
                        <a:cubicBezTo>
                          <a:pt x="4256" y="3101"/>
                          <a:pt x="4195" y="3010"/>
                          <a:pt x="4226" y="2919"/>
                        </a:cubicBezTo>
                        <a:cubicBezTo>
                          <a:pt x="4287" y="2706"/>
                          <a:pt x="4074" y="2585"/>
                          <a:pt x="4043" y="2433"/>
                        </a:cubicBezTo>
                        <a:cubicBezTo>
                          <a:pt x="3952" y="2098"/>
                          <a:pt x="3739" y="1855"/>
                          <a:pt x="3466" y="1703"/>
                        </a:cubicBezTo>
                        <a:cubicBezTo>
                          <a:pt x="3344" y="1642"/>
                          <a:pt x="3192" y="1642"/>
                          <a:pt x="3071" y="1703"/>
                        </a:cubicBezTo>
                        <a:cubicBezTo>
                          <a:pt x="2980" y="1794"/>
                          <a:pt x="2858" y="1794"/>
                          <a:pt x="2767" y="1703"/>
                        </a:cubicBezTo>
                        <a:cubicBezTo>
                          <a:pt x="2645" y="1612"/>
                          <a:pt x="2463" y="1612"/>
                          <a:pt x="2341" y="1733"/>
                        </a:cubicBezTo>
                        <a:cubicBezTo>
                          <a:pt x="2280" y="1764"/>
                          <a:pt x="2250" y="1764"/>
                          <a:pt x="2220" y="1794"/>
                        </a:cubicBezTo>
                        <a:lnTo>
                          <a:pt x="2220" y="1794"/>
                        </a:lnTo>
                        <a:lnTo>
                          <a:pt x="2189" y="1794"/>
                        </a:lnTo>
                        <a:cubicBezTo>
                          <a:pt x="2098" y="1916"/>
                          <a:pt x="1976" y="2007"/>
                          <a:pt x="1885" y="2098"/>
                        </a:cubicBezTo>
                        <a:cubicBezTo>
                          <a:pt x="1855" y="2159"/>
                          <a:pt x="1794" y="2159"/>
                          <a:pt x="1794" y="2098"/>
                        </a:cubicBezTo>
                        <a:cubicBezTo>
                          <a:pt x="1764" y="2098"/>
                          <a:pt x="1764" y="2068"/>
                          <a:pt x="1794" y="2037"/>
                        </a:cubicBezTo>
                        <a:cubicBezTo>
                          <a:pt x="1855" y="1916"/>
                          <a:pt x="2007" y="1825"/>
                          <a:pt x="2159" y="1825"/>
                        </a:cubicBezTo>
                        <a:lnTo>
                          <a:pt x="2189" y="1825"/>
                        </a:lnTo>
                        <a:lnTo>
                          <a:pt x="2189" y="1825"/>
                        </a:lnTo>
                        <a:cubicBezTo>
                          <a:pt x="2220" y="1642"/>
                          <a:pt x="2159" y="1430"/>
                          <a:pt x="2007" y="1308"/>
                        </a:cubicBezTo>
                        <a:cubicBezTo>
                          <a:pt x="1855" y="1186"/>
                          <a:pt x="1764" y="1004"/>
                          <a:pt x="1794" y="822"/>
                        </a:cubicBezTo>
                        <a:cubicBezTo>
                          <a:pt x="1794" y="730"/>
                          <a:pt x="1703" y="639"/>
                          <a:pt x="1612" y="639"/>
                        </a:cubicBezTo>
                        <a:cubicBezTo>
                          <a:pt x="1338" y="609"/>
                          <a:pt x="1095" y="457"/>
                          <a:pt x="943" y="244"/>
                        </a:cubicBezTo>
                        <a:cubicBezTo>
                          <a:pt x="852" y="153"/>
                          <a:pt x="761" y="92"/>
                          <a:pt x="639" y="62"/>
                        </a:cubicBezTo>
                        <a:cubicBezTo>
                          <a:pt x="578" y="1"/>
                          <a:pt x="457" y="62"/>
                          <a:pt x="426" y="123"/>
                        </a:cubicBezTo>
                        <a:cubicBezTo>
                          <a:pt x="366" y="305"/>
                          <a:pt x="305" y="487"/>
                          <a:pt x="214" y="639"/>
                        </a:cubicBezTo>
                        <a:cubicBezTo>
                          <a:pt x="62" y="852"/>
                          <a:pt x="1" y="1156"/>
                          <a:pt x="122" y="1399"/>
                        </a:cubicBezTo>
                        <a:cubicBezTo>
                          <a:pt x="214" y="1582"/>
                          <a:pt x="274" y="1794"/>
                          <a:pt x="244" y="200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95" name="Google Shape;475;p21">
                    <a:extLst>
                      <a:ext uri="{FF2B5EF4-FFF2-40B4-BE49-F238E27FC236}">
                        <a16:creationId xmlns:a16="http://schemas.microsoft.com/office/drawing/2014/main" id="{3022A3BD-D535-AD79-2132-3E4CDF9BB4D8}"/>
                      </a:ext>
                    </a:extLst>
                  </p:cNvPr>
                  <p:cNvSpPr/>
                  <p:nvPr/>
                </p:nvSpPr>
                <p:spPr>
                  <a:xfrm>
                    <a:off x="5582850" y="2338900"/>
                    <a:ext cx="97300" cy="69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2" h="2797" extrusionOk="0">
                        <a:moveTo>
                          <a:pt x="274" y="1611"/>
                        </a:moveTo>
                        <a:cubicBezTo>
                          <a:pt x="396" y="1733"/>
                          <a:pt x="487" y="1885"/>
                          <a:pt x="518" y="2067"/>
                        </a:cubicBezTo>
                        <a:cubicBezTo>
                          <a:pt x="518" y="2128"/>
                          <a:pt x="578" y="2189"/>
                          <a:pt x="639" y="2219"/>
                        </a:cubicBezTo>
                        <a:cubicBezTo>
                          <a:pt x="761" y="2280"/>
                          <a:pt x="882" y="2341"/>
                          <a:pt x="1004" y="2401"/>
                        </a:cubicBezTo>
                        <a:cubicBezTo>
                          <a:pt x="1156" y="2432"/>
                          <a:pt x="1308" y="2523"/>
                          <a:pt x="1429" y="2614"/>
                        </a:cubicBezTo>
                        <a:cubicBezTo>
                          <a:pt x="1521" y="2736"/>
                          <a:pt x="1673" y="2797"/>
                          <a:pt x="1794" y="2736"/>
                        </a:cubicBezTo>
                        <a:lnTo>
                          <a:pt x="2129" y="2736"/>
                        </a:lnTo>
                        <a:cubicBezTo>
                          <a:pt x="2189" y="2736"/>
                          <a:pt x="2250" y="2705"/>
                          <a:pt x="2281" y="2645"/>
                        </a:cubicBezTo>
                        <a:cubicBezTo>
                          <a:pt x="2341" y="2553"/>
                          <a:pt x="2341" y="2432"/>
                          <a:pt x="2463" y="2371"/>
                        </a:cubicBezTo>
                        <a:cubicBezTo>
                          <a:pt x="2554" y="2280"/>
                          <a:pt x="2615" y="2219"/>
                          <a:pt x="2676" y="2098"/>
                        </a:cubicBezTo>
                        <a:cubicBezTo>
                          <a:pt x="2767" y="1915"/>
                          <a:pt x="2980" y="1824"/>
                          <a:pt x="3192" y="1885"/>
                        </a:cubicBezTo>
                        <a:cubicBezTo>
                          <a:pt x="3253" y="1885"/>
                          <a:pt x="3314" y="1885"/>
                          <a:pt x="3375" y="1854"/>
                        </a:cubicBezTo>
                        <a:cubicBezTo>
                          <a:pt x="3436" y="1824"/>
                          <a:pt x="3496" y="1763"/>
                          <a:pt x="3527" y="1702"/>
                        </a:cubicBezTo>
                        <a:cubicBezTo>
                          <a:pt x="3557" y="1672"/>
                          <a:pt x="3588" y="1642"/>
                          <a:pt x="3588" y="1581"/>
                        </a:cubicBezTo>
                        <a:cubicBezTo>
                          <a:pt x="3588" y="1490"/>
                          <a:pt x="3618" y="1459"/>
                          <a:pt x="3679" y="1429"/>
                        </a:cubicBezTo>
                        <a:cubicBezTo>
                          <a:pt x="3709" y="1398"/>
                          <a:pt x="3740" y="1368"/>
                          <a:pt x="3770" y="1338"/>
                        </a:cubicBezTo>
                        <a:cubicBezTo>
                          <a:pt x="3831" y="1277"/>
                          <a:pt x="3861" y="1216"/>
                          <a:pt x="3861" y="1155"/>
                        </a:cubicBezTo>
                        <a:cubicBezTo>
                          <a:pt x="3891" y="1064"/>
                          <a:pt x="3891" y="973"/>
                          <a:pt x="3861" y="882"/>
                        </a:cubicBezTo>
                        <a:cubicBezTo>
                          <a:pt x="3831" y="790"/>
                          <a:pt x="3800" y="699"/>
                          <a:pt x="3740" y="578"/>
                        </a:cubicBezTo>
                        <a:cubicBezTo>
                          <a:pt x="3800" y="365"/>
                          <a:pt x="3679" y="304"/>
                          <a:pt x="3527" y="274"/>
                        </a:cubicBezTo>
                        <a:lnTo>
                          <a:pt x="2645" y="91"/>
                        </a:lnTo>
                        <a:cubicBezTo>
                          <a:pt x="2645" y="91"/>
                          <a:pt x="2615" y="91"/>
                          <a:pt x="2584" y="91"/>
                        </a:cubicBezTo>
                        <a:cubicBezTo>
                          <a:pt x="2524" y="122"/>
                          <a:pt x="2463" y="152"/>
                          <a:pt x="2432" y="183"/>
                        </a:cubicBezTo>
                        <a:cubicBezTo>
                          <a:pt x="2402" y="213"/>
                          <a:pt x="2402" y="274"/>
                          <a:pt x="2432" y="304"/>
                        </a:cubicBezTo>
                        <a:cubicBezTo>
                          <a:pt x="2554" y="487"/>
                          <a:pt x="2615" y="730"/>
                          <a:pt x="2584" y="942"/>
                        </a:cubicBezTo>
                        <a:cubicBezTo>
                          <a:pt x="2584" y="1003"/>
                          <a:pt x="2615" y="1064"/>
                          <a:pt x="2615" y="1125"/>
                        </a:cubicBezTo>
                        <a:lnTo>
                          <a:pt x="2645" y="1125"/>
                        </a:lnTo>
                        <a:lnTo>
                          <a:pt x="2676" y="1155"/>
                        </a:lnTo>
                        <a:lnTo>
                          <a:pt x="2615" y="1125"/>
                        </a:lnTo>
                        <a:lnTo>
                          <a:pt x="2615" y="1094"/>
                        </a:lnTo>
                        <a:cubicBezTo>
                          <a:pt x="2584" y="1094"/>
                          <a:pt x="2554" y="1064"/>
                          <a:pt x="2554" y="1034"/>
                        </a:cubicBezTo>
                        <a:cubicBezTo>
                          <a:pt x="2402" y="851"/>
                          <a:pt x="2281" y="608"/>
                          <a:pt x="2250" y="365"/>
                        </a:cubicBezTo>
                        <a:cubicBezTo>
                          <a:pt x="2250" y="213"/>
                          <a:pt x="2129" y="122"/>
                          <a:pt x="2007" y="91"/>
                        </a:cubicBezTo>
                        <a:cubicBezTo>
                          <a:pt x="1885" y="61"/>
                          <a:pt x="1733" y="31"/>
                          <a:pt x="1612" y="0"/>
                        </a:cubicBezTo>
                        <a:cubicBezTo>
                          <a:pt x="1581" y="31"/>
                          <a:pt x="1521" y="31"/>
                          <a:pt x="1521" y="61"/>
                        </a:cubicBezTo>
                        <a:cubicBezTo>
                          <a:pt x="1460" y="152"/>
                          <a:pt x="1429" y="243"/>
                          <a:pt x="1399" y="335"/>
                        </a:cubicBezTo>
                        <a:cubicBezTo>
                          <a:pt x="1399" y="456"/>
                          <a:pt x="1399" y="578"/>
                          <a:pt x="1399" y="699"/>
                        </a:cubicBezTo>
                        <a:lnTo>
                          <a:pt x="1429" y="699"/>
                        </a:lnTo>
                        <a:cubicBezTo>
                          <a:pt x="1460" y="730"/>
                          <a:pt x="1460" y="760"/>
                          <a:pt x="1490" y="790"/>
                        </a:cubicBezTo>
                        <a:lnTo>
                          <a:pt x="1399" y="730"/>
                        </a:lnTo>
                        <a:lnTo>
                          <a:pt x="1399" y="699"/>
                        </a:lnTo>
                        <a:cubicBezTo>
                          <a:pt x="1217" y="639"/>
                          <a:pt x="1034" y="639"/>
                          <a:pt x="882" y="456"/>
                        </a:cubicBezTo>
                        <a:cubicBezTo>
                          <a:pt x="761" y="335"/>
                          <a:pt x="609" y="243"/>
                          <a:pt x="426" y="213"/>
                        </a:cubicBezTo>
                        <a:cubicBezTo>
                          <a:pt x="335" y="183"/>
                          <a:pt x="244" y="243"/>
                          <a:pt x="183" y="335"/>
                        </a:cubicBezTo>
                        <a:cubicBezTo>
                          <a:pt x="153" y="487"/>
                          <a:pt x="92" y="669"/>
                          <a:pt x="31" y="851"/>
                        </a:cubicBezTo>
                        <a:cubicBezTo>
                          <a:pt x="1" y="912"/>
                          <a:pt x="1" y="973"/>
                          <a:pt x="31" y="1034"/>
                        </a:cubicBezTo>
                        <a:cubicBezTo>
                          <a:pt x="92" y="1246"/>
                          <a:pt x="183" y="1429"/>
                          <a:pt x="274" y="1611"/>
                        </a:cubicBezTo>
                        <a:close/>
                        <a:moveTo>
                          <a:pt x="2736" y="1277"/>
                        </a:moveTo>
                        <a:lnTo>
                          <a:pt x="2767" y="1307"/>
                        </a:lnTo>
                        <a:lnTo>
                          <a:pt x="2736" y="1307"/>
                        </a:lnTo>
                        <a:cubicBezTo>
                          <a:pt x="2736" y="1277"/>
                          <a:pt x="2706" y="1277"/>
                          <a:pt x="2706" y="1246"/>
                        </a:cubicBezTo>
                        <a:cubicBezTo>
                          <a:pt x="2706" y="1277"/>
                          <a:pt x="2736" y="1277"/>
                          <a:pt x="2736" y="1277"/>
                        </a:cubicBezTo>
                        <a:close/>
                        <a:moveTo>
                          <a:pt x="1521" y="851"/>
                        </a:moveTo>
                        <a:lnTo>
                          <a:pt x="1521" y="912"/>
                        </a:lnTo>
                        <a:lnTo>
                          <a:pt x="1521" y="912"/>
                        </a:lnTo>
                        <a:lnTo>
                          <a:pt x="1460" y="851"/>
                        </a:lnTo>
                        <a:cubicBezTo>
                          <a:pt x="1490" y="851"/>
                          <a:pt x="1521" y="851"/>
                          <a:pt x="1521" y="85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96" name="Google Shape;476;p21">
                    <a:extLst>
                      <a:ext uri="{FF2B5EF4-FFF2-40B4-BE49-F238E27FC236}">
                        <a16:creationId xmlns:a16="http://schemas.microsoft.com/office/drawing/2014/main" id="{241C675C-C8B4-7511-F3C0-F0D252787003}"/>
                      </a:ext>
                    </a:extLst>
                  </p:cNvPr>
                  <p:cNvSpPr/>
                  <p:nvPr/>
                </p:nvSpPr>
                <p:spPr>
                  <a:xfrm>
                    <a:off x="5153525" y="2342700"/>
                    <a:ext cx="57000" cy="6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80" h="2736" extrusionOk="0">
                        <a:moveTo>
                          <a:pt x="274" y="1125"/>
                        </a:moveTo>
                        <a:cubicBezTo>
                          <a:pt x="274" y="1155"/>
                          <a:pt x="274" y="1186"/>
                          <a:pt x="274" y="1246"/>
                        </a:cubicBezTo>
                        <a:cubicBezTo>
                          <a:pt x="274" y="1338"/>
                          <a:pt x="274" y="1429"/>
                          <a:pt x="274" y="1520"/>
                        </a:cubicBezTo>
                        <a:cubicBezTo>
                          <a:pt x="335" y="1763"/>
                          <a:pt x="365" y="2006"/>
                          <a:pt x="426" y="2249"/>
                        </a:cubicBezTo>
                        <a:cubicBezTo>
                          <a:pt x="487" y="2432"/>
                          <a:pt x="578" y="2584"/>
                          <a:pt x="699" y="2705"/>
                        </a:cubicBezTo>
                        <a:cubicBezTo>
                          <a:pt x="730" y="2736"/>
                          <a:pt x="791" y="2736"/>
                          <a:pt x="821" y="2736"/>
                        </a:cubicBezTo>
                        <a:cubicBezTo>
                          <a:pt x="851" y="2736"/>
                          <a:pt x="912" y="2705"/>
                          <a:pt x="943" y="2675"/>
                        </a:cubicBezTo>
                        <a:cubicBezTo>
                          <a:pt x="1125" y="2371"/>
                          <a:pt x="1398" y="2158"/>
                          <a:pt x="1702" y="2006"/>
                        </a:cubicBezTo>
                        <a:cubicBezTo>
                          <a:pt x="1824" y="1946"/>
                          <a:pt x="1946" y="1824"/>
                          <a:pt x="2067" y="1702"/>
                        </a:cubicBezTo>
                        <a:cubicBezTo>
                          <a:pt x="2158" y="1642"/>
                          <a:pt x="2219" y="1550"/>
                          <a:pt x="2250" y="1429"/>
                        </a:cubicBezTo>
                        <a:cubicBezTo>
                          <a:pt x="2280" y="1368"/>
                          <a:pt x="2280" y="1307"/>
                          <a:pt x="2250" y="1246"/>
                        </a:cubicBezTo>
                        <a:cubicBezTo>
                          <a:pt x="2219" y="1125"/>
                          <a:pt x="2158" y="1034"/>
                          <a:pt x="2098" y="942"/>
                        </a:cubicBezTo>
                        <a:cubicBezTo>
                          <a:pt x="2037" y="790"/>
                          <a:pt x="1915" y="669"/>
                          <a:pt x="1763" y="638"/>
                        </a:cubicBezTo>
                        <a:cubicBezTo>
                          <a:pt x="1550" y="547"/>
                          <a:pt x="1338" y="456"/>
                          <a:pt x="1155" y="335"/>
                        </a:cubicBezTo>
                        <a:cubicBezTo>
                          <a:pt x="943" y="274"/>
                          <a:pt x="730" y="183"/>
                          <a:pt x="547" y="61"/>
                        </a:cubicBezTo>
                        <a:cubicBezTo>
                          <a:pt x="456" y="31"/>
                          <a:pt x="365" y="0"/>
                          <a:pt x="274" y="0"/>
                        </a:cubicBezTo>
                        <a:cubicBezTo>
                          <a:pt x="243" y="0"/>
                          <a:pt x="183" y="0"/>
                          <a:pt x="152" y="61"/>
                        </a:cubicBezTo>
                        <a:cubicBezTo>
                          <a:pt x="31" y="243"/>
                          <a:pt x="0" y="487"/>
                          <a:pt x="91" y="699"/>
                        </a:cubicBezTo>
                        <a:cubicBezTo>
                          <a:pt x="183" y="821"/>
                          <a:pt x="213" y="973"/>
                          <a:pt x="274" y="11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97" name="Google Shape;477;p21">
                    <a:extLst>
                      <a:ext uri="{FF2B5EF4-FFF2-40B4-BE49-F238E27FC236}">
                        <a16:creationId xmlns:a16="http://schemas.microsoft.com/office/drawing/2014/main" id="{9674B890-EC09-A818-05E6-F1821CC7EB1D}"/>
                      </a:ext>
                    </a:extLst>
                  </p:cNvPr>
                  <p:cNvSpPr/>
                  <p:nvPr/>
                </p:nvSpPr>
                <p:spPr>
                  <a:xfrm>
                    <a:off x="5693050" y="2342700"/>
                    <a:ext cx="51700" cy="22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68" h="882" extrusionOk="0">
                        <a:moveTo>
                          <a:pt x="335" y="608"/>
                        </a:moveTo>
                        <a:cubicBezTo>
                          <a:pt x="669" y="760"/>
                          <a:pt x="1003" y="821"/>
                          <a:pt x="1368" y="882"/>
                        </a:cubicBezTo>
                        <a:cubicBezTo>
                          <a:pt x="1459" y="851"/>
                          <a:pt x="1550" y="851"/>
                          <a:pt x="1642" y="821"/>
                        </a:cubicBezTo>
                        <a:cubicBezTo>
                          <a:pt x="1824" y="790"/>
                          <a:pt x="1976" y="669"/>
                          <a:pt x="2037" y="487"/>
                        </a:cubicBezTo>
                        <a:cubicBezTo>
                          <a:pt x="2067" y="426"/>
                          <a:pt x="2067" y="365"/>
                          <a:pt x="2037" y="304"/>
                        </a:cubicBezTo>
                        <a:cubicBezTo>
                          <a:pt x="1946" y="91"/>
                          <a:pt x="1763" y="0"/>
                          <a:pt x="1550" y="0"/>
                        </a:cubicBezTo>
                        <a:cubicBezTo>
                          <a:pt x="1398" y="0"/>
                          <a:pt x="1246" y="61"/>
                          <a:pt x="1094" y="61"/>
                        </a:cubicBezTo>
                        <a:cubicBezTo>
                          <a:pt x="912" y="61"/>
                          <a:pt x="730" y="61"/>
                          <a:pt x="547" y="31"/>
                        </a:cubicBezTo>
                        <a:cubicBezTo>
                          <a:pt x="517" y="31"/>
                          <a:pt x="456" y="61"/>
                          <a:pt x="426" y="61"/>
                        </a:cubicBezTo>
                        <a:cubicBezTo>
                          <a:pt x="335" y="122"/>
                          <a:pt x="213" y="152"/>
                          <a:pt x="91" y="122"/>
                        </a:cubicBezTo>
                        <a:cubicBezTo>
                          <a:pt x="31" y="122"/>
                          <a:pt x="0" y="213"/>
                          <a:pt x="31" y="274"/>
                        </a:cubicBezTo>
                        <a:cubicBezTo>
                          <a:pt x="91" y="426"/>
                          <a:pt x="213" y="547"/>
                          <a:pt x="335" y="60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98" name="Google Shape;478;p21">
                    <a:extLst>
                      <a:ext uri="{FF2B5EF4-FFF2-40B4-BE49-F238E27FC236}">
                        <a16:creationId xmlns:a16="http://schemas.microsoft.com/office/drawing/2014/main" id="{01DBE3EB-902E-E9AB-84B5-09D62BB54B39}"/>
                      </a:ext>
                    </a:extLst>
                  </p:cNvPr>
                  <p:cNvSpPr/>
                  <p:nvPr/>
                </p:nvSpPr>
                <p:spPr>
                  <a:xfrm>
                    <a:off x="5680875" y="2424750"/>
                    <a:ext cx="41075" cy="27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3" h="1096" extrusionOk="0">
                        <a:moveTo>
                          <a:pt x="31" y="1065"/>
                        </a:moveTo>
                        <a:cubicBezTo>
                          <a:pt x="31" y="1065"/>
                          <a:pt x="92" y="1095"/>
                          <a:pt x="92" y="1065"/>
                        </a:cubicBezTo>
                        <a:cubicBezTo>
                          <a:pt x="274" y="943"/>
                          <a:pt x="487" y="882"/>
                          <a:pt x="730" y="913"/>
                        </a:cubicBezTo>
                        <a:cubicBezTo>
                          <a:pt x="974" y="882"/>
                          <a:pt x="1217" y="882"/>
                          <a:pt x="1460" y="822"/>
                        </a:cubicBezTo>
                        <a:cubicBezTo>
                          <a:pt x="1581" y="791"/>
                          <a:pt x="1642" y="670"/>
                          <a:pt x="1551" y="578"/>
                        </a:cubicBezTo>
                        <a:cubicBezTo>
                          <a:pt x="1460" y="366"/>
                          <a:pt x="1278" y="214"/>
                          <a:pt x="1065" y="122"/>
                        </a:cubicBezTo>
                        <a:cubicBezTo>
                          <a:pt x="943" y="92"/>
                          <a:pt x="852" y="62"/>
                          <a:pt x="730" y="31"/>
                        </a:cubicBezTo>
                        <a:cubicBezTo>
                          <a:pt x="639" y="1"/>
                          <a:pt x="518" y="1"/>
                          <a:pt x="396" y="1"/>
                        </a:cubicBezTo>
                        <a:cubicBezTo>
                          <a:pt x="305" y="31"/>
                          <a:pt x="183" y="92"/>
                          <a:pt x="153" y="214"/>
                        </a:cubicBezTo>
                        <a:cubicBezTo>
                          <a:pt x="122" y="335"/>
                          <a:pt x="92" y="487"/>
                          <a:pt x="62" y="761"/>
                        </a:cubicBezTo>
                        <a:cubicBezTo>
                          <a:pt x="62" y="761"/>
                          <a:pt x="31" y="882"/>
                          <a:pt x="1" y="1004"/>
                        </a:cubicBezTo>
                        <a:cubicBezTo>
                          <a:pt x="1" y="1034"/>
                          <a:pt x="1" y="1065"/>
                          <a:pt x="31" y="106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99" name="Google Shape;479;p21">
                    <a:extLst>
                      <a:ext uri="{FF2B5EF4-FFF2-40B4-BE49-F238E27FC236}">
                        <a16:creationId xmlns:a16="http://schemas.microsoft.com/office/drawing/2014/main" id="{344ADE23-AE77-AEC5-F1F7-0E5C2A69FC25}"/>
                      </a:ext>
                    </a:extLst>
                  </p:cNvPr>
                  <p:cNvSpPr/>
                  <p:nvPr/>
                </p:nvSpPr>
                <p:spPr>
                  <a:xfrm>
                    <a:off x="5374650" y="2496950"/>
                    <a:ext cx="20550" cy="20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2" h="822" extrusionOk="0">
                        <a:moveTo>
                          <a:pt x="274" y="760"/>
                        </a:moveTo>
                        <a:cubicBezTo>
                          <a:pt x="335" y="760"/>
                          <a:pt x="396" y="791"/>
                          <a:pt x="456" y="791"/>
                        </a:cubicBezTo>
                        <a:lnTo>
                          <a:pt x="517" y="791"/>
                        </a:lnTo>
                        <a:cubicBezTo>
                          <a:pt x="700" y="821"/>
                          <a:pt x="821" y="669"/>
                          <a:pt x="791" y="487"/>
                        </a:cubicBezTo>
                        <a:cubicBezTo>
                          <a:pt x="791" y="365"/>
                          <a:pt x="730" y="213"/>
                          <a:pt x="669" y="122"/>
                        </a:cubicBezTo>
                        <a:cubicBezTo>
                          <a:pt x="608" y="31"/>
                          <a:pt x="517" y="0"/>
                          <a:pt x="426" y="31"/>
                        </a:cubicBezTo>
                        <a:cubicBezTo>
                          <a:pt x="335" y="61"/>
                          <a:pt x="213" y="122"/>
                          <a:pt x="122" y="152"/>
                        </a:cubicBezTo>
                        <a:cubicBezTo>
                          <a:pt x="31" y="213"/>
                          <a:pt x="0" y="304"/>
                          <a:pt x="31" y="396"/>
                        </a:cubicBezTo>
                        <a:cubicBezTo>
                          <a:pt x="31" y="396"/>
                          <a:pt x="31" y="426"/>
                          <a:pt x="31" y="456"/>
                        </a:cubicBezTo>
                        <a:cubicBezTo>
                          <a:pt x="31" y="639"/>
                          <a:pt x="122" y="700"/>
                          <a:pt x="274" y="7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0" name="Google Shape;480;p21">
                    <a:extLst>
                      <a:ext uri="{FF2B5EF4-FFF2-40B4-BE49-F238E27FC236}">
                        <a16:creationId xmlns:a16="http://schemas.microsoft.com/office/drawing/2014/main" id="{6E3CA560-E19F-DB48-104C-E4AC12EB5E98}"/>
                      </a:ext>
                    </a:extLst>
                  </p:cNvPr>
                  <p:cNvSpPr/>
                  <p:nvPr/>
                </p:nvSpPr>
                <p:spPr>
                  <a:xfrm>
                    <a:off x="5663400" y="2414875"/>
                    <a:ext cx="12950" cy="16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" h="640" extrusionOk="0">
                        <a:moveTo>
                          <a:pt x="62" y="62"/>
                        </a:moveTo>
                        <a:cubicBezTo>
                          <a:pt x="31" y="92"/>
                          <a:pt x="1" y="153"/>
                          <a:pt x="1" y="214"/>
                        </a:cubicBezTo>
                        <a:cubicBezTo>
                          <a:pt x="1" y="396"/>
                          <a:pt x="122" y="548"/>
                          <a:pt x="305" y="639"/>
                        </a:cubicBezTo>
                        <a:cubicBezTo>
                          <a:pt x="366" y="639"/>
                          <a:pt x="426" y="609"/>
                          <a:pt x="457" y="578"/>
                        </a:cubicBezTo>
                        <a:cubicBezTo>
                          <a:pt x="487" y="517"/>
                          <a:pt x="518" y="457"/>
                          <a:pt x="518" y="396"/>
                        </a:cubicBezTo>
                        <a:cubicBezTo>
                          <a:pt x="518" y="214"/>
                          <a:pt x="426" y="92"/>
                          <a:pt x="244" y="31"/>
                        </a:cubicBezTo>
                        <a:cubicBezTo>
                          <a:pt x="183" y="1"/>
                          <a:pt x="122" y="1"/>
                          <a:pt x="62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1" name="Google Shape;481;p21">
                    <a:extLst>
                      <a:ext uri="{FF2B5EF4-FFF2-40B4-BE49-F238E27FC236}">
                        <a16:creationId xmlns:a16="http://schemas.microsoft.com/office/drawing/2014/main" id="{43E6834B-2AC4-276A-8159-1B504BFADA9A}"/>
                      </a:ext>
                    </a:extLst>
                  </p:cNvPr>
                  <p:cNvSpPr/>
                  <p:nvPr/>
                </p:nvSpPr>
                <p:spPr>
                  <a:xfrm>
                    <a:off x="5567650" y="2373100"/>
                    <a:ext cx="15225" cy="19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" h="791" extrusionOk="0">
                        <a:moveTo>
                          <a:pt x="487" y="760"/>
                        </a:moveTo>
                        <a:cubicBezTo>
                          <a:pt x="487" y="790"/>
                          <a:pt x="518" y="790"/>
                          <a:pt x="548" y="760"/>
                        </a:cubicBezTo>
                        <a:cubicBezTo>
                          <a:pt x="578" y="730"/>
                          <a:pt x="609" y="699"/>
                          <a:pt x="609" y="669"/>
                        </a:cubicBezTo>
                        <a:cubicBezTo>
                          <a:pt x="609" y="608"/>
                          <a:pt x="609" y="547"/>
                          <a:pt x="578" y="486"/>
                        </a:cubicBezTo>
                        <a:cubicBezTo>
                          <a:pt x="548" y="304"/>
                          <a:pt x="396" y="152"/>
                          <a:pt x="244" y="91"/>
                        </a:cubicBezTo>
                        <a:cubicBezTo>
                          <a:pt x="183" y="91"/>
                          <a:pt x="153" y="61"/>
                          <a:pt x="123" y="30"/>
                        </a:cubicBezTo>
                        <a:cubicBezTo>
                          <a:pt x="62" y="0"/>
                          <a:pt x="31" y="0"/>
                          <a:pt x="1" y="30"/>
                        </a:cubicBezTo>
                        <a:cubicBezTo>
                          <a:pt x="1" y="61"/>
                          <a:pt x="1" y="61"/>
                          <a:pt x="1" y="91"/>
                        </a:cubicBezTo>
                        <a:cubicBezTo>
                          <a:pt x="153" y="334"/>
                          <a:pt x="305" y="547"/>
                          <a:pt x="487" y="7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2" name="Google Shape;482;p21">
                    <a:extLst>
                      <a:ext uri="{FF2B5EF4-FFF2-40B4-BE49-F238E27FC236}">
                        <a16:creationId xmlns:a16="http://schemas.microsoft.com/office/drawing/2014/main" id="{9E5A6406-AEA9-B019-21DA-E63F1B99C823}"/>
                      </a:ext>
                    </a:extLst>
                  </p:cNvPr>
                  <p:cNvSpPr/>
                  <p:nvPr/>
                </p:nvSpPr>
                <p:spPr>
                  <a:xfrm>
                    <a:off x="5057025" y="2634500"/>
                    <a:ext cx="12175" cy="13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7" h="548" extrusionOk="0">
                        <a:moveTo>
                          <a:pt x="274" y="30"/>
                        </a:moveTo>
                        <a:cubicBezTo>
                          <a:pt x="243" y="0"/>
                          <a:pt x="213" y="0"/>
                          <a:pt x="152" y="30"/>
                        </a:cubicBezTo>
                        <a:cubicBezTo>
                          <a:pt x="30" y="122"/>
                          <a:pt x="0" y="304"/>
                          <a:pt x="91" y="426"/>
                        </a:cubicBezTo>
                        <a:cubicBezTo>
                          <a:pt x="152" y="517"/>
                          <a:pt x="274" y="547"/>
                          <a:pt x="395" y="517"/>
                        </a:cubicBezTo>
                        <a:cubicBezTo>
                          <a:pt x="426" y="517"/>
                          <a:pt x="456" y="486"/>
                          <a:pt x="486" y="456"/>
                        </a:cubicBezTo>
                        <a:cubicBezTo>
                          <a:pt x="486" y="274"/>
                          <a:pt x="426" y="122"/>
                          <a:pt x="274" y="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3" name="Google Shape;483;p21">
                    <a:extLst>
                      <a:ext uri="{FF2B5EF4-FFF2-40B4-BE49-F238E27FC236}">
                        <a16:creationId xmlns:a16="http://schemas.microsoft.com/office/drawing/2014/main" id="{58DE0F33-3A89-9988-B1A3-66A3BE911A7B}"/>
                      </a:ext>
                    </a:extLst>
                  </p:cNvPr>
                  <p:cNvSpPr/>
                  <p:nvPr/>
                </p:nvSpPr>
                <p:spPr>
                  <a:xfrm>
                    <a:off x="5152000" y="2449825"/>
                    <a:ext cx="11425" cy="10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" h="427" extrusionOk="0">
                        <a:moveTo>
                          <a:pt x="61" y="396"/>
                        </a:moveTo>
                        <a:cubicBezTo>
                          <a:pt x="274" y="427"/>
                          <a:pt x="426" y="305"/>
                          <a:pt x="456" y="92"/>
                        </a:cubicBezTo>
                        <a:cubicBezTo>
                          <a:pt x="426" y="62"/>
                          <a:pt x="426" y="31"/>
                          <a:pt x="396" y="1"/>
                        </a:cubicBezTo>
                        <a:lnTo>
                          <a:pt x="335" y="1"/>
                        </a:lnTo>
                        <a:cubicBezTo>
                          <a:pt x="244" y="62"/>
                          <a:pt x="152" y="123"/>
                          <a:pt x="61" y="183"/>
                        </a:cubicBezTo>
                        <a:cubicBezTo>
                          <a:pt x="31" y="214"/>
                          <a:pt x="0" y="244"/>
                          <a:pt x="31" y="305"/>
                        </a:cubicBezTo>
                        <a:cubicBezTo>
                          <a:pt x="31" y="335"/>
                          <a:pt x="31" y="366"/>
                          <a:pt x="61" y="39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4" name="Google Shape;484;p21">
                    <a:extLst>
                      <a:ext uri="{FF2B5EF4-FFF2-40B4-BE49-F238E27FC236}">
                        <a16:creationId xmlns:a16="http://schemas.microsoft.com/office/drawing/2014/main" id="{B2689AC2-620F-5FDE-E3DC-84A362BD0BBD}"/>
                      </a:ext>
                    </a:extLst>
                  </p:cNvPr>
                  <p:cNvSpPr/>
                  <p:nvPr/>
                </p:nvSpPr>
                <p:spPr>
                  <a:xfrm>
                    <a:off x="5225700" y="2376125"/>
                    <a:ext cx="16000" cy="8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0" h="335" extrusionOk="0">
                        <a:moveTo>
                          <a:pt x="578" y="213"/>
                        </a:moveTo>
                        <a:cubicBezTo>
                          <a:pt x="609" y="213"/>
                          <a:pt x="609" y="183"/>
                          <a:pt x="609" y="153"/>
                        </a:cubicBezTo>
                        <a:cubicBezTo>
                          <a:pt x="639" y="153"/>
                          <a:pt x="578" y="61"/>
                          <a:pt x="548" y="61"/>
                        </a:cubicBezTo>
                        <a:cubicBezTo>
                          <a:pt x="396" y="1"/>
                          <a:pt x="214" y="122"/>
                          <a:pt x="62" y="31"/>
                        </a:cubicBezTo>
                        <a:cubicBezTo>
                          <a:pt x="62" y="31"/>
                          <a:pt x="31" y="61"/>
                          <a:pt x="1" y="61"/>
                        </a:cubicBezTo>
                        <a:cubicBezTo>
                          <a:pt x="1" y="92"/>
                          <a:pt x="1" y="122"/>
                          <a:pt x="1" y="122"/>
                        </a:cubicBezTo>
                        <a:cubicBezTo>
                          <a:pt x="153" y="305"/>
                          <a:pt x="396" y="335"/>
                          <a:pt x="578" y="2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5" name="Google Shape;485;p21">
                    <a:extLst>
                      <a:ext uri="{FF2B5EF4-FFF2-40B4-BE49-F238E27FC236}">
                        <a16:creationId xmlns:a16="http://schemas.microsoft.com/office/drawing/2014/main" id="{45260060-3747-2819-F9BE-753FD3EC0E81}"/>
                      </a:ext>
                    </a:extLst>
                  </p:cNvPr>
                  <p:cNvSpPr/>
                  <p:nvPr/>
                </p:nvSpPr>
                <p:spPr>
                  <a:xfrm>
                    <a:off x="5050175" y="2545575"/>
                    <a:ext cx="6100" cy="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336" extrusionOk="0">
                        <a:moveTo>
                          <a:pt x="122" y="305"/>
                        </a:moveTo>
                        <a:cubicBezTo>
                          <a:pt x="183" y="335"/>
                          <a:pt x="244" y="274"/>
                          <a:pt x="244" y="183"/>
                        </a:cubicBezTo>
                        <a:cubicBezTo>
                          <a:pt x="244" y="122"/>
                          <a:pt x="213" y="62"/>
                          <a:pt x="183" y="31"/>
                        </a:cubicBezTo>
                        <a:cubicBezTo>
                          <a:pt x="122" y="1"/>
                          <a:pt x="0" y="92"/>
                          <a:pt x="0" y="183"/>
                        </a:cubicBezTo>
                        <a:cubicBezTo>
                          <a:pt x="0" y="244"/>
                          <a:pt x="31" y="305"/>
                          <a:pt x="122" y="30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6" name="Google Shape;486;p21">
                    <a:extLst>
                      <a:ext uri="{FF2B5EF4-FFF2-40B4-BE49-F238E27FC236}">
                        <a16:creationId xmlns:a16="http://schemas.microsoft.com/office/drawing/2014/main" id="{31075D7F-9ED5-163E-C29A-9191A2597AA3}"/>
                      </a:ext>
                    </a:extLst>
                  </p:cNvPr>
                  <p:cNvSpPr/>
                  <p:nvPr/>
                </p:nvSpPr>
                <p:spPr>
                  <a:xfrm>
                    <a:off x="5010650" y="2645125"/>
                    <a:ext cx="6125" cy="7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" h="305" extrusionOk="0">
                        <a:moveTo>
                          <a:pt x="214" y="305"/>
                        </a:moveTo>
                        <a:cubicBezTo>
                          <a:pt x="214" y="305"/>
                          <a:pt x="244" y="274"/>
                          <a:pt x="244" y="244"/>
                        </a:cubicBezTo>
                        <a:cubicBezTo>
                          <a:pt x="244" y="183"/>
                          <a:pt x="214" y="122"/>
                          <a:pt x="214" y="61"/>
                        </a:cubicBezTo>
                        <a:cubicBezTo>
                          <a:pt x="183" y="31"/>
                          <a:pt x="153" y="1"/>
                          <a:pt x="122" y="1"/>
                        </a:cubicBezTo>
                        <a:cubicBezTo>
                          <a:pt x="92" y="1"/>
                          <a:pt x="62" y="31"/>
                          <a:pt x="31" y="61"/>
                        </a:cubicBezTo>
                        <a:cubicBezTo>
                          <a:pt x="1" y="153"/>
                          <a:pt x="1" y="244"/>
                          <a:pt x="92" y="305"/>
                        </a:cubicBezTo>
                        <a:cubicBezTo>
                          <a:pt x="122" y="305"/>
                          <a:pt x="183" y="305"/>
                          <a:pt x="214" y="30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7" name="Google Shape;487;p21">
                    <a:extLst>
                      <a:ext uri="{FF2B5EF4-FFF2-40B4-BE49-F238E27FC236}">
                        <a16:creationId xmlns:a16="http://schemas.microsoft.com/office/drawing/2014/main" id="{0F06486A-F214-76CB-6BD4-1BA13C49A9A5}"/>
                      </a:ext>
                    </a:extLst>
                  </p:cNvPr>
                  <p:cNvSpPr/>
                  <p:nvPr/>
                </p:nvSpPr>
                <p:spPr>
                  <a:xfrm>
                    <a:off x="5087400" y="2459725"/>
                    <a:ext cx="6100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" h="244" extrusionOk="0">
                        <a:moveTo>
                          <a:pt x="31" y="91"/>
                        </a:moveTo>
                        <a:cubicBezTo>
                          <a:pt x="1" y="152"/>
                          <a:pt x="31" y="213"/>
                          <a:pt x="92" y="243"/>
                        </a:cubicBezTo>
                        <a:cubicBezTo>
                          <a:pt x="122" y="243"/>
                          <a:pt x="183" y="213"/>
                          <a:pt x="214" y="182"/>
                        </a:cubicBezTo>
                        <a:cubicBezTo>
                          <a:pt x="244" y="152"/>
                          <a:pt x="214" y="61"/>
                          <a:pt x="153" y="31"/>
                        </a:cubicBezTo>
                        <a:cubicBezTo>
                          <a:pt x="122" y="0"/>
                          <a:pt x="62" y="31"/>
                          <a:pt x="31" y="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8" name="Google Shape;488;p21">
                    <a:extLst>
                      <a:ext uri="{FF2B5EF4-FFF2-40B4-BE49-F238E27FC236}">
                        <a16:creationId xmlns:a16="http://schemas.microsoft.com/office/drawing/2014/main" id="{DA0CEA46-544C-3CDD-7844-84209082BD55}"/>
                      </a:ext>
                    </a:extLst>
                  </p:cNvPr>
                  <p:cNvSpPr/>
                  <p:nvPr/>
                </p:nvSpPr>
                <p:spPr>
                  <a:xfrm>
                    <a:off x="5620850" y="2441475"/>
                    <a:ext cx="7625" cy="5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" h="214" extrusionOk="0">
                        <a:moveTo>
                          <a:pt x="1" y="61"/>
                        </a:moveTo>
                        <a:cubicBezTo>
                          <a:pt x="31" y="183"/>
                          <a:pt x="153" y="213"/>
                          <a:pt x="305" y="213"/>
                        </a:cubicBezTo>
                        <a:cubicBezTo>
                          <a:pt x="305" y="213"/>
                          <a:pt x="305" y="183"/>
                          <a:pt x="305" y="153"/>
                        </a:cubicBezTo>
                        <a:cubicBezTo>
                          <a:pt x="305" y="122"/>
                          <a:pt x="305" y="122"/>
                          <a:pt x="305" y="92"/>
                        </a:cubicBezTo>
                        <a:cubicBezTo>
                          <a:pt x="213" y="31"/>
                          <a:pt x="92" y="1"/>
                          <a:pt x="1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09" name="Google Shape;489;p21">
                    <a:extLst>
                      <a:ext uri="{FF2B5EF4-FFF2-40B4-BE49-F238E27FC236}">
                        <a16:creationId xmlns:a16="http://schemas.microsoft.com/office/drawing/2014/main" id="{ED3A9A93-74BA-07E6-A840-1AB1AB1E273C}"/>
                      </a:ext>
                    </a:extLst>
                  </p:cNvPr>
                  <p:cNvSpPr/>
                  <p:nvPr/>
                </p:nvSpPr>
                <p:spPr>
                  <a:xfrm>
                    <a:off x="5258375" y="2408050"/>
                    <a:ext cx="5350" cy="6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244" extrusionOk="0">
                        <a:moveTo>
                          <a:pt x="183" y="183"/>
                        </a:moveTo>
                        <a:cubicBezTo>
                          <a:pt x="214" y="152"/>
                          <a:pt x="183" y="61"/>
                          <a:pt x="122" y="31"/>
                        </a:cubicBezTo>
                        <a:cubicBezTo>
                          <a:pt x="92" y="0"/>
                          <a:pt x="31" y="31"/>
                          <a:pt x="31" y="61"/>
                        </a:cubicBezTo>
                        <a:cubicBezTo>
                          <a:pt x="1" y="122"/>
                          <a:pt x="1" y="213"/>
                          <a:pt x="62" y="243"/>
                        </a:cubicBezTo>
                        <a:cubicBezTo>
                          <a:pt x="122" y="243"/>
                          <a:pt x="153" y="213"/>
                          <a:pt x="183" y="1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0" name="Google Shape;490;p21">
                    <a:extLst>
                      <a:ext uri="{FF2B5EF4-FFF2-40B4-BE49-F238E27FC236}">
                        <a16:creationId xmlns:a16="http://schemas.microsoft.com/office/drawing/2014/main" id="{A233CF3A-6F54-12A5-2742-D66BFEB6E687}"/>
                      </a:ext>
                    </a:extLst>
                  </p:cNvPr>
                  <p:cNvSpPr/>
                  <p:nvPr/>
                </p:nvSpPr>
                <p:spPr>
                  <a:xfrm>
                    <a:off x="5013700" y="2627650"/>
                    <a:ext cx="3825" cy="4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83" extrusionOk="0">
                        <a:moveTo>
                          <a:pt x="152" y="92"/>
                        </a:moveTo>
                        <a:lnTo>
                          <a:pt x="152" y="31"/>
                        </a:lnTo>
                        <a:cubicBezTo>
                          <a:pt x="152" y="31"/>
                          <a:pt x="122" y="1"/>
                          <a:pt x="122" y="1"/>
                        </a:cubicBezTo>
                        <a:cubicBezTo>
                          <a:pt x="92" y="1"/>
                          <a:pt x="61" y="31"/>
                          <a:pt x="31" y="61"/>
                        </a:cubicBezTo>
                        <a:cubicBezTo>
                          <a:pt x="0" y="122"/>
                          <a:pt x="31" y="153"/>
                          <a:pt x="61" y="153"/>
                        </a:cubicBezTo>
                        <a:cubicBezTo>
                          <a:pt x="92" y="183"/>
                          <a:pt x="122" y="122"/>
                          <a:pt x="152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1" name="Google Shape;491;p21">
                    <a:extLst>
                      <a:ext uri="{FF2B5EF4-FFF2-40B4-BE49-F238E27FC236}">
                        <a16:creationId xmlns:a16="http://schemas.microsoft.com/office/drawing/2014/main" id="{F4A1A34E-7C14-E4EE-CA14-0957ECD7C1FA}"/>
                      </a:ext>
                    </a:extLst>
                  </p:cNvPr>
                  <p:cNvSpPr/>
                  <p:nvPr/>
                </p:nvSpPr>
                <p:spPr>
                  <a:xfrm>
                    <a:off x="5168725" y="2469600"/>
                    <a:ext cx="3825" cy="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53" extrusionOk="0">
                        <a:moveTo>
                          <a:pt x="0" y="61"/>
                        </a:moveTo>
                        <a:cubicBezTo>
                          <a:pt x="0" y="122"/>
                          <a:pt x="31" y="152"/>
                          <a:pt x="61" y="152"/>
                        </a:cubicBezTo>
                        <a:cubicBezTo>
                          <a:pt x="122" y="152"/>
                          <a:pt x="152" y="122"/>
                          <a:pt x="152" y="61"/>
                        </a:cubicBezTo>
                        <a:cubicBezTo>
                          <a:pt x="152" y="31"/>
                          <a:pt x="91" y="0"/>
                          <a:pt x="61" y="31"/>
                        </a:cubicBezTo>
                        <a:cubicBezTo>
                          <a:pt x="31" y="31"/>
                          <a:pt x="0" y="61"/>
                          <a:pt x="0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2" name="Google Shape;492;p21">
                    <a:extLst>
                      <a:ext uri="{FF2B5EF4-FFF2-40B4-BE49-F238E27FC236}">
                        <a16:creationId xmlns:a16="http://schemas.microsoft.com/office/drawing/2014/main" id="{4146DFF0-2D14-3980-A83D-EEFE520D1728}"/>
                      </a:ext>
                    </a:extLst>
                  </p:cNvPr>
                  <p:cNvSpPr/>
                  <p:nvPr/>
                </p:nvSpPr>
                <p:spPr>
                  <a:xfrm>
                    <a:off x="5098050" y="2565350"/>
                    <a:ext cx="2300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61" extrusionOk="0">
                        <a:moveTo>
                          <a:pt x="61" y="61"/>
                        </a:moveTo>
                        <a:cubicBezTo>
                          <a:pt x="92" y="0"/>
                          <a:pt x="61" y="0"/>
                          <a:pt x="31" y="0"/>
                        </a:cubicBezTo>
                        <a:cubicBezTo>
                          <a:pt x="0" y="0"/>
                          <a:pt x="31" y="30"/>
                          <a:pt x="31" y="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3" name="Google Shape;493;p21">
                    <a:extLst>
                      <a:ext uri="{FF2B5EF4-FFF2-40B4-BE49-F238E27FC236}">
                        <a16:creationId xmlns:a16="http://schemas.microsoft.com/office/drawing/2014/main" id="{E9D42F94-01DF-2EE6-B56C-B1782DAB9C49}"/>
                      </a:ext>
                    </a:extLst>
                  </p:cNvPr>
                  <p:cNvSpPr/>
                  <p:nvPr/>
                </p:nvSpPr>
                <p:spPr>
                  <a:xfrm>
                    <a:off x="5096525" y="2577500"/>
                    <a:ext cx="1550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31" extrusionOk="0">
                        <a:moveTo>
                          <a:pt x="61" y="31"/>
                        </a:moveTo>
                        <a:lnTo>
                          <a:pt x="31" y="0"/>
                        </a:lnTo>
                        <a:lnTo>
                          <a:pt x="1" y="3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4" name="Google Shape;494;p21">
                    <a:extLst>
                      <a:ext uri="{FF2B5EF4-FFF2-40B4-BE49-F238E27FC236}">
                        <a16:creationId xmlns:a16="http://schemas.microsoft.com/office/drawing/2014/main" id="{722C60AC-FBE8-81B8-9DBF-D0845C7A46C8}"/>
                      </a:ext>
                    </a:extLst>
                  </p:cNvPr>
                  <p:cNvSpPr/>
                  <p:nvPr/>
                </p:nvSpPr>
                <p:spPr>
                  <a:xfrm>
                    <a:off x="5038775" y="2580550"/>
                    <a:ext cx="3075" cy="3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152" extrusionOk="0">
                        <a:moveTo>
                          <a:pt x="31" y="61"/>
                        </a:moveTo>
                        <a:cubicBezTo>
                          <a:pt x="1" y="91"/>
                          <a:pt x="31" y="152"/>
                          <a:pt x="61" y="152"/>
                        </a:cubicBezTo>
                        <a:cubicBezTo>
                          <a:pt x="61" y="152"/>
                          <a:pt x="122" y="122"/>
                          <a:pt x="122" y="122"/>
                        </a:cubicBezTo>
                        <a:cubicBezTo>
                          <a:pt x="122" y="91"/>
                          <a:pt x="122" y="30"/>
                          <a:pt x="61" y="0"/>
                        </a:cubicBezTo>
                        <a:cubicBezTo>
                          <a:pt x="61" y="0"/>
                          <a:pt x="31" y="30"/>
                          <a:pt x="31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5" name="Google Shape;495;p21">
                    <a:extLst>
                      <a:ext uri="{FF2B5EF4-FFF2-40B4-BE49-F238E27FC236}">
                        <a16:creationId xmlns:a16="http://schemas.microsoft.com/office/drawing/2014/main" id="{A381E534-17B2-3DF4-7555-B222AA141180}"/>
                      </a:ext>
                    </a:extLst>
                  </p:cNvPr>
                  <p:cNvSpPr/>
                  <p:nvPr/>
                </p:nvSpPr>
                <p:spPr>
                  <a:xfrm>
                    <a:off x="5086650" y="2593450"/>
                    <a:ext cx="1550" cy="1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62" extrusionOk="0">
                        <a:moveTo>
                          <a:pt x="0" y="62"/>
                        </a:moveTo>
                        <a:lnTo>
                          <a:pt x="61" y="62"/>
                        </a:lnTo>
                        <a:cubicBezTo>
                          <a:pt x="61" y="62"/>
                          <a:pt x="61" y="31"/>
                          <a:pt x="61" y="31"/>
                        </a:cubicBezTo>
                        <a:cubicBezTo>
                          <a:pt x="61" y="1"/>
                          <a:pt x="0" y="31"/>
                          <a:pt x="0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6" name="Google Shape;496;p21">
                    <a:extLst>
                      <a:ext uri="{FF2B5EF4-FFF2-40B4-BE49-F238E27FC236}">
                        <a16:creationId xmlns:a16="http://schemas.microsoft.com/office/drawing/2014/main" id="{3ED4620B-C318-B860-17F3-55A2CDBC4CFD}"/>
                      </a:ext>
                    </a:extLst>
                  </p:cNvPr>
                  <p:cNvSpPr/>
                  <p:nvPr/>
                </p:nvSpPr>
                <p:spPr>
                  <a:xfrm>
                    <a:off x="5027375" y="2638300"/>
                    <a:ext cx="3075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61" extrusionOk="0">
                        <a:moveTo>
                          <a:pt x="92" y="0"/>
                        </a:moveTo>
                        <a:cubicBezTo>
                          <a:pt x="92" y="0"/>
                          <a:pt x="61" y="0"/>
                          <a:pt x="61" y="0"/>
                        </a:cubicBezTo>
                        <a:cubicBezTo>
                          <a:pt x="31" y="0"/>
                          <a:pt x="31" y="0"/>
                          <a:pt x="1" y="30"/>
                        </a:cubicBezTo>
                        <a:cubicBezTo>
                          <a:pt x="1" y="30"/>
                          <a:pt x="1" y="61"/>
                          <a:pt x="31" y="61"/>
                        </a:cubicBezTo>
                        <a:cubicBezTo>
                          <a:pt x="61" y="61"/>
                          <a:pt x="122" y="61"/>
                          <a:pt x="92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7" name="Google Shape;497;p21">
                    <a:extLst>
                      <a:ext uri="{FF2B5EF4-FFF2-40B4-BE49-F238E27FC236}">
                        <a16:creationId xmlns:a16="http://schemas.microsoft.com/office/drawing/2014/main" id="{EA66F3BA-8E02-74E3-2F61-16706494B8DB}"/>
                      </a:ext>
                    </a:extLst>
                  </p:cNvPr>
                  <p:cNvSpPr/>
                  <p:nvPr/>
                </p:nvSpPr>
                <p:spPr>
                  <a:xfrm>
                    <a:off x="5616300" y="2439200"/>
                    <a:ext cx="3825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123" extrusionOk="0">
                        <a:moveTo>
                          <a:pt x="91" y="31"/>
                        </a:moveTo>
                        <a:cubicBezTo>
                          <a:pt x="61" y="0"/>
                          <a:pt x="0" y="31"/>
                          <a:pt x="0" y="92"/>
                        </a:cubicBezTo>
                        <a:cubicBezTo>
                          <a:pt x="0" y="92"/>
                          <a:pt x="31" y="122"/>
                          <a:pt x="31" y="122"/>
                        </a:cubicBezTo>
                        <a:cubicBezTo>
                          <a:pt x="91" y="122"/>
                          <a:pt x="122" y="122"/>
                          <a:pt x="152" y="122"/>
                        </a:cubicBezTo>
                        <a:cubicBezTo>
                          <a:pt x="152" y="92"/>
                          <a:pt x="152" y="31"/>
                          <a:pt x="9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8" name="Google Shape;498;p21">
                    <a:extLst>
                      <a:ext uri="{FF2B5EF4-FFF2-40B4-BE49-F238E27FC236}">
                        <a16:creationId xmlns:a16="http://schemas.microsoft.com/office/drawing/2014/main" id="{106F2FFB-1670-3FDD-904C-E61F3E61C0BD}"/>
                      </a:ext>
                    </a:extLst>
                  </p:cNvPr>
                  <p:cNvSpPr/>
                  <p:nvPr/>
                </p:nvSpPr>
                <p:spPr>
                  <a:xfrm>
                    <a:off x="5620100" y="2442250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0"/>
                        </a:move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19" name="Google Shape;499;p21">
                    <a:extLst>
                      <a:ext uri="{FF2B5EF4-FFF2-40B4-BE49-F238E27FC236}">
                        <a16:creationId xmlns:a16="http://schemas.microsoft.com/office/drawing/2014/main" id="{A4E01CFB-1CA0-23FA-B7EA-C65F4FB3F57D}"/>
                      </a:ext>
                    </a:extLst>
                  </p:cNvPr>
                  <p:cNvSpPr/>
                  <p:nvPr/>
                </p:nvSpPr>
                <p:spPr>
                  <a:xfrm>
                    <a:off x="5050925" y="2528875"/>
                    <a:ext cx="3075" cy="2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92" extrusionOk="0">
                        <a:moveTo>
                          <a:pt x="122" y="61"/>
                        </a:moveTo>
                        <a:lnTo>
                          <a:pt x="122" y="0"/>
                        </a:lnTo>
                        <a:cubicBezTo>
                          <a:pt x="122" y="0"/>
                          <a:pt x="62" y="0"/>
                          <a:pt x="62" y="0"/>
                        </a:cubicBezTo>
                        <a:cubicBezTo>
                          <a:pt x="62" y="0"/>
                          <a:pt x="1" y="61"/>
                          <a:pt x="62" y="91"/>
                        </a:cubicBezTo>
                        <a:cubicBezTo>
                          <a:pt x="122" y="91"/>
                          <a:pt x="92" y="61"/>
                          <a:pt x="122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0" name="Google Shape;500;p21">
                    <a:extLst>
                      <a:ext uri="{FF2B5EF4-FFF2-40B4-BE49-F238E27FC236}">
                        <a16:creationId xmlns:a16="http://schemas.microsoft.com/office/drawing/2014/main" id="{77CAD6B0-E584-F60E-8A1E-12558A938DC9}"/>
                      </a:ext>
                    </a:extLst>
                  </p:cNvPr>
                  <p:cNvSpPr/>
                  <p:nvPr/>
                </p:nvSpPr>
                <p:spPr>
                  <a:xfrm>
                    <a:off x="5041825" y="2531900"/>
                    <a:ext cx="2300" cy="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123" extrusionOk="0">
                        <a:moveTo>
                          <a:pt x="91" y="61"/>
                        </a:moveTo>
                        <a:lnTo>
                          <a:pt x="91" y="31"/>
                        </a:lnTo>
                        <a:cubicBezTo>
                          <a:pt x="91" y="1"/>
                          <a:pt x="0" y="1"/>
                          <a:pt x="0" y="61"/>
                        </a:cubicBezTo>
                        <a:cubicBezTo>
                          <a:pt x="30" y="122"/>
                          <a:pt x="61" y="61"/>
                          <a:pt x="91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1" name="Google Shape;501;p21">
                    <a:extLst>
                      <a:ext uri="{FF2B5EF4-FFF2-40B4-BE49-F238E27FC236}">
                        <a16:creationId xmlns:a16="http://schemas.microsoft.com/office/drawing/2014/main" id="{F4D46DB6-AEAD-90FE-0E37-D876FAF43BCC}"/>
                      </a:ext>
                    </a:extLst>
                  </p:cNvPr>
                  <p:cNvSpPr/>
                  <p:nvPr/>
                </p:nvSpPr>
                <p:spPr>
                  <a:xfrm>
                    <a:off x="5179350" y="2463525"/>
                    <a:ext cx="1550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31" extrusionOk="0">
                        <a:moveTo>
                          <a:pt x="1" y="30"/>
                        </a:moveTo>
                        <a:lnTo>
                          <a:pt x="62" y="30"/>
                        </a:lnTo>
                        <a:lnTo>
                          <a:pt x="1" y="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2" name="Google Shape;502;p21">
                    <a:extLst>
                      <a:ext uri="{FF2B5EF4-FFF2-40B4-BE49-F238E27FC236}">
                        <a16:creationId xmlns:a16="http://schemas.microsoft.com/office/drawing/2014/main" id="{27FA9380-A4A1-DD22-8D56-15D89173C37D}"/>
                      </a:ext>
                    </a:extLst>
                  </p:cNvPr>
                  <p:cNvSpPr/>
                  <p:nvPr/>
                </p:nvSpPr>
                <p:spPr>
                  <a:xfrm>
                    <a:off x="5517500" y="2490875"/>
                    <a:ext cx="3075" cy="1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" h="62" extrusionOk="0">
                        <a:moveTo>
                          <a:pt x="62" y="61"/>
                        </a:moveTo>
                        <a:lnTo>
                          <a:pt x="122" y="31"/>
                        </a:lnTo>
                        <a:cubicBezTo>
                          <a:pt x="122" y="31"/>
                          <a:pt x="92" y="0"/>
                          <a:pt x="62" y="0"/>
                        </a:cubicBezTo>
                        <a:cubicBezTo>
                          <a:pt x="62" y="0"/>
                          <a:pt x="31" y="0"/>
                          <a:pt x="31" y="31"/>
                        </a:cubicBezTo>
                        <a:cubicBezTo>
                          <a:pt x="1" y="31"/>
                          <a:pt x="62" y="61"/>
                          <a:pt x="62" y="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3" name="Google Shape;503;p21">
                    <a:extLst>
                      <a:ext uri="{FF2B5EF4-FFF2-40B4-BE49-F238E27FC236}">
                        <a16:creationId xmlns:a16="http://schemas.microsoft.com/office/drawing/2014/main" id="{2C5455EE-748F-833D-223C-85C108557F08}"/>
                      </a:ext>
                    </a:extLst>
                  </p:cNvPr>
                  <p:cNvSpPr/>
                  <p:nvPr/>
                </p:nvSpPr>
                <p:spPr>
                  <a:xfrm>
                    <a:off x="5401250" y="2526575"/>
                    <a:ext cx="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1"/>
                        </a:moveTo>
                        <a:lnTo>
                          <a:pt x="0" y="1"/>
                        </a:lnTo>
                        <a:lnTo>
                          <a:pt x="0" y="1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4" name="Google Shape;504;p21">
                    <a:extLst>
                      <a:ext uri="{FF2B5EF4-FFF2-40B4-BE49-F238E27FC236}">
                        <a16:creationId xmlns:a16="http://schemas.microsoft.com/office/drawing/2014/main" id="{42FD883E-2779-7656-FB79-0CE9583A7D9E}"/>
                      </a:ext>
                    </a:extLst>
                  </p:cNvPr>
                  <p:cNvSpPr/>
                  <p:nvPr/>
                </p:nvSpPr>
                <p:spPr>
                  <a:xfrm>
                    <a:off x="5400475" y="2525075"/>
                    <a:ext cx="800" cy="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" h="31" extrusionOk="0">
                        <a:moveTo>
                          <a:pt x="1" y="31"/>
                        </a:moveTo>
                        <a:lnTo>
                          <a:pt x="31" y="31"/>
                        </a:lnTo>
                        <a:cubicBezTo>
                          <a:pt x="1" y="31"/>
                          <a:pt x="1" y="0"/>
                          <a:pt x="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25" name="Google Shape;505;p21">
                    <a:extLst>
                      <a:ext uri="{FF2B5EF4-FFF2-40B4-BE49-F238E27FC236}">
                        <a16:creationId xmlns:a16="http://schemas.microsoft.com/office/drawing/2014/main" id="{CDFA6625-0CF0-6373-54F4-0E2FEE8F2854}"/>
                      </a:ext>
                    </a:extLst>
                  </p:cNvPr>
                  <p:cNvSpPr/>
                  <p:nvPr/>
                </p:nvSpPr>
                <p:spPr>
                  <a:xfrm>
                    <a:off x="5077525" y="2594225"/>
                    <a:ext cx="1550" cy="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" h="61" extrusionOk="0">
                        <a:moveTo>
                          <a:pt x="61" y="0"/>
                        </a:moveTo>
                        <a:lnTo>
                          <a:pt x="1" y="31"/>
                        </a:lnTo>
                        <a:lnTo>
                          <a:pt x="31" y="6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226" name="Google Shape;506;p21">
                    <a:extLst>
                      <a:ext uri="{FF2B5EF4-FFF2-40B4-BE49-F238E27FC236}">
                        <a16:creationId xmlns:a16="http://schemas.microsoft.com/office/drawing/2014/main" id="{6C024B19-A5D7-93D3-08ED-89D9642DDDCB}"/>
                      </a:ext>
                    </a:extLst>
                  </p:cNvPr>
                  <p:cNvGrpSpPr/>
                  <p:nvPr/>
                </p:nvGrpSpPr>
                <p:grpSpPr>
                  <a:xfrm>
                    <a:off x="2145100" y="2263675"/>
                    <a:ext cx="4257700" cy="2665700"/>
                    <a:chOff x="2145100" y="2263675"/>
                    <a:chExt cx="4257700" cy="2665700"/>
                  </a:xfrm>
                  <a:grpFill/>
                </p:grpSpPr>
                <p:sp>
                  <p:nvSpPr>
                    <p:cNvPr id="2227" name="Google Shape;507;p21">
                      <a:extLst>
                        <a:ext uri="{FF2B5EF4-FFF2-40B4-BE49-F238E27FC236}">
                          <a16:creationId xmlns:a16="http://schemas.microsoft.com/office/drawing/2014/main" id="{F51D97F3-CDED-F99E-3B43-3646341DA9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15200" y="3450600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1" y="1"/>
                          </a:moveTo>
                          <a:lnTo>
                            <a:pt x="1" y="1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28" name="Google Shape;508;p21">
                      <a:extLst>
                        <a:ext uri="{FF2B5EF4-FFF2-40B4-BE49-F238E27FC236}">
                          <a16:creationId xmlns:a16="http://schemas.microsoft.com/office/drawing/2014/main" id="{189FB3BF-03AE-BEDD-7405-28D66B8F0D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44825" y="4011400"/>
                      <a:ext cx="77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1" extrusionOk="0">
                          <a:moveTo>
                            <a:pt x="31" y="1"/>
                          </a:moveTo>
                          <a:lnTo>
                            <a:pt x="31" y="1"/>
                          </a:lnTo>
                          <a:lnTo>
                            <a:pt x="1" y="1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29" name="Google Shape;509;p21">
                      <a:extLst>
                        <a:ext uri="{FF2B5EF4-FFF2-40B4-BE49-F238E27FC236}">
                          <a16:creationId xmlns:a16="http://schemas.microsoft.com/office/drawing/2014/main" id="{6DDADD5D-C39F-0333-F657-6BBD1744EF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3875" y="2697550"/>
                      <a:ext cx="775" cy="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32" extrusionOk="0">
                          <a:moveTo>
                            <a:pt x="31" y="1"/>
                          </a:moveTo>
                          <a:lnTo>
                            <a:pt x="1" y="1"/>
                          </a:lnTo>
                          <a:lnTo>
                            <a:pt x="1" y="31"/>
                          </a:lnTo>
                          <a:lnTo>
                            <a:pt x="31" y="31"/>
                          </a:lnTo>
                          <a:cubicBezTo>
                            <a:pt x="31" y="31"/>
                            <a:pt x="31" y="31"/>
                            <a:pt x="31" y="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30" name="Google Shape;510;p21">
                      <a:extLst>
                        <a:ext uri="{FF2B5EF4-FFF2-40B4-BE49-F238E27FC236}">
                          <a16:creationId xmlns:a16="http://schemas.microsoft.com/office/drawing/2014/main" id="{D3EAEDD5-47A7-01D1-91C7-4126DCCD24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17325" y="2822950"/>
                      <a:ext cx="76750" cy="76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70" h="3040" extrusionOk="0">
                          <a:moveTo>
                            <a:pt x="973" y="213"/>
                          </a:moveTo>
                          <a:lnTo>
                            <a:pt x="973" y="213"/>
                          </a:lnTo>
                          <a:lnTo>
                            <a:pt x="1003" y="183"/>
                          </a:lnTo>
                          <a:lnTo>
                            <a:pt x="881" y="578"/>
                          </a:lnTo>
                          <a:cubicBezTo>
                            <a:pt x="730" y="973"/>
                            <a:pt x="486" y="1338"/>
                            <a:pt x="395" y="1763"/>
                          </a:cubicBezTo>
                          <a:cubicBezTo>
                            <a:pt x="365" y="1854"/>
                            <a:pt x="274" y="1885"/>
                            <a:pt x="213" y="1946"/>
                          </a:cubicBezTo>
                          <a:cubicBezTo>
                            <a:pt x="152" y="1976"/>
                            <a:pt x="91" y="2037"/>
                            <a:pt x="61" y="2067"/>
                          </a:cubicBezTo>
                          <a:cubicBezTo>
                            <a:pt x="0" y="2189"/>
                            <a:pt x="30" y="2310"/>
                            <a:pt x="122" y="2371"/>
                          </a:cubicBezTo>
                          <a:cubicBezTo>
                            <a:pt x="152" y="2401"/>
                            <a:pt x="213" y="2401"/>
                            <a:pt x="243" y="2432"/>
                          </a:cubicBezTo>
                          <a:cubicBezTo>
                            <a:pt x="334" y="2432"/>
                            <a:pt x="395" y="2523"/>
                            <a:pt x="395" y="2614"/>
                          </a:cubicBezTo>
                          <a:cubicBezTo>
                            <a:pt x="365" y="2675"/>
                            <a:pt x="365" y="2705"/>
                            <a:pt x="395" y="2766"/>
                          </a:cubicBezTo>
                          <a:cubicBezTo>
                            <a:pt x="365" y="2918"/>
                            <a:pt x="517" y="3040"/>
                            <a:pt x="638" y="2979"/>
                          </a:cubicBezTo>
                          <a:cubicBezTo>
                            <a:pt x="730" y="2949"/>
                            <a:pt x="851" y="2918"/>
                            <a:pt x="881" y="2888"/>
                          </a:cubicBezTo>
                          <a:cubicBezTo>
                            <a:pt x="1125" y="2614"/>
                            <a:pt x="1489" y="2523"/>
                            <a:pt x="1641" y="2189"/>
                          </a:cubicBezTo>
                          <a:cubicBezTo>
                            <a:pt x="1641" y="2158"/>
                            <a:pt x="1733" y="2158"/>
                            <a:pt x="1763" y="2158"/>
                          </a:cubicBezTo>
                          <a:cubicBezTo>
                            <a:pt x="1885" y="2249"/>
                            <a:pt x="2037" y="2341"/>
                            <a:pt x="2037" y="2523"/>
                          </a:cubicBezTo>
                          <a:cubicBezTo>
                            <a:pt x="2037" y="2584"/>
                            <a:pt x="2067" y="2645"/>
                            <a:pt x="2128" y="2675"/>
                          </a:cubicBezTo>
                          <a:cubicBezTo>
                            <a:pt x="2310" y="2736"/>
                            <a:pt x="2462" y="2827"/>
                            <a:pt x="2644" y="2857"/>
                          </a:cubicBezTo>
                          <a:cubicBezTo>
                            <a:pt x="2675" y="2888"/>
                            <a:pt x="2736" y="2888"/>
                            <a:pt x="2766" y="2857"/>
                          </a:cubicBezTo>
                          <a:cubicBezTo>
                            <a:pt x="2857" y="2766"/>
                            <a:pt x="2948" y="2705"/>
                            <a:pt x="3009" y="2614"/>
                          </a:cubicBezTo>
                          <a:cubicBezTo>
                            <a:pt x="3070" y="2523"/>
                            <a:pt x="3040" y="2401"/>
                            <a:pt x="2948" y="2341"/>
                          </a:cubicBezTo>
                          <a:cubicBezTo>
                            <a:pt x="2918" y="2310"/>
                            <a:pt x="2888" y="2310"/>
                            <a:pt x="2888" y="2310"/>
                          </a:cubicBezTo>
                          <a:cubicBezTo>
                            <a:pt x="2736" y="2280"/>
                            <a:pt x="2644" y="2158"/>
                            <a:pt x="2644" y="2006"/>
                          </a:cubicBezTo>
                          <a:cubicBezTo>
                            <a:pt x="2644" y="1824"/>
                            <a:pt x="2584" y="1642"/>
                            <a:pt x="2462" y="1520"/>
                          </a:cubicBezTo>
                          <a:cubicBezTo>
                            <a:pt x="2371" y="1429"/>
                            <a:pt x="2310" y="1338"/>
                            <a:pt x="2249" y="1246"/>
                          </a:cubicBezTo>
                          <a:cubicBezTo>
                            <a:pt x="2158" y="973"/>
                            <a:pt x="1854" y="882"/>
                            <a:pt x="1733" y="638"/>
                          </a:cubicBezTo>
                          <a:cubicBezTo>
                            <a:pt x="1733" y="608"/>
                            <a:pt x="1641" y="608"/>
                            <a:pt x="1611" y="578"/>
                          </a:cubicBezTo>
                          <a:cubicBezTo>
                            <a:pt x="1459" y="547"/>
                            <a:pt x="1459" y="517"/>
                            <a:pt x="1550" y="426"/>
                          </a:cubicBezTo>
                          <a:cubicBezTo>
                            <a:pt x="1641" y="365"/>
                            <a:pt x="1702" y="274"/>
                            <a:pt x="1763" y="183"/>
                          </a:cubicBezTo>
                          <a:cubicBezTo>
                            <a:pt x="1793" y="152"/>
                            <a:pt x="1793" y="91"/>
                            <a:pt x="1763" y="61"/>
                          </a:cubicBezTo>
                          <a:cubicBezTo>
                            <a:pt x="1763" y="0"/>
                            <a:pt x="1702" y="0"/>
                            <a:pt x="1672" y="31"/>
                          </a:cubicBezTo>
                          <a:cubicBezTo>
                            <a:pt x="1581" y="91"/>
                            <a:pt x="1489" y="122"/>
                            <a:pt x="1398" y="91"/>
                          </a:cubicBezTo>
                          <a:cubicBezTo>
                            <a:pt x="1307" y="61"/>
                            <a:pt x="1216" y="61"/>
                            <a:pt x="1125" y="61"/>
                          </a:cubicBezTo>
                          <a:lnTo>
                            <a:pt x="1003" y="183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31" name="Google Shape;511;p21">
                      <a:extLst>
                        <a:ext uri="{FF2B5EF4-FFF2-40B4-BE49-F238E27FC236}">
                          <a16:creationId xmlns:a16="http://schemas.microsoft.com/office/drawing/2014/main" id="{C1594AAB-39EA-EC55-D387-6D9641B070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1425" y="4900475"/>
                      <a:ext cx="775" cy="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32" extrusionOk="0">
                          <a:moveTo>
                            <a:pt x="0" y="31"/>
                          </a:moveTo>
                          <a:lnTo>
                            <a:pt x="0" y="31"/>
                          </a:lnTo>
                          <a:lnTo>
                            <a:pt x="31" y="31"/>
                          </a:lnTo>
                          <a:lnTo>
                            <a:pt x="3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32" name="Google Shape;512;p21">
                      <a:extLst>
                        <a:ext uri="{FF2B5EF4-FFF2-40B4-BE49-F238E27FC236}">
                          <a16:creationId xmlns:a16="http://schemas.microsoft.com/office/drawing/2014/main" id="{32BE3B43-8A2B-275F-7E37-15FE50E72D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17625" y="2715800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33" name="Google Shape;513;p21">
                      <a:extLst>
                        <a:ext uri="{FF2B5EF4-FFF2-40B4-BE49-F238E27FC236}">
                          <a16:creationId xmlns:a16="http://schemas.microsoft.com/office/drawing/2014/main" id="{D5B33557-6989-ADC8-7C47-4773E5D91D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23250" y="3293325"/>
                      <a:ext cx="775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31" extrusionOk="0">
                          <a:moveTo>
                            <a:pt x="0" y="30"/>
                          </a:moveTo>
                          <a:lnTo>
                            <a:pt x="31" y="0"/>
                          </a:lnTo>
                          <a:lnTo>
                            <a:pt x="0" y="0"/>
                          </a:lnTo>
                          <a:lnTo>
                            <a:pt x="0" y="3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34" name="Google Shape;514;p21">
                      <a:extLst>
                        <a:ext uri="{FF2B5EF4-FFF2-40B4-BE49-F238E27FC236}">
                          <a16:creationId xmlns:a16="http://schemas.microsoft.com/office/drawing/2014/main" id="{532A1F19-83BF-BA5B-BCA4-516258ECF6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48775" y="4921750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0" y="1"/>
                          </a:move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35" name="Google Shape;515;p21">
                      <a:extLst>
                        <a:ext uri="{FF2B5EF4-FFF2-40B4-BE49-F238E27FC236}">
                          <a16:creationId xmlns:a16="http://schemas.microsoft.com/office/drawing/2014/main" id="{F9E3C271-1E78-7F95-0C11-1D0ED0D100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35375" y="2829775"/>
                      <a:ext cx="25" cy="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32" extrusionOk="0">
                          <a:moveTo>
                            <a:pt x="1" y="1"/>
                          </a:moveTo>
                          <a:lnTo>
                            <a:pt x="1" y="1"/>
                          </a:lnTo>
                          <a:lnTo>
                            <a:pt x="1" y="31"/>
                          </a:lnTo>
                          <a:lnTo>
                            <a:pt x="1" y="3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36" name="Google Shape;516;p21">
                      <a:extLst>
                        <a:ext uri="{FF2B5EF4-FFF2-40B4-BE49-F238E27FC236}">
                          <a16:creationId xmlns:a16="http://schemas.microsoft.com/office/drawing/2014/main" id="{981F5D2B-8798-11CA-0F59-2B3671FFA2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45100" y="2443750"/>
                      <a:ext cx="1611000" cy="248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440" h="99425" extrusionOk="0">
                          <a:moveTo>
                            <a:pt x="64044" y="65898"/>
                          </a:moveTo>
                          <a:cubicBezTo>
                            <a:pt x="64014" y="65838"/>
                            <a:pt x="63984" y="65807"/>
                            <a:pt x="63923" y="65777"/>
                          </a:cubicBezTo>
                          <a:cubicBezTo>
                            <a:pt x="63801" y="65716"/>
                            <a:pt x="63710" y="65686"/>
                            <a:pt x="63588" y="65686"/>
                          </a:cubicBezTo>
                          <a:cubicBezTo>
                            <a:pt x="63406" y="65716"/>
                            <a:pt x="63224" y="65625"/>
                            <a:pt x="63102" y="65503"/>
                          </a:cubicBezTo>
                          <a:cubicBezTo>
                            <a:pt x="62920" y="65382"/>
                            <a:pt x="62677" y="65321"/>
                            <a:pt x="62555" y="65108"/>
                          </a:cubicBezTo>
                          <a:cubicBezTo>
                            <a:pt x="62312" y="64835"/>
                            <a:pt x="62008" y="64622"/>
                            <a:pt x="61674" y="64470"/>
                          </a:cubicBezTo>
                          <a:cubicBezTo>
                            <a:pt x="61552" y="64379"/>
                            <a:pt x="61370" y="64348"/>
                            <a:pt x="61218" y="64348"/>
                          </a:cubicBezTo>
                          <a:cubicBezTo>
                            <a:pt x="60671" y="64348"/>
                            <a:pt x="60123" y="64287"/>
                            <a:pt x="59607" y="64105"/>
                          </a:cubicBezTo>
                          <a:cubicBezTo>
                            <a:pt x="59546" y="64105"/>
                            <a:pt x="59485" y="64105"/>
                            <a:pt x="59424" y="64135"/>
                          </a:cubicBezTo>
                          <a:cubicBezTo>
                            <a:pt x="59333" y="64166"/>
                            <a:pt x="59242" y="64227"/>
                            <a:pt x="59181" y="64257"/>
                          </a:cubicBezTo>
                          <a:cubicBezTo>
                            <a:pt x="59090" y="64287"/>
                            <a:pt x="59060" y="64257"/>
                            <a:pt x="59029" y="64166"/>
                          </a:cubicBezTo>
                          <a:cubicBezTo>
                            <a:pt x="58968" y="64075"/>
                            <a:pt x="58938" y="63953"/>
                            <a:pt x="58908" y="63862"/>
                          </a:cubicBezTo>
                          <a:cubicBezTo>
                            <a:pt x="58847" y="63771"/>
                            <a:pt x="58786" y="63680"/>
                            <a:pt x="58695" y="63680"/>
                          </a:cubicBezTo>
                          <a:cubicBezTo>
                            <a:pt x="58421" y="63619"/>
                            <a:pt x="58148" y="63528"/>
                            <a:pt x="57874" y="63376"/>
                          </a:cubicBezTo>
                          <a:cubicBezTo>
                            <a:pt x="57692" y="63254"/>
                            <a:pt x="57449" y="63224"/>
                            <a:pt x="57236" y="63193"/>
                          </a:cubicBezTo>
                          <a:cubicBezTo>
                            <a:pt x="57053" y="63163"/>
                            <a:pt x="56871" y="63254"/>
                            <a:pt x="56780" y="63406"/>
                          </a:cubicBezTo>
                          <a:cubicBezTo>
                            <a:pt x="56749" y="63436"/>
                            <a:pt x="56749" y="63436"/>
                            <a:pt x="56719" y="63436"/>
                          </a:cubicBezTo>
                          <a:cubicBezTo>
                            <a:pt x="56689" y="63436"/>
                            <a:pt x="56658" y="63406"/>
                            <a:pt x="56689" y="63345"/>
                          </a:cubicBezTo>
                          <a:cubicBezTo>
                            <a:pt x="56689" y="63284"/>
                            <a:pt x="56689" y="63254"/>
                            <a:pt x="56719" y="63224"/>
                          </a:cubicBezTo>
                          <a:cubicBezTo>
                            <a:pt x="56749" y="63072"/>
                            <a:pt x="56658" y="62920"/>
                            <a:pt x="56537" y="62889"/>
                          </a:cubicBezTo>
                          <a:cubicBezTo>
                            <a:pt x="56354" y="62828"/>
                            <a:pt x="56202" y="62768"/>
                            <a:pt x="56020" y="62707"/>
                          </a:cubicBezTo>
                          <a:cubicBezTo>
                            <a:pt x="56020" y="62768"/>
                            <a:pt x="56020" y="62798"/>
                            <a:pt x="55990" y="62828"/>
                          </a:cubicBezTo>
                          <a:lnTo>
                            <a:pt x="55990" y="62828"/>
                          </a:lnTo>
                          <a:lnTo>
                            <a:pt x="56020" y="62859"/>
                          </a:lnTo>
                          <a:lnTo>
                            <a:pt x="55990" y="62859"/>
                          </a:lnTo>
                          <a:lnTo>
                            <a:pt x="55990" y="62859"/>
                          </a:lnTo>
                          <a:cubicBezTo>
                            <a:pt x="55807" y="62798"/>
                            <a:pt x="55594" y="62859"/>
                            <a:pt x="55442" y="62980"/>
                          </a:cubicBezTo>
                          <a:cubicBezTo>
                            <a:pt x="55412" y="62859"/>
                            <a:pt x="55290" y="62859"/>
                            <a:pt x="55199" y="62859"/>
                          </a:cubicBezTo>
                          <a:cubicBezTo>
                            <a:pt x="55351" y="62707"/>
                            <a:pt x="55534" y="62616"/>
                            <a:pt x="55716" y="62585"/>
                          </a:cubicBezTo>
                          <a:cubicBezTo>
                            <a:pt x="55777" y="62403"/>
                            <a:pt x="55838" y="62251"/>
                            <a:pt x="55868" y="62069"/>
                          </a:cubicBezTo>
                          <a:cubicBezTo>
                            <a:pt x="55898" y="61947"/>
                            <a:pt x="55868" y="61856"/>
                            <a:pt x="55807" y="61734"/>
                          </a:cubicBezTo>
                          <a:cubicBezTo>
                            <a:pt x="55716" y="61643"/>
                            <a:pt x="55686" y="61521"/>
                            <a:pt x="55564" y="61400"/>
                          </a:cubicBezTo>
                          <a:cubicBezTo>
                            <a:pt x="55382" y="61217"/>
                            <a:pt x="55260" y="60974"/>
                            <a:pt x="55199" y="60701"/>
                          </a:cubicBezTo>
                          <a:cubicBezTo>
                            <a:pt x="55169" y="60549"/>
                            <a:pt x="55108" y="60427"/>
                            <a:pt x="55017" y="60336"/>
                          </a:cubicBezTo>
                          <a:cubicBezTo>
                            <a:pt x="54683" y="59910"/>
                            <a:pt x="54257" y="59607"/>
                            <a:pt x="53740" y="59485"/>
                          </a:cubicBezTo>
                          <a:cubicBezTo>
                            <a:pt x="53679" y="59455"/>
                            <a:pt x="53619" y="59424"/>
                            <a:pt x="53558" y="59394"/>
                          </a:cubicBezTo>
                          <a:cubicBezTo>
                            <a:pt x="53315" y="59303"/>
                            <a:pt x="53072" y="59242"/>
                            <a:pt x="52828" y="59272"/>
                          </a:cubicBezTo>
                          <a:lnTo>
                            <a:pt x="52069" y="59272"/>
                          </a:lnTo>
                          <a:cubicBezTo>
                            <a:pt x="52008" y="59272"/>
                            <a:pt x="51917" y="59242"/>
                            <a:pt x="51886" y="59211"/>
                          </a:cubicBezTo>
                          <a:cubicBezTo>
                            <a:pt x="51673" y="59029"/>
                            <a:pt x="51430" y="58877"/>
                            <a:pt x="51187" y="58786"/>
                          </a:cubicBezTo>
                          <a:cubicBezTo>
                            <a:pt x="51157" y="58786"/>
                            <a:pt x="51096" y="58725"/>
                            <a:pt x="51096" y="58695"/>
                          </a:cubicBezTo>
                          <a:cubicBezTo>
                            <a:pt x="51065" y="58573"/>
                            <a:pt x="51005" y="58482"/>
                            <a:pt x="50944" y="58391"/>
                          </a:cubicBezTo>
                          <a:cubicBezTo>
                            <a:pt x="50792" y="58239"/>
                            <a:pt x="50670" y="58087"/>
                            <a:pt x="50488" y="57965"/>
                          </a:cubicBezTo>
                          <a:cubicBezTo>
                            <a:pt x="50397" y="57874"/>
                            <a:pt x="50275" y="57813"/>
                            <a:pt x="50154" y="57783"/>
                          </a:cubicBezTo>
                          <a:cubicBezTo>
                            <a:pt x="50032" y="57752"/>
                            <a:pt x="49910" y="57752"/>
                            <a:pt x="49819" y="57722"/>
                          </a:cubicBezTo>
                          <a:cubicBezTo>
                            <a:pt x="49728" y="57722"/>
                            <a:pt x="49667" y="57692"/>
                            <a:pt x="49698" y="57600"/>
                          </a:cubicBezTo>
                          <a:cubicBezTo>
                            <a:pt x="49698" y="57418"/>
                            <a:pt x="49576" y="57236"/>
                            <a:pt x="49394" y="57175"/>
                          </a:cubicBezTo>
                          <a:cubicBezTo>
                            <a:pt x="49242" y="57114"/>
                            <a:pt x="49059" y="57053"/>
                            <a:pt x="48907" y="56962"/>
                          </a:cubicBezTo>
                          <a:cubicBezTo>
                            <a:pt x="48847" y="56932"/>
                            <a:pt x="48786" y="56871"/>
                            <a:pt x="48755" y="56810"/>
                          </a:cubicBezTo>
                          <a:cubicBezTo>
                            <a:pt x="48755" y="56749"/>
                            <a:pt x="48847" y="56749"/>
                            <a:pt x="48907" y="56719"/>
                          </a:cubicBezTo>
                          <a:cubicBezTo>
                            <a:pt x="48907" y="56719"/>
                            <a:pt x="48938" y="56719"/>
                            <a:pt x="48968" y="56689"/>
                          </a:cubicBezTo>
                          <a:cubicBezTo>
                            <a:pt x="48999" y="56658"/>
                            <a:pt x="49029" y="56628"/>
                            <a:pt x="48999" y="56597"/>
                          </a:cubicBezTo>
                          <a:cubicBezTo>
                            <a:pt x="48999" y="56567"/>
                            <a:pt x="48968" y="56567"/>
                            <a:pt x="48938" y="56567"/>
                          </a:cubicBezTo>
                          <a:cubicBezTo>
                            <a:pt x="48755" y="56506"/>
                            <a:pt x="48543" y="56506"/>
                            <a:pt x="48330" y="56537"/>
                          </a:cubicBezTo>
                          <a:cubicBezTo>
                            <a:pt x="48239" y="56537"/>
                            <a:pt x="48117" y="56476"/>
                            <a:pt x="48056" y="56385"/>
                          </a:cubicBezTo>
                          <a:cubicBezTo>
                            <a:pt x="47995" y="56354"/>
                            <a:pt x="47935" y="56385"/>
                            <a:pt x="47935" y="56415"/>
                          </a:cubicBezTo>
                          <a:cubicBezTo>
                            <a:pt x="47904" y="56476"/>
                            <a:pt x="47904" y="56567"/>
                            <a:pt x="47844" y="56597"/>
                          </a:cubicBezTo>
                          <a:cubicBezTo>
                            <a:pt x="47661" y="56841"/>
                            <a:pt x="47296" y="56901"/>
                            <a:pt x="47053" y="56749"/>
                          </a:cubicBezTo>
                          <a:cubicBezTo>
                            <a:pt x="46901" y="56628"/>
                            <a:pt x="46719" y="56597"/>
                            <a:pt x="46537" y="56628"/>
                          </a:cubicBezTo>
                          <a:cubicBezTo>
                            <a:pt x="46324" y="56658"/>
                            <a:pt x="46111" y="56658"/>
                            <a:pt x="45929" y="56658"/>
                          </a:cubicBezTo>
                          <a:cubicBezTo>
                            <a:pt x="45837" y="56689"/>
                            <a:pt x="45746" y="56628"/>
                            <a:pt x="45716" y="56506"/>
                          </a:cubicBezTo>
                          <a:cubicBezTo>
                            <a:pt x="45716" y="56506"/>
                            <a:pt x="45716" y="56476"/>
                            <a:pt x="45716" y="56445"/>
                          </a:cubicBezTo>
                          <a:cubicBezTo>
                            <a:pt x="45685" y="56324"/>
                            <a:pt x="45594" y="56202"/>
                            <a:pt x="45442" y="56172"/>
                          </a:cubicBezTo>
                          <a:cubicBezTo>
                            <a:pt x="45351" y="56172"/>
                            <a:pt x="45290" y="56141"/>
                            <a:pt x="45199" y="56141"/>
                          </a:cubicBezTo>
                          <a:cubicBezTo>
                            <a:pt x="45017" y="56111"/>
                            <a:pt x="44895" y="55989"/>
                            <a:pt x="44834" y="55837"/>
                          </a:cubicBezTo>
                          <a:cubicBezTo>
                            <a:pt x="44834" y="55777"/>
                            <a:pt x="44774" y="55716"/>
                            <a:pt x="44713" y="55716"/>
                          </a:cubicBezTo>
                          <a:cubicBezTo>
                            <a:pt x="44622" y="55716"/>
                            <a:pt x="44530" y="55777"/>
                            <a:pt x="44470" y="55837"/>
                          </a:cubicBezTo>
                          <a:cubicBezTo>
                            <a:pt x="44470" y="55898"/>
                            <a:pt x="44439" y="55929"/>
                            <a:pt x="44439" y="55989"/>
                          </a:cubicBezTo>
                          <a:cubicBezTo>
                            <a:pt x="44439" y="56111"/>
                            <a:pt x="44348" y="56233"/>
                            <a:pt x="44196" y="56263"/>
                          </a:cubicBezTo>
                          <a:cubicBezTo>
                            <a:pt x="44074" y="56293"/>
                            <a:pt x="43983" y="56354"/>
                            <a:pt x="43892" y="56385"/>
                          </a:cubicBezTo>
                          <a:cubicBezTo>
                            <a:pt x="43831" y="56415"/>
                            <a:pt x="43770" y="56385"/>
                            <a:pt x="43710" y="56324"/>
                          </a:cubicBezTo>
                          <a:cubicBezTo>
                            <a:pt x="43679" y="56233"/>
                            <a:pt x="43649" y="56202"/>
                            <a:pt x="43710" y="56111"/>
                          </a:cubicBezTo>
                          <a:cubicBezTo>
                            <a:pt x="43801" y="56050"/>
                            <a:pt x="43922" y="55929"/>
                            <a:pt x="44014" y="55837"/>
                          </a:cubicBezTo>
                          <a:cubicBezTo>
                            <a:pt x="44105" y="55746"/>
                            <a:pt x="44014" y="55655"/>
                            <a:pt x="43953" y="55594"/>
                          </a:cubicBezTo>
                          <a:cubicBezTo>
                            <a:pt x="43892" y="55594"/>
                            <a:pt x="43831" y="55564"/>
                            <a:pt x="43740" y="55564"/>
                          </a:cubicBezTo>
                          <a:cubicBezTo>
                            <a:pt x="43588" y="55594"/>
                            <a:pt x="43436" y="55655"/>
                            <a:pt x="43345" y="55777"/>
                          </a:cubicBezTo>
                          <a:cubicBezTo>
                            <a:pt x="43193" y="55929"/>
                            <a:pt x="43011" y="56020"/>
                            <a:pt x="42798" y="56081"/>
                          </a:cubicBezTo>
                          <a:cubicBezTo>
                            <a:pt x="42585" y="56111"/>
                            <a:pt x="42372" y="56172"/>
                            <a:pt x="42190" y="56293"/>
                          </a:cubicBezTo>
                          <a:cubicBezTo>
                            <a:pt x="42160" y="56324"/>
                            <a:pt x="42099" y="56293"/>
                            <a:pt x="42038" y="56293"/>
                          </a:cubicBezTo>
                          <a:cubicBezTo>
                            <a:pt x="41916" y="56293"/>
                            <a:pt x="41764" y="56354"/>
                            <a:pt x="41673" y="56445"/>
                          </a:cubicBezTo>
                          <a:cubicBezTo>
                            <a:pt x="41552" y="56567"/>
                            <a:pt x="41460" y="56749"/>
                            <a:pt x="41430" y="56932"/>
                          </a:cubicBezTo>
                          <a:cubicBezTo>
                            <a:pt x="41400" y="57084"/>
                            <a:pt x="41308" y="57236"/>
                            <a:pt x="41187" y="57296"/>
                          </a:cubicBezTo>
                          <a:cubicBezTo>
                            <a:pt x="41035" y="57388"/>
                            <a:pt x="40913" y="57509"/>
                            <a:pt x="40822" y="57631"/>
                          </a:cubicBezTo>
                          <a:cubicBezTo>
                            <a:pt x="40761" y="57692"/>
                            <a:pt x="40731" y="57752"/>
                            <a:pt x="40731" y="57844"/>
                          </a:cubicBezTo>
                          <a:lnTo>
                            <a:pt x="40731" y="57844"/>
                          </a:lnTo>
                          <a:lnTo>
                            <a:pt x="40731" y="57874"/>
                          </a:lnTo>
                          <a:lnTo>
                            <a:pt x="40731" y="57874"/>
                          </a:lnTo>
                          <a:cubicBezTo>
                            <a:pt x="40731" y="57874"/>
                            <a:pt x="40731" y="57844"/>
                            <a:pt x="40731" y="57844"/>
                          </a:cubicBezTo>
                          <a:cubicBezTo>
                            <a:pt x="40701" y="57844"/>
                            <a:pt x="40640" y="57813"/>
                            <a:pt x="40609" y="57813"/>
                          </a:cubicBezTo>
                          <a:cubicBezTo>
                            <a:pt x="40518" y="57692"/>
                            <a:pt x="40397" y="57600"/>
                            <a:pt x="40275" y="57479"/>
                          </a:cubicBezTo>
                          <a:cubicBezTo>
                            <a:pt x="39910" y="57175"/>
                            <a:pt x="39394" y="57084"/>
                            <a:pt x="38968" y="57296"/>
                          </a:cubicBezTo>
                          <a:cubicBezTo>
                            <a:pt x="38877" y="57327"/>
                            <a:pt x="38786" y="57357"/>
                            <a:pt x="38694" y="57418"/>
                          </a:cubicBezTo>
                          <a:cubicBezTo>
                            <a:pt x="38542" y="57540"/>
                            <a:pt x="38330" y="57570"/>
                            <a:pt x="38147" y="57448"/>
                          </a:cubicBezTo>
                          <a:cubicBezTo>
                            <a:pt x="37783" y="57388"/>
                            <a:pt x="37509" y="57175"/>
                            <a:pt x="37327" y="56901"/>
                          </a:cubicBezTo>
                          <a:cubicBezTo>
                            <a:pt x="37205" y="56719"/>
                            <a:pt x="37114" y="56567"/>
                            <a:pt x="37023" y="56385"/>
                          </a:cubicBezTo>
                          <a:cubicBezTo>
                            <a:pt x="36962" y="56324"/>
                            <a:pt x="36962" y="56233"/>
                            <a:pt x="36962" y="56172"/>
                          </a:cubicBezTo>
                          <a:cubicBezTo>
                            <a:pt x="36931" y="55959"/>
                            <a:pt x="36992" y="55716"/>
                            <a:pt x="37114" y="55534"/>
                          </a:cubicBezTo>
                          <a:cubicBezTo>
                            <a:pt x="37144" y="55473"/>
                            <a:pt x="37175" y="55382"/>
                            <a:pt x="37175" y="55290"/>
                          </a:cubicBezTo>
                          <a:cubicBezTo>
                            <a:pt x="37205" y="55047"/>
                            <a:pt x="37235" y="54834"/>
                            <a:pt x="37327" y="54622"/>
                          </a:cubicBezTo>
                          <a:cubicBezTo>
                            <a:pt x="37357" y="54409"/>
                            <a:pt x="37387" y="54166"/>
                            <a:pt x="37387" y="53953"/>
                          </a:cubicBezTo>
                          <a:cubicBezTo>
                            <a:pt x="37387" y="53923"/>
                            <a:pt x="37357" y="53862"/>
                            <a:pt x="37327" y="53831"/>
                          </a:cubicBezTo>
                          <a:cubicBezTo>
                            <a:pt x="37235" y="53801"/>
                            <a:pt x="37144" y="53771"/>
                            <a:pt x="37053" y="53740"/>
                          </a:cubicBezTo>
                          <a:lnTo>
                            <a:pt x="37053" y="53740"/>
                          </a:lnTo>
                          <a:lnTo>
                            <a:pt x="37053" y="53740"/>
                          </a:lnTo>
                          <a:lnTo>
                            <a:pt x="37023" y="53740"/>
                          </a:lnTo>
                          <a:lnTo>
                            <a:pt x="37053" y="53710"/>
                          </a:lnTo>
                          <a:cubicBezTo>
                            <a:pt x="36901" y="53588"/>
                            <a:pt x="36719" y="53497"/>
                            <a:pt x="36536" y="53467"/>
                          </a:cubicBezTo>
                          <a:cubicBezTo>
                            <a:pt x="36324" y="53467"/>
                            <a:pt x="36111" y="53436"/>
                            <a:pt x="35928" y="53406"/>
                          </a:cubicBezTo>
                          <a:cubicBezTo>
                            <a:pt x="35685" y="53345"/>
                            <a:pt x="35472" y="53467"/>
                            <a:pt x="35260" y="53436"/>
                          </a:cubicBezTo>
                          <a:cubicBezTo>
                            <a:pt x="35017" y="53436"/>
                            <a:pt x="34865" y="53467"/>
                            <a:pt x="34713" y="53467"/>
                          </a:cubicBezTo>
                          <a:cubicBezTo>
                            <a:pt x="34591" y="53467"/>
                            <a:pt x="34500" y="53467"/>
                            <a:pt x="34378" y="53406"/>
                          </a:cubicBezTo>
                          <a:cubicBezTo>
                            <a:pt x="34317" y="53406"/>
                            <a:pt x="34287" y="53345"/>
                            <a:pt x="34317" y="53315"/>
                          </a:cubicBezTo>
                          <a:cubicBezTo>
                            <a:pt x="34530" y="53132"/>
                            <a:pt x="34652" y="52859"/>
                            <a:pt x="34621" y="52585"/>
                          </a:cubicBezTo>
                          <a:cubicBezTo>
                            <a:pt x="34621" y="52464"/>
                            <a:pt x="34621" y="52312"/>
                            <a:pt x="34652" y="52190"/>
                          </a:cubicBezTo>
                          <a:cubicBezTo>
                            <a:pt x="34652" y="52129"/>
                            <a:pt x="34713" y="52068"/>
                            <a:pt x="34773" y="52068"/>
                          </a:cubicBezTo>
                          <a:cubicBezTo>
                            <a:pt x="34925" y="52068"/>
                            <a:pt x="35047" y="51947"/>
                            <a:pt x="35047" y="51795"/>
                          </a:cubicBezTo>
                          <a:cubicBezTo>
                            <a:pt x="35108" y="51643"/>
                            <a:pt x="35108" y="51491"/>
                            <a:pt x="35108" y="51339"/>
                          </a:cubicBezTo>
                          <a:cubicBezTo>
                            <a:pt x="35108" y="51126"/>
                            <a:pt x="35169" y="50944"/>
                            <a:pt x="35320" y="50792"/>
                          </a:cubicBezTo>
                          <a:cubicBezTo>
                            <a:pt x="35412" y="50670"/>
                            <a:pt x="35503" y="50579"/>
                            <a:pt x="35564" y="50457"/>
                          </a:cubicBezTo>
                          <a:cubicBezTo>
                            <a:pt x="35594" y="50397"/>
                            <a:pt x="35624" y="50336"/>
                            <a:pt x="35655" y="50275"/>
                          </a:cubicBezTo>
                          <a:cubicBezTo>
                            <a:pt x="35685" y="50123"/>
                            <a:pt x="35594" y="50002"/>
                            <a:pt x="35442" y="49971"/>
                          </a:cubicBezTo>
                          <a:cubicBezTo>
                            <a:pt x="35169" y="49941"/>
                            <a:pt x="34895" y="49941"/>
                            <a:pt x="34652" y="50032"/>
                          </a:cubicBezTo>
                          <a:cubicBezTo>
                            <a:pt x="34439" y="50123"/>
                            <a:pt x="34196" y="50154"/>
                            <a:pt x="33983" y="50154"/>
                          </a:cubicBezTo>
                          <a:cubicBezTo>
                            <a:pt x="33801" y="50154"/>
                            <a:pt x="33618" y="50275"/>
                            <a:pt x="33558" y="50427"/>
                          </a:cubicBezTo>
                          <a:cubicBezTo>
                            <a:pt x="33497" y="50549"/>
                            <a:pt x="33466" y="50640"/>
                            <a:pt x="33436" y="50761"/>
                          </a:cubicBezTo>
                          <a:cubicBezTo>
                            <a:pt x="33375" y="51096"/>
                            <a:pt x="33193" y="51400"/>
                            <a:pt x="32950" y="51612"/>
                          </a:cubicBezTo>
                          <a:cubicBezTo>
                            <a:pt x="32858" y="51886"/>
                            <a:pt x="32706" y="51886"/>
                            <a:pt x="32463" y="51795"/>
                          </a:cubicBezTo>
                          <a:cubicBezTo>
                            <a:pt x="32372" y="51764"/>
                            <a:pt x="32251" y="51764"/>
                            <a:pt x="32129" y="51795"/>
                          </a:cubicBezTo>
                          <a:cubicBezTo>
                            <a:pt x="31916" y="51856"/>
                            <a:pt x="31703" y="51947"/>
                            <a:pt x="31491" y="52008"/>
                          </a:cubicBezTo>
                          <a:cubicBezTo>
                            <a:pt x="31308" y="52068"/>
                            <a:pt x="31126" y="52008"/>
                            <a:pt x="30974" y="51886"/>
                          </a:cubicBezTo>
                          <a:cubicBezTo>
                            <a:pt x="30883" y="51764"/>
                            <a:pt x="30731" y="51673"/>
                            <a:pt x="30579" y="51643"/>
                          </a:cubicBezTo>
                          <a:cubicBezTo>
                            <a:pt x="30396" y="51582"/>
                            <a:pt x="30275" y="51430"/>
                            <a:pt x="30214" y="51248"/>
                          </a:cubicBezTo>
                          <a:cubicBezTo>
                            <a:pt x="30123" y="51005"/>
                            <a:pt x="30001" y="50792"/>
                            <a:pt x="29819" y="50609"/>
                          </a:cubicBezTo>
                          <a:cubicBezTo>
                            <a:pt x="29758" y="50518"/>
                            <a:pt x="29697" y="50427"/>
                            <a:pt x="29697" y="50305"/>
                          </a:cubicBezTo>
                          <a:cubicBezTo>
                            <a:pt x="29667" y="50093"/>
                            <a:pt x="29606" y="49910"/>
                            <a:pt x="29576" y="49698"/>
                          </a:cubicBezTo>
                          <a:cubicBezTo>
                            <a:pt x="29576" y="49576"/>
                            <a:pt x="29545" y="49424"/>
                            <a:pt x="29576" y="49302"/>
                          </a:cubicBezTo>
                          <a:cubicBezTo>
                            <a:pt x="29576" y="48816"/>
                            <a:pt x="29667" y="48360"/>
                            <a:pt x="29758" y="47874"/>
                          </a:cubicBezTo>
                          <a:cubicBezTo>
                            <a:pt x="29758" y="47783"/>
                            <a:pt x="29788" y="47691"/>
                            <a:pt x="29849" y="47631"/>
                          </a:cubicBezTo>
                          <a:cubicBezTo>
                            <a:pt x="30001" y="47448"/>
                            <a:pt x="30062" y="47236"/>
                            <a:pt x="30032" y="46992"/>
                          </a:cubicBezTo>
                          <a:cubicBezTo>
                            <a:pt x="30001" y="46688"/>
                            <a:pt x="30062" y="46354"/>
                            <a:pt x="30184" y="46050"/>
                          </a:cubicBezTo>
                          <a:cubicBezTo>
                            <a:pt x="30244" y="45807"/>
                            <a:pt x="30457" y="45594"/>
                            <a:pt x="30731" y="45503"/>
                          </a:cubicBezTo>
                          <a:cubicBezTo>
                            <a:pt x="31035" y="45473"/>
                            <a:pt x="31339" y="45351"/>
                            <a:pt x="31582" y="45138"/>
                          </a:cubicBezTo>
                          <a:cubicBezTo>
                            <a:pt x="31764" y="45017"/>
                            <a:pt x="31977" y="44925"/>
                            <a:pt x="32190" y="44865"/>
                          </a:cubicBezTo>
                          <a:cubicBezTo>
                            <a:pt x="32372" y="44804"/>
                            <a:pt x="32554" y="44834"/>
                            <a:pt x="32706" y="44895"/>
                          </a:cubicBezTo>
                          <a:cubicBezTo>
                            <a:pt x="32828" y="44956"/>
                            <a:pt x="32980" y="44986"/>
                            <a:pt x="33102" y="44925"/>
                          </a:cubicBezTo>
                          <a:cubicBezTo>
                            <a:pt x="33254" y="44865"/>
                            <a:pt x="33406" y="44895"/>
                            <a:pt x="33466" y="45017"/>
                          </a:cubicBezTo>
                          <a:cubicBezTo>
                            <a:pt x="33618" y="45229"/>
                            <a:pt x="33892" y="45321"/>
                            <a:pt x="34135" y="45229"/>
                          </a:cubicBezTo>
                          <a:cubicBezTo>
                            <a:pt x="34257" y="45199"/>
                            <a:pt x="34378" y="45169"/>
                            <a:pt x="34500" y="45108"/>
                          </a:cubicBezTo>
                          <a:cubicBezTo>
                            <a:pt x="34561" y="44986"/>
                            <a:pt x="34591" y="44834"/>
                            <a:pt x="34591" y="44713"/>
                          </a:cubicBezTo>
                          <a:cubicBezTo>
                            <a:pt x="34591" y="44561"/>
                            <a:pt x="34713" y="44530"/>
                            <a:pt x="34804" y="44500"/>
                          </a:cubicBezTo>
                          <a:cubicBezTo>
                            <a:pt x="34895" y="44470"/>
                            <a:pt x="34986" y="44470"/>
                            <a:pt x="35077" y="44439"/>
                          </a:cubicBezTo>
                          <a:cubicBezTo>
                            <a:pt x="35412" y="44439"/>
                            <a:pt x="35716" y="44439"/>
                            <a:pt x="36020" y="44439"/>
                          </a:cubicBezTo>
                          <a:cubicBezTo>
                            <a:pt x="36384" y="44409"/>
                            <a:pt x="36719" y="44530"/>
                            <a:pt x="36962" y="44804"/>
                          </a:cubicBezTo>
                          <a:cubicBezTo>
                            <a:pt x="37053" y="44865"/>
                            <a:pt x="37175" y="44895"/>
                            <a:pt x="37266" y="44834"/>
                          </a:cubicBezTo>
                          <a:lnTo>
                            <a:pt x="37509" y="44743"/>
                          </a:lnTo>
                          <a:cubicBezTo>
                            <a:pt x="37600" y="44713"/>
                            <a:pt x="37722" y="44713"/>
                            <a:pt x="37783" y="44804"/>
                          </a:cubicBezTo>
                          <a:cubicBezTo>
                            <a:pt x="37904" y="44956"/>
                            <a:pt x="38056" y="45138"/>
                            <a:pt x="38208" y="45321"/>
                          </a:cubicBezTo>
                          <a:cubicBezTo>
                            <a:pt x="38269" y="45412"/>
                            <a:pt x="38269" y="45533"/>
                            <a:pt x="38238" y="45655"/>
                          </a:cubicBezTo>
                          <a:cubicBezTo>
                            <a:pt x="38208" y="45716"/>
                            <a:pt x="38208" y="45777"/>
                            <a:pt x="38178" y="45837"/>
                          </a:cubicBezTo>
                          <a:cubicBezTo>
                            <a:pt x="38086" y="45959"/>
                            <a:pt x="38117" y="46111"/>
                            <a:pt x="38208" y="46232"/>
                          </a:cubicBezTo>
                          <a:cubicBezTo>
                            <a:pt x="38330" y="46597"/>
                            <a:pt x="38482" y="46932"/>
                            <a:pt x="38634" y="47296"/>
                          </a:cubicBezTo>
                          <a:cubicBezTo>
                            <a:pt x="38725" y="47448"/>
                            <a:pt x="38846" y="47600"/>
                            <a:pt x="38968" y="47722"/>
                          </a:cubicBezTo>
                          <a:cubicBezTo>
                            <a:pt x="39090" y="47843"/>
                            <a:pt x="39272" y="47813"/>
                            <a:pt x="39363" y="47691"/>
                          </a:cubicBezTo>
                          <a:cubicBezTo>
                            <a:pt x="39545" y="47418"/>
                            <a:pt x="39667" y="47114"/>
                            <a:pt x="39667" y="46780"/>
                          </a:cubicBezTo>
                          <a:cubicBezTo>
                            <a:pt x="39697" y="46749"/>
                            <a:pt x="39697" y="46688"/>
                            <a:pt x="39667" y="46658"/>
                          </a:cubicBezTo>
                          <a:cubicBezTo>
                            <a:pt x="39637" y="46476"/>
                            <a:pt x="39545" y="46324"/>
                            <a:pt x="39515" y="46141"/>
                          </a:cubicBezTo>
                          <a:cubicBezTo>
                            <a:pt x="39485" y="45959"/>
                            <a:pt x="39485" y="45777"/>
                            <a:pt x="39454" y="45594"/>
                          </a:cubicBezTo>
                          <a:cubicBezTo>
                            <a:pt x="39454" y="45564"/>
                            <a:pt x="39454" y="45564"/>
                            <a:pt x="39454" y="45533"/>
                          </a:cubicBezTo>
                          <a:cubicBezTo>
                            <a:pt x="39272" y="45017"/>
                            <a:pt x="39242" y="44470"/>
                            <a:pt x="39333" y="43922"/>
                          </a:cubicBezTo>
                          <a:cubicBezTo>
                            <a:pt x="39333" y="43831"/>
                            <a:pt x="39363" y="43740"/>
                            <a:pt x="39424" y="43679"/>
                          </a:cubicBezTo>
                          <a:cubicBezTo>
                            <a:pt x="39606" y="43375"/>
                            <a:pt x="39910" y="43132"/>
                            <a:pt x="40245" y="43011"/>
                          </a:cubicBezTo>
                          <a:lnTo>
                            <a:pt x="40397" y="42950"/>
                          </a:lnTo>
                          <a:cubicBezTo>
                            <a:pt x="40518" y="42919"/>
                            <a:pt x="40640" y="42828"/>
                            <a:pt x="40701" y="42737"/>
                          </a:cubicBezTo>
                          <a:cubicBezTo>
                            <a:pt x="40792" y="42646"/>
                            <a:pt x="40853" y="42555"/>
                            <a:pt x="40913" y="42463"/>
                          </a:cubicBezTo>
                          <a:cubicBezTo>
                            <a:pt x="40974" y="42403"/>
                            <a:pt x="41065" y="42342"/>
                            <a:pt x="41126" y="42311"/>
                          </a:cubicBezTo>
                          <a:cubicBezTo>
                            <a:pt x="41278" y="42251"/>
                            <a:pt x="41430" y="42159"/>
                            <a:pt x="41521" y="42038"/>
                          </a:cubicBezTo>
                          <a:cubicBezTo>
                            <a:pt x="41704" y="41886"/>
                            <a:pt x="41947" y="41764"/>
                            <a:pt x="42190" y="41704"/>
                          </a:cubicBezTo>
                          <a:cubicBezTo>
                            <a:pt x="42311" y="41673"/>
                            <a:pt x="42403" y="41582"/>
                            <a:pt x="42372" y="41460"/>
                          </a:cubicBezTo>
                          <a:cubicBezTo>
                            <a:pt x="42372" y="41369"/>
                            <a:pt x="42463" y="41339"/>
                            <a:pt x="42494" y="41308"/>
                          </a:cubicBezTo>
                          <a:cubicBezTo>
                            <a:pt x="42585" y="41278"/>
                            <a:pt x="42646" y="41217"/>
                            <a:pt x="42737" y="41156"/>
                          </a:cubicBezTo>
                          <a:cubicBezTo>
                            <a:pt x="42767" y="41096"/>
                            <a:pt x="42798" y="41035"/>
                            <a:pt x="42767" y="40974"/>
                          </a:cubicBezTo>
                          <a:cubicBezTo>
                            <a:pt x="42707" y="40883"/>
                            <a:pt x="42676" y="40761"/>
                            <a:pt x="42737" y="40670"/>
                          </a:cubicBezTo>
                          <a:cubicBezTo>
                            <a:pt x="42828" y="40518"/>
                            <a:pt x="42828" y="40305"/>
                            <a:pt x="42737" y="40153"/>
                          </a:cubicBezTo>
                          <a:cubicBezTo>
                            <a:pt x="42707" y="40093"/>
                            <a:pt x="42676" y="40032"/>
                            <a:pt x="42676" y="39941"/>
                          </a:cubicBezTo>
                          <a:cubicBezTo>
                            <a:pt x="42676" y="39758"/>
                            <a:pt x="42707" y="39545"/>
                            <a:pt x="42737" y="39333"/>
                          </a:cubicBezTo>
                          <a:cubicBezTo>
                            <a:pt x="42737" y="39333"/>
                            <a:pt x="42767" y="39333"/>
                            <a:pt x="42767" y="39333"/>
                          </a:cubicBezTo>
                          <a:cubicBezTo>
                            <a:pt x="42798" y="39333"/>
                            <a:pt x="42828" y="39333"/>
                            <a:pt x="42828" y="39333"/>
                          </a:cubicBezTo>
                          <a:cubicBezTo>
                            <a:pt x="42950" y="39424"/>
                            <a:pt x="42919" y="39545"/>
                            <a:pt x="42919" y="39667"/>
                          </a:cubicBezTo>
                          <a:cubicBezTo>
                            <a:pt x="42919" y="39697"/>
                            <a:pt x="42950" y="39728"/>
                            <a:pt x="42980" y="39758"/>
                          </a:cubicBezTo>
                          <a:cubicBezTo>
                            <a:pt x="43011" y="39758"/>
                            <a:pt x="43041" y="39758"/>
                            <a:pt x="43041" y="39728"/>
                          </a:cubicBezTo>
                          <a:cubicBezTo>
                            <a:pt x="43163" y="39545"/>
                            <a:pt x="43284" y="39393"/>
                            <a:pt x="43406" y="39211"/>
                          </a:cubicBezTo>
                          <a:cubicBezTo>
                            <a:pt x="43436" y="39150"/>
                            <a:pt x="43467" y="39059"/>
                            <a:pt x="43467" y="38968"/>
                          </a:cubicBezTo>
                          <a:cubicBezTo>
                            <a:pt x="43467" y="38907"/>
                            <a:pt x="43467" y="38816"/>
                            <a:pt x="43467" y="38755"/>
                          </a:cubicBezTo>
                          <a:cubicBezTo>
                            <a:pt x="43467" y="38694"/>
                            <a:pt x="43497" y="38694"/>
                            <a:pt x="43558" y="38694"/>
                          </a:cubicBezTo>
                          <a:cubicBezTo>
                            <a:pt x="43679" y="38694"/>
                            <a:pt x="43770" y="38634"/>
                            <a:pt x="43862" y="38542"/>
                          </a:cubicBezTo>
                          <a:cubicBezTo>
                            <a:pt x="44044" y="38360"/>
                            <a:pt x="44196" y="38086"/>
                            <a:pt x="44226" y="37813"/>
                          </a:cubicBezTo>
                          <a:cubicBezTo>
                            <a:pt x="44287" y="37600"/>
                            <a:pt x="44409" y="37539"/>
                            <a:pt x="44622" y="37539"/>
                          </a:cubicBezTo>
                          <a:cubicBezTo>
                            <a:pt x="44743" y="37509"/>
                            <a:pt x="44895" y="37479"/>
                            <a:pt x="45017" y="37448"/>
                          </a:cubicBezTo>
                          <a:cubicBezTo>
                            <a:pt x="45078" y="37448"/>
                            <a:pt x="45138" y="37418"/>
                            <a:pt x="45199" y="37357"/>
                          </a:cubicBezTo>
                          <a:cubicBezTo>
                            <a:pt x="45199" y="37357"/>
                            <a:pt x="45229" y="37327"/>
                            <a:pt x="45229" y="37327"/>
                          </a:cubicBezTo>
                          <a:cubicBezTo>
                            <a:pt x="45229" y="37296"/>
                            <a:pt x="45229" y="37266"/>
                            <a:pt x="45199" y="37266"/>
                          </a:cubicBezTo>
                          <a:cubicBezTo>
                            <a:pt x="45169" y="37235"/>
                            <a:pt x="45108" y="37235"/>
                            <a:pt x="45078" y="37235"/>
                          </a:cubicBezTo>
                          <a:cubicBezTo>
                            <a:pt x="45017" y="37235"/>
                            <a:pt x="44986" y="37205"/>
                            <a:pt x="44986" y="37144"/>
                          </a:cubicBezTo>
                          <a:cubicBezTo>
                            <a:pt x="45017" y="37083"/>
                            <a:pt x="45047" y="37144"/>
                            <a:pt x="45047" y="37144"/>
                          </a:cubicBezTo>
                          <a:lnTo>
                            <a:pt x="45138" y="37144"/>
                          </a:lnTo>
                          <a:cubicBezTo>
                            <a:pt x="45503" y="37205"/>
                            <a:pt x="45898" y="37023"/>
                            <a:pt x="46263" y="37023"/>
                          </a:cubicBezTo>
                          <a:cubicBezTo>
                            <a:pt x="46324" y="37023"/>
                            <a:pt x="46385" y="36962"/>
                            <a:pt x="46445" y="36901"/>
                          </a:cubicBezTo>
                          <a:cubicBezTo>
                            <a:pt x="46567" y="36810"/>
                            <a:pt x="46567" y="36749"/>
                            <a:pt x="46415" y="36627"/>
                          </a:cubicBezTo>
                          <a:cubicBezTo>
                            <a:pt x="46293" y="36567"/>
                            <a:pt x="46233" y="36445"/>
                            <a:pt x="46233" y="36293"/>
                          </a:cubicBezTo>
                          <a:cubicBezTo>
                            <a:pt x="46293" y="36141"/>
                            <a:pt x="46324" y="36020"/>
                            <a:pt x="46385" y="35868"/>
                          </a:cubicBezTo>
                          <a:cubicBezTo>
                            <a:pt x="46506" y="35594"/>
                            <a:pt x="46719" y="35412"/>
                            <a:pt x="46962" y="35290"/>
                          </a:cubicBezTo>
                          <a:cubicBezTo>
                            <a:pt x="47114" y="35260"/>
                            <a:pt x="47266" y="35168"/>
                            <a:pt x="47388" y="35077"/>
                          </a:cubicBezTo>
                          <a:cubicBezTo>
                            <a:pt x="47448" y="34986"/>
                            <a:pt x="47570" y="34956"/>
                            <a:pt x="47692" y="34956"/>
                          </a:cubicBezTo>
                          <a:cubicBezTo>
                            <a:pt x="47995" y="34956"/>
                            <a:pt x="48269" y="34895"/>
                            <a:pt x="48543" y="34804"/>
                          </a:cubicBezTo>
                          <a:cubicBezTo>
                            <a:pt x="48664" y="34773"/>
                            <a:pt x="48664" y="34682"/>
                            <a:pt x="48725" y="34591"/>
                          </a:cubicBezTo>
                          <a:cubicBezTo>
                            <a:pt x="48755" y="34530"/>
                            <a:pt x="48786" y="34500"/>
                            <a:pt x="48847" y="34469"/>
                          </a:cubicBezTo>
                          <a:cubicBezTo>
                            <a:pt x="49059" y="34409"/>
                            <a:pt x="49303" y="34378"/>
                            <a:pt x="49515" y="34317"/>
                          </a:cubicBezTo>
                          <a:cubicBezTo>
                            <a:pt x="49546" y="34348"/>
                            <a:pt x="49546" y="34348"/>
                            <a:pt x="49576" y="34348"/>
                          </a:cubicBezTo>
                          <a:cubicBezTo>
                            <a:pt x="49576" y="34378"/>
                            <a:pt x="49576" y="34439"/>
                            <a:pt x="49546" y="34469"/>
                          </a:cubicBezTo>
                          <a:cubicBezTo>
                            <a:pt x="49485" y="34469"/>
                            <a:pt x="49363" y="34530"/>
                            <a:pt x="49272" y="34561"/>
                          </a:cubicBezTo>
                          <a:cubicBezTo>
                            <a:pt x="49090" y="34652"/>
                            <a:pt x="48938" y="34804"/>
                            <a:pt x="48877" y="34986"/>
                          </a:cubicBezTo>
                          <a:cubicBezTo>
                            <a:pt x="48816" y="35077"/>
                            <a:pt x="48816" y="35168"/>
                            <a:pt x="48816" y="35260"/>
                          </a:cubicBezTo>
                          <a:cubicBezTo>
                            <a:pt x="48847" y="35381"/>
                            <a:pt x="48938" y="35503"/>
                            <a:pt x="49059" y="35594"/>
                          </a:cubicBezTo>
                          <a:cubicBezTo>
                            <a:pt x="49090" y="35594"/>
                            <a:pt x="49151" y="35624"/>
                            <a:pt x="49181" y="35594"/>
                          </a:cubicBezTo>
                          <a:cubicBezTo>
                            <a:pt x="49485" y="35503"/>
                            <a:pt x="49728" y="35320"/>
                            <a:pt x="49910" y="35077"/>
                          </a:cubicBezTo>
                          <a:cubicBezTo>
                            <a:pt x="49971" y="34956"/>
                            <a:pt x="50154" y="34895"/>
                            <a:pt x="50306" y="34925"/>
                          </a:cubicBezTo>
                          <a:lnTo>
                            <a:pt x="51339" y="34591"/>
                          </a:lnTo>
                          <a:lnTo>
                            <a:pt x="51643" y="34469"/>
                          </a:lnTo>
                          <a:cubicBezTo>
                            <a:pt x="51704" y="34226"/>
                            <a:pt x="51947" y="34317"/>
                            <a:pt x="52099" y="34226"/>
                          </a:cubicBezTo>
                          <a:cubicBezTo>
                            <a:pt x="52160" y="34196"/>
                            <a:pt x="52221" y="34165"/>
                            <a:pt x="52281" y="34135"/>
                          </a:cubicBezTo>
                          <a:cubicBezTo>
                            <a:pt x="52312" y="34135"/>
                            <a:pt x="52372" y="34105"/>
                            <a:pt x="52403" y="34074"/>
                          </a:cubicBezTo>
                          <a:cubicBezTo>
                            <a:pt x="52433" y="34044"/>
                            <a:pt x="52464" y="33922"/>
                            <a:pt x="52433" y="33892"/>
                          </a:cubicBezTo>
                          <a:cubicBezTo>
                            <a:pt x="52281" y="33770"/>
                            <a:pt x="52190" y="33618"/>
                            <a:pt x="52251" y="33406"/>
                          </a:cubicBezTo>
                          <a:cubicBezTo>
                            <a:pt x="52251" y="33406"/>
                            <a:pt x="52251" y="33375"/>
                            <a:pt x="52251" y="33345"/>
                          </a:cubicBezTo>
                          <a:cubicBezTo>
                            <a:pt x="52221" y="33345"/>
                            <a:pt x="52099" y="33254"/>
                            <a:pt x="52069" y="33284"/>
                          </a:cubicBezTo>
                          <a:cubicBezTo>
                            <a:pt x="51856" y="33497"/>
                            <a:pt x="51673" y="33709"/>
                            <a:pt x="51491" y="33953"/>
                          </a:cubicBezTo>
                          <a:cubicBezTo>
                            <a:pt x="51461" y="34044"/>
                            <a:pt x="51369" y="34105"/>
                            <a:pt x="51278" y="34044"/>
                          </a:cubicBezTo>
                          <a:cubicBezTo>
                            <a:pt x="51217" y="34044"/>
                            <a:pt x="51157" y="34013"/>
                            <a:pt x="51096" y="34013"/>
                          </a:cubicBezTo>
                          <a:cubicBezTo>
                            <a:pt x="51065" y="34074"/>
                            <a:pt x="51035" y="34105"/>
                            <a:pt x="50974" y="34074"/>
                          </a:cubicBezTo>
                          <a:cubicBezTo>
                            <a:pt x="50913" y="34074"/>
                            <a:pt x="50883" y="34044"/>
                            <a:pt x="50822" y="34013"/>
                          </a:cubicBezTo>
                          <a:lnTo>
                            <a:pt x="50640" y="33983"/>
                          </a:lnTo>
                          <a:cubicBezTo>
                            <a:pt x="50488" y="33983"/>
                            <a:pt x="50397" y="33861"/>
                            <a:pt x="50397" y="33740"/>
                          </a:cubicBezTo>
                          <a:cubicBezTo>
                            <a:pt x="50184" y="33709"/>
                            <a:pt x="50002" y="33527"/>
                            <a:pt x="50002" y="33314"/>
                          </a:cubicBezTo>
                          <a:cubicBezTo>
                            <a:pt x="49941" y="33102"/>
                            <a:pt x="49971" y="32858"/>
                            <a:pt x="50062" y="32646"/>
                          </a:cubicBezTo>
                          <a:cubicBezTo>
                            <a:pt x="50123" y="32585"/>
                            <a:pt x="50062" y="32494"/>
                            <a:pt x="49941" y="32463"/>
                          </a:cubicBezTo>
                          <a:lnTo>
                            <a:pt x="49819" y="32463"/>
                          </a:lnTo>
                          <a:cubicBezTo>
                            <a:pt x="49789" y="32463"/>
                            <a:pt x="49758" y="32463"/>
                            <a:pt x="49758" y="32433"/>
                          </a:cubicBezTo>
                          <a:lnTo>
                            <a:pt x="49880" y="32402"/>
                          </a:lnTo>
                          <a:cubicBezTo>
                            <a:pt x="50032" y="32342"/>
                            <a:pt x="50184" y="32251"/>
                            <a:pt x="50336" y="32129"/>
                          </a:cubicBezTo>
                          <a:cubicBezTo>
                            <a:pt x="50427" y="32068"/>
                            <a:pt x="50427" y="31947"/>
                            <a:pt x="50397" y="31825"/>
                          </a:cubicBezTo>
                          <a:cubicBezTo>
                            <a:pt x="50366" y="31734"/>
                            <a:pt x="50306" y="31673"/>
                            <a:pt x="50245" y="31612"/>
                          </a:cubicBezTo>
                          <a:cubicBezTo>
                            <a:pt x="50062" y="31460"/>
                            <a:pt x="49819" y="31399"/>
                            <a:pt x="49606" y="31460"/>
                          </a:cubicBezTo>
                          <a:cubicBezTo>
                            <a:pt x="48999" y="31551"/>
                            <a:pt x="48391" y="31764"/>
                            <a:pt x="47844" y="32068"/>
                          </a:cubicBezTo>
                          <a:lnTo>
                            <a:pt x="47844" y="32099"/>
                          </a:lnTo>
                          <a:lnTo>
                            <a:pt x="47813" y="32099"/>
                          </a:lnTo>
                          <a:lnTo>
                            <a:pt x="47600" y="32342"/>
                          </a:lnTo>
                          <a:lnTo>
                            <a:pt x="47600" y="32372"/>
                          </a:lnTo>
                          <a:lnTo>
                            <a:pt x="47296" y="32494"/>
                          </a:lnTo>
                          <a:lnTo>
                            <a:pt x="47144" y="32615"/>
                          </a:lnTo>
                          <a:lnTo>
                            <a:pt x="47144" y="32646"/>
                          </a:lnTo>
                          <a:lnTo>
                            <a:pt x="47144" y="32585"/>
                          </a:lnTo>
                          <a:lnTo>
                            <a:pt x="47296" y="32463"/>
                          </a:lnTo>
                          <a:lnTo>
                            <a:pt x="47570" y="32342"/>
                          </a:lnTo>
                          <a:lnTo>
                            <a:pt x="47600" y="32342"/>
                          </a:lnTo>
                          <a:cubicBezTo>
                            <a:pt x="47631" y="32159"/>
                            <a:pt x="47661" y="32129"/>
                            <a:pt x="47813" y="32099"/>
                          </a:cubicBezTo>
                          <a:lnTo>
                            <a:pt x="47844" y="32068"/>
                          </a:lnTo>
                          <a:lnTo>
                            <a:pt x="47844" y="32068"/>
                          </a:lnTo>
                          <a:cubicBezTo>
                            <a:pt x="47844" y="31977"/>
                            <a:pt x="47904" y="31886"/>
                            <a:pt x="47965" y="31795"/>
                          </a:cubicBezTo>
                          <a:cubicBezTo>
                            <a:pt x="48208" y="31612"/>
                            <a:pt x="48451" y="31460"/>
                            <a:pt x="48725" y="31369"/>
                          </a:cubicBezTo>
                          <a:cubicBezTo>
                            <a:pt x="48907" y="31339"/>
                            <a:pt x="49059" y="31247"/>
                            <a:pt x="49151" y="31065"/>
                          </a:cubicBezTo>
                          <a:cubicBezTo>
                            <a:pt x="49181" y="31035"/>
                            <a:pt x="49181" y="30974"/>
                            <a:pt x="49242" y="30943"/>
                          </a:cubicBezTo>
                          <a:cubicBezTo>
                            <a:pt x="49363" y="30822"/>
                            <a:pt x="49515" y="30731"/>
                            <a:pt x="49637" y="30609"/>
                          </a:cubicBezTo>
                          <a:cubicBezTo>
                            <a:pt x="49789" y="30518"/>
                            <a:pt x="49941" y="30609"/>
                            <a:pt x="50123" y="30609"/>
                          </a:cubicBezTo>
                          <a:cubicBezTo>
                            <a:pt x="50762" y="30640"/>
                            <a:pt x="51369" y="30700"/>
                            <a:pt x="52008" y="30822"/>
                          </a:cubicBezTo>
                          <a:cubicBezTo>
                            <a:pt x="52281" y="30852"/>
                            <a:pt x="52555" y="30731"/>
                            <a:pt x="52828" y="30761"/>
                          </a:cubicBezTo>
                          <a:cubicBezTo>
                            <a:pt x="52889" y="30792"/>
                            <a:pt x="52950" y="30761"/>
                            <a:pt x="53011" y="30731"/>
                          </a:cubicBezTo>
                          <a:cubicBezTo>
                            <a:pt x="53072" y="30731"/>
                            <a:pt x="53132" y="30700"/>
                            <a:pt x="53193" y="30670"/>
                          </a:cubicBezTo>
                          <a:cubicBezTo>
                            <a:pt x="53376" y="30579"/>
                            <a:pt x="53528" y="30457"/>
                            <a:pt x="53649" y="30275"/>
                          </a:cubicBezTo>
                          <a:cubicBezTo>
                            <a:pt x="53771" y="30153"/>
                            <a:pt x="53892" y="30062"/>
                            <a:pt x="54075" y="30062"/>
                          </a:cubicBezTo>
                          <a:cubicBezTo>
                            <a:pt x="54166" y="30032"/>
                            <a:pt x="54287" y="30001"/>
                            <a:pt x="54409" y="30001"/>
                          </a:cubicBezTo>
                          <a:cubicBezTo>
                            <a:pt x="54713" y="29971"/>
                            <a:pt x="55017" y="29849"/>
                            <a:pt x="55260" y="29636"/>
                          </a:cubicBezTo>
                          <a:cubicBezTo>
                            <a:pt x="55412" y="29545"/>
                            <a:pt x="55473" y="29363"/>
                            <a:pt x="55412" y="29211"/>
                          </a:cubicBezTo>
                          <a:cubicBezTo>
                            <a:pt x="55351" y="29120"/>
                            <a:pt x="55351" y="28998"/>
                            <a:pt x="55412" y="28877"/>
                          </a:cubicBezTo>
                          <a:cubicBezTo>
                            <a:pt x="55442" y="28816"/>
                            <a:pt x="55473" y="28725"/>
                            <a:pt x="55473" y="28633"/>
                          </a:cubicBezTo>
                          <a:cubicBezTo>
                            <a:pt x="55503" y="28573"/>
                            <a:pt x="55503" y="28512"/>
                            <a:pt x="55473" y="28451"/>
                          </a:cubicBezTo>
                          <a:cubicBezTo>
                            <a:pt x="55382" y="28238"/>
                            <a:pt x="55199" y="28147"/>
                            <a:pt x="54987" y="28147"/>
                          </a:cubicBezTo>
                          <a:lnTo>
                            <a:pt x="54987" y="28147"/>
                          </a:lnTo>
                          <a:lnTo>
                            <a:pt x="54926" y="28177"/>
                          </a:lnTo>
                          <a:lnTo>
                            <a:pt x="54956" y="28147"/>
                          </a:lnTo>
                          <a:lnTo>
                            <a:pt x="54956" y="28147"/>
                          </a:lnTo>
                          <a:cubicBezTo>
                            <a:pt x="54956" y="28086"/>
                            <a:pt x="54956" y="28026"/>
                            <a:pt x="54926" y="27965"/>
                          </a:cubicBezTo>
                          <a:cubicBezTo>
                            <a:pt x="54926" y="27843"/>
                            <a:pt x="54835" y="27752"/>
                            <a:pt x="54713" y="27722"/>
                          </a:cubicBezTo>
                          <a:cubicBezTo>
                            <a:pt x="54652" y="27722"/>
                            <a:pt x="54561" y="27722"/>
                            <a:pt x="54500" y="27722"/>
                          </a:cubicBezTo>
                          <a:cubicBezTo>
                            <a:pt x="54500" y="27722"/>
                            <a:pt x="54470" y="27722"/>
                            <a:pt x="54439" y="27722"/>
                          </a:cubicBezTo>
                          <a:cubicBezTo>
                            <a:pt x="54470" y="27691"/>
                            <a:pt x="54500" y="27661"/>
                            <a:pt x="54531" y="27630"/>
                          </a:cubicBezTo>
                          <a:cubicBezTo>
                            <a:pt x="54591" y="27630"/>
                            <a:pt x="54652" y="27600"/>
                            <a:pt x="54713" y="27570"/>
                          </a:cubicBezTo>
                          <a:cubicBezTo>
                            <a:pt x="54804" y="27539"/>
                            <a:pt x="54804" y="27418"/>
                            <a:pt x="54743" y="27326"/>
                          </a:cubicBezTo>
                          <a:cubicBezTo>
                            <a:pt x="54683" y="27235"/>
                            <a:pt x="54622" y="27144"/>
                            <a:pt x="54470" y="27174"/>
                          </a:cubicBezTo>
                          <a:lnTo>
                            <a:pt x="54348" y="27174"/>
                          </a:lnTo>
                          <a:cubicBezTo>
                            <a:pt x="54166" y="26992"/>
                            <a:pt x="53953" y="26870"/>
                            <a:pt x="53740" y="26779"/>
                          </a:cubicBezTo>
                          <a:cubicBezTo>
                            <a:pt x="53679" y="26779"/>
                            <a:pt x="53649" y="26749"/>
                            <a:pt x="53649" y="26688"/>
                          </a:cubicBezTo>
                          <a:cubicBezTo>
                            <a:pt x="53558" y="26475"/>
                            <a:pt x="53436" y="26293"/>
                            <a:pt x="53254" y="26141"/>
                          </a:cubicBezTo>
                          <a:cubicBezTo>
                            <a:pt x="53193" y="26080"/>
                            <a:pt x="53102" y="25989"/>
                            <a:pt x="53041" y="25898"/>
                          </a:cubicBezTo>
                          <a:cubicBezTo>
                            <a:pt x="52980" y="25837"/>
                            <a:pt x="52980" y="25715"/>
                            <a:pt x="53041" y="25655"/>
                          </a:cubicBezTo>
                          <a:cubicBezTo>
                            <a:pt x="53102" y="25563"/>
                            <a:pt x="53193" y="25503"/>
                            <a:pt x="53284" y="25412"/>
                          </a:cubicBezTo>
                          <a:cubicBezTo>
                            <a:pt x="53345" y="25351"/>
                            <a:pt x="53345" y="25229"/>
                            <a:pt x="53284" y="25168"/>
                          </a:cubicBezTo>
                          <a:cubicBezTo>
                            <a:pt x="53193" y="25016"/>
                            <a:pt x="53132" y="24834"/>
                            <a:pt x="53163" y="24652"/>
                          </a:cubicBezTo>
                          <a:cubicBezTo>
                            <a:pt x="53163" y="24591"/>
                            <a:pt x="53132" y="24530"/>
                            <a:pt x="53072" y="24469"/>
                          </a:cubicBezTo>
                          <a:cubicBezTo>
                            <a:pt x="53041" y="24439"/>
                            <a:pt x="53072" y="24256"/>
                            <a:pt x="52950" y="24196"/>
                          </a:cubicBezTo>
                          <a:cubicBezTo>
                            <a:pt x="52828" y="24104"/>
                            <a:pt x="52950" y="24013"/>
                            <a:pt x="52920" y="23922"/>
                          </a:cubicBezTo>
                          <a:cubicBezTo>
                            <a:pt x="52889" y="23831"/>
                            <a:pt x="52889" y="23709"/>
                            <a:pt x="52889" y="23618"/>
                          </a:cubicBezTo>
                          <a:cubicBezTo>
                            <a:pt x="52859" y="23466"/>
                            <a:pt x="52828" y="23345"/>
                            <a:pt x="52768" y="23223"/>
                          </a:cubicBezTo>
                          <a:cubicBezTo>
                            <a:pt x="52676" y="22919"/>
                            <a:pt x="52616" y="22615"/>
                            <a:pt x="52585" y="22311"/>
                          </a:cubicBezTo>
                          <a:cubicBezTo>
                            <a:pt x="52585" y="22220"/>
                            <a:pt x="52555" y="22129"/>
                            <a:pt x="52524" y="22038"/>
                          </a:cubicBezTo>
                          <a:cubicBezTo>
                            <a:pt x="52524" y="22007"/>
                            <a:pt x="52464" y="21977"/>
                            <a:pt x="52433" y="21977"/>
                          </a:cubicBezTo>
                          <a:cubicBezTo>
                            <a:pt x="52403" y="21946"/>
                            <a:pt x="52403" y="21946"/>
                            <a:pt x="52372" y="21977"/>
                          </a:cubicBezTo>
                          <a:cubicBezTo>
                            <a:pt x="52190" y="22220"/>
                            <a:pt x="52008" y="22494"/>
                            <a:pt x="51856" y="22737"/>
                          </a:cubicBezTo>
                          <a:cubicBezTo>
                            <a:pt x="51734" y="23041"/>
                            <a:pt x="51521" y="23284"/>
                            <a:pt x="51217" y="23436"/>
                          </a:cubicBezTo>
                          <a:cubicBezTo>
                            <a:pt x="51126" y="23466"/>
                            <a:pt x="51065" y="23557"/>
                            <a:pt x="51005" y="23588"/>
                          </a:cubicBezTo>
                          <a:cubicBezTo>
                            <a:pt x="50913" y="23649"/>
                            <a:pt x="50792" y="23709"/>
                            <a:pt x="50701" y="23740"/>
                          </a:cubicBezTo>
                          <a:cubicBezTo>
                            <a:pt x="50579" y="23770"/>
                            <a:pt x="50458" y="23740"/>
                            <a:pt x="50366" y="23679"/>
                          </a:cubicBezTo>
                          <a:cubicBezTo>
                            <a:pt x="50306" y="23618"/>
                            <a:pt x="50245" y="23527"/>
                            <a:pt x="50214" y="23436"/>
                          </a:cubicBezTo>
                          <a:cubicBezTo>
                            <a:pt x="50184" y="23345"/>
                            <a:pt x="50093" y="23253"/>
                            <a:pt x="50002" y="23193"/>
                          </a:cubicBezTo>
                          <a:cubicBezTo>
                            <a:pt x="49880" y="23132"/>
                            <a:pt x="49819" y="22980"/>
                            <a:pt x="49850" y="22858"/>
                          </a:cubicBezTo>
                          <a:cubicBezTo>
                            <a:pt x="49850" y="22646"/>
                            <a:pt x="50002" y="22433"/>
                            <a:pt x="49910" y="22190"/>
                          </a:cubicBezTo>
                          <a:cubicBezTo>
                            <a:pt x="49910" y="22159"/>
                            <a:pt x="49971" y="22068"/>
                            <a:pt x="49971" y="22007"/>
                          </a:cubicBezTo>
                          <a:cubicBezTo>
                            <a:pt x="50062" y="21794"/>
                            <a:pt x="50154" y="21582"/>
                            <a:pt x="50275" y="21399"/>
                          </a:cubicBezTo>
                          <a:cubicBezTo>
                            <a:pt x="50306" y="21338"/>
                            <a:pt x="50275" y="21247"/>
                            <a:pt x="50184" y="21217"/>
                          </a:cubicBezTo>
                          <a:cubicBezTo>
                            <a:pt x="50002" y="21187"/>
                            <a:pt x="49850" y="21004"/>
                            <a:pt x="49637" y="21004"/>
                          </a:cubicBezTo>
                          <a:cubicBezTo>
                            <a:pt x="49546" y="21004"/>
                            <a:pt x="49485" y="20913"/>
                            <a:pt x="49394" y="20883"/>
                          </a:cubicBezTo>
                          <a:cubicBezTo>
                            <a:pt x="49333" y="20852"/>
                            <a:pt x="49303" y="20791"/>
                            <a:pt x="49303" y="20700"/>
                          </a:cubicBezTo>
                          <a:cubicBezTo>
                            <a:pt x="49303" y="20639"/>
                            <a:pt x="49333" y="20579"/>
                            <a:pt x="49303" y="20518"/>
                          </a:cubicBezTo>
                          <a:cubicBezTo>
                            <a:pt x="49181" y="20366"/>
                            <a:pt x="49090" y="20214"/>
                            <a:pt x="49029" y="20031"/>
                          </a:cubicBezTo>
                          <a:cubicBezTo>
                            <a:pt x="48968" y="19940"/>
                            <a:pt x="48907" y="19849"/>
                            <a:pt x="48847" y="19758"/>
                          </a:cubicBezTo>
                          <a:cubicBezTo>
                            <a:pt x="48755" y="19606"/>
                            <a:pt x="48543" y="19545"/>
                            <a:pt x="48360" y="19606"/>
                          </a:cubicBezTo>
                          <a:cubicBezTo>
                            <a:pt x="48299" y="19636"/>
                            <a:pt x="48208" y="19636"/>
                            <a:pt x="48117" y="19636"/>
                          </a:cubicBezTo>
                          <a:cubicBezTo>
                            <a:pt x="47844" y="19606"/>
                            <a:pt x="47570" y="19515"/>
                            <a:pt x="47357" y="19393"/>
                          </a:cubicBezTo>
                          <a:cubicBezTo>
                            <a:pt x="47266" y="19332"/>
                            <a:pt x="47144" y="19302"/>
                            <a:pt x="47053" y="19272"/>
                          </a:cubicBezTo>
                          <a:cubicBezTo>
                            <a:pt x="46749" y="19180"/>
                            <a:pt x="46476" y="19332"/>
                            <a:pt x="46385" y="19606"/>
                          </a:cubicBezTo>
                          <a:cubicBezTo>
                            <a:pt x="46293" y="19758"/>
                            <a:pt x="46293" y="19940"/>
                            <a:pt x="46385" y="20062"/>
                          </a:cubicBezTo>
                          <a:cubicBezTo>
                            <a:pt x="46445" y="20153"/>
                            <a:pt x="46445" y="20305"/>
                            <a:pt x="46385" y="20396"/>
                          </a:cubicBezTo>
                          <a:cubicBezTo>
                            <a:pt x="46263" y="20518"/>
                            <a:pt x="46141" y="20670"/>
                            <a:pt x="46050" y="20822"/>
                          </a:cubicBezTo>
                          <a:cubicBezTo>
                            <a:pt x="45989" y="21004"/>
                            <a:pt x="46141" y="21217"/>
                            <a:pt x="46111" y="21430"/>
                          </a:cubicBezTo>
                          <a:cubicBezTo>
                            <a:pt x="46081" y="21521"/>
                            <a:pt x="46111" y="21612"/>
                            <a:pt x="46141" y="21673"/>
                          </a:cubicBezTo>
                          <a:cubicBezTo>
                            <a:pt x="46172" y="21855"/>
                            <a:pt x="46111" y="21946"/>
                            <a:pt x="45989" y="22007"/>
                          </a:cubicBezTo>
                          <a:cubicBezTo>
                            <a:pt x="45929" y="22038"/>
                            <a:pt x="45837" y="22068"/>
                            <a:pt x="45807" y="22129"/>
                          </a:cubicBezTo>
                          <a:cubicBezTo>
                            <a:pt x="45655" y="22372"/>
                            <a:pt x="45473" y="22615"/>
                            <a:pt x="45229" y="22797"/>
                          </a:cubicBezTo>
                          <a:cubicBezTo>
                            <a:pt x="45138" y="22889"/>
                            <a:pt x="45138" y="23071"/>
                            <a:pt x="45229" y="23162"/>
                          </a:cubicBezTo>
                          <a:cubicBezTo>
                            <a:pt x="45290" y="23284"/>
                            <a:pt x="45381" y="23345"/>
                            <a:pt x="45442" y="23436"/>
                          </a:cubicBezTo>
                          <a:cubicBezTo>
                            <a:pt x="45503" y="23527"/>
                            <a:pt x="45533" y="23618"/>
                            <a:pt x="45564" y="23679"/>
                          </a:cubicBezTo>
                          <a:cubicBezTo>
                            <a:pt x="45594" y="23922"/>
                            <a:pt x="45625" y="24196"/>
                            <a:pt x="45655" y="24439"/>
                          </a:cubicBezTo>
                          <a:cubicBezTo>
                            <a:pt x="45716" y="24682"/>
                            <a:pt x="45533" y="24956"/>
                            <a:pt x="45625" y="25229"/>
                          </a:cubicBezTo>
                          <a:cubicBezTo>
                            <a:pt x="45625" y="25260"/>
                            <a:pt x="45594" y="25320"/>
                            <a:pt x="45533" y="25351"/>
                          </a:cubicBezTo>
                          <a:cubicBezTo>
                            <a:pt x="45442" y="25412"/>
                            <a:pt x="45351" y="25472"/>
                            <a:pt x="45260" y="25533"/>
                          </a:cubicBezTo>
                          <a:cubicBezTo>
                            <a:pt x="44986" y="25807"/>
                            <a:pt x="44652" y="26019"/>
                            <a:pt x="44287" y="26141"/>
                          </a:cubicBezTo>
                          <a:lnTo>
                            <a:pt x="43770" y="26323"/>
                          </a:lnTo>
                          <a:cubicBezTo>
                            <a:pt x="43679" y="26384"/>
                            <a:pt x="43619" y="26475"/>
                            <a:pt x="43619" y="26597"/>
                          </a:cubicBezTo>
                          <a:cubicBezTo>
                            <a:pt x="43649" y="26870"/>
                            <a:pt x="43649" y="27144"/>
                            <a:pt x="43619" y="27418"/>
                          </a:cubicBezTo>
                          <a:cubicBezTo>
                            <a:pt x="43588" y="27600"/>
                            <a:pt x="43558" y="27782"/>
                            <a:pt x="43558" y="27965"/>
                          </a:cubicBezTo>
                          <a:cubicBezTo>
                            <a:pt x="43558" y="28147"/>
                            <a:pt x="43558" y="28329"/>
                            <a:pt x="43588" y="28481"/>
                          </a:cubicBezTo>
                          <a:cubicBezTo>
                            <a:pt x="43588" y="28573"/>
                            <a:pt x="43558" y="28633"/>
                            <a:pt x="43558" y="28694"/>
                          </a:cubicBezTo>
                          <a:cubicBezTo>
                            <a:pt x="43497" y="28816"/>
                            <a:pt x="43406" y="28937"/>
                            <a:pt x="43345" y="29059"/>
                          </a:cubicBezTo>
                          <a:cubicBezTo>
                            <a:pt x="43315" y="29089"/>
                            <a:pt x="43284" y="29089"/>
                            <a:pt x="43254" y="29089"/>
                          </a:cubicBezTo>
                          <a:cubicBezTo>
                            <a:pt x="43071" y="29059"/>
                            <a:pt x="43011" y="29181"/>
                            <a:pt x="42889" y="29272"/>
                          </a:cubicBezTo>
                          <a:cubicBezTo>
                            <a:pt x="42798" y="29302"/>
                            <a:pt x="42707" y="29302"/>
                            <a:pt x="42646" y="29211"/>
                          </a:cubicBezTo>
                          <a:cubicBezTo>
                            <a:pt x="42615" y="29150"/>
                            <a:pt x="42585" y="29089"/>
                            <a:pt x="42585" y="29029"/>
                          </a:cubicBezTo>
                          <a:cubicBezTo>
                            <a:pt x="42555" y="28968"/>
                            <a:pt x="42524" y="28785"/>
                            <a:pt x="42433" y="28725"/>
                          </a:cubicBezTo>
                          <a:cubicBezTo>
                            <a:pt x="42251" y="28512"/>
                            <a:pt x="42099" y="28238"/>
                            <a:pt x="41977" y="27965"/>
                          </a:cubicBezTo>
                          <a:cubicBezTo>
                            <a:pt x="41916" y="27904"/>
                            <a:pt x="41916" y="27782"/>
                            <a:pt x="41977" y="27722"/>
                          </a:cubicBezTo>
                          <a:cubicBezTo>
                            <a:pt x="42160" y="27418"/>
                            <a:pt x="42251" y="27083"/>
                            <a:pt x="42281" y="26749"/>
                          </a:cubicBezTo>
                          <a:cubicBezTo>
                            <a:pt x="42281" y="26627"/>
                            <a:pt x="42311" y="26536"/>
                            <a:pt x="42372" y="26415"/>
                          </a:cubicBezTo>
                          <a:cubicBezTo>
                            <a:pt x="42403" y="26323"/>
                            <a:pt x="42433" y="26202"/>
                            <a:pt x="42463" y="26111"/>
                          </a:cubicBezTo>
                          <a:cubicBezTo>
                            <a:pt x="42494" y="25989"/>
                            <a:pt x="42433" y="25928"/>
                            <a:pt x="42372" y="25928"/>
                          </a:cubicBezTo>
                          <a:cubicBezTo>
                            <a:pt x="42008" y="25837"/>
                            <a:pt x="41673" y="25776"/>
                            <a:pt x="41308" y="25746"/>
                          </a:cubicBezTo>
                          <a:cubicBezTo>
                            <a:pt x="41217" y="25746"/>
                            <a:pt x="41126" y="25715"/>
                            <a:pt x="41065" y="25624"/>
                          </a:cubicBezTo>
                          <a:cubicBezTo>
                            <a:pt x="40913" y="25412"/>
                            <a:pt x="40701" y="25229"/>
                            <a:pt x="40457" y="25108"/>
                          </a:cubicBezTo>
                          <a:cubicBezTo>
                            <a:pt x="40214" y="25016"/>
                            <a:pt x="40032" y="24834"/>
                            <a:pt x="39941" y="24591"/>
                          </a:cubicBezTo>
                          <a:cubicBezTo>
                            <a:pt x="39789" y="24348"/>
                            <a:pt x="39606" y="24165"/>
                            <a:pt x="39363" y="24013"/>
                          </a:cubicBezTo>
                          <a:cubicBezTo>
                            <a:pt x="39150" y="23892"/>
                            <a:pt x="38938" y="23770"/>
                            <a:pt x="38725" y="23649"/>
                          </a:cubicBezTo>
                          <a:cubicBezTo>
                            <a:pt x="38603" y="23588"/>
                            <a:pt x="38482" y="23557"/>
                            <a:pt x="38390" y="23588"/>
                          </a:cubicBezTo>
                          <a:cubicBezTo>
                            <a:pt x="38208" y="23679"/>
                            <a:pt x="37995" y="23709"/>
                            <a:pt x="37813" y="23679"/>
                          </a:cubicBezTo>
                          <a:lnTo>
                            <a:pt x="37783" y="23679"/>
                          </a:lnTo>
                          <a:lnTo>
                            <a:pt x="37783" y="23649"/>
                          </a:lnTo>
                          <a:lnTo>
                            <a:pt x="37813" y="23649"/>
                          </a:lnTo>
                          <a:cubicBezTo>
                            <a:pt x="37935" y="23497"/>
                            <a:pt x="37995" y="23314"/>
                            <a:pt x="37965" y="23101"/>
                          </a:cubicBezTo>
                          <a:cubicBezTo>
                            <a:pt x="37965" y="22858"/>
                            <a:pt x="37965" y="22615"/>
                            <a:pt x="37965" y="22342"/>
                          </a:cubicBezTo>
                          <a:cubicBezTo>
                            <a:pt x="37965" y="22250"/>
                            <a:pt x="37965" y="22159"/>
                            <a:pt x="37935" y="22068"/>
                          </a:cubicBezTo>
                          <a:cubicBezTo>
                            <a:pt x="37935" y="22038"/>
                            <a:pt x="37874" y="22007"/>
                            <a:pt x="37843" y="22007"/>
                          </a:cubicBezTo>
                          <a:cubicBezTo>
                            <a:pt x="37752" y="21977"/>
                            <a:pt x="37661" y="21977"/>
                            <a:pt x="37570" y="21977"/>
                          </a:cubicBezTo>
                          <a:cubicBezTo>
                            <a:pt x="37479" y="21977"/>
                            <a:pt x="37418" y="21916"/>
                            <a:pt x="37387" y="21825"/>
                          </a:cubicBezTo>
                          <a:cubicBezTo>
                            <a:pt x="37387" y="21764"/>
                            <a:pt x="37387" y="21673"/>
                            <a:pt x="37387" y="21612"/>
                          </a:cubicBezTo>
                          <a:cubicBezTo>
                            <a:pt x="37418" y="21490"/>
                            <a:pt x="37479" y="21369"/>
                            <a:pt x="37509" y="21247"/>
                          </a:cubicBezTo>
                          <a:cubicBezTo>
                            <a:pt x="37600" y="20670"/>
                            <a:pt x="37904" y="20153"/>
                            <a:pt x="38330" y="19788"/>
                          </a:cubicBezTo>
                          <a:cubicBezTo>
                            <a:pt x="38421" y="19697"/>
                            <a:pt x="38512" y="19606"/>
                            <a:pt x="38573" y="19484"/>
                          </a:cubicBezTo>
                          <a:cubicBezTo>
                            <a:pt x="38786" y="19120"/>
                            <a:pt x="39090" y="18846"/>
                            <a:pt x="39485" y="18694"/>
                          </a:cubicBezTo>
                          <a:cubicBezTo>
                            <a:pt x="39667" y="18512"/>
                            <a:pt x="39880" y="18390"/>
                            <a:pt x="39941" y="18147"/>
                          </a:cubicBezTo>
                          <a:cubicBezTo>
                            <a:pt x="39971" y="18056"/>
                            <a:pt x="40032" y="18025"/>
                            <a:pt x="40093" y="18025"/>
                          </a:cubicBezTo>
                          <a:cubicBezTo>
                            <a:pt x="40184" y="18056"/>
                            <a:pt x="40275" y="18086"/>
                            <a:pt x="40366" y="18086"/>
                          </a:cubicBezTo>
                          <a:cubicBezTo>
                            <a:pt x="40579" y="18117"/>
                            <a:pt x="40761" y="17934"/>
                            <a:pt x="40761" y="17691"/>
                          </a:cubicBezTo>
                          <a:cubicBezTo>
                            <a:pt x="40761" y="17600"/>
                            <a:pt x="40761" y="17478"/>
                            <a:pt x="40761" y="17387"/>
                          </a:cubicBezTo>
                          <a:lnTo>
                            <a:pt x="40761" y="17387"/>
                          </a:lnTo>
                          <a:lnTo>
                            <a:pt x="40731" y="17357"/>
                          </a:lnTo>
                          <a:lnTo>
                            <a:pt x="40761" y="17357"/>
                          </a:lnTo>
                          <a:cubicBezTo>
                            <a:pt x="41065" y="17417"/>
                            <a:pt x="41339" y="17265"/>
                            <a:pt x="41460" y="16992"/>
                          </a:cubicBezTo>
                          <a:cubicBezTo>
                            <a:pt x="41491" y="16931"/>
                            <a:pt x="41552" y="16901"/>
                            <a:pt x="41612" y="16931"/>
                          </a:cubicBezTo>
                          <a:cubicBezTo>
                            <a:pt x="41734" y="16962"/>
                            <a:pt x="41825" y="17022"/>
                            <a:pt x="41947" y="17053"/>
                          </a:cubicBezTo>
                          <a:cubicBezTo>
                            <a:pt x="42038" y="17083"/>
                            <a:pt x="42160" y="17083"/>
                            <a:pt x="42251" y="16992"/>
                          </a:cubicBezTo>
                          <a:cubicBezTo>
                            <a:pt x="42615" y="16688"/>
                            <a:pt x="42950" y="16354"/>
                            <a:pt x="43284" y="16050"/>
                          </a:cubicBezTo>
                          <a:cubicBezTo>
                            <a:pt x="43315" y="16019"/>
                            <a:pt x="43345" y="15958"/>
                            <a:pt x="43345" y="15928"/>
                          </a:cubicBezTo>
                          <a:cubicBezTo>
                            <a:pt x="43315" y="15837"/>
                            <a:pt x="43345" y="15746"/>
                            <a:pt x="43436" y="15685"/>
                          </a:cubicBezTo>
                          <a:lnTo>
                            <a:pt x="43892" y="15320"/>
                          </a:lnTo>
                          <a:lnTo>
                            <a:pt x="44014" y="15168"/>
                          </a:lnTo>
                          <a:lnTo>
                            <a:pt x="44014" y="15168"/>
                          </a:lnTo>
                          <a:cubicBezTo>
                            <a:pt x="44044" y="15168"/>
                            <a:pt x="44074" y="15138"/>
                            <a:pt x="44105" y="15107"/>
                          </a:cubicBezTo>
                          <a:cubicBezTo>
                            <a:pt x="44287" y="14925"/>
                            <a:pt x="44287" y="14925"/>
                            <a:pt x="44166" y="14712"/>
                          </a:cubicBezTo>
                          <a:cubicBezTo>
                            <a:pt x="44166" y="14712"/>
                            <a:pt x="44166" y="14682"/>
                            <a:pt x="44135" y="14651"/>
                          </a:cubicBezTo>
                          <a:cubicBezTo>
                            <a:pt x="44135" y="14591"/>
                            <a:pt x="44135" y="14560"/>
                            <a:pt x="44196" y="14560"/>
                          </a:cubicBezTo>
                          <a:cubicBezTo>
                            <a:pt x="44409" y="14530"/>
                            <a:pt x="44622" y="14499"/>
                            <a:pt x="44682" y="14773"/>
                          </a:cubicBezTo>
                          <a:cubicBezTo>
                            <a:pt x="44713" y="14803"/>
                            <a:pt x="44713" y="14803"/>
                            <a:pt x="44743" y="14803"/>
                          </a:cubicBezTo>
                          <a:cubicBezTo>
                            <a:pt x="45047" y="14955"/>
                            <a:pt x="45412" y="14986"/>
                            <a:pt x="45716" y="14834"/>
                          </a:cubicBezTo>
                          <a:cubicBezTo>
                            <a:pt x="45959" y="14743"/>
                            <a:pt x="46172" y="14591"/>
                            <a:pt x="46354" y="14439"/>
                          </a:cubicBezTo>
                          <a:cubicBezTo>
                            <a:pt x="46415" y="14378"/>
                            <a:pt x="46476" y="14317"/>
                            <a:pt x="46567" y="14287"/>
                          </a:cubicBezTo>
                          <a:cubicBezTo>
                            <a:pt x="46749" y="14256"/>
                            <a:pt x="46810" y="14104"/>
                            <a:pt x="46901" y="13983"/>
                          </a:cubicBezTo>
                          <a:cubicBezTo>
                            <a:pt x="46962" y="13892"/>
                            <a:pt x="46992" y="13770"/>
                            <a:pt x="46962" y="13648"/>
                          </a:cubicBezTo>
                          <a:cubicBezTo>
                            <a:pt x="46932" y="13557"/>
                            <a:pt x="46901" y="13496"/>
                            <a:pt x="46871" y="13405"/>
                          </a:cubicBezTo>
                          <a:cubicBezTo>
                            <a:pt x="46810" y="13284"/>
                            <a:pt x="46810" y="13132"/>
                            <a:pt x="46840" y="13010"/>
                          </a:cubicBezTo>
                          <a:cubicBezTo>
                            <a:pt x="46901" y="12889"/>
                            <a:pt x="46901" y="12767"/>
                            <a:pt x="46932" y="12645"/>
                          </a:cubicBezTo>
                          <a:lnTo>
                            <a:pt x="46932" y="12645"/>
                          </a:lnTo>
                          <a:lnTo>
                            <a:pt x="46901" y="12645"/>
                          </a:lnTo>
                          <a:lnTo>
                            <a:pt x="46962" y="12645"/>
                          </a:lnTo>
                          <a:lnTo>
                            <a:pt x="46962" y="12645"/>
                          </a:lnTo>
                          <a:cubicBezTo>
                            <a:pt x="47053" y="12676"/>
                            <a:pt x="47114" y="12676"/>
                            <a:pt x="47205" y="12676"/>
                          </a:cubicBezTo>
                          <a:cubicBezTo>
                            <a:pt x="47448" y="12676"/>
                            <a:pt x="47540" y="12554"/>
                            <a:pt x="47570" y="12281"/>
                          </a:cubicBezTo>
                          <a:cubicBezTo>
                            <a:pt x="47570" y="12220"/>
                            <a:pt x="47600" y="12129"/>
                            <a:pt x="47631" y="12037"/>
                          </a:cubicBezTo>
                          <a:cubicBezTo>
                            <a:pt x="47752" y="11916"/>
                            <a:pt x="47692" y="11825"/>
                            <a:pt x="47600" y="11703"/>
                          </a:cubicBezTo>
                          <a:cubicBezTo>
                            <a:pt x="47448" y="11642"/>
                            <a:pt x="47327" y="11490"/>
                            <a:pt x="47357" y="11308"/>
                          </a:cubicBezTo>
                          <a:cubicBezTo>
                            <a:pt x="47357" y="11156"/>
                            <a:pt x="47296" y="11095"/>
                            <a:pt x="47114" y="11095"/>
                          </a:cubicBezTo>
                          <a:cubicBezTo>
                            <a:pt x="46932" y="11095"/>
                            <a:pt x="46932" y="10974"/>
                            <a:pt x="46932" y="10882"/>
                          </a:cubicBezTo>
                          <a:cubicBezTo>
                            <a:pt x="46780" y="10882"/>
                            <a:pt x="46628" y="10852"/>
                            <a:pt x="46537" y="10730"/>
                          </a:cubicBezTo>
                          <a:lnTo>
                            <a:pt x="46537" y="10730"/>
                          </a:lnTo>
                          <a:lnTo>
                            <a:pt x="46506" y="10730"/>
                          </a:lnTo>
                          <a:lnTo>
                            <a:pt x="46537" y="10761"/>
                          </a:lnTo>
                          <a:cubicBezTo>
                            <a:pt x="46476" y="10791"/>
                            <a:pt x="46445" y="10791"/>
                            <a:pt x="46385" y="10791"/>
                          </a:cubicBezTo>
                          <a:cubicBezTo>
                            <a:pt x="46202" y="10791"/>
                            <a:pt x="46050" y="10913"/>
                            <a:pt x="46020" y="11095"/>
                          </a:cubicBezTo>
                          <a:cubicBezTo>
                            <a:pt x="45959" y="11278"/>
                            <a:pt x="45837" y="11460"/>
                            <a:pt x="45898" y="11673"/>
                          </a:cubicBezTo>
                          <a:cubicBezTo>
                            <a:pt x="45929" y="11703"/>
                            <a:pt x="45929" y="11764"/>
                            <a:pt x="45868" y="11794"/>
                          </a:cubicBezTo>
                          <a:lnTo>
                            <a:pt x="45655" y="12037"/>
                          </a:lnTo>
                          <a:cubicBezTo>
                            <a:pt x="45442" y="12037"/>
                            <a:pt x="45351" y="12189"/>
                            <a:pt x="45260" y="12372"/>
                          </a:cubicBezTo>
                          <a:cubicBezTo>
                            <a:pt x="45229" y="12463"/>
                            <a:pt x="45169" y="12554"/>
                            <a:pt x="45108" y="12645"/>
                          </a:cubicBezTo>
                          <a:cubicBezTo>
                            <a:pt x="45047" y="12737"/>
                            <a:pt x="44956" y="12767"/>
                            <a:pt x="44865" y="12767"/>
                          </a:cubicBezTo>
                          <a:lnTo>
                            <a:pt x="44865" y="12767"/>
                          </a:lnTo>
                          <a:lnTo>
                            <a:pt x="44865" y="12797"/>
                          </a:lnTo>
                          <a:lnTo>
                            <a:pt x="44865" y="12767"/>
                          </a:lnTo>
                          <a:lnTo>
                            <a:pt x="44865" y="12767"/>
                          </a:lnTo>
                          <a:cubicBezTo>
                            <a:pt x="44804" y="12676"/>
                            <a:pt x="44804" y="12585"/>
                            <a:pt x="44713" y="12585"/>
                          </a:cubicBezTo>
                          <a:cubicBezTo>
                            <a:pt x="44622" y="12554"/>
                            <a:pt x="44561" y="12645"/>
                            <a:pt x="44530" y="12828"/>
                          </a:cubicBezTo>
                          <a:cubicBezTo>
                            <a:pt x="44500" y="12889"/>
                            <a:pt x="44500" y="13010"/>
                            <a:pt x="44530" y="13071"/>
                          </a:cubicBezTo>
                          <a:cubicBezTo>
                            <a:pt x="44561" y="13162"/>
                            <a:pt x="44530" y="13253"/>
                            <a:pt x="44470" y="13344"/>
                          </a:cubicBezTo>
                          <a:cubicBezTo>
                            <a:pt x="44409" y="13405"/>
                            <a:pt x="44318" y="13436"/>
                            <a:pt x="44226" y="13405"/>
                          </a:cubicBezTo>
                          <a:cubicBezTo>
                            <a:pt x="44166" y="13405"/>
                            <a:pt x="44105" y="13344"/>
                            <a:pt x="44074" y="13284"/>
                          </a:cubicBezTo>
                          <a:cubicBezTo>
                            <a:pt x="44044" y="13162"/>
                            <a:pt x="44014" y="13041"/>
                            <a:pt x="43983" y="12919"/>
                          </a:cubicBezTo>
                          <a:cubicBezTo>
                            <a:pt x="43953" y="12676"/>
                            <a:pt x="44044" y="12402"/>
                            <a:pt x="44226" y="12250"/>
                          </a:cubicBezTo>
                          <a:cubicBezTo>
                            <a:pt x="44287" y="12189"/>
                            <a:pt x="44348" y="12098"/>
                            <a:pt x="44348" y="12007"/>
                          </a:cubicBezTo>
                          <a:cubicBezTo>
                            <a:pt x="44378" y="11703"/>
                            <a:pt x="44318" y="11399"/>
                            <a:pt x="44135" y="11156"/>
                          </a:cubicBezTo>
                          <a:cubicBezTo>
                            <a:pt x="44105" y="11095"/>
                            <a:pt x="44014" y="11095"/>
                            <a:pt x="43953" y="11156"/>
                          </a:cubicBezTo>
                          <a:cubicBezTo>
                            <a:pt x="43801" y="11308"/>
                            <a:pt x="43710" y="11460"/>
                            <a:pt x="43619" y="11642"/>
                          </a:cubicBezTo>
                          <a:cubicBezTo>
                            <a:pt x="43588" y="11764"/>
                            <a:pt x="43497" y="11855"/>
                            <a:pt x="43406" y="11916"/>
                          </a:cubicBezTo>
                          <a:cubicBezTo>
                            <a:pt x="43406" y="11946"/>
                            <a:pt x="43375" y="11946"/>
                            <a:pt x="43345" y="11946"/>
                          </a:cubicBezTo>
                          <a:cubicBezTo>
                            <a:pt x="43284" y="11946"/>
                            <a:pt x="43254" y="11916"/>
                            <a:pt x="43284" y="11855"/>
                          </a:cubicBezTo>
                          <a:cubicBezTo>
                            <a:pt x="43375" y="11642"/>
                            <a:pt x="43406" y="11430"/>
                            <a:pt x="43406" y="11217"/>
                          </a:cubicBezTo>
                          <a:cubicBezTo>
                            <a:pt x="43406" y="11065"/>
                            <a:pt x="43497" y="11065"/>
                            <a:pt x="43558" y="11034"/>
                          </a:cubicBezTo>
                          <a:cubicBezTo>
                            <a:pt x="43710" y="11004"/>
                            <a:pt x="43710" y="10822"/>
                            <a:pt x="43619" y="10761"/>
                          </a:cubicBezTo>
                          <a:cubicBezTo>
                            <a:pt x="43497" y="10670"/>
                            <a:pt x="43375" y="10609"/>
                            <a:pt x="43254" y="10578"/>
                          </a:cubicBezTo>
                          <a:cubicBezTo>
                            <a:pt x="43132" y="10548"/>
                            <a:pt x="43041" y="10518"/>
                            <a:pt x="42950" y="10426"/>
                          </a:cubicBezTo>
                          <a:cubicBezTo>
                            <a:pt x="42919" y="10396"/>
                            <a:pt x="42889" y="10366"/>
                            <a:pt x="42919" y="10305"/>
                          </a:cubicBezTo>
                          <a:cubicBezTo>
                            <a:pt x="43041" y="10183"/>
                            <a:pt x="43163" y="10062"/>
                            <a:pt x="43315" y="9940"/>
                          </a:cubicBezTo>
                          <a:cubicBezTo>
                            <a:pt x="43345" y="9910"/>
                            <a:pt x="43375" y="9910"/>
                            <a:pt x="43436" y="9910"/>
                          </a:cubicBezTo>
                          <a:cubicBezTo>
                            <a:pt x="43588" y="9849"/>
                            <a:pt x="43649" y="9788"/>
                            <a:pt x="43619" y="9667"/>
                          </a:cubicBezTo>
                          <a:cubicBezTo>
                            <a:pt x="43467" y="9271"/>
                            <a:pt x="43467" y="8816"/>
                            <a:pt x="43619" y="8420"/>
                          </a:cubicBezTo>
                          <a:cubicBezTo>
                            <a:pt x="43619" y="8329"/>
                            <a:pt x="43619" y="8268"/>
                            <a:pt x="43619" y="8208"/>
                          </a:cubicBezTo>
                          <a:cubicBezTo>
                            <a:pt x="43558" y="7934"/>
                            <a:pt x="43497" y="7691"/>
                            <a:pt x="43436" y="7417"/>
                          </a:cubicBezTo>
                          <a:cubicBezTo>
                            <a:pt x="43375" y="7326"/>
                            <a:pt x="43436" y="7265"/>
                            <a:pt x="43527" y="7205"/>
                          </a:cubicBezTo>
                          <a:cubicBezTo>
                            <a:pt x="43679" y="7083"/>
                            <a:pt x="43862" y="6931"/>
                            <a:pt x="44014" y="6809"/>
                          </a:cubicBezTo>
                          <a:cubicBezTo>
                            <a:pt x="44135" y="6718"/>
                            <a:pt x="44196" y="6597"/>
                            <a:pt x="44196" y="6475"/>
                          </a:cubicBezTo>
                          <a:cubicBezTo>
                            <a:pt x="44226" y="6414"/>
                            <a:pt x="44226" y="6384"/>
                            <a:pt x="44257" y="6353"/>
                          </a:cubicBezTo>
                          <a:cubicBezTo>
                            <a:pt x="44287" y="6323"/>
                            <a:pt x="44348" y="6262"/>
                            <a:pt x="44348" y="6293"/>
                          </a:cubicBezTo>
                          <a:cubicBezTo>
                            <a:pt x="44470" y="6323"/>
                            <a:pt x="44561" y="6384"/>
                            <a:pt x="44652" y="6445"/>
                          </a:cubicBezTo>
                          <a:cubicBezTo>
                            <a:pt x="44804" y="6505"/>
                            <a:pt x="44926" y="6475"/>
                            <a:pt x="45047" y="6414"/>
                          </a:cubicBezTo>
                          <a:cubicBezTo>
                            <a:pt x="45108" y="6353"/>
                            <a:pt x="45199" y="6293"/>
                            <a:pt x="45260" y="6232"/>
                          </a:cubicBezTo>
                          <a:cubicBezTo>
                            <a:pt x="45564" y="5928"/>
                            <a:pt x="45898" y="5654"/>
                            <a:pt x="46202" y="5350"/>
                          </a:cubicBezTo>
                          <a:cubicBezTo>
                            <a:pt x="46263" y="5290"/>
                            <a:pt x="46324" y="5198"/>
                            <a:pt x="46354" y="5138"/>
                          </a:cubicBezTo>
                          <a:cubicBezTo>
                            <a:pt x="46415" y="5016"/>
                            <a:pt x="46385" y="4864"/>
                            <a:pt x="46263" y="4773"/>
                          </a:cubicBezTo>
                          <a:cubicBezTo>
                            <a:pt x="46233" y="4773"/>
                            <a:pt x="46233" y="4743"/>
                            <a:pt x="46202" y="4743"/>
                          </a:cubicBezTo>
                          <a:cubicBezTo>
                            <a:pt x="45929" y="4712"/>
                            <a:pt x="45685" y="4591"/>
                            <a:pt x="45473" y="4408"/>
                          </a:cubicBezTo>
                          <a:cubicBezTo>
                            <a:pt x="45412" y="4347"/>
                            <a:pt x="45321" y="4317"/>
                            <a:pt x="45229" y="4317"/>
                          </a:cubicBezTo>
                          <a:cubicBezTo>
                            <a:pt x="45047" y="4256"/>
                            <a:pt x="44834" y="4256"/>
                            <a:pt x="44622" y="4317"/>
                          </a:cubicBezTo>
                          <a:cubicBezTo>
                            <a:pt x="44561" y="4317"/>
                            <a:pt x="44500" y="4347"/>
                            <a:pt x="44439" y="4408"/>
                          </a:cubicBezTo>
                          <a:cubicBezTo>
                            <a:pt x="44348" y="4499"/>
                            <a:pt x="44287" y="4651"/>
                            <a:pt x="44105" y="4712"/>
                          </a:cubicBezTo>
                          <a:cubicBezTo>
                            <a:pt x="44014" y="4834"/>
                            <a:pt x="43953" y="4986"/>
                            <a:pt x="43862" y="5107"/>
                          </a:cubicBezTo>
                          <a:cubicBezTo>
                            <a:pt x="43740" y="5320"/>
                            <a:pt x="43619" y="5563"/>
                            <a:pt x="43497" y="5776"/>
                          </a:cubicBezTo>
                          <a:cubicBezTo>
                            <a:pt x="43436" y="5898"/>
                            <a:pt x="43406" y="6019"/>
                            <a:pt x="43375" y="6141"/>
                          </a:cubicBezTo>
                          <a:cubicBezTo>
                            <a:pt x="43345" y="6445"/>
                            <a:pt x="43254" y="6718"/>
                            <a:pt x="43132" y="6992"/>
                          </a:cubicBezTo>
                          <a:cubicBezTo>
                            <a:pt x="43102" y="7053"/>
                            <a:pt x="43071" y="7113"/>
                            <a:pt x="43011" y="7144"/>
                          </a:cubicBezTo>
                          <a:cubicBezTo>
                            <a:pt x="42889" y="7235"/>
                            <a:pt x="42767" y="7326"/>
                            <a:pt x="42646" y="7417"/>
                          </a:cubicBezTo>
                          <a:cubicBezTo>
                            <a:pt x="42524" y="7509"/>
                            <a:pt x="42524" y="7600"/>
                            <a:pt x="42524" y="7721"/>
                          </a:cubicBezTo>
                          <a:lnTo>
                            <a:pt x="42555" y="7721"/>
                          </a:lnTo>
                          <a:lnTo>
                            <a:pt x="42555" y="7752"/>
                          </a:lnTo>
                          <a:lnTo>
                            <a:pt x="42585" y="7752"/>
                          </a:lnTo>
                          <a:cubicBezTo>
                            <a:pt x="42555" y="7752"/>
                            <a:pt x="42555" y="7752"/>
                            <a:pt x="42555" y="7752"/>
                          </a:cubicBezTo>
                          <a:lnTo>
                            <a:pt x="42524" y="7752"/>
                          </a:lnTo>
                          <a:lnTo>
                            <a:pt x="42524" y="7752"/>
                          </a:lnTo>
                          <a:cubicBezTo>
                            <a:pt x="42433" y="7752"/>
                            <a:pt x="42342" y="7782"/>
                            <a:pt x="42251" y="7843"/>
                          </a:cubicBezTo>
                          <a:cubicBezTo>
                            <a:pt x="41947" y="8025"/>
                            <a:pt x="41764" y="8299"/>
                            <a:pt x="41704" y="8633"/>
                          </a:cubicBezTo>
                          <a:cubicBezTo>
                            <a:pt x="41704" y="8785"/>
                            <a:pt x="41643" y="8907"/>
                            <a:pt x="41552" y="8998"/>
                          </a:cubicBezTo>
                          <a:cubicBezTo>
                            <a:pt x="41521" y="9028"/>
                            <a:pt x="41491" y="9059"/>
                            <a:pt x="41460" y="9089"/>
                          </a:cubicBezTo>
                          <a:cubicBezTo>
                            <a:pt x="41369" y="9211"/>
                            <a:pt x="41308" y="9393"/>
                            <a:pt x="41339" y="9545"/>
                          </a:cubicBezTo>
                          <a:cubicBezTo>
                            <a:pt x="41339" y="9697"/>
                            <a:pt x="41400" y="9849"/>
                            <a:pt x="41491" y="9971"/>
                          </a:cubicBezTo>
                          <a:cubicBezTo>
                            <a:pt x="41521" y="10062"/>
                            <a:pt x="41552" y="10123"/>
                            <a:pt x="41582" y="10183"/>
                          </a:cubicBezTo>
                          <a:cubicBezTo>
                            <a:pt x="41643" y="10214"/>
                            <a:pt x="41704" y="10244"/>
                            <a:pt x="41764" y="10244"/>
                          </a:cubicBezTo>
                          <a:cubicBezTo>
                            <a:pt x="41886" y="10335"/>
                            <a:pt x="42008" y="10426"/>
                            <a:pt x="42129" y="10518"/>
                          </a:cubicBezTo>
                          <a:cubicBezTo>
                            <a:pt x="42160" y="10518"/>
                            <a:pt x="42160" y="10548"/>
                            <a:pt x="42190" y="10578"/>
                          </a:cubicBezTo>
                          <a:cubicBezTo>
                            <a:pt x="42190" y="10609"/>
                            <a:pt x="42129" y="10609"/>
                            <a:pt x="42099" y="10639"/>
                          </a:cubicBezTo>
                          <a:cubicBezTo>
                            <a:pt x="42038" y="10639"/>
                            <a:pt x="41977" y="10670"/>
                            <a:pt x="41916" y="10700"/>
                          </a:cubicBezTo>
                          <a:cubicBezTo>
                            <a:pt x="41795" y="10822"/>
                            <a:pt x="41704" y="10943"/>
                            <a:pt x="41612" y="11065"/>
                          </a:cubicBezTo>
                          <a:cubicBezTo>
                            <a:pt x="41582" y="11156"/>
                            <a:pt x="41612" y="11217"/>
                            <a:pt x="41704" y="11278"/>
                          </a:cubicBezTo>
                          <a:cubicBezTo>
                            <a:pt x="41734" y="11308"/>
                            <a:pt x="41795" y="11308"/>
                            <a:pt x="41825" y="11308"/>
                          </a:cubicBezTo>
                          <a:lnTo>
                            <a:pt x="41825" y="11308"/>
                          </a:lnTo>
                          <a:lnTo>
                            <a:pt x="41886" y="11308"/>
                          </a:lnTo>
                          <a:lnTo>
                            <a:pt x="41825" y="11338"/>
                          </a:lnTo>
                          <a:lnTo>
                            <a:pt x="41825" y="11338"/>
                          </a:lnTo>
                          <a:cubicBezTo>
                            <a:pt x="41856" y="11430"/>
                            <a:pt x="41856" y="11521"/>
                            <a:pt x="41795" y="11582"/>
                          </a:cubicBezTo>
                          <a:cubicBezTo>
                            <a:pt x="41673" y="11703"/>
                            <a:pt x="41552" y="11794"/>
                            <a:pt x="41430" y="11885"/>
                          </a:cubicBezTo>
                          <a:cubicBezTo>
                            <a:pt x="41308" y="12037"/>
                            <a:pt x="41126" y="12098"/>
                            <a:pt x="40944" y="12098"/>
                          </a:cubicBezTo>
                          <a:cubicBezTo>
                            <a:pt x="40701" y="12098"/>
                            <a:pt x="40609" y="12281"/>
                            <a:pt x="40549" y="12493"/>
                          </a:cubicBezTo>
                          <a:cubicBezTo>
                            <a:pt x="40488" y="12706"/>
                            <a:pt x="40488" y="12797"/>
                            <a:pt x="40457" y="12949"/>
                          </a:cubicBezTo>
                          <a:cubicBezTo>
                            <a:pt x="40457" y="12980"/>
                            <a:pt x="40427" y="13010"/>
                            <a:pt x="40397" y="13041"/>
                          </a:cubicBezTo>
                          <a:lnTo>
                            <a:pt x="40336" y="13010"/>
                          </a:lnTo>
                          <a:lnTo>
                            <a:pt x="40214" y="12767"/>
                          </a:lnTo>
                          <a:cubicBezTo>
                            <a:pt x="40123" y="12706"/>
                            <a:pt x="40123" y="12554"/>
                            <a:pt x="40214" y="12463"/>
                          </a:cubicBezTo>
                          <a:lnTo>
                            <a:pt x="40579" y="11977"/>
                          </a:lnTo>
                          <a:cubicBezTo>
                            <a:pt x="40609" y="11946"/>
                            <a:pt x="40579" y="11825"/>
                            <a:pt x="40518" y="11825"/>
                          </a:cubicBezTo>
                          <a:cubicBezTo>
                            <a:pt x="40275" y="11794"/>
                            <a:pt x="40214" y="11642"/>
                            <a:pt x="40214" y="11430"/>
                          </a:cubicBezTo>
                          <a:lnTo>
                            <a:pt x="40153" y="11369"/>
                          </a:lnTo>
                          <a:lnTo>
                            <a:pt x="40214" y="11430"/>
                          </a:lnTo>
                          <a:lnTo>
                            <a:pt x="40214" y="11430"/>
                          </a:lnTo>
                          <a:lnTo>
                            <a:pt x="40214" y="11430"/>
                          </a:lnTo>
                          <a:lnTo>
                            <a:pt x="40214" y="11430"/>
                          </a:lnTo>
                          <a:lnTo>
                            <a:pt x="40457" y="11490"/>
                          </a:lnTo>
                          <a:cubicBezTo>
                            <a:pt x="40549" y="11521"/>
                            <a:pt x="40640" y="11521"/>
                            <a:pt x="40731" y="11490"/>
                          </a:cubicBezTo>
                          <a:cubicBezTo>
                            <a:pt x="40883" y="11430"/>
                            <a:pt x="41035" y="11369"/>
                            <a:pt x="41156" y="11308"/>
                          </a:cubicBezTo>
                          <a:cubicBezTo>
                            <a:pt x="41187" y="11278"/>
                            <a:pt x="41217" y="11217"/>
                            <a:pt x="41217" y="11186"/>
                          </a:cubicBezTo>
                          <a:cubicBezTo>
                            <a:pt x="41217" y="11034"/>
                            <a:pt x="41217" y="10882"/>
                            <a:pt x="41187" y="10700"/>
                          </a:cubicBezTo>
                          <a:cubicBezTo>
                            <a:pt x="41187" y="10548"/>
                            <a:pt x="41187" y="10578"/>
                            <a:pt x="41339" y="10548"/>
                          </a:cubicBezTo>
                          <a:cubicBezTo>
                            <a:pt x="41491" y="10518"/>
                            <a:pt x="41552" y="10366"/>
                            <a:pt x="41582" y="10214"/>
                          </a:cubicBezTo>
                          <a:lnTo>
                            <a:pt x="41460" y="10214"/>
                          </a:lnTo>
                          <a:cubicBezTo>
                            <a:pt x="41187" y="10275"/>
                            <a:pt x="40913" y="10092"/>
                            <a:pt x="40822" y="9849"/>
                          </a:cubicBezTo>
                          <a:cubicBezTo>
                            <a:pt x="40822" y="9788"/>
                            <a:pt x="40792" y="9758"/>
                            <a:pt x="40761" y="9727"/>
                          </a:cubicBezTo>
                          <a:cubicBezTo>
                            <a:pt x="40731" y="9667"/>
                            <a:pt x="40640" y="9667"/>
                            <a:pt x="40579" y="9697"/>
                          </a:cubicBezTo>
                          <a:cubicBezTo>
                            <a:pt x="40488" y="9758"/>
                            <a:pt x="40427" y="9849"/>
                            <a:pt x="40336" y="9910"/>
                          </a:cubicBezTo>
                          <a:cubicBezTo>
                            <a:pt x="40184" y="10183"/>
                            <a:pt x="39941" y="10366"/>
                            <a:pt x="39637" y="10396"/>
                          </a:cubicBezTo>
                          <a:cubicBezTo>
                            <a:pt x="39606" y="10426"/>
                            <a:pt x="39576" y="10426"/>
                            <a:pt x="39515" y="10457"/>
                          </a:cubicBezTo>
                          <a:cubicBezTo>
                            <a:pt x="39515" y="10457"/>
                            <a:pt x="39515" y="10487"/>
                            <a:pt x="39485" y="10518"/>
                          </a:cubicBezTo>
                          <a:cubicBezTo>
                            <a:pt x="39454" y="10578"/>
                            <a:pt x="39454" y="10639"/>
                            <a:pt x="39485" y="10700"/>
                          </a:cubicBezTo>
                          <a:cubicBezTo>
                            <a:pt x="39728" y="10852"/>
                            <a:pt x="39941" y="11065"/>
                            <a:pt x="40093" y="11308"/>
                          </a:cubicBezTo>
                          <a:lnTo>
                            <a:pt x="40062" y="11308"/>
                          </a:lnTo>
                          <a:cubicBezTo>
                            <a:pt x="40093" y="11308"/>
                            <a:pt x="40093" y="11308"/>
                            <a:pt x="40093" y="11338"/>
                          </a:cubicBezTo>
                          <a:cubicBezTo>
                            <a:pt x="39971" y="11369"/>
                            <a:pt x="39880" y="11369"/>
                            <a:pt x="39758" y="11399"/>
                          </a:cubicBezTo>
                          <a:cubicBezTo>
                            <a:pt x="39637" y="11399"/>
                            <a:pt x="39545" y="11399"/>
                            <a:pt x="39485" y="11521"/>
                          </a:cubicBezTo>
                          <a:cubicBezTo>
                            <a:pt x="39454" y="11612"/>
                            <a:pt x="39394" y="11673"/>
                            <a:pt x="39302" y="11703"/>
                          </a:cubicBezTo>
                          <a:cubicBezTo>
                            <a:pt x="39242" y="11764"/>
                            <a:pt x="39211" y="11825"/>
                            <a:pt x="39211" y="11885"/>
                          </a:cubicBezTo>
                          <a:cubicBezTo>
                            <a:pt x="39242" y="11946"/>
                            <a:pt x="39211" y="12007"/>
                            <a:pt x="39150" y="12068"/>
                          </a:cubicBezTo>
                          <a:cubicBezTo>
                            <a:pt x="39059" y="12098"/>
                            <a:pt x="38968" y="12098"/>
                            <a:pt x="38877" y="12068"/>
                          </a:cubicBezTo>
                          <a:cubicBezTo>
                            <a:pt x="38786" y="12037"/>
                            <a:pt x="38725" y="11977"/>
                            <a:pt x="38634" y="11946"/>
                          </a:cubicBezTo>
                          <a:cubicBezTo>
                            <a:pt x="38482" y="11885"/>
                            <a:pt x="38330" y="11885"/>
                            <a:pt x="38178" y="11946"/>
                          </a:cubicBezTo>
                          <a:cubicBezTo>
                            <a:pt x="38117" y="11977"/>
                            <a:pt x="38056" y="11977"/>
                            <a:pt x="37965" y="12007"/>
                          </a:cubicBezTo>
                          <a:cubicBezTo>
                            <a:pt x="37904" y="12007"/>
                            <a:pt x="37813" y="12007"/>
                            <a:pt x="37722" y="11946"/>
                          </a:cubicBezTo>
                          <a:cubicBezTo>
                            <a:pt x="37570" y="11885"/>
                            <a:pt x="37448" y="11794"/>
                            <a:pt x="37357" y="11642"/>
                          </a:cubicBezTo>
                          <a:cubicBezTo>
                            <a:pt x="37266" y="11460"/>
                            <a:pt x="37114" y="11338"/>
                            <a:pt x="36901" y="11278"/>
                          </a:cubicBezTo>
                          <a:cubicBezTo>
                            <a:pt x="36810" y="11278"/>
                            <a:pt x="36749" y="11186"/>
                            <a:pt x="36719" y="11095"/>
                          </a:cubicBezTo>
                          <a:cubicBezTo>
                            <a:pt x="36597" y="10913"/>
                            <a:pt x="36567" y="10670"/>
                            <a:pt x="36567" y="10457"/>
                          </a:cubicBezTo>
                          <a:cubicBezTo>
                            <a:pt x="36567" y="10396"/>
                            <a:pt x="36567" y="10305"/>
                            <a:pt x="36567" y="10244"/>
                          </a:cubicBezTo>
                          <a:cubicBezTo>
                            <a:pt x="36536" y="10092"/>
                            <a:pt x="36415" y="9971"/>
                            <a:pt x="36232" y="9971"/>
                          </a:cubicBezTo>
                          <a:cubicBezTo>
                            <a:pt x="35928" y="10031"/>
                            <a:pt x="35624" y="10062"/>
                            <a:pt x="35290" y="10062"/>
                          </a:cubicBezTo>
                          <a:cubicBezTo>
                            <a:pt x="35169" y="10092"/>
                            <a:pt x="35047" y="10214"/>
                            <a:pt x="35017" y="10335"/>
                          </a:cubicBezTo>
                          <a:cubicBezTo>
                            <a:pt x="34956" y="10457"/>
                            <a:pt x="35017" y="10578"/>
                            <a:pt x="35108" y="10639"/>
                          </a:cubicBezTo>
                          <a:cubicBezTo>
                            <a:pt x="35169" y="10700"/>
                            <a:pt x="35229" y="10700"/>
                            <a:pt x="35290" y="10670"/>
                          </a:cubicBezTo>
                          <a:cubicBezTo>
                            <a:pt x="35320" y="10639"/>
                            <a:pt x="35351" y="10578"/>
                            <a:pt x="35412" y="10578"/>
                          </a:cubicBezTo>
                          <a:cubicBezTo>
                            <a:pt x="35533" y="10548"/>
                            <a:pt x="35685" y="10548"/>
                            <a:pt x="35807" y="10518"/>
                          </a:cubicBezTo>
                          <a:cubicBezTo>
                            <a:pt x="35928" y="10487"/>
                            <a:pt x="36050" y="10457"/>
                            <a:pt x="36202" y="10396"/>
                          </a:cubicBezTo>
                          <a:cubicBezTo>
                            <a:pt x="36202" y="10396"/>
                            <a:pt x="36263" y="10457"/>
                            <a:pt x="36263" y="10487"/>
                          </a:cubicBezTo>
                          <a:cubicBezTo>
                            <a:pt x="36263" y="10487"/>
                            <a:pt x="36263" y="10518"/>
                            <a:pt x="36232" y="10518"/>
                          </a:cubicBezTo>
                          <a:cubicBezTo>
                            <a:pt x="36111" y="10578"/>
                            <a:pt x="35989" y="10609"/>
                            <a:pt x="35868" y="10670"/>
                          </a:cubicBezTo>
                          <a:cubicBezTo>
                            <a:pt x="35716" y="10791"/>
                            <a:pt x="35564" y="10852"/>
                            <a:pt x="35381" y="10882"/>
                          </a:cubicBezTo>
                          <a:cubicBezTo>
                            <a:pt x="35290" y="10913"/>
                            <a:pt x="35199" y="10943"/>
                            <a:pt x="35108" y="10974"/>
                          </a:cubicBezTo>
                          <a:cubicBezTo>
                            <a:pt x="34986" y="11004"/>
                            <a:pt x="34865" y="11126"/>
                            <a:pt x="34834" y="11247"/>
                          </a:cubicBezTo>
                          <a:cubicBezTo>
                            <a:pt x="34773" y="11460"/>
                            <a:pt x="34713" y="11703"/>
                            <a:pt x="34682" y="11916"/>
                          </a:cubicBezTo>
                          <a:cubicBezTo>
                            <a:pt x="34682" y="11977"/>
                            <a:pt x="34652" y="12037"/>
                            <a:pt x="34591" y="12068"/>
                          </a:cubicBezTo>
                          <a:cubicBezTo>
                            <a:pt x="34530" y="12129"/>
                            <a:pt x="34469" y="12189"/>
                            <a:pt x="34409" y="12159"/>
                          </a:cubicBezTo>
                          <a:cubicBezTo>
                            <a:pt x="34378" y="12129"/>
                            <a:pt x="34378" y="12037"/>
                            <a:pt x="34409" y="11977"/>
                          </a:cubicBezTo>
                          <a:cubicBezTo>
                            <a:pt x="34469" y="11885"/>
                            <a:pt x="34469" y="11764"/>
                            <a:pt x="34409" y="11673"/>
                          </a:cubicBezTo>
                          <a:cubicBezTo>
                            <a:pt x="34348" y="11521"/>
                            <a:pt x="34287" y="11369"/>
                            <a:pt x="34226" y="11217"/>
                          </a:cubicBezTo>
                          <a:cubicBezTo>
                            <a:pt x="34165" y="11095"/>
                            <a:pt x="34105" y="10974"/>
                            <a:pt x="34044" y="10852"/>
                          </a:cubicBezTo>
                          <a:cubicBezTo>
                            <a:pt x="33983" y="10761"/>
                            <a:pt x="33922" y="10730"/>
                            <a:pt x="33801" y="10730"/>
                          </a:cubicBezTo>
                          <a:lnTo>
                            <a:pt x="33558" y="10791"/>
                          </a:lnTo>
                          <a:cubicBezTo>
                            <a:pt x="32889" y="10974"/>
                            <a:pt x="32220" y="10791"/>
                            <a:pt x="31703" y="10366"/>
                          </a:cubicBezTo>
                          <a:cubicBezTo>
                            <a:pt x="31673" y="10305"/>
                            <a:pt x="31673" y="10244"/>
                            <a:pt x="31703" y="10183"/>
                          </a:cubicBezTo>
                          <a:cubicBezTo>
                            <a:pt x="31764" y="10062"/>
                            <a:pt x="31886" y="9971"/>
                            <a:pt x="32007" y="9971"/>
                          </a:cubicBezTo>
                          <a:lnTo>
                            <a:pt x="32220" y="9971"/>
                          </a:lnTo>
                          <a:cubicBezTo>
                            <a:pt x="32524" y="9971"/>
                            <a:pt x="32646" y="9819"/>
                            <a:pt x="32585" y="9545"/>
                          </a:cubicBezTo>
                          <a:cubicBezTo>
                            <a:pt x="32554" y="9423"/>
                            <a:pt x="32524" y="9271"/>
                            <a:pt x="32433" y="9150"/>
                          </a:cubicBezTo>
                          <a:cubicBezTo>
                            <a:pt x="32372" y="8998"/>
                            <a:pt x="32190" y="8876"/>
                            <a:pt x="32007" y="8876"/>
                          </a:cubicBezTo>
                          <a:cubicBezTo>
                            <a:pt x="31795" y="8907"/>
                            <a:pt x="31551" y="8846"/>
                            <a:pt x="31399" y="8664"/>
                          </a:cubicBezTo>
                          <a:cubicBezTo>
                            <a:pt x="31126" y="8481"/>
                            <a:pt x="30883" y="8268"/>
                            <a:pt x="30640" y="8086"/>
                          </a:cubicBezTo>
                          <a:cubicBezTo>
                            <a:pt x="30457" y="7964"/>
                            <a:pt x="30336" y="7812"/>
                            <a:pt x="30275" y="7600"/>
                          </a:cubicBezTo>
                          <a:cubicBezTo>
                            <a:pt x="30244" y="7357"/>
                            <a:pt x="30062" y="7144"/>
                            <a:pt x="29819" y="7083"/>
                          </a:cubicBezTo>
                          <a:cubicBezTo>
                            <a:pt x="29636" y="6961"/>
                            <a:pt x="29393" y="7022"/>
                            <a:pt x="29272" y="7174"/>
                          </a:cubicBezTo>
                          <a:cubicBezTo>
                            <a:pt x="29211" y="7265"/>
                            <a:pt x="29150" y="7326"/>
                            <a:pt x="29059" y="7357"/>
                          </a:cubicBezTo>
                          <a:cubicBezTo>
                            <a:pt x="28998" y="7387"/>
                            <a:pt x="28937" y="7387"/>
                            <a:pt x="28877" y="7387"/>
                          </a:cubicBezTo>
                          <a:cubicBezTo>
                            <a:pt x="28785" y="7387"/>
                            <a:pt x="28725" y="7296"/>
                            <a:pt x="28755" y="7265"/>
                          </a:cubicBezTo>
                          <a:cubicBezTo>
                            <a:pt x="28907" y="7053"/>
                            <a:pt x="28998" y="6779"/>
                            <a:pt x="29029" y="6505"/>
                          </a:cubicBezTo>
                          <a:cubicBezTo>
                            <a:pt x="29029" y="6475"/>
                            <a:pt x="28998" y="6475"/>
                            <a:pt x="28998" y="6445"/>
                          </a:cubicBezTo>
                          <a:cubicBezTo>
                            <a:pt x="28968" y="6445"/>
                            <a:pt x="28968" y="6414"/>
                            <a:pt x="28937" y="6414"/>
                          </a:cubicBezTo>
                          <a:cubicBezTo>
                            <a:pt x="28877" y="6445"/>
                            <a:pt x="28816" y="6475"/>
                            <a:pt x="28755" y="6536"/>
                          </a:cubicBezTo>
                          <a:cubicBezTo>
                            <a:pt x="28573" y="6688"/>
                            <a:pt x="28390" y="6840"/>
                            <a:pt x="28177" y="6992"/>
                          </a:cubicBezTo>
                          <a:cubicBezTo>
                            <a:pt x="28147" y="7022"/>
                            <a:pt x="28086" y="7022"/>
                            <a:pt x="28056" y="6992"/>
                          </a:cubicBezTo>
                          <a:cubicBezTo>
                            <a:pt x="28026" y="6992"/>
                            <a:pt x="27995" y="6961"/>
                            <a:pt x="27965" y="6901"/>
                          </a:cubicBezTo>
                          <a:cubicBezTo>
                            <a:pt x="27934" y="6718"/>
                            <a:pt x="27965" y="6536"/>
                            <a:pt x="27995" y="6384"/>
                          </a:cubicBezTo>
                          <a:cubicBezTo>
                            <a:pt x="28086" y="6050"/>
                            <a:pt x="28117" y="5746"/>
                            <a:pt x="28086" y="5411"/>
                          </a:cubicBezTo>
                          <a:cubicBezTo>
                            <a:pt x="28086" y="5350"/>
                            <a:pt x="28056" y="5290"/>
                            <a:pt x="28026" y="5229"/>
                          </a:cubicBezTo>
                          <a:cubicBezTo>
                            <a:pt x="27995" y="5229"/>
                            <a:pt x="27965" y="5229"/>
                            <a:pt x="27934" y="5229"/>
                          </a:cubicBezTo>
                          <a:cubicBezTo>
                            <a:pt x="27843" y="5290"/>
                            <a:pt x="27782" y="5411"/>
                            <a:pt x="27782" y="5533"/>
                          </a:cubicBezTo>
                          <a:cubicBezTo>
                            <a:pt x="27782" y="5624"/>
                            <a:pt x="27722" y="5746"/>
                            <a:pt x="27600" y="5806"/>
                          </a:cubicBezTo>
                          <a:cubicBezTo>
                            <a:pt x="27478" y="5867"/>
                            <a:pt x="27357" y="5958"/>
                            <a:pt x="27205" y="6050"/>
                          </a:cubicBezTo>
                          <a:cubicBezTo>
                            <a:pt x="27114" y="6080"/>
                            <a:pt x="27022" y="6050"/>
                            <a:pt x="26962" y="5989"/>
                          </a:cubicBezTo>
                          <a:lnTo>
                            <a:pt x="26870" y="5898"/>
                          </a:lnTo>
                          <a:lnTo>
                            <a:pt x="26870" y="5898"/>
                          </a:lnTo>
                          <a:lnTo>
                            <a:pt x="26810" y="5898"/>
                          </a:lnTo>
                          <a:cubicBezTo>
                            <a:pt x="26779" y="5928"/>
                            <a:pt x="26749" y="5958"/>
                            <a:pt x="26688" y="5989"/>
                          </a:cubicBezTo>
                          <a:cubicBezTo>
                            <a:pt x="26688" y="5989"/>
                            <a:pt x="26658" y="5989"/>
                            <a:pt x="26627" y="5989"/>
                          </a:cubicBezTo>
                          <a:cubicBezTo>
                            <a:pt x="26597" y="5958"/>
                            <a:pt x="26597" y="5928"/>
                            <a:pt x="26688" y="5928"/>
                          </a:cubicBezTo>
                          <a:lnTo>
                            <a:pt x="26810" y="5928"/>
                          </a:lnTo>
                          <a:lnTo>
                            <a:pt x="26840" y="5898"/>
                          </a:lnTo>
                          <a:lnTo>
                            <a:pt x="26840" y="5898"/>
                          </a:lnTo>
                          <a:cubicBezTo>
                            <a:pt x="26840" y="5837"/>
                            <a:pt x="26901" y="5776"/>
                            <a:pt x="26901" y="5715"/>
                          </a:cubicBezTo>
                          <a:cubicBezTo>
                            <a:pt x="26931" y="5654"/>
                            <a:pt x="26901" y="5563"/>
                            <a:pt x="26840" y="5563"/>
                          </a:cubicBezTo>
                          <a:cubicBezTo>
                            <a:pt x="26688" y="5502"/>
                            <a:pt x="26506" y="5472"/>
                            <a:pt x="26354" y="5533"/>
                          </a:cubicBezTo>
                          <a:cubicBezTo>
                            <a:pt x="26050" y="5685"/>
                            <a:pt x="25685" y="5776"/>
                            <a:pt x="25320" y="5776"/>
                          </a:cubicBezTo>
                          <a:cubicBezTo>
                            <a:pt x="25199" y="5776"/>
                            <a:pt x="25108" y="5806"/>
                            <a:pt x="25016" y="5867"/>
                          </a:cubicBezTo>
                          <a:cubicBezTo>
                            <a:pt x="24834" y="6019"/>
                            <a:pt x="24591" y="6050"/>
                            <a:pt x="24378" y="5989"/>
                          </a:cubicBezTo>
                          <a:lnTo>
                            <a:pt x="24378" y="5989"/>
                          </a:lnTo>
                          <a:lnTo>
                            <a:pt x="24378" y="6019"/>
                          </a:lnTo>
                          <a:lnTo>
                            <a:pt x="24378" y="5989"/>
                          </a:lnTo>
                          <a:lnTo>
                            <a:pt x="24378" y="5989"/>
                          </a:lnTo>
                          <a:lnTo>
                            <a:pt x="24408" y="5958"/>
                          </a:lnTo>
                          <a:cubicBezTo>
                            <a:pt x="24469" y="5867"/>
                            <a:pt x="24469" y="5776"/>
                            <a:pt x="24408" y="5715"/>
                          </a:cubicBezTo>
                          <a:cubicBezTo>
                            <a:pt x="24348" y="5624"/>
                            <a:pt x="24287" y="5624"/>
                            <a:pt x="24196" y="5685"/>
                          </a:cubicBezTo>
                          <a:cubicBezTo>
                            <a:pt x="24104" y="5746"/>
                            <a:pt x="24044" y="5776"/>
                            <a:pt x="23952" y="5776"/>
                          </a:cubicBezTo>
                          <a:cubicBezTo>
                            <a:pt x="23801" y="5806"/>
                            <a:pt x="23649" y="5837"/>
                            <a:pt x="23497" y="5898"/>
                          </a:cubicBezTo>
                          <a:cubicBezTo>
                            <a:pt x="23314" y="5928"/>
                            <a:pt x="23162" y="6080"/>
                            <a:pt x="23132" y="6262"/>
                          </a:cubicBezTo>
                          <a:cubicBezTo>
                            <a:pt x="23132" y="6353"/>
                            <a:pt x="23041" y="6384"/>
                            <a:pt x="23010" y="6353"/>
                          </a:cubicBezTo>
                          <a:lnTo>
                            <a:pt x="22737" y="6171"/>
                          </a:lnTo>
                          <a:cubicBezTo>
                            <a:pt x="22585" y="6080"/>
                            <a:pt x="22494" y="5928"/>
                            <a:pt x="22463" y="5776"/>
                          </a:cubicBezTo>
                          <a:cubicBezTo>
                            <a:pt x="22402" y="5624"/>
                            <a:pt x="22372" y="5472"/>
                            <a:pt x="22311" y="5350"/>
                          </a:cubicBezTo>
                          <a:cubicBezTo>
                            <a:pt x="22281" y="5229"/>
                            <a:pt x="22220" y="5138"/>
                            <a:pt x="22159" y="5046"/>
                          </a:cubicBezTo>
                          <a:cubicBezTo>
                            <a:pt x="22007" y="4894"/>
                            <a:pt x="21825" y="4773"/>
                            <a:pt x="21642" y="4651"/>
                          </a:cubicBezTo>
                          <a:cubicBezTo>
                            <a:pt x="21338" y="4499"/>
                            <a:pt x="21095" y="4256"/>
                            <a:pt x="20974" y="3922"/>
                          </a:cubicBezTo>
                          <a:cubicBezTo>
                            <a:pt x="20943" y="3891"/>
                            <a:pt x="20913" y="3831"/>
                            <a:pt x="20883" y="3800"/>
                          </a:cubicBezTo>
                          <a:cubicBezTo>
                            <a:pt x="20852" y="3739"/>
                            <a:pt x="20761" y="3679"/>
                            <a:pt x="20670" y="3679"/>
                          </a:cubicBezTo>
                          <a:cubicBezTo>
                            <a:pt x="20579" y="3679"/>
                            <a:pt x="20487" y="3679"/>
                            <a:pt x="20396" y="3679"/>
                          </a:cubicBezTo>
                          <a:cubicBezTo>
                            <a:pt x="20214" y="3679"/>
                            <a:pt x="20031" y="3587"/>
                            <a:pt x="19910" y="3466"/>
                          </a:cubicBezTo>
                          <a:cubicBezTo>
                            <a:pt x="19697" y="3284"/>
                            <a:pt x="19484" y="3132"/>
                            <a:pt x="19211" y="3010"/>
                          </a:cubicBezTo>
                          <a:cubicBezTo>
                            <a:pt x="19089" y="2980"/>
                            <a:pt x="18998" y="2888"/>
                            <a:pt x="18907" y="2767"/>
                          </a:cubicBezTo>
                          <a:cubicBezTo>
                            <a:pt x="18785" y="2676"/>
                            <a:pt x="18694" y="2554"/>
                            <a:pt x="18633" y="2402"/>
                          </a:cubicBezTo>
                          <a:cubicBezTo>
                            <a:pt x="18572" y="2250"/>
                            <a:pt x="18420" y="2159"/>
                            <a:pt x="18238" y="2189"/>
                          </a:cubicBezTo>
                          <a:lnTo>
                            <a:pt x="17934" y="2280"/>
                          </a:lnTo>
                          <a:cubicBezTo>
                            <a:pt x="17843" y="2280"/>
                            <a:pt x="17782" y="2250"/>
                            <a:pt x="17752" y="2189"/>
                          </a:cubicBezTo>
                          <a:cubicBezTo>
                            <a:pt x="17630" y="2037"/>
                            <a:pt x="17661" y="1825"/>
                            <a:pt x="17539" y="1642"/>
                          </a:cubicBezTo>
                          <a:cubicBezTo>
                            <a:pt x="17539" y="1642"/>
                            <a:pt x="17569" y="1551"/>
                            <a:pt x="17600" y="1521"/>
                          </a:cubicBezTo>
                          <a:cubicBezTo>
                            <a:pt x="17661" y="1460"/>
                            <a:pt x="17661" y="1399"/>
                            <a:pt x="17630" y="1338"/>
                          </a:cubicBezTo>
                          <a:cubicBezTo>
                            <a:pt x="17630" y="1277"/>
                            <a:pt x="17569" y="1217"/>
                            <a:pt x="17509" y="1186"/>
                          </a:cubicBezTo>
                          <a:cubicBezTo>
                            <a:pt x="17417" y="1125"/>
                            <a:pt x="17296" y="1095"/>
                            <a:pt x="17205" y="1065"/>
                          </a:cubicBezTo>
                          <a:cubicBezTo>
                            <a:pt x="17144" y="1034"/>
                            <a:pt x="17053" y="1034"/>
                            <a:pt x="16992" y="1034"/>
                          </a:cubicBezTo>
                          <a:cubicBezTo>
                            <a:pt x="16901" y="1034"/>
                            <a:pt x="16870" y="973"/>
                            <a:pt x="16901" y="821"/>
                          </a:cubicBezTo>
                          <a:cubicBezTo>
                            <a:pt x="16901" y="670"/>
                            <a:pt x="16901" y="609"/>
                            <a:pt x="16779" y="548"/>
                          </a:cubicBezTo>
                          <a:lnTo>
                            <a:pt x="16779" y="548"/>
                          </a:lnTo>
                          <a:lnTo>
                            <a:pt x="16749" y="548"/>
                          </a:lnTo>
                          <a:lnTo>
                            <a:pt x="16536" y="609"/>
                          </a:lnTo>
                          <a:lnTo>
                            <a:pt x="16475" y="670"/>
                          </a:lnTo>
                          <a:lnTo>
                            <a:pt x="16445" y="670"/>
                          </a:lnTo>
                          <a:cubicBezTo>
                            <a:pt x="16445" y="700"/>
                            <a:pt x="16445" y="730"/>
                            <a:pt x="16414" y="791"/>
                          </a:cubicBezTo>
                          <a:cubicBezTo>
                            <a:pt x="16384" y="882"/>
                            <a:pt x="16293" y="913"/>
                            <a:pt x="16202" y="852"/>
                          </a:cubicBezTo>
                          <a:cubicBezTo>
                            <a:pt x="16171" y="852"/>
                            <a:pt x="16171" y="761"/>
                            <a:pt x="16141" y="730"/>
                          </a:cubicBezTo>
                          <a:cubicBezTo>
                            <a:pt x="16141" y="700"/>
                            <a:pt x="16171" y="700"/>
                            <a:pt x="16202" y="700"/>
                          </a:cubicBezTo>
                          <a:cubicBezTo>
                            <a:pt x="16293" y="700"/>
                            <a:pt x="16354" y="670"/>
                            <a:pt x="16445" y="670"/>
                          </a:cubicBezTo>
                          <a:lnTo>
                            <a:pt x="16445" y="639"/>
                          </a:lnTo>
                          <a:lnTo>
                            <a:pt x="16536" y="609"/>
                          </a:lnTo>
                          <a:cubicBezTo>
                            <a:pt x="16597" y="578"/>
                            <a:pt x="16658" y="548"/>
                            <a:pt x="16749" y="548"/>
                          </a:cubicBezTo>
                          <a:lnTo>
                            <a:pt x="16779" y="548"/>
                          </a:lnTo>
                          <a:lnTo>
                            <a:pt x="16779" y="548"/>
                          </a:lnTo>
                          <a:cubicBezTo>
                            <a:pt x="16718" y="396"/>
                            <a:pt x="16627" y="214"/>
                            <a:pt x="16506" y="92"/>
                          </a:cubicBezTo>
                          <a:cubicBezTo>
                            <a:pt x="16445" y="31"/>
                            <a:pt x="16354" y="1"/>
                            <a:pt x="16262" y="31"/>
                          </a:cubicBezTo>
                          <a:cubicBezTo>
                            <a:pt x="16110" y="92"/>
                            <a:pt x="15958" y="153"/>
                            <a:pt x="15837" y="244"/>
                          </a:cubicBezTo>
                          <a:cubicBezTo>
                            <a:pt x="15654" y="396"/>
                            <a:pt x="15411" y="426"/>
                            <a:pt x="15168" y="335"/>
                          </a:cubicBezTo>
                          <a:lnTo>
                            <a:pt x="14803" y="214"/>
                          </a:lnTo>
                          <a:cubicBezTo>
                            <a:pt x="14591" y="153"/>
                            <a:pt x="14378" y="244"/>
                            <a:pt x="14256" y="396"/>
                          </a:cubicBezTo>
                          <a:cubicBezTo>
                            <a:pt x="14195" y="426"/>
                            <a:pt x="14195" y="518"/>
                            <a:pt x="14135" y="578"/>
                          </a:cubicBezTo>
                          <a:cubicBezTo>
                            <a:pt x="14104" y="609"/>
                            <a:pt x="14043" y="670"/>
                            <a:pt x="13983" y="700"/>
                          </a:cubicBezTo>
                          <a:cubicBezTo>
                            <a:pt x="13831" y="761"/>
                            <a:pt x="13648" y="761"/>
                            <a:pt x="13466" y="730"/>
                          </a:cubicBezTo>
                          <a:cubicBezTo>
                            <a:pt x="13223" y="670"/>
                            <a:pt x="12949" y="730"/>
                            <a:pt x="12736" y="882"/>
                          </a:cubicBezTo>
                          <a:cubicBezTo>
                            <a:pt x="12341" y="1125"/>
                            <a:pt x="11946" y="1369"/>
                            <a:pt x="11581" y="1703"/>
                          </a:cubicBezTo>
                          <a:cubicBezTo>
                            <a:pt x="11521" y="1733"/>
                            <a:pt x="11460" y="1794"/>
                            <a:pt x="11429" y="1825"/>
                          </a:cubicBezTo>
                          <a:cubicBezTo>
                            <a:pt x="10974" y="2068"/>
                            <a:pt x="10518" y="2311"/>
                            <a:pt x="10001" y="2007"/>
                          </a:cubicBezTo>
                          <a:lnTo>
                            <a:pt x="9940" y="1977"/>
                          </a:lnTo>
                          <a:cubicBezTo>
                            <a:pt x="9788" y="1885"/>
                            <a:pt x="9575" y="1946"/>
                            <a:pt x="9454" y="2098"/>
                          </a:cubicBezTo>
                          <a:cubicBezTo>
                            <a:pt x="9363" y="2250"/>
                            <a:pt x="9271" y="2372"/>
                            <a:pt x="9150" y="2493"/>
                          </a:cubicBezTo>
                          <a:cubicBezTo>
                            <a:pt x="8967" y="2615"/>
                            <a:pt x="8907" y="2828"/>
                            <a:pt x="9028" y="3010"/>
                          </a:cubicBezTo>
                          <a:cubicBezTo>
                            <a:pt x="9059" y="3162"/>
                            <a:pt x="9089" y="3314"/>
                            <a:pt x="9150" y="3466"/>
                          </a:cubicBezTo>
                          <a:cubicBezTo>
                            <a:pt x="9332" y="3891"/>
                            <a:pt x="9302" y="4347"/>
                            <a:pt x="9089" y="4712"/>
                          </a:cubicBezTo>
                          <a:cubicBezTo>
                            <a:pt x="9059" y="4834"/>
                            <a:pt x="9119" y="4955"/>
                            <a:pt x="9211" y="5016"/>
                          </a:cubicBezTo>
                          <a:cubicBezTo>
                            <a:pt x="9302" y="5107"/>
                            <a:pt x="9454" y="5168"/>
                            <a:pt x="9545" y="5229"/>
                          </a:cubicBezTo>
                          <a:cubicBezTo>
                            <a:pt x="9575" y="5259"/>
                            <a:pt x="9575" y="5320"/>
                            <a:pt x="9575" y="5350"/>
                          </a:cubicBezTo>
                          <a:lnTo>
                            <a:pt x="9515" y="5381"/>
                          </a:lnTo>
                          <a:cubicBezTo>
                            <a:pt x="9454" y="5381"/>
                            <a:pt x="9393" y="5411"/>
                            <a:pt x="9363" y="5472"/>
                          </a:cubicBezTo>
                          <a:cubicBezTo>
                            <a:pt x="9332" y="5654"/>
                            <a:pt x="9332" y="5837"/>
                            <a:pt x="9332" y="6019"/>
                          </a:cubicBezTo>
                          <a:cubicBezTo>
                            <a:pt x="9332" y="6050"/>
                            <a:pt x="9393" y="6080"/>
                            <a:pt x="9423" y="6110"/>
                          </a:cubicBezTo>
                          <a:cubicBezTo>
                            <a:pt x="9484" y="6110"/>
                            <a:pt x="9545" y="6110"/>
                            <a:pt x="9606" y="6110"/>
                          </a:cubicBezTo>
                          <a:lnTo>
                            <a:pt x="9606" y="6080"/>
                          </a:lnTo>
                          <a:lnTo>
                            <a:pt x="9606" y="6080"/>
                          </a:lnTo>
                          <a:lnTo>
                            <a:pt x="9606" y="5958"/>
                          </a:lnTo>
                          <a:lnTo>
                            <a:pt x="9606" y="5958"/>
                          </a:lnTo>
                          <a:lnTo>
                            <a:pt x="9606" y="5928"/>
                          </a:lnTo>
                          <a:lnTo>
                            <a:pt x="9636" y="5958"/>
                          </a:lnTo>
                          <a:lnTo>
                            <a:pt x="9636" y="5958"/>
                          </a:lnTo>
                          <a:cubicBezTo>
                            <a:pt x="9818" y="5898"/>
                            <a:pt x="10031" y="5928"/>
                            <a:pt x="10214" y="5989"/>
                          </a:cubicBezTo>
                          <a:cubicBezTo>
                            <a:pt x="10244" y="6050"/>
                            <a:pt x="10274" y="6110"/>
                            <a:pt x="10244" y="6171"/>
                          </a:cubicBezTo>
                          <a:cubicBezTo>
                            <a:pt x="10214" y="6201"/>
                            <a:pt x="10183" y="6232"/>
                            <a:pt x="10153" y="6232"/>
                          </a:cubicBezTo>
                          <a:cubicBezTo>
                            <a:pt x="9970" y="6201"/>
                            <a:pt x="9788" y="6141"/>
                            <a:pt x="9606" y="6050"/>
                          </a:cubicBezTo>
                          <a:lnTo>
                            <a:pt x="9606" y="6050"/>
                          </a:lnTo>
                          <a:lnTo>
                            <a:pt x="9575" y="6050"/>
                          </a:lnTo>
                          <a:cubicBezTo>
                            <a:pt x="9575" y="6141"/>
                            <a:pt x="9575" y="6232"/>
                            <a:pt x="9454" y="6262"/>
                          </a:cubicBezTo>
                          <a:cubicBezTo>
                            <a:pt x="9332" y="6262"/>
                            <a:pt x="9211" y="6323"/>
                            <a:pt x="9089" y="6384"/>
                          </a:cubicBezTo>
                          <a:cubicBezTo>
                            <a:pt x="8967" y="6475"/>
                            <a:pt x="8815" y="6475"/>
                            <a:pt x="8694" y="6384"/>
                          </a:cubicBezTo>
                          <a:cubicBezTo>
                            <a:pt x="8572" y="6323"/>
                            <a:pt x="8420" y="6232"/>
                            <a:pt x="8299" y="6171"/>
                          </a:cubicBezTo>
                          <a:cubicBezTo>
                            <a:pt x="8208" y="6110"/>
                            <a:pt x="8177" y="6019"/>
                            <a:pt x="8238" y="5928"/>
                          </a:cubicBezTo>
                          <a:cubicBezTo>
                            <a:pt x="8268" y="5867"/>
                            <a:pt x="8329" y="5776"/>
                            <a:pt x="8390" y="5715"/>
                          </a:cubicBezTo>
                          <a:cubicBezTo>
                            <a:pt x="8451" y="5563"/>
                            <a:pt x="8359" y="5381"/>
                            <a:pt x="8177" y="5350"/>
                          </a:cubicBezTo>
                          <a:cubicBezTo>
                            <a:pt x="7995" y="5350"/>
                            <a:pt x="7812" y="5350"/>
                            <a:pt x="7660" y="5381"/>
                          </a:cubicBezTo>
                          <a:cubicBezTo>
                            <a:pt x="7539" y="5411"/>
                            <a:pt x="7417" y="5442"/>
                            <a:pt x="7356" y="5533"/>
                          </a:cubicBezTo>
                          <a:cubicBezTo>
                            <a:pt x="7265" y="5624"/>
                            <a:pt x="7113" y="5685"/>
                            <a:pt x="6992" y="5624"/>
                          </a:cubicBezTo>
                          <a:cubicBezTo>
                            <a:pt x="6870" y="5654"/>
                            <a:pt x="6749" y="5654"/>
                            <a:pt x="6657" y="5685"/>
                          </a:cubicBezTo>
                          <a:cubicBezTo>
                            <a:pt x="6353" y="5776"/>
                            <a:pt x="6049" y="5898"/>
                            <a:pt x="5776" y="6050"/>
                          </a:cubicBezTo>
                          <a:cubicBezTo>
                            <a:pt x="5685" y="6110"/>
                            <a:pt x="5624" y="6262"/>
                            <a:pt x="5715" y="6353"/>
                          </a:cubicBezTo>
                          <a:cubicBezTo>
                            <a:pt x="5806" y="6505"/>
                            <a:pt x="5928" y="6627"/>
                            <a:pt x="6019" y="6779"/>
                          </a:cubicBezTo>
                          <a:cubicBezTo>
                            <a:pt x="6049" y="6840"/>
                            <a:pt x="6019" y="6870"/>
                            <a:pt x="5928" y="6931"/>
                          </a:cubicBezTo>
                          <a:cubicBezTo>
                            <a:pt x="5897" y="6931"/>
                            <a:pt x="5806" y="6961"/>
                            <a:pt x="5806" y="6992"/>
                          </a:cubicBezTo>
                          <a:cubicBezTo>
                            <a:pt x="5776" y="7205"/>
                            <a:pt x="5654" y="7387"/>
                            <a:pt x="5593" y="7600"/>
                          </a:cubicBezTo>
                          <a:cubicBezTo>
                            <a:pt x="5563" y="7691"/>
                            <a:pt x="5563" y="7782"/>
                            <a:pt x="5624" y="7873"/>
                          </a:cubicBezTo>
                          <a:cubicBezTo>
                            <a:pt x="5745" y="8116"/>
                            <a:pt x="5989" y="8299"/>
                            <a:pt x="6293" y="8238"/>
                          </a:cubicBezTo>
                          <a:cubicBezTo>
                            <a:pt x="6536" y="8208"/>
                            <a:pt x="6779" y="8268"/>
                            <a:pt x="6992" y="8420"/>
                          </a:cubicBezTo>
                          <a:cubicBezTo>
                            <a:pt x="7083" y="8512"/>
                            <a:pt x="7235" y="8512"/>
                            <a:pt x="7356" y="8451"/>
                          </a:cubicBezTo>
                          <a:cubicBezTo>
                            <a:pt x="7600" y="8329"/>
                            <a:pt x="7812" y="8238"/>
                            <a:pt x="8056" y="8177"/>
                          </a:cubicBezTo>
                          <a:cubicBezTo>
                            <a:pt x="8116" y="8147"/>
                            <a:pt x="8177" y="8147"/>
                            <a:pt x="8268" y="8177"/>
                          </a:cubicBezTo>
                          <a:cubicBezTo>
                            <a:pt x="8268" y="8177"/>
                            <a:pt x="8299" y="8177"/>
                            <a:pt x="8299" y="8208"/>
                          </a:cubicBezTo>
                          <a:cubicBezTo>
                            <a:pt x="8299" y="8238"/>
                            <a:pt x="8299" y="8238"/>
                            <a:pt x="8299" y="8268"/>
                          </a:cubicBezTo>
                          <a:cubicBezTo>
                            <a:pt x="8268" y="8299"/>
                            <a:pt x="8238" y="8329"/>
                            <a:pt x="8177" y="8329"/>
                          </a:cubicBezTo>
                          <a:cubicBezTo>
                            <a:pt x="8056" y="8360"/>
                            <a:pt x="7964" y="8420"/>
                            <a:pt x="7995" y="8572"/>
                          </a:cubicBezTo>
                          <a:cubicBezTo>
                            <a:pt x="8025" y="8633"/>
                            <a:pt x="8025" y="8694"/>
                            <a:pt x="7995" y="8755"/>
                          </a:cubicBezTo>
                          <a:cubicBezTo>
                            <a:pt x="7904" y="8937"/>
                            <a:pt x="7843" y="9119"/>
                            <a:pt x="7782" y="9332"/>
                          </a:cubicBezTo>
                          <a:cubicBezTo>
                            <a:pt x="7691" y="9575"/>
                            <a:pt x="7448" y="9758"/>
                            <a:pt x="7174" y="9788"/>
                          </a:cubicBezTo>
                          <a:cubicBezTo>
                            <a:pt x="7113" y="9788"/>
                            <a:pt x="7083" y="9758"/>
                            <a:pt x="7052" y="9727"/>
                          </a:cubicBezTo>
                          <a:cubicBezTo>
                            <a:pt x="6961" y="9697"/>
                            <a:pt x="6901" y="9636"/>
                            <a:pt x="6840" y="9575"/>
                          </a:cubicBezTo>
                          <a:cubicBezTo>
                            <a:pt x="6779" y="9545"/>
                            <a:pt x="6749" y="9454"/>
                            <a:pt x="6688" y="9454"/>
                          </a:cubicBezTo>
                          <a:cubicBezTo>
                            <a:pt x="6657" y="9423"/>
                            <a:pt x="6627" y="9545"/>
                            <a:pt x="6597" y="9606"/>
                          </a:cubicBezTo>
                          <a:cubicBezTo>
                            <a:pt x="6505" y="9849"/>
                            <a:pt x="6293" y="10001"/>
                            <a:pt x="6049" y="10031"/>
                          </a:cubicBezTo>
                          <a:cubicBezTo>
                            <a:pt x="5989" y="10031"/>
                            <a:pt x="5958" y="10001"/>
                            <a:pt x="5928" y="9971"/>
                          </a:cubicBezTo>
                          <a:cubicBezTo>
                            <a:pt x="5897" y="9940"/>
                            <a:pt x="5867" y="9910"/>
                            <a:pt x="5837" y="9849"/>
                          </a:cubicBezTo>
                          <a:cubicBezTo>
                            <a:pt x="5715" y="9697"/>
                            <a:pt x="5593" y="9636"/>
                            <a:pt x="5472" y="9727"/>
                          </a:cubicBezTo>
                          <a:cubicBezTo>
                            <a:pt x="5198" y="9879"/>
                            <a:pt x="4955" y="10001"/>
                            <a:pt x="4864" y="10335"/>
                          </a:cubicBezTo>
                          <a:cubicBezTo>
                            <a:pt x="4834" y="10366"/>
                            <a:pt x="4803" y="10426"/>
                            <a:pt x="4773" y="10426"/>
                          </a:cubicBezTo>
                          <a:cubicBezTo>
                            <a:pt x="4408" y="10700"/>
                            <a:pt x="4074" y="10974"/>
                            <a:pt x="3739" y="11308"/>
                          </a:cubicBezTo>
                          <a:cubicBezTo>
                            <a:pt x="3496" y="11460"/>
                            <a:pt x="3375" y="11733"/>
                            <a:pt x="3466" y="12007"/>
                          </a:cubicBezTo>
                          <a:cubicBezTo>
                            <a:pt x="3496" y="12129"/>
                            <a:pt x="3527" y="12220"/>
                            <a:pt x="3557" y="12341"/>
                          </a:cubicBezTo>
                          <a:cubicBezTo>
                            <a:pt x="3587" y="12463"/>
                            <a:pt x="3557" y="12585"/>
                            <a:pt x="3496" y="12645"/>
                          </a:cubicBezTo>
                          <a:cubicBezTo>
                            <a:pt x="3314" y="12828"/>
                            <a:pt x="3253" y="13101"/>
                            <a:pt x="3344" y="13344"/>
                          </a:cubicBezTo>
                          <a:cubicBezTo>
                            <a:pt x="3375" y="13496"/>
                            <a:pt x="3405" y="13648"/>
                            <a:pt x="3466" y="13800"/>
                          </a:cubicBezTo>
                          <a:cubicBezTo>
                            <a:pt x="3496" y="13892"/>
                            <a:pt x="3557" y="13952"/>
                            <a:pt x="3648" y="13983"/>
                          </a:cubicBezTo>
                          <a:cubicBezTo>
                            <a:pt x="3739" y="14013"/>
                            <a:pt x="3831" y="14044"/>
                            <a:pt x="3922" y="14044"/>
                          </a:cubicBezTo>
                          <a:cubicBezTo>
                            <a:pt x="4074" y="13983"/>
                            <a:pt x="4256" y="13952"/>
                            <a:pt x="4438" y="13983"/>
                          </a:cubicBezTo>
                          <a:lnTo>
                            <a:pt x="4438" y="13983"/>
                          </a:lnTo>
                          <a:lnTo>
                            <a:pt x="4438" y="13922"/>
                          </a:lnTo>
                          <a:lnTo>
                            <a:pt x="4438" y="13800"/>
                          </a:lnTo>
                          <a:lnTo>
                            <a:pt x="4438" y="13740"/>
                          </a:lnTo>
                          <a:cubicBezTo>
                            <a:pt x="4438" y="13709"/>
                            <a:pt x="4499" y="13740"/>
                            <a:pt x="4469" y="13800"/>
                          </a:cubicBezTo>
                          <a:cubicBezTo>
                            <a:pt x="4438" y="13861"/>
                            <a:pt x="4438" y="13892"/>
                            <a:pt x="4408" y="13922"/>
                          </a:cubicBezTo>
                          <a:lnTo>
                            <a:pt x="4408" y="13983"/>
                          </a:lnTo>
                          <a:lnTo>
                            <a:pt x="4408" y="13983"/>
                          </a:lnTo>
                          <a:cubicBezTo>
                            <a:pt x="4378" y="14104"/>
                            <a:pt x="4378" y="14196"/>
                            <a:pt x="4347" y="14317"/>
                          </a:cubicBezTo>
                          <a:cubicBezTo>
                            <a:pt x="4347" y="14469"/>
                            <a:pt x="4286" y="14621"/>
                            <a:pt x="4134" y="14712"/>
                          </a:cubicBezTo>
                          <a:cubicBezTo>
                            <a:pt x="4043" y="14803"/>
                            <a:pt x="4043" y="14925"/>
                            <a:pt x="4104" y="15016"/>
                          </a:cubicBezTo>
                          <a:cubicBezTo>
                            <a:pt x="4134" y="15107"/>
                            <a:pt x="4134" y="15199"/>
                            <a:pt x="4074" y="15290"/>
                          </a:cubicBezTo>
                          <a:cubicBezTo>
                            <a:pt x="4043" y="15351"/>
                            <a:pt x="4013" y="15381"/>
                            <a:pt x="3983" y="15442"/>
                          </a:cubicBezTo>
                          <a:cubicBezTo>
                            <a:pt x="3952" y="15503"/>
                            <a:pt x="3952" y="15563"/>
                            <a:pt x="4013" y="15594"/>
                          </a:cubicBezTo>
                          <a:cubicBezTo>
                            <a:pt x="4195" y="15655"/>
                            <a:pt x="4378" y="15715"/>
                            <a:pt x="4530" y="15472"/>
                          </a:cubicBezTo>
                          <a:cubicBezTo>
                            <a:pt x="4530" y="15472"/>
                            <a:pt x="4590" y="15442"/>
                            <a:pt x="4590" y="15442"/>
                          </a:cubicBezTo>
                          <a:cubicBezTo>
                            <a:pt x="4773" y="15624"/>
                            <a:pt x="5016" y="15746"/>
                            <a:pt x="5077" y="16019"/>
                          </a:cubicBezTo>
                          <a:cubicBezTo>
                            <a:pt x="5077" y="16080"/>
                            <a:pt x="5168" y="16080"/>
                            <a:pt x="5229" y="16019"/>
                          </a:cubicBezTo>
                          <a:cubicBezTo>
                            <a:pt x="5259" y="15958"/>
                            <a:pt x="5229" y="15989"/>
                            <a:pt x="5259" y="15989"/>
                          </a:cubicBezTo>
                          <a:cubicBezTo>
                            <a:pt x="5350" y="15837"/>
                            <a:pt x="5350" y="15837"/>
                            <a:pt x="5563" y="15928"/>
                          </a:cubicBezTo>
                          <a:cubicBezTo>
                            <a:pt x="5624" y="15958"/>
                            <a:pt x="5685" y="15958"/>
                            <a:pt x="5776" y="15958"/>
                          </a:cubicBezTo>
                          <a:cubicBezTo>
                            <a:pt x="5837" y="15958"/>
                            <a:pt x="5897" y="15928"/>
                            <a:pt x="5958" y="15928"/>
                          </a:cubicBezTo>
                          <a:cubicBezTo>
                            <a:pt x="5989" y="15928"/>
                            <a:pt x="6019" y="15928"/>
                            <a:pt x="6019" y="15928"/>
                          </a:cubicBezTo>
                          <a:cubicBezTo>
                            <a:pt x="6080" y="15958"/>
                            <a:pt x="6080" y="15989"/>
                            <a:pt x="6019" y="16019"/>
                          </a:cubicBezTo>
                          <a:cubicBezTo>
                            <a:pt x="5837" y="16171"/>
                            <a:pt x="5715" y="16354"/>
                            <a:pt x="5624" y="16536"/>
                          </a:cubicBezTo>
                          <a:cubicBezTo>
                            <a:pt x="5381" y="17022"/>
                            <a:pt x="5016" y="17417"/>
                            <a:pt x="4560" y="17691"/>
                          </a:cubicBezTo>
                          <a:cubicBezTo>
                            <a:pt x="4408" y="17752"/>
                            <a:pt x="4286" y="17873"/>
                            <a:pt x="4104" y="17965"/>
                          </a:cubicBezTo>
                          <a:cubicBezTo>
                            <a:pt x="3831" y="18056"/>
                            <a:pt x="3587" y="18238"/>
                            <a:pt x="3314" y="18360"/>
                          </a:cubicBezTo>
                          <a:cubicBezTo>
                            <a:pt x="3162" y="18451"/>
                            <a:pt x="3010" y="18572"/>
                            <a:pt x="2919" y="18694"/>
                          </a:cubicBezTo>
                          <a:cubicBezTo>
                            <a:pt x="2858" y="18785"/>
                            <a:pt x="2736" y="18816"/>
                            <a:pt x="2676" y="18755"/>
                          </a:cubicBezTo>
                          <a:cubicBezTo>
                            <a:pt x="2463" y="18694"/>
                            <a:pt x="2250" y="18755"/>
                            <a:pt x="2068" y="18846"/>
                          </a:cubicBezTo>
                          <a:cubicBezTo>
                            <a:pt x="1916" y="18968"/>
                            <a:pt x="1764" y="19059"/>
                            <a:pt x="1642" y="19180"/>
                          </a:cubicBezTo>
                          <a:cubicBezTo>
                            <a:pt x="1429" y="19393"/>
                            <a:pt x="1125" y="19515"/>
                            <a:pt x="852" y="19515"/>
                          </a:cubicBezTo>
                          <a:cubicBezTo>
                            <a:pt x="730" y="19515"/>
                            <a:pt x="609" y="19545"/>
                            <a:pt x="487" y="19545"/>
                          </a:cubicBezTo>
                          <a:cubicBezTo>
                            <a:pt x="305" y="19576"/>
                            <a:pt x="122" y="19697"/>
                            <a:pt x="31" y="19880"/>
                          </a:cubicBezTo>
                          <a:cubicBezTo>
                            <a:pt x="1" y="19940"/>
                            <a:pt x="1" y="19971"/>
                            <a:pt x="31" y="20001"/>
                          </a:cubicBezTo>
                          <a:cubicBezTo>
                            <a:pt x="31" y="20062"/>
                            <a:pt x="92" y="20062"/>
                            <a:pt x="122" y="20092"/>
                          </a:cubicBezTo>
                          <a:cubicBezTo>
                            <a:pt x="183" y="20092"/>
                            <a:pt x="244" y="20062"/>
                            <a:pt x="335" y="20031"/>
                          </a:cubicBezTo>
                          <a:cubicBezTo>
                            <a:pt x="457" y="20001"/>
                            <a:pt x="609" y="20031"/>
                            <a:pt x="730" y="20001"/>
                          </a:cubicBezTo>
                          <a:cubicBezTo>
                            <a:pt x="821" y="20001"/>
                            <a:pt x="913" y="19971"/>
                            <a:pt x="973" y="19910"/>
                          </a:cubicBezTo>
                          <a:cubicBezTo>
                            <a:pt x="1125" y="19758"/>
                            <a:pt x="1308" y="19667"/>
                            <a:pt x="1520" y="19697"/>
                          </a:cubicBezTo>
                          <a:cubicBezTo>
                            <a:pt x="1794" y="19697"/>
                            <a:pt x="2037" y="19515"/>
                            <a:pt x="2159" y="19272"/>
                          </a:cubicBezTo>
                          <a:lnTo>
                            <a:pt x="2159" y="19241"/>
                          </a:lnTo>
                          <a:lnTo>
                            <a:pt x="2220" y="19241"/>
                          </a:lnTo>
                          <a:lnTo>
                            <a:pt x="2189" y="19272"/>
                          </a:lnTo>
                          <a:lnTo>
                            <a:pt x="2341" y="19545"/>
                          </a:lnTo>
                          <a:cubicBezTo>
                            <a:pt x="2402" y="19606"/>
                            <a:pt x="2402" y="19606"/>
                            <a:pt x="2463" y="19484"/>
                          </a:cubicBezTo>
                          <a:cubicBezTo>
                            <a:pt x="2493" y="19454"/>
                            <a:pt x="2493" y="19393"/>
                            <a:pt x="2524" y="19393"/>
                          </a:cubicBezTo>
                          <a:cubicBezTo>
                            <a:pt x="2736" y="19332"/>
                            <a:pt x="2919" y="19272"/>
                            <a:pt x="3131" y="19272"/>
                          </a:cubicBezTo>
                          <a:cubicBezTo>
                            <a:pt x="3223" y="19272"/>
                            <a:pt x="3283" y="19332"/>
                            <a:pt x="3375" y="19241"/>
                          </a:cubicBezTo>
                          <a:cubicBezTo>
                            <a:pt x="3466" y="19180"/>
                            <a:pt x="3587" y="19120"/>
                            <a:pt x="3739" y="19059"/>
                          </a:cubicBezTo>
                          <a:cubicBezTo>
                            <a:pt x="3922" y="18968"/>
                            <a:pt x="4165" y="18937"/>
                            <a:pt x="4256" y="18694"/>
                          </a:cubicBezTo>
                          <a:cubicBezTo>
                            <a:pt x="4408" y="18603"/>
                            <a:pt x="4560" y="18512"/>
                            <a:pt x="4742" y="18421"/>
                          </a:cubicBezTo>
                          <a:cubicBezTo>
                            <a:pt x="4773" y="18390"/>
                            <a:pt x="4864" y="18421"/>
                            <a:pt x="4925" y="18451"/>
                          </a:cubicBezTo>
                          <a:cubicBezTo>
                            <a:pt x="4955" y="18390"/>
                            <a:pt x="4986" y="18299"/>
                            <a:pt x="5016" y="18299"/>
                          </a:cubicBezTo>
                          <a:cubicBezTo>
                            <a:pt x="5168" y="18238"/>
                            <a:pt x="5320" y="18177"/>
                            <a:pt x="5472" y="18117"/>
                          </a:cubicBezTo>
                          <a:cubicBezTo>
                            <a:pt x="5593" y="18056"/>
                            <a:pt x="5745" y="17934"/>
                            <a:pt x="5806" y="17782"/>
                          </a:cubicBezTo>
                          <a:cubicBezTo>
                            <a:pt x="5837" y="17752"/>
                            <a:pt x="5867" y="17691"/>
                            <a:pt x="5928" y="17661"/>
                          </a:cubicBezTo>
                          <a:cubicBezTo>
                            <a:pt x="6232" y="17448"/>
                            <a:pt x="6566" y="17296"/>
                            <a:pt x="6901" y="17174"/>
                          </a:cubicBezTo>
                          <a:cubicBezTo>
                            <a:pt x="7144" y="17144"/>
                            <a:pt x="7356" y="16992"/>
                            <a:pt x="7508" y="16810"/>
                          </a:cubicBezTo>
                          <a:cubicBezTo>
                            <a:pt x="7569" y="16718"/>
                            <a:pt x="7660" y="16658"/>
                            <a:pt x="7782" y="16597"/>
                          </a:cubicBezTo>
                          <a:cubicBezTo>
                            <a:pt x="7843" y="16566"/>
                            <a:pt x="7934" y="16536"/>
                            <a:pt x="8025" y="16475"/>
                          </a:cubicBezTo>
                          <a:cubicBezTo>
                            <a:pt x="8147" y="16414"/>
                            <a:pt x="8177" y="16262"/>
                            <a:pt x="8116" y="16141"/>
                          </a:cubicBezTo>
                          <a:cubicBezTo>
                            <a:pt x="8086" y="16080"/>
                            <a:pt x="8056" y="16019"/>
                            <a:pt x="8025" y="15958"/>
                          </a:cubicBezTo>
                          <a:cubicBezTo>
                            <a:pt x="7964" y="15867"/>
                            <a:pt x="7995" y="15776"/>
                            <a:pt x="8056" y="15715"/>
                          </a:cubicBezTo>
                          <a:cubicBezTo>
                            <a:pt x="8177" y="15563"/>
                            <a:pt x="8359" y="15503"/>
                            <a:pt x="8542" y="15533"/>
                          </a:cubicBezTo>
                          <a:cubicBezTo>
                            <a:pt x="8663" y="15563"/>
                            <a:pt x="8785" y="15533"/>
                            <a:pt x="8876" y="15472"/>
                          </a:cubicBezTo>
                          <a:cubicBezTo>
                            <a:pt x="8998" y="15351"/>
                            <a:pt x="9150" y="15259"/>
                            <a:pt x="9211" y="15047"/>
                          </a:cubicBezTo>
                          <a:cubicBezTo>
                            <a:pt x="9241" y="14955"/>
                            <a:pt x="9332" y="14864"/>
                            <a:pt x="9454" y="14864"/>
                          </a:cubicBezTo>
                          <a:cubicBezTo>
                            <a:pt x="9545" y="14864"/>
                            <a:pt x="9636" y="14834"/>
                            <a:pt x="9697" y="14743"/>
                          </a:cubicBezTo>
                          <a:cubicBezTo>
                            <a:pt x="9910" y="14348"/>
                            <a:pt x="10335" y="14226"/>
                            <a:pt x="10730" y="14044"/>
                          </a:cubicBezTo>
                          <a:cubicBezTo>
                            <a:pt x="10852" y="13983"/>
                            <a:pt x="11004" y="14074"/>
                            <a:pt x="11004" y="14226"/>
                          </a:cubicBezTo>
                          <a:cubicBezTo>
                            <a:pt x="11034" y="14287"/>
                            <a:pt x="11034" y="14378"/>
                            <a:pt x="11004" y="14439"/>
                          </a:cubicBezTo>
                          <a:cubicBezTo>
                            <a:pt x="11004" y="14469"/>
                            <a:pt x="10943" y="14499"/>
                            <a:pt x="10913" y="14499"/>
                          </a:cubicBezTo>
                          <a:cubicBezTo>
                            <a:pt x="10670" y="14348"/>
                            <a:pt x="10396" y="14378"/>
                            <a:pt x="10153" y="14530"/>
                          </a:cubicBezTo>
                          <a:cubicBezTo>
                            <a:pt x="10092" y="14560"/>
                            <a:pt x="10062" y="14621"/>
                            <a:pt x="10031" y="14682"/>
                          </a:cubicBezTo>
                          <a:cubicBezTo>
                            <a:pt x="9879" y="14986"/>
                            <a:pt x="9667" y="15259"/>
                            <a:pt x="9423" y="15472"/>
                          </a:cubicBezTo>
                          <a:cubicBezTo>
                            <a:pt x="9332" y="15563"/>
                            <a:pt x="9332" y="15715"/>
                            <a:pt x="9423" y="15776"/>
                          </a:cubicBezTo>
                          <a:cubicBezTo>
                            <a:pt x="9454" y="15837"/>
                            <a:pt x="9454" y="15837"/>
                            <a:pt x="9423" y="15867"/>
                          </a:cubicBezTo>
                          <a:lnTo>
                            <a:pt x="9059" y="16080"/>
                          </a:lnTo>
                          <a:cubicBezTo>
                            <a:pt x="8998" y="16110"/>
                            <a:pt x="8967" y="16202"/>
                            <a:pt x="9028" y="16262"/>
                          </a:cubicBezTo>
                          <a:cubicBezTo>
                            <a:pt x="9059" y="16293"/>
                            <a:pt x="9119" y="16354"/>
                            <a:pt x="9150" y="16354"/>
                          </a:cubicBezTo>
                          <a:cubicBezTo>
                            <a:pt x="9271" y="16384"/>
                            <a:pt x="9393" y="16354"/>
                            <a:pt x="9484" y="16293"/>
                          </a:cubicBezTo>
                          <a:cubicBezTo>
                            <a:pt x="9697" y="16202"/>
                            <a:pt x="9910" y="16110"/>
                            <a:pt x="10122" y="16050"/>
                          </a:cubicBezTo>
                          <a:cubicBezTo>
                            <a:pt x="10214" y="16019"/>
                            <a:pt x="10274" y="15989"/>
                            <a:pt x="10366" y="15958"/>
                          </a:cubicBezTo>
                          <a:cubicBezTo>
                            <a:pt x="10548" y="15806"/>
                            <a:pt x="10791" y="15746"/>
                            <a:pt x="11004" y="15776"/>
                          </a:cubicBezTo>
                          <a:cubicBezTo>
                            <a:pt x="11065" y="15776"/>
                            <a:pt x="11126" y="15746"/>
                            <a:pt x="11186" y="15715"/>
                          </a:cubicBezTo>
                          <a:cubicBezTo>
                            <a:pt x="11308" y="15655"/>
                            <a:pt x="11369" y="15594"/>
                            <a:pt x="11460" y="15503"/>
                          </a:cubicBezTo>
                          <a:cubicBezTo>
                            <a:pt x="11521" y="15411"/>
                            <a:pt x="11581" y="15442"/>
                            <a:pt x="11673" y="15503"/>
                          </a:cubicBezTo>
                          <a:lnTo>
                            <a:pt x="11794" y="15503"/>
                          </a:lnTo>
                          <a:cubicBezTo>
                            <a:pt x="11825" y="15381"/>
                            <a:pt x="11855" y="15290"/>
                            <a:pt x="11764" y="15229"/>
                          </a:cubicBezTo>
                          <a:cubicBezTo>
                            <a:pt x="11673" y="15168"/>
                            <a:pt x="11642" y="15077"/>
                            <a:pt x="11612" y="15016"/>
                          </a:cubicBezTo>
                          <a:cubicBezTo>
                            <a:pt x="11551" y="14864"/>
                            <a:pt x="11612" y="14743"/>
                            <a:pt x="11703" y="14651"/>
                          </a:cubicBezTo>
                          <a:cubicBezTo>
                            <a:pt x="11764" y="14591"/>
                            <a:pt x="11855" y="14591"/>
                            <a:pt x="11885" y="14651"/>
                          </a:cubicBezTo>
                          <a:cubicBezTo>
                            <a:pt x="11916" y="14773"/>
                            <a:pt x="11977" y="14895"/>
                            <a:pt x="12159" y="14834"/>
                          </a:cubicBezTo>
                          <a:cubicBezTo>
                            <a:pt x="12250" y="14834"/>
                            <a:pt x="12372" y="14834"/>
                            <a:pt x="12463" y="14834"/>
                          </a:cubicBezTo>
                          <a:lnTo>
                            <a:pt x="12463" y="14834"/>
                          </a:lnTo>
                          <a:lnTo>
                            <a:pt x="12493" y="14803"/>
                          </a:lnTo>
                          <a:lnTo>
                            <a:pt x="12493" y="14834"/>
                          </a:lnTo>
                          <a:lnTo>
                            <a:pt x="12493" y="14834"/>
                          </a:lnTo>
                          <a:cubicBezTo>
                            <a:pt x="12463" y="14895"/>
                            <a:pt x="12463" y="14955"/>
                            <a:pt x="12493" y="15016"/>
                          </a:cubicBezTo>
                          <a:cubicBezTo>
                            <a:pt x="12493" y="15290"/>
                            <a:pt x="12676" y="15503"/>
                            <a:pt x="12919" y="15594"/>
                          </a:cubicBezTo>
                          <a:cubicBezTo>
                            <a:pt x="13071" y="15655"/>
                            <a:pt x="13192" y="15776"/>
                            <a:pt x="13253" y="15928"/>
                          </a:cubicBezTo>
                          <a:cubicBezTo>
                            <a:pt x="13284" y="15989"/>
                            <a:pt x="13284" y="16050"/>
                            <a:pt x="13314" y="16110"/>
                          </a:cubicBezTo>
                          <a:cubicBezTo>
                            <a:pt x="13344" y="16202"/>
                            <a:pt x="13436" y="16262"/>
                            <a:pt x="13527" y="16262"/>
                          </a:cubicBezTo>
                          <a:cubicBezTo>
                            <a:pt x="13618" y="16293"/>
                            <a:pt x="13709" y="16293"/>
                            <a:pt x="13800" y="16293"/>
                          </a:cubicBezTo>
                          <a:cubicBezTo>
                            <a:pt x="14013" y="16293"/>
                            <a:pt x="14195" y="16384"/>
                            <a:pt x="14347" y="16506"/>
                          </a:cubicBezTo>
                          <a:cubicBezTo>
                            <a:pt x="14408" y="16566"/>
                            <a:pt x="14469" y="16597"/>
                            <a:pt x="14530" y="16627"/>
                          </a:cubicBezTo>
                          <a:lnTo>
                            <a:pt x="14530" y="16627"/>
                          </a:lnTo>
                          <a:lnTo>
                            <a:pt x="14560" y="16627"/>
                          </a:lnTo>
                          <a:lnTo>
                            <a:pt x="14560" y="16658"/>
                          </a:lnTo>
                          <a:lnTo>
                            <a:pt x="14560" y="16658"/>
                          </a:lnTo>
                          <a:cubicBezTo>
                            <a:pt x="14591" y="16688"/>
                            <a:pt x="14621" y="16749"/>
                            <a:pt x="14682" y="16810"/>
                          </a:cubicBezTo>
                          <a:cubicBezTo>
                            <a:pt x="14803" y="16962"/>
                            <a:pt x="15016" y="17053"/>
                            <a:pt x="15199" y="16992"/>
                          </a:cubicBezTo>
                          <a:cubicBezTo>
                            <a:pt x="15229" y="16992"/>
                            <a:pt x="15259" y="16992"/>
                            <a:pt x="15259" y="16992"/>
                          </a:cubicBezTo>
                          <a:cubicBezTo>
                            <a:pt x="15320" y="17022"/>
                            <a:pt x="15351" y="17083"/>
                            <a:pt x="15320" y="17114"/>
                          </a:cubicBezTo>
                          <a:cubicBezTo>
                            <a:pt x="15168" y="17205"/>
                            <a:pt x="15168" y="17417"/>
                            <a:pt x="15320" y="17509"/>
                          </a:cubicBezTo>
                          <a:cubicBezTo>
                            <a:pt x="15381" y="17600"/>
                            <a:pt x="15442" y="17661"/>
                            <a:pt x="15502" y="17721"/>
                          </a:cubicBezTo>
                          <a:cubicBezTo>
                            <a:pt x="15594" y="17782"/>
                            <a:pt x="15685" y="17813"/>
                            <a:pt x="15685" y="17965"/>
                          </a:cubicBezTo>
                          <a:cubicBezTo>
                            <a:pt x="15685" y="18056"/>
                            <a:pt x="15685" y="18147"/>
                            <a:pt x="15715" y="18238"/>
                          </a:cubicBezTo>
                          <a:cubicBezTo>
                            <a:pt x="15746" y="18421"/>
                            <a:pt x="15837" y="18603"/>
                            <a:pt x="15989" y="18755"/>
                          </a:cubicBezTo>
                          <a:cubicBezTo>
                            <a:pt x="16050" y="18846"/>
                            <a:pt x="16171" y="18907"/>
                            <a:pt x="16293" y="18876"/>
                          </a:cubicBezTo>
                          <a:cubicBezTo>
                            <a:pt x="16384" y="18876"/>
                            <a:pt x="16445" y="18785"/>
                            <a:pt x="16414" y="18694"/>
                          </a:cubicBezTo>
                          <a:cubicBezTo>
                            <a:pt x="16414" y="18633"/>
                            <a:pt x="16384" y="18572"/>
                            <a:pt x="16384" y="18512"/>
                          </a:cubicBezTo>
                          <a:cubicBezTo>
                            <a:pt x="16354" y="18481"/>
                            <a:pt x="16354" y="18451"/>
                            <a:pt x="16384" y="18451"/>
                          </a:cubicBezTo>
                          <a:cubicBezTo>
                            <a:pt x="16414" y="18390"/>
                            <a:pt x="16445" y="18390"/>
                            <a:pt x="16445" y="18481"/>
                          </a:cubicBezTo>
                          <a:cubicBezTo>
                            <a:pt x="16506" y="18542"/>
                            <a:pt x="16536" y="18633"/>
                            <a:pt x="16536" y="18724"/>
                          </a:cubicBezTo>
                          <a:cubicBezTo>
                            <a:pt x="16566" y="18846"/>
                            <a:pt x="16627" y="18968"/>
                            <a:pt x="16749" y="19059"/>
                          </a:cubicBezTo>
                          <a:cubicBezTo>
                            <a:pt x="16749" y="19089"/>
                            <a:pt x="16749" y="19120"/>
                            <a:pt x="16749" y="19120"/>
                          </a:cubicBezTo>
                          <a:cubicBezTo>
                            <a:pt x="16718" y="19180"/>
                            <a:pt x="16658" y="19180"/>
                            <a:pt x="16627" y="19150"/>
                          </a:cubicBezTo>
                          <a:cubicBezTo>
                            <a:pt x="16597" y="19120"/>
                            <a:pt x="16536" y="19089"/>
                            <a:pt x="16506" y="19089"/>
                          </a:cubicBezTo>
                          <a:cubicBezTo>
                            <a:pt x="16354" y="19059"/>
                            <a:pt x="16232" y="19120"/>
                            <a:pt x="16171" y="19241"/>
                          </a:cubicBezTo>
                          <a:cubicBezTo>
                            <a:pt x="16110" y="19363"/>
                            <a:pt x="16080" y="19484"/>
                            <a:pt x="16080" y="19606"/>
                          </a:cubicBezTo>
                          <a:cubicBezTo>
                            <a:pt x="16110" y="19758"/>
                            <a:pt x="16141" y="19880"/>
                            <a:pt x="16171" y="20001"/>
                          </a:cubicBezTo>
                          <a:lnTo>
                            <a:pt x="16141" y="20001"/>
                          </a:lnTo>
                          <a:lnTo>
                            <a:pt x="16141" y="20062"/>
                          </a:lnTo>
                          <a:lnTo>
                            <a:pt x="16141" y="20031"/>
                          </a:lnTo>
                          <a:cubicBezTo>
                            <a:pt x="16232" y="20123"/>
                            <a:pt x="16262" y="20275"/>
                            <a:pt x="16232" y="20396"/>
                          </a:cubicBezTo>
                          <a:cubicBezTo>
                            <a:pt x="16141" y="20609"/>
                            <a:pt x="16110" y="20822"/>
                            <a:pt x="16141" y="21065"/>
                          </a:cubicBezTo>
                          <a:cubicBezTo>
                            <a:pt x="16141" y="21065"/>
                            <a:pt x="16171" y="21126"/>
                            <a:pt x="16171" y="21126"/>
                          </a:cubicBezTo>
                          <a:cubicBezTo>
                            <a:pt x="16202" y="21126"/>
                            <a:pt x="16293" y="21126"/>
                            <a:pt x="16293" y="21065"/>
                          </a:cubicBezTo>
                          <a:cubicBezTo>
                            <a:pt x="16384" y="20943"/>
                            <a:pt x="16445" y="20791"/>
                            <a:pt x="16536" y="20639"/>
                          </a:cubicBezTo>
                          <a:lnTo>
                            <a:pt x="16536" y="20579"/>
                          </a:lnTo>
                          <a:lnTo>
                            <a:pt x="16566" y="20579"/>
                          </a:lnTo>
                          <a:cubicBezTo>
                            <a:pt x="16627" y="20487"/>
                            <a:pt x="16718" y="20457"/>
                            <a:pt x="16810" y="20457"/>
                          </a:cubicBezTo>
                          <a:lnTo>
                            <a:pt x="16810" y="20457"/>
                          </a:lnTo>
                          <a:lnTo>
                            <a:pt x="16810" y="20457"/>
                          </a:lnTo>
                          <a:cubicBezTo>
                            <a:pt x="16810" y="20457"/>
                            <a:pt x="16810" y="20427"/>
                            <a:pt x="16810" y="20427"/>
                          </a:cubicBezTo>
                          <a:cubicBezTo>
                            <a:pt x="17022" y="20183"/>
                            <a:pt x="17174" y="19910"/>
                            <a:pt x="17296" y="19636"/>
                          </a:cubicBezTo>
                          <a:cubicBezTo>
                            <a:pt x="17296" y="19606"/>
                            <a:pt x="17357" y="19606"/>
                            <a:pt x="17387" y="19606"/>
                          </a:cubicBezTo>
                          <a:cubicBezTo>
                            <a:pt x="17448" y="19606"/>
                            <a:pt x="17448" y="19636"/>
                            <a:pt x="17448" y="19667"/>
                          </a:cubicBezTo>
                          <a:cubicBezTo>
                            <a:pt x="17448" y="19728"/>
                            <a:pt x="17448" y="19788"/>
                            <a:pt x="17448" y="19849"/>
                          </a:cubicBezTo>
                          <a:cubicBezTo>
                            <a:pt x="17387" y="20001"/>
                            <a:pt x="17326" y="20153"/>
                            <a:pt x="17265" y="20275"/>
                          </a:cubicBezTo>
                          <a:cubicBezTo>
                            <a:pt x="17235" y="20396"/>
                            <a:pt x="17265" y="20487"/>
                            <a:pt x="17326" y="20579"/>
                          </a:cubicBezTo>
                          <a:lnTo>
                            <a:pt x="17357" y="20579"/>
                          </a:lnTo>
                          <a:lnTo>
                            <a:pt x="17357" y="20609"/>
                          </a:lnTo>
                          <a:cubicBezTo>
                            <a:pt x="17417" y="20670"/>
                            <a:pt x="17448" y="20761"/>
                            <a:pt x="17448" y="20852"/>
                          </a:cubicBezTo>
                          <a:lnTo>
                            <a:pt x="17478" y="20852"/>
                          </a:lnTo>
                          <a:lnTo>
                            <a:pt x="17478" y="20883"/>
                          </a:lnTo>
                          <a:lnTo>
                            <a:pt x="17448" y="20883"/>
                          </a:lnTo>
                          <a:cubicBezTo>
                            <a:pt x="17448" y="20883"/>
                            <a:pt x="17448" y="20852"/>
                            <a:pt x="17448" y="20852"/>
                          </a:cubicBezTo>
                          <a:cubicBezTo>
                            <a:pt x="17387" y="20791"/>
                            <a:pt x="17357" y="20700"/>
                            <a:pt x="17357" y="20639"/>
                          </a:cubicBezTo>
                          <a:lnTo>
                            <a:pt x="17357" y="20609"/>
                          </a:lnTo>
                          <a:lnTo>
                            <a:pt x="17357" y="20579"/>
                          </a:lnTo>
                          <a:cubicBezTo>
                            <a:pt x="17296" y="20579"/>
                            <a:pt x="17205" y="20548"/>
                            <a:pt x="17144" y="20518"/>
                          </a:cubicBezTo>
                          <a:cubicBezTo>
                            <a:pt x="17053" y="20487"/>
                            <a:pt x="16931" y="20487"/>
                            <a:pt x="16840" y="20487"/>
                          </a:cubicBezTo>
                          <a:lnTo>
                            <a:pt x="16810" y="20487"/>
                          </a:lnTo>
                          <a:cubicBezTo>
                            <a:pt x="16749" y="20548"/>
                            <a:pt x="16658" y="20609"/>
                            <a:pt x="16566" y="20579"/>
                          </a:cubicBezTo>
                          <a:lnTo>
                            <a:pt x="16566" y="20609"/>
                          </a:lnTo>
                          <a:lnTo>
                            <a:pt x="16536" y="20639"/>
                          </a:lnTo>
                          <a:cubicBezTo>
                            <a:pt x="16536" y="20852"/>
                            <a:pt x="16506" y="21035"/>
                            <a:pt x="16445" y="21217"/>
                          </a:cubicBezTo>
                          <a:cubicBezTo>
                            <a:pt x="16414" y="21308"/>
                            <a:pt x="16475" y="21399"/>
                            <a:pt x="16566" y="21430"/>
                          </a:cubicBezTo>
                          <a:cubicBezTo>
                            <a:pt x="16627" y="21430"/>
                            <a:pt x="16658" y="21430"/>
                            <a:pt x="16688" y="21430"/>
                          </a:cubicBezTo>
                          <a:lnTo>
                            <a:pt x="16688" y="21430"/>
                          </a:lnTo>
                          <a:lnTo>
                            <a:pt x="16718" y="21399"/>
                          </a:lnTo>
                          <a:cubicBezTo>
                            <a:pt x="16749" y="21369"/>
                            <a:pt x="16749" y="21338"/>
                            <a:pt x="16749" y="21308"/>
                          </a:cubicBezTo>
                          <a:cubicBezTo>
                            <a:pt x="16749" y="21338"/>
                            <a:pt x="16779" y="21338"/>
                            <a:pt x="16749" y="21369"/>
                          </a:cubicBezTo>
                          <a:lnTo>
                            <a:pt x="16718" y="21399"/>
                          </a:lnTo>
                          <a:cubicBezTo>
                            <a:pt x="16718" y="21430"/>
                            <a:pt x="16718" y="21430"/>
                            <a:pt x="16688" y="21460"/>
                          </a:cubicBezTo>
                          <a:lnTo>
                            <a:pt x="16658" y="21460"/>
                          </a:lnTo>
                          <a:cubicBezTo>
                            <a:pt x="16658" y="21521"/>
                            <a:pt x="16627" y="21582"/>
                            <a:pt x="16658" y="21642"/>
                          </a:cubicBezTo>
                          <a:cubicBezTo>
                            <a:pt x="16749" y="21734"/>
                            <a:pt x="16779" y="21825"/>
                            <a:pt x="16749" y="21946"/>
                          </a:cubicBezTo>
                          <a:cubicBezTo>
                            <a:pt x="16718" y="22038"/>
                            <a:pt x="16688" y="22098"/>
                            <a:pt x="16658" y="22190"/>
                          </a:cubicBezTo>
                          <a:cubicBezTo>
                            <a:pt x="16658" y="22250"/>
                            <a:pt x="16627" y="22342"/>
                            <a:pt x="16658" y="22402"/>
                          </a:cubicBezTo>
                          <a:cubicBezTo>
                            <a:pt x="16779" y="22554"/>
                            <a:pt x="16749" y="22737"/>
                            <a:pt x="16840" y="22889"/>
                          </a:cubicBezTo>
                          <a:cubicBezTo>
                            <a:pt x="16870" y="22919"/>
                            <a:pt x="16901" y="22949"/>
                            <a:pt x="16961" y="22949"/>
                          </a:cubicBezTo>
                          <a:cubicBezTo>
                            <a:pt x="16992" y="22949"/>
                            <a:pt x="17022" y="22919"/>
                            <a:pt x="17053" y="22889"/>
                          </a:cubicBezTo>
                          <a:cubicBezTo>
                            <a:pt x="17174" y="22706"/>
                            <a:pt x="17235" y="22494"/>
                            <a:pt x="17265" y="22281"/>
                          </a:cubicBezTo>
                          <a:lnTo>
                            <a:pt x="17265" y="22281"/>
                          </a:lnTo>
                          <a:cubicBezTo>
                            <a:pt x="17265" y="22250"/>
                            <a:pt x="17265" y="22250"/>
                            <a:pt x="17265" y="22220"/>
                          </a:cubicBezTo>
                          <a:lnTo>
                            <a:pt x="17205" y="22190"/>
                          </a:lnTo>
                          <a:lnTo>
                            <a:pt x="17235" y="22190"/>
                          </a:lnTo>
                          <a:lnTo>
                            <a:pt x="17265" y="22220"/>
                          </a:lnTo>
                          <a:lnTo>
                            <a:pt x="17265" y="22220"/>
                          </a:lnTo>
                          <a:lnTo>
                            <a:pt x="17387" y="22220"/>
                          </a:lnTo>
                          <a:lnTo>
                            <a:pt x="17387" y="22220"/>
                          </a:lnTo>
                          <a:lnTo>
                            <a:pt x="17417" y="22190"/>
                          </a:lnTo>
                          <a:lnTo>
                            <a:pt x="17417" y="22250"/>
                          </a:lnTo>
                          <a:lnTo>
                            <a:pt x="17417" y="22250"/>
                          </a:lnTo>
                          <a:cubicBezTo>
                            <a:pt x="17478" y="22311"/>
                            <a:pt x="17509" y="22402"/>
                            <a:pt x="17569" y="22463"/>
                          </a:cubicBezTo>
                          <a:lnTo>
                            <a:pt x="17569" y="22463"/>
                          </a:lnTo>
                          <a:cubicBezTo>
                            <a:pt x="17569" y="22494"/>
                            <a:pt x="17569" y="22524"/>
                            <a:pt x="17569" y="22524"/>
                          </a:cubicBezTo>
                          <a:cubicBezTo>
                            <a:pt x="17600" y="22554"/>
                            <a:pt x="17600" y="22585"/>
                            <a:pt x="17600" y="22615"/>
                          </a:cubicBezTo>
                          <a:cubicBezTo>
                            <a:pt x="17600" y="22676"/>
                            <a:pt x="17600" y="22676"/>
                            <a:pt x="17569" y="22615"/>
                          </a:cubicBezTo>
                          <a:cubicBezTo>
                            <a:pt x="17569" y="22585"/>
                            <a:pt x="17569" y="22554"/>
                            <a:pt x="17569" y="22554"/>
                          </a:cubicBezTo>
                          <a:lnTo>
                            <a:pt x="17569" y="22554"/>
                          </a:lnTo>
                          <a:lnTo>
                            <a:pt x="17539" y="22524"/>
                          </a:lnTo>
                          <a:lnTo>
                            <a:pt x="17539" y="22524"/>
                          </a:lnTo>
                          <a:cubicBezTo>
                            <a:pt x="17448" y="22554"/>
                            <a:pt x="17417" y="22676"/>
                            <a:pt x="17448" y="22767"/>
                          </a:cubicBezTo>
                          <a:cubicBezTo>
                            <a:pt x="17448" y="22889"/>
                            <a:pt x="17509" y="22949"/>
                            <a:pt x="17600" y="22980"/>
                          </a:cubicBezTo>
                          <a:cubicBezTo>
                            <a:pt x="17661" y="23010"/>
                            <a:pt x="17721" y="23041"/>
                            <a:pt x="17782" y="23041"/>
                          </a:cubicBezTo>
                          <a:cubicBezTo>
                            <a:pt x="17873" y="23041"/>
                            <a:pt x="17904" y="23101"/>
                            <a:pt x="17843" y="23162"/>
                          </a:cubicBezTo>
                          <a:cubicBezTo>
                            <a:pt x="17721" y="23284"/>
                            <a:pt x="17630" y="23466"/>
                            <a:pt x="17630" y="23649"/>
                          </a:cubicBezTo>
                          <a:cubicBezTo>
                            <a:pt x="17630" y="23740"/>
                            <a:pt x="17539" y="23709"/>
                            <a:pt x="17478" y="23740"/>
                          </a:cubicBezTo>
                          <a:cubicBezTo>
                            <a:pt x="17417" y="23770"/>
                            <a:pt x="17387" y="23831"/>
                            <a:pt x="17448" y="23892"/>
                          </a:cubicBezTo>
                          <a:cubicBezTo>
                            <a:pt x="17600" y="24074"/>
                            <a:pt x="17569" y="24135"/>
                            <a:pt x="17387" y="24226"/>
                          </a:cubicBezTo>
                          <a:cubicBezTo>
                            <a:pt x="17357" y="24256"/>
                            <a:pt x="17296" y="24256"/>
                            <a:pt x="17296" y="24317"/>
                          </a:cubicBezTo>
                          <a:cubicBezTo>
                            <a:pt x="17357" y="24469"/>
                            <a:pt x="17478" y="24591"/>
                            <a:pt x="17600" y="24530"/>
                          </a:cubicBezTo>
                          <a:cubicBezTo>
                            <a:pt x="17721" y="24469"/>
                            <a:pt x="17904" y="24439"/>
                            <a:pt x="18056" y="24439"/>
                          </a:cubicBezTo>
                          <a:cubicBezTo>
                            <a:pt x="18056" y="24439"/>
                            <a:pt x="18117" y="24439"/>
                            <a:pt x="18117" y="24469"/>
                          </a:cubicBezTo>
                          <a:lnTo>
                            <a:pt x="18117" y="24560"/>
                          </a:lnTo>
                          <a:cubicBezTo>
                            <a:pt x="18056" y="24621"/>
                            <a:pt x="17965" y="24682"/>
                            <a:pt x="17904" y="24743"/>
                          </a:cubicBezTo>
                          <a:cubicBezTo>
                            <a:pt x="17782" y="24864"/>
                            <a:pt x="17721" y="25016"/>
                            <a:pt x="17752" y="25168"/>
                          </a:cubicBezTo>
                          <a:cubicBezTo>
                            <a:pt x="17752" y="25199"/>
                            <a:pt x="17782" y="25229"/>
                            <a:pt x="17813" y="25260"/>
                          </a:cubicBezTo>
                          <a:lnTo>
                            <a:pt x="17813" y="25260"/>
                          </a:lnTo>
                          <a:lnTo>
                            <a:pt x="17752" y="25260"/>
                          </a:lnTo>
                          <a:lnTo>
                            <a:pt x="17752" y="25229"/>
                          </a:lnTo>
                          <a:cubicBezTo>
                            <a:pt x="17782" y="25260"/>
                            <a:pt x="17752" y="25260"/>
                            <a:pt x="17752" y="25260"/>
                          </a:cubicBezTo>
                          <a:lnTo>
                            <a:pt x="17752" y="25290"/>
                          </a:lnTo>
                          <a:lnTo>
                            <a:pt x="18086" y="25655"/>
                          </a:lnTo>
                          <a:cubicBezTo>
                            <a:pt x="18147" y="25715"/>
                            <a:pt x="18147" y="25807"/>
                            <a:pt x="18117" y="25898"/>
                          </a:cubicBezTo>
                          <a:cubicBezTo>
                            <a:pt x="18086" y="25959"/>
                            <a:pt x="18056" y="26050"/>
                            <a:pt x="18025" y="26111"/>
                          </a:cubicBezTo>
                          <a:lnTo>
                            <a:pt x="18025" y="26111"/>
                          </a:lnTo>
                          <a:lnTo>
                            <a:pt x="18025" y="26111"/>
                          </a:lnTo>
                          <a:lnTo>
                            <a:pt x="18025" y="26111"/>
                          </a:lnTo>
                          <a:cubicBezTo>
                            <a:pt x="17995" y="26202"/>
                            <a:pt x="17995" y="26263"/>
                            <a:pt x="18025" y="26323"/>
                          </a:cubicBezTo>
                          <a:cubicBezTo>
                            <a:pt x="18056" y="26445"/>
                            <a:pt x="18056" y="26567"/>
                            <a:pt x="17965" y="26627"/>
                          </a:cubicBezTo>
                          <a:cubicBezTo>
                            <a:pt x="17965" y="26658"/>
                            <a:pt x="17965" y="26688"/>
                            <a:pt x="17934" y="26688"/>
                          </a:cubicBezTo>
                          <a:lnTo>
                            <a:pt x="18147" y="27083"/>
                          </a:lnTo>
                          <a:cubicBezTo>
                            <a:pt x="18268" y="27144"/>
                            <a:pt x="18390" y="27205"/>
                            <a:pt x="18451" y="27326"/>
                          </a:cubicBezTo>
                          <a:cubicBezTo>
                            <a:pt x="18542" y="27448"/>
                            <a:pt x="18664" y="27509"/>
                            <a:pt x="18785" y="27570"/>
                          </a:cubicBezTo>
                          <a:cubicBezTo>
                            <a:pt x="18876" y="27600"/>
                            <a:pt x="18998" y="27661"/>
                            <a:pt x="19089" y="27722"/>
                          </a:cubicBezTo>
                          <a:cubicBezTo>
                            <a:pt x="19150" y="27752"/>
                            <a:pt x="19180" y="27813"/>
                            <a:pt x="19150" y="27874"/>
                          </a:cubicBezTo>
                          <a:cubicBezTo>
                            <a:pt x="19089" y="28026"/>
                            <a:pt x="19089" y="28147"/>
                            <a:pt x="19120" y="28299"/>
                          </a:cubicBezTo>
                          <a:cubicBezTo>
                            <a:pt x="19150" y="28329"/>
                            <a:pt x="19180" y="28390"/>
                            <a:pt x="19211" y="28421"/>
                          </a:cubicBezTo>
                          <a:lnTo>
                            <a:pt x="19241" y="28421"/>
                          </a:lnTo>
                          <a:lnTo>
                            <a:pt x="19241" y="28451"/>
                          </a:lnTo>
                          <a:lnTo>
                            <a:pt x="19241" y="28451"/>
                          </a:lnTo>
                          <a:lnTo>
                            <a:pt x="19241" y="28451"/>
                          </a:lnTo>
                          <a:cubicBezTo>
                            <a:pt x="19241" y="28512"/>
                            <a:pt x="19241" y="28542"/>
                            <a:pt x="19272" y="28603"/>
                          </a:cubicBezTo>
                          <a:cubicBezTo>
                            <a:pt x="19302" y="28633"/>
                            <a:pt x="19393" y="28603"/>
                            <a:pt x="19454" y="28633"/>
                          </a:cubicBezTo>
                          <a:cubicBezTo>
                            <a:pt x="19545" y="28633"/>
                            <a:pt x="19606" y="28694"/>
                            <a:pt x="19636" y="28785"/>
                          </a:cubicBezTo>
                          <a:cubicBezTo>
                            <a:pt x="19697" y="28937"/>
                            <a:pt x="19727" y="29089"/>
                            <a:pt x="19819" y="29211"/>
                          </a:cubicBezTo>
                          <a:cubicBezTo>
                            <a:pt x="19879" y="29363"/>
                            <a:pt x="19849" y="29485"/>
                            <a:pt x="19758" y="29606"/>
                          </a:cubicBezTo>
                          <a:cubicBezTo>
                            <a:pt x="19758" y="29636"/>
                            <a:pt x="19727" y="29697"/>
                            <a:pt x="19697" y="29697"/>
                          </a:cubicBezTo>
                          <a:cubicBezTo>
                            <a:pt x="19636" y="29758"/>
                            <a:pt x="19545" y="29788"/>
                            <a:pt x="19515" y="29788"/>
                          </a:cubicBezTo>
                          <a:cubicBezTo>
                            <a:pt x="19302" y="29758"/>
                            <a:pt x="19120" y="29667"/>
                            <a:pt x="18968" y="29545"/>
                          </a:cubicBezTo>
                          <a:lnTo>
                            <a:pt x="18998" y="29545"/>
                          </a:lnTo>
                          <a:lnTo>
                            <a:pt x="18998" y="29545"/>
                          </a:lnTo>
                          <a:cubicBezTo>
                            <a:pt x="19059" y="29576"/>
                            <a:pt x="19120" y="29576"/>
                            <a:pt x="19180" y="29576"/>
                          </a:cubicBezTo>
                          <a:cubicBezTo>
                            <a:pt x="19302" y="29606"/>
                            <a:pt x="19393" y="29485"/>
                            <a:pt x="19393" y="29393"/>
                          </a:cubicBezTo>
                          <a:cubicBezTo>
                            <a:pt x="19424" y="29120"/>
                            <a:pt x="19363" y="28877"/>
                            <a:pt x="19272" y="28633"/>
                          </a:cubicBezTo>
                          <a:cubicBezTo>
                            <a:pt x="19180" y="28573"/>
                            <a:pt x="19089" y="28512"/>
                            <a:pt x="19059" y="28390"/>
                          </a:cubicBezTo>
                          <a:cubicBezTo>
                            <a:pt x="19028" y="28269"/>
                            <a:pt x="18968" y="28177"/>
                            <a:pt x="18937" y="28086"/>
                          </a:cubicBezTo>
                          <a:cubicBezTo>
                            <a:pt x="18968" y="27782"/>
                            <a:pt x="18724" y="27509"/>
                            <a:pt x="18420" y="27478"/>
                          </a:cubicBezTo>
                          <a:cubicBezTo>
                            <a:pt x="18238" y="27418"/>
                            <a:pt x="18086" y="27326"/>
                            <a:pt x="17965" y="27205"/>
                          </a:cubicBezTo>
                          <a:cubicBezTo>
                            <a:pt x="17873" y="27144"/>
                            <a:pt x="17782" y="27053"/>
                            <a:pt x="17691" y="26992"/>
                          </a:cubicBezTo>
                          <a:cubicBezTo>
                            <a:pt x="17630" y="26962"/>
                            <a:pt x="17569" y="26962"/>
                            <a:pt x="17509" y="26962"/>
                          </a:cubicBezTo>
                          <a:cubicBezTo>
                            <a:pt x="17448" y="26962"/>
                            <a:pt x="17357" y="27022"/>
                            <a:pt x="17357" y="27053"/>
                          </a:cubicBezTo>
                          <a:cubicBezTo>
                            <a:pt x="17387" y="27205"/>
                            <a:pt x="17417" y="27326"/>
                            <a:pt x="17417" y="27478"/>
                          </a:cubicBezTo>
                          <a:cubicBezTo>
                            <a:pt x="17417" y="27539"/>
                            <a:pt x="17448" y="27600"/>
                            <a:pt x="17478" y="27661"/>
                          </a:cubicBezTo>
                          <a:cubicBezTo>
                            <a:pt x="17569" y="27782"/>
                            <a:pt x="17691" y="27904"/>
                            <a:pt x="17782" y="28026"/>
                          </a:cubicBezTo>
                          <a:cubicBezTo>
                            <a:pt x="18056" y="28451"/>
                            <a:pt x="18390" y="28755"/>
                            <a:pt x="18633" y="29181"/>
                          </a:cubicBezTo>
                          <a:cubicBezTo>
                            <a:pt x="18694" y="29241"/>
                            <a:pt x="18724" y="29272"/>
                            <a:pt x="18785" y="29302"/>
                          </a:cubicBezTo>
                          <a:lnTo>
                            <a:pt x="18785" y="29302"/>
                          </a:lnTo>
                          <a:lnTo>
                            <a:pt x="18785" y="29302"/>
                          </a:lnTo>
                          <a:cubicBezTo>
                            <a:pt x="18603" y="29363"/>
                            <a:pt x="18481" y="29515"/>
                            <a:pt x="18481" y="29728"/>
                          </a:cubicBezTo>
                          <a:lnTo>
                            <a:pt x="18481" y="30609"/>
                          </a:lnTo>
                          <a:cubicBezTo>
                            <a:pt x="18481" y="30974"/>
                            <a:pt x="18420" y="31339"/>
                            <a:pt x="18299" y="31673"/>
                          </a:cubicBezTo>
                          <a:cubicBezTo>
                            <a:pt x="18117" y="32007"/>
                            <a:pt x="17995" y="32372"/>
                            <a:pt x="17873" y="32767"/>
                          </a:cubicBezTo>
                          <a:cubicBezTo>
                            <a:pt x="17813" y="33102"/>
                            <a:pt x="17661" y="33436"/>
                            <a:pt x="17448" y="33740"/>
                          </a:cubicBezTo>
                          <a:cubicBezTo>
                            <a:pt x="17296" y="34013"/>
                            <a:pt x="17205" y="34317"/>
                            <a:pt x="17205" y="34652"/>
                          </a:cubicBezTo>
                          <a:lnTo>
                            <a:pt x="17205" y="34865"/>
                          </a:lnTo>
                          <a:cubicBezTo>
                            <a:pt x="17235" y="35229"/>
                            <a:pt x="17144" y="35594"/>
                            <a:pt x="16961" y="35898"/>
                          </a:cubicBezTo>
                          <a:cubicBezTo>
                            <a:pt x="16870" y="35989"/>
                            <a:pt x="16870" y="36111"/>
                            <a:pt x="16931" y="36232"/>
                          </a:cubicBezTo>
                          <a:cubicBezTo>
                            <a:pt x="17022" y="36445"/>
                            <a:pt x="17053" y="36688"/>
                            <a:pt x="16992" y="36931"/>
                          </a:cubicBezTo>
                          <a:cubicBezTo>
                            <a:pt x="16992" y="37053"/>
                            <a:pt x="16992" y="37175"/>
                            <a:pt x="16992" y="37296"/>
                          </a:cubicBezTo>
                          <a:cubicBezTo>
                            <a:pt x="16992" y="37357"/>
                            <a:pt x="16992" y="37418"/>
                            <a:pt x="17022" y="37479"/>
                          </a:cubicBezTo>
                          <a:cubicBezTo>
                            <a:pt x="17113" y="37661"/>
                            <a:pt x="17174" y="37874"/>
                            <a:pt x="17265" y="38056"/>
                          </a:cubicBezTo>
                          <a:cubicBezTo>
                            <a:pt x="17296" y="38086"/>
                            <a:pt x="17357" y="38147"/>
                            <a:pt x="17417" y="38178"/>
                          </a:cubicBezTo>
                          <a:cubicBezTo>
                            <a:pt x="17539" y="38238"/>
                            <a:pt x="17539" y="38238"/>
                            <a:pt x="17509" y="38360"/>
                          </a:cubicBezTo>
                          <a:cubicBezTo>
                            <a:pt x="17478" y="38421"/>
                            <a:pt x="17448" y="38482"/>
                            <a:pt x="17417" y="38542"/>
                          </a:cubicBezTo>
                          <a:cubicBezTo>
                            <a:pt x="17417" y="38603"/>
                            <a:pt x="17417" y="38664"/>
                            <a:pt x="17417" y="38755"/>
                          </a:cubicBezTo>
                          <a:cubicBezTo>
                            <a:pt x="17478" y="38938"/>
                            <a:pt x="17600" y="39120"/>
                            <a:pt x="17509" y="39333"/>
                          </a:cubicBezTo>
                          <a:cubicBezTo>
                            <a:pt x="17509" y="39393"/>
                            <a:pt x="17509" y="39454"/>
                            <a:pt x="17539" y="39515"/>
                          </a:cubicBezTo>
                          <a:cubicBezTo>
                            <a:pt x="17661" y="39758"/>
                            <a:pt x="17782" y="40032"/>
                            <a:pt x="17873" y="40275"/>
                          </a:cubicBezTo>
                          <a:cubicBezTo>
                            <a:pt x="17934" y="40397"/>
                            <a:pt x="17965" y="40518"/>
                            <a:pt x="17965" y="40670"/>
                          </a:cubicBezTo>
                          <a:cubicBezTo>
                            <a:pt x="17965" y="40822"/>
                            <a:pt x="17995" y="40913"/>
                            <a:pt x="18117" y="40913"/>
                          </a:cubicBezTo>
                          <a:cubicBezTo>
                            <a:pt x="18481" y="41035"/>
                            <a:pt x="18846" y="41187"/>
                            <a:pt x="19150" y="41430"/>
                          </a:cubicBezTo>
                          <a:cubicBezTo>
                            <a:pt x="19393" y="41582"/>
                            <a:pt x="19576" y="41856"/>
                            <a:pt x="19576" y="42159"/>
                          </a:cubicBezTo>
                          <a:cubicBezTo>
                            <a:pt x="19606" y="42403"/>
                            <a:pt x="19636" y="42646"/>
                            <a:pt x="19727" y="42889"/>
                          </a:cubicBezTo>
                          <a:cubicBezTo>
                            <a:pt x="19879" y="43284"/>
                            <a:pt x="20001" y="43710"/>
                            <a:pt x="20092" y="44135"/>
                          </a:cubicBezTo>
                          <a:cubicBezTo>
                            <a:pt x="20123" y="44257"/>
                            <a:pt x="20183" y="44378"/>
                            <a:pt x="20305" y="44470"/>
                          </a:cubicBezTo>
                          <a:cubicBezTo>
                            <a:pt x="20487" y="44652"/>
                            <a:pt x="20670" y="44895"/>
                            <a:pt x="20761" y="45138"/>
                          </a:cubicBezTo>
                          <a:cubicBezTo>
                            <a:pt x="20822" y="45260"/>
                            <a:pt x="20822" y="45412"/>
                            <a:pt x="20761" y="45503"/>
                          </a:cubicBezTo>
                          <a:cubicBezTo>
                            <a:pt x="20700" y="45594"/>
                            <a:pt x="20609" y="45625"/>
                            <a:pt x="20518" y="45625"/>
                          </a:cubicBezTo>
                          <a:lnTo>
                            <a:pt x="20457" y="45625"/>
                          </a:lnTo>
                          <a:cubicBezTo>
                            <a:pt x="20396" y="45655"/>
                            <a:pt x="20366" y="45716"/>
                            <a:pt x="20366" y="45777"/>
                          </a:cubicBezTo>
                          <a:cubicBezTo>
                            <a:pt x="20487" y="45989"/>
                            <a:pt x="20639" y="46141"/>
                            <a:pt x="20852" y="46263"/>
                          </a:cubicBezTo>
                          <a:cubicBezTo>
                            <a:pt x="21095" y="46415"/>
                            <a:pt x="21338" y="46597"/>
                            <a:pt x="21521" y="46810"/>
                          </a:cubicBezTo>
                          <a:cubicBezTo>
                            <a:pt x="21612" y="46871"/>
                            <a:pt x="21673" y="46992"/>
                            <a:pt x="21642" y="47114"/>
                          </a:cubicBezTo>
                          <a:cubicBezTo>
                            <a:pt x="21673" y="47236"/>
                            <a:pt x="21642" y="47327"/>
                            <a:pt x="21612" y="47448"/>
                          </a:cubicBezTo>
                          <a:cubicBezTo>
                            <a:pt x="21582" y="47570"/>
                            <a:pt x="21642" y="47722"/>
                            <a:pt x="21734" y="47813"/>
                          </a:cubicBezTo>
                          <a:cubicBezTo>
                            <a:pt x="22098" y="48117"/>
                            <a:pt x="22433" y="48482"/>
                            <a:pt x="22676" y="48877"/>
                          </a:cubicBezTo>
                          <a:cubicBezTo>
                            <a:pt x="22706" y="48968"/>
                            <a:pt x="22858" y="48968"/>
                            <a:pt x="22919" y="48877"/>
                          </a:cubicBezTo>
                          <a:cubicBezTo>
                            <a:pt x="23010" y="48816"/>
                            <a:pt x="23071" y="48695"/>
                            <a:pt x="23041" y="48603"/>
                          </a:cubicBezTo>
                          <a:cubicBezTo>
                            <a:pt x="23010" y="48421"/>
                            <a:pt x="22919" y="48299"/>
                            <a:pt x="22797" y="48178"/>
                          </a:cubicBezTo>
                          <a:cubicBezTo>
                            <a:pt x="22645" y="47965"/>
                            <a:pt x="22524" y="47722"/>
                            <a:pt x="22402" y="47479"/>
                          </a:cubicBezTo>
                          <a:cubicBezTo>
                            <a:pt x="22372" y="47357"/>
                            <a:pt x="22342" y="47266"/>
                            <a:pt x="22311" y="47144"/>
                          </a:cubicBezTo>
                          <a:cubicBezTo>
                            <a:pt x="22281" y="46962"/>
                            <a:pt x="22250" y="46780"/>
                            <a:pt x="22220" y="46597"/>
                          </a:cubicBezTo>
                          <a:cubicBezTo>
                            <a:pt x="22190" y="46445"/>
                            <a:pt x="21977" y="46293"/>
                            <a:pt x="21916" y="46080"/>
                          </a:cubicBezTo>
                          <a:cubicBezTo>
                            <a:pt x="21825" y="45777"/>
                            <a:pt x="21673" y="45503"/>
                            <a:pt x="21521" y="45229"/>
                          </a:cubicBezTo>
                          <a:cubicBezTo>
                            <a:pt x="21369" y="44925"/>
                            <a:pt x="21186" y="44622"/>
                            <a:pt x="21004" y="44348"/>
                          </a:cubicBezTo>
                          <a:cubicBezTo>
                            <a:pt x="20974" y="44287"/>
                            <a:pt x="20943" y="44226"/>
                            <a:pt x="20913" y="44166"/>
                          </a:cubicBezTo>
                          <a:cubicBezTo>
                            <a:pt x="20852" y="43831"/>
                            <a:pt x="20852" y="43497"/>
                            <a:pt x="20913" y="43163"/>
                          </a:cubicBezTo>
                          <a:cubicBezTo>
                            <a:pt x="20913" y="43102"/>
                            <a:pt x="20974" y="43071"/>
                            <a:pt x="21035" y="43102"/>
                          </a:cubicBezTo>
                          <a:lnTo>
                            <a:pt x="21399" y="43254"/>
                          </a:lnTo>
                          <a:cubicBezTo>
                            <a:pt x="21521" y="43314"/>
                            <a:pt x="21612" y="43436"/>
                            <a:pt x="21642" y="43558"/>
                          </a:cubicBezTo>
                          <a:cubicBezTo>
                            <a:pt x="21673" y="43862"/>
                            <a:pt x="21734" y="44166"/>
                            <a:pt x="21825" y="44439"/>
                          </a:cubicBezTo>
                          <a:cubicBezTo>
                            <a:pt x="21977" y="44865"/>
                            <a:pt x="22220" y="45260"/>
                            <a:pt x="22494" y="45625"/>
                          </a:cubicBezTo>
                          <a:cubicBezTo>
                            <a:pt x="22554" y="45685"/>
                            <a:pt x="22645" y="45746"/>
                            <a:pt x="22645" y="45837"/>
                          </a:cubicBezTo>
                          <a:cubicBezTo>
                            <a:pt x="22706" y="46020"/>
                            <a:pt x="22828" y="46202"/>
                            <a:pt x="23010" y="46324"/>
                          </a:cubicBezTo>
                          <a:cubicBezTo>
                            <a:pt x="23101" y="46415"/>
                            <a:pt x="23223" y="46476"/>
                            <a:pt x="23314" y="46597"/>
                          </a:cubicBezTo>
                          <a:cubicBezTo>
                            <a:pt x="23345" y="46628"/>
                            <a:pt x="23345" y="46719"/>
                            <a:pt x="23314" y="46780"/>
                          </a:cubicBezTo>
                          <a:lnTo>
                            <a:pt x="23223" y="46871"/>
                          </a:lnTo>
                          <a:cubicBezTo>
                            <a:pt x="23162" y="46992"/>
                            <a:pt x="23193" y="47114"/>
                            <a:pt x="23284" y="47205"/>
                          </a:cubicBezTo>
                          <a:cubicBezTo>
                            <a:pt x="23405" y="47296"/>
                            <a:pt x="23527" y="47388"/>
                            <a:pt x="23649" y="47448"/>
                          </a:cubicBezTo>
                          <a:cubicBezTo>
                            <a:pt x="23801" y="47509"/>
                            <a:pt x="23922" y="47661"/>
                            <a:pt x="23922" y="47813"/>
                          </a:cubicBezTo>
                          <a:cubicBezTo>
                            <a:pt x="23952" y="47904"/>
                            <a:pt x="23983" y="47995"/>
                            <a:pt x="24074" y="48056"/>
                          </a:cubicBezTo>
                          <a:cubicBezTo>
                            <a:pt x="24621" y="48543"/>
                            <a:pt x="25016" y="49242"/>
                            <a:pt x="25138" y="49971"/>
                          </a:cubicBezTo>
                          <a:cubicBezTo>
                            <a:pt x="25168" y="50032"/>
                            <a:pt x="25168" y="50093"/>
                            <a:pt x="25138" y="50154"/>
                          </a:cubicBezTo>
                          <a:cubicBezTo>
                            <a:pt x="25138" y="50245"/>
                            <a:pt x="25077" y="50336"/>
                            <a:pt x="25047" y="50397"/>
                          </a:cubicBezTo>
                          <a:cubicBezTo>
                            <a:pt x="24895" y="50609"/>
                            <a:pt x="24925" y="50853"/>
                            <a:pt x="25047" y="51035"/>
                          </a:cubicBezTo>
                          <a:cubicBezTo>
                            <a:pt x="25138" y="51248"/>
                            <a:pt x="25290" y="51369"/>
                            <a:pt x="25503" y="51461"/>
                          </a:cubicBezTo>
                          <a:cubicBezTo>
                            <a:pt x="25685" y="51521"/>
                            <a:pt x="25867" y="51643"/>
                            <a:pt x="25959" y="51825"/>
                          </a:cubicBezTo>
                          <a:cubicBezTo>
                            <a:pt x="26080" y="52008"/>
                            <a:pt x="26263" y="52129"/>
                            <a:pt x="26475" y="52160"/>
                          </a:cubicBezTo>
                          <a:cubicBezTo>
                            <a:pt x="26567" y="52160"/>
                            <a:pt x="26658" y="52190"/>
                            <a:pt x="26749" y="52220"/>
                          </a:cubicBezTo>
                          <a:cubicBezTo>
                            <a:pt x="26840" y="52220"/>
                            <a:pt x="26901" y="52281"/>
                            <a:pt x="26992" y="52312"/>
                          </a:cubicBezTo>
                          <a:cubicBezTo>
                            <a:pt x="27266" y="52585"/>
                            <a:pt x="27600" y="52798"/>
                            <a:pt x="27995" y="52889"/>
                          </a:cubicBezTo>
                          <a:cubicBezTo>
                            <a:pt x="28177" y="52950"/>
                            <a:pt x="28360" y="53041"/>
                            <a:pt x="28542" y="53132"/>
                          </a:cubicBezTo>
                          <a:cubicBezTo>
                            <a:pt x="28725" y="53254"/>
                            <a:pt x="28937" y="53345"/>
                            <a:pt x="29181" y="53406"/>
                          </a:cubicBezTo>
                          <a:cubicBezTo>
                            <a:pt x="29940" y="53619"/>
                            <a:pt x="29940" y="53619"/>
                            <a:pt x="30700" y="53345"/>
                          </a:cubicBezTo>
                          <a:cubicBezTo>
                            <a:pt x="30883" y="53254"/>
                            <a:pt x="31095" y="53315"/>
                            <a:pt x="31247" y="53436"/>
                          </a:cubicBezTo>
                          <a:cubicBezTo>
                            <a:pt x="31643" y="53740"/>
                            <a:pt x="31977" y="54075"/>
                            <a:pt x="32311" y="54409"/>
                          </a:cubicBezTo>
                          <a:cubicBezTo>
                            <a:pt x="32463" y="54561"/>
                            <a:pt x="32646" y="54682"/>
                            <a:pt x="32858" y="54682"/>
                          </a:cubicBezTo>
                          <a:cubicBezTo>
                            <a:pt x="33132" y="54743"/>
                            <a:pt x="33436" y="54804"/>
                            <a:pt x="33710" y="54926"/>
                          </a:cubicBezTo>
                          <a:cubicBezTo>
                            <a:pt x="34013" y="55047"/>
                            <a:pt x="34348" y="55138"/>
                            <a:pt x="34682" y="55138"/>
                          </a:cubicBezTo>
                          <a:cubicBezTo>
                            <a:pt x="34773" y="55138"/>
                            <a:pt x="34834" y="55169"/>
                            <a:pt x="34834" y="55230"/>
                          </a:cubicBezTo>
                          <a:cubicBezTo>
                            <a:pt x="34925" y="55412"/>
                            <a:pt x="35077" y="55594"/>
                            <a:pt x="35199" y="55746"/>
                          </a:cubicBezTo>
                          <a:cubicBezTo>
                            <a:pt x="35351" y="55898"/>
                            <a:pt x="35503" y="56081"/>
                            <a:pt x="35655" y="56263"/>
                          </a:cubicBezTo>
                          <a:cubicBezTo>
                            <a:pt x="35746" y="56354"/>
                            <a:pt x="35776" y="56506"/>
                            <a:pt x="35746" y="56628"/>
                          </a:cubicBezTo>
                          <a:cubicBezTo>
                            <a:pt x="35655" y="56841"/>
                            <a:pt x="35776" y="56962"/>
                            <a:pt x="35989" y="57023"/>
                          </a:cubicBezTo>
                          <a:cubicBezTo>
                            <a:pt x="36050" y="57084"/>
                            <a:pt x="36141" y="57084"/>
                            <a:pt x="36232" y="57084"/>
                          </a:cubicBezTo>
                          <a:cubicBezTo>
                            <a:pt x="36293" y="57084"/>
                            <a:pt x="36384" y="57114"/>
                            <a:pt x="36415" y="57144"/>
                          </a:cubicBezTo>
                          <a:cubicBezTo>
                            <a:pt x="36597" y="57266"/>
                            <a:pt x="36779" y="57388"/>
                            <a:pt x="36810" y="57600"/>
                          </a:cubicBezTo>
                          <a:cubicBezTo>
                            <a:pt x="36840" y="57813"/>
                            <a:pt x="37053" y="57904"/>
                            <a:pt x="37266" y="57935"/>
                          </a:cubicBezTo>
                          <a:cubicBezTo>
                            <a:pt x="37327" y="57965"/>
                            <a:pt x="37418" y="57935"/>
                            <a:pt x="37479" y="57935"/>
                          </a:cubicBezTo>
                          <a:cubicBezTo>
                            <a:pt x="37661" y="57844"/>
                            <a:pt x="37904" y="57904"/>
                            <a:pt x="38026" y="58087"/>
                          </a:cubicBezTo>
                          <a:cubicBezTo>
                            <a:pt x="38147" y="58208"/>
                            <a:pt x="38299" y="58300"/>
                            <a:pt x="38451" y="58421"/>
                          </a:cubicBezTo>
                          <a:cubicBezTo>
                            <a:pt x="38603" y="58543"/>
                            <a:pt x="38664" y="58512"/>
                            <a:pt x="38877" y="58391"/>
                          </a:cubicBezTo>
                          <a:cubicBezTo>
                            <a:pt x="38938" y="58330"/>
                            <a:pt x="38968" y="58239"/>
                            <a:pt x="38938" y="58148"/>
                          </a:cubicBezTo>
                          <a:cubicBezTo>
                            <a:pt x="38907" y="58087"/>
                            <a:pt x="38877" y="57996"/>
                            <a:pt x="38938" y="57965"/>
                          </a:cubicBezTo>
                          <a:cubicBezTo>
                            <a:pt x="39090" y="57844"/>
                            <a:pt x="39242" y="57692"/>
                            <a:pt x="39333" y="57509"/>
                          </a:cubicBezTo>
                          <a:cubicBezTo>
                            <a:pt x="39363" y="57479"/>
                            <a:pt x="39485" y="57479"/>
                            <a:pt x="39515" y="57509"/>
                          </a:cubicBezTo>
                          <a:cubicBezTo>
                            <a:pt x="39728" y="57600"/>
                            <a:pt x="39849" y="57783"/>
                            <a:pt x="39880" y="57996"/>
                          </a:cubicBezTo>
                          <a:cubicBezTo>
                            <a:pt x="39880" y="58148"/>
                            <a:pt x="39941" y="58300"/>
                            <a:pt x="40032" y="58421"/>
                          </a:cubicBezTo>
                          <a:cubicBezTo>
                            <a:pt x="40184" y="58573"/>
                            <a:pt x="40184" y="58786"/>
                            <a:pt x="40336" y="58938"/>
                          </a:cubicBezTo>
                          <a:cubicBezTo>
                            <a:pt x="40397" y="58999"/>
                            <a:pt x="40397" y="59059"/>
                            <a:pt x="40397" y="59120"/>
                          </a:cubicBezTo>
                          <a:cubicBezTo>
                            <a:pt x="40397" y="59424"/>
                            <a:pt x="40397" y="59728"/>
                            <a:pt x="40366" y="60002"/>
                          </a:cubicBezTo>
                          <a:cubicBezTo>
                            <a:pt x="40336" y="60184"/>
                            <a:pt x="40366" y="60336"/>
                            <a:pt x="40457" y="60458"/>
                          </a:cubicBezTo>
                          <a:cubicBezTo>
                            <a:pt x="40518" y="60518"/>
                            <a:pt x="40518" y="60579"/>
                            <a:pt x="40457" y="60640"/>
                          </a:cubicBezTo>
                          <a:cubicBezTo>
                            <a:pt x="40366" y="60883"/>
                            <a:pt x="40184" y="61066"/>
                            <a:pt x="39971" y="61187"/>
                          </a:cubicBezTo>
                          <a:cubicBezTo>
                            <a:pt x="39728" y="61278"/>
                            <a:pt x="39545" y="61491"/>
                            <a:pt x="39485" y="61734"/>
                          </a:cubicBezTo>
                          <a:cubicBezTo>
                            <a:pt x="39454" y="61856"/>
                            <a:pt x="39363" y="61977"/>
                            <a:pt x="39242" y="62038"/>
                          </a:cubicBezTo>
                          <a:cubicBezTo>
                            <a:pt x="39120" y="62099"/>
                            <a:pt x="38998" y="62160"/>
                            <a:pt x="38877" y="62221"/>
                          </a:cubicBezTo>
                          <a:cubicBezTo>
                            <a:pt x="38846" y="62251"/>
                            <a:pt x="38816" y="62312"/>
                            <a:pt x="38816" y="62342"/>
                          </a:cubicBezTo>
                          <a:cubicBezTo>
                            <a:pt x="38786" y="62676"/>
                            <a:pt x="38664" y="63011"/>
                            <a:pt x="38451" y="63284"/>
                          </a:cubicBezTo>
                          <a:cubicBezTo>
                            <a:pt x="38421" y="63315"/>
                            <a:pt x="38390" y="63345"/>
                            <a:pt x="38390" y="63406"/>
                          </a:cubicBezTo>
                          <a:cubicBezTo>
                            <a:pt x="38360" y="63619"/>
                            <a:pt x="38360" y="63832"/>
                            <a:pt x="38360" y="64075"/>
                          </a:cubicBezTo>
                          <a:cubicBezTo>
                            <a:pt x="38390" y="64227"/>
                            <a:pt x="38573" y="64348"/>
                            <a:pt x="38755" y="64439"/>
                          </a:cubicBezTo>
                          <a:cubicBezTo>
                            <a:pt x="38755" y="64439"/>
                            <a:pt x="38786" y="64439"/>
                            <a:pt x="38816" y="64409"/>
                          </a:cubicBezTo>
                          <a:lnTo>
                            <a:pt x="38877" y="64318"/>
                          </a:lnTo>
                          <a:cubicBezTo>
                            <a:pt x="38907" y="64348"/>
                            <a:pt x="38907" y="64379"/>
                            <a:pt x="38907" y="64409"/>
                          </a:cubicBezTo>
                          <a:cubicBezTo>
                            <a:pt x="38907" y="64531"/>
                            <a:pt x="38877" y="64652"/>
                            <a:pt x="38786" y="64713"/>
                          </a:cubicBezTo>
                          <a:cubicBezTo>
                            <a:pt x="38634" y="64804"/>
                            <a:pt x="38512" y="64865"/>
                            <a:pt x="38390" y="64987"/>
                          </a:cubicBezTo>
                          <a:cubicBezTo>
                            <a:pt x="38208" y="65108"/>
                            <a:pt x="38117" y="65351"/>
                            <a:pt x="38178" y="65594"/>
                          </a:cubicBezTo>
                          <a:cubicBezTo>
                            <a:pt x="38208" y="65686"/>
                            <a:pt x="38238" y="65807"/>
                            <a:pt x="38269" y="65898"/>
                          </a:cubicBezTo>
                          <a:cubicBezTo>
                            <a:pt x="38269" y="65990"/>
                            <a:pt x="38269" y="66050"/>
                            <a:pt x="38238" y="66111"/>
                          </a:cubicBezTo>
                          <a:cubicBezTo>
                            <a:pt x="38178" y="66233"/>
                            <a:pt x="38238" y="66354"/>
                            <a:pt x="38330" y="66385"/>
                          </a:cubicBezTo>
                          <a:cubicBezTo>
                            <a:pt x="38482" y="66476"/>
                            <a:pt x="38603" y="66567"/>
                            <a:pt x="38755" y="66628"/>
                          </a:cubicBezTo>
                          <a:cubicBezTo>
                            <a:pt x="38907" y="66719"/>
                            <a:pt x="39059" y="66841"/>
                            <a:pt x="39120" y="67023"/>
                          </a:cubicBezTo>
                          <a:cubicBezTo>
                            <a:pt x="39181" y="67145"/>
                            <a:pt x="39272" y="67297"/>
                            <a:pt x="39394" y="67388"/>
                          </a:cubicBezTo>
                          <a:cubicBezTo>
                            <a:pt x="39485" y="67449"/>
                            <a:pt x="39515" y="67540"/>
                            <a:pt x="39545" y="67601"/>
                          </a:cubicBezTo>
                          <a:cubicBezTo>
                            <a:pt x="39637" y="67905"/>
                            <a:pt x="39819" y="68148"/>
                            <a:pt x="39910" y="68421"/>
                          </a:cubicBezTo>
                          <a:cubicBezTo>
                            <a:pt x="40032" y="68786"/>
                            <a:pt x="40214" y="69120"/>
                            <a:pt x="40457" y="69424"/>
                          </a:cubicBezTo>
                          <a:cubicBezTo>
                            <a:pt x="40670" y="69759"/>
                            <a:pt x="40883" y="70123"/>
                            <a:pt x="41096" y="70488"/>
                          </a:cubicBezTo>
                          <a:cubicBezTo>
                            <a:pt x="41126" y="70549"/>
                            <a:pt x="41126" y="70610"/>
                            <a:pt x="41126" y="70671"/>
                          </a:cubicBezTo>
                          <a:cubicBezTo>
                            <a:pt x="41126" y="70853"/>
                            <a:pt x="41187" y="71035"/>
                            <a:pt x="41339" y="71157"/>
                          </a:cubicBezTo>
                          <a:cubicBezTo>
                            <a:pt x="41734" y="71552"/>
                            <a:pt x="42190" y="71886"/>
                            <a:pt x="42676" y="72190"/>
                          </a:cubicBezTo>
                          <a:cubicBezTo>
                            <a:pt x="42767" y="72251"/>
                            <a:pt x="42889" y="72281"/>
                            <a:pt x="42980" y="72312"/>
                          </a:cubicBezTo>
                          <a:cubicBezTo>
                            <a:pt x="43254" y="72403"/>
                            <a:pt x="43467" y="72555"/>
                            <a:pt x="43679" y="72737"/>
                          </a:cubicBezTo>
                          <a:cubicBezTo>
                            <a:pt x="43922" y="73011"/>
                            <a:pt x="44226" y="73224"/>
                            <a:pt x="44500" y="73467"/>
                          </a:cubicBezTo>
                          <a:cubicBezTo>
                            <a:pt x="44561" y="73528"/>
                            <a:pt x="44591" y="73619"/>
                            <a:pt x="44622" y="73710"/>
                          </a:cubicBezTo>
                          <a:cubicBezTo>
                            <a:pt x="44622" y="73832"/>
                            <a:pt x="44622" y="73923"/>
                            <a:pt x="44652" y="74044"/>
                          </a:cubicBezTo>
                          <a:cubicBezTo>
                            <a:pt x="44713" y="74257"/>
                            <a:pt x="44713" y="74500"/>
                            <a:pt x="44652" y="74713"/>
                          </a:cubicBezTo>
                          <a:cubicBezTo>
                            <a:pt x="44652" y="74804"/>
                            <a:pt x="44652" y="74896"/>
                            <a:pt x="44682" y="74987"/>
                          </a:cubicBezTo>
                          <a:cubicBezTo>
                            <a:pt x="44804" y="75412"/>
                            <a:pt x="44804" y="75899"/>
                            <a:pt x="44652" y="76324"/>
                          </a:cubicBezTo>
                          <a:cubicBezTo>
                            <a:pt x="44652" y="76385"/>
                            <a:pt x="44652" y="76446"/>
                            <a:pt x="44652" y="76506"/>
                          </a:cubicBezTo>
                          <a:cubicBezTo>
                            <a:pt x="44774" y="77206"/>
                            <a:pt x="44804" y="77874"/>
                            <a:pt x="44743" y="78543"/>
                          </a:cubicBezTo>
                          <a:cubicBezTo>
                            <a:pt x="44743" y="78725"/>
                            <a:pt x="44743" y="78908"/>
                            <a:pt x="44682" y="79090"/>
                          </a:cubicBezTo>
                          <a:cubicBezTo>
                            <a:pt x="44652" y="79333"/>
                            <a:pt x="44622" y="79546"/>
                            <a:pt x="44561" y="79759"/>
                          </a:cubicBezTo>
                          <a:cubicBezTo>
                            <a:pt x="44500" y="79880"/>
                            <a:pt x="44500" y="80032"/>
                            <a:pt x="44561" y="80154"/>
                          </a:cubicBezTo>
                          <a:cubicBezTo>
                            <a:pt x="44622" y="80367"/>
                            <a:pt x="44622" y="80579"/>
                            <a:pt x="44561" y="80762"/>
                          </a:cubicBezTo>
                          <a:cubicBezTo>
                            <a:pt x="44470" y="80944"/>
                            <a:pt x="44470" y="81157"/>
                            <a:pt x="44561" y="81370"/>
                          </a:cubicBezTo>
                          <a:cubicBezTo>
                            <a:pt x="44652" y="81613"/>
                            <a:pt x="44591" y="81886"/>
                            <a:pt x="44682" y="82160"/>
                          </a:cubicBezTo>
                          <a:cubicBezTo>
                            <a:pt x="44743" y="82282"/>
                            <a:pt x="44682" y="82434"/>
                            <a:pt x="44682" y="82555"/>
                          </a:cubicBezTo>
                          <a:cubicBezTo>
                            <a:pt x="44682" y="82677"/>
                            <a:pt x="44713" y="82798"/>
                            <a:pt x="44743" y="82890"/>
                          </a:cubicBezTo>
                          <a:cubicBezTo>
                            <a:pt x="44774" y="83011"/>
                            <a:pt x="44774" y="83133"/>
                            <a:pt x="44743" y="83224"/>
                          </a:cubicBezTo>
                          <a:cubicBezTo>
                            <a:pt x="44682" y="83376"/>
                            <a:pt x="44652" y="83528"/>
                            <a:pt x="44622" y="83680"/>
                          </a:cubicBezTo>
                          <a:cubicBezTo>
                            <a:pt x="44500" y="84197"/>
                            <a:pt x="44378" y="84713"/>
                            <a:pt x="44257" y="85200"/>
                          </a:cubicBezTo>
                          <a:cubicBezTo>
                            <a:pt x="44226" y="85291"/>
                            <a:pt x="44196" y="85382"/>
                            <a:pt x="44135" y="85443"/>
                          </a:cubicBezTo>
                          <a:cubicBezTo>
                            <a:pt x="43983" y="85534"/>
                            <a:pt x="43953" y="85747"/>
                            <a:pt x="44074" y="85868"/>
                          </a:cubicBezTo>
                          <a:cubicBezTo>
                            <a:pt x="44196" y="86111"/>
                            <a:pt x="44226" y="86385"/>
                            <a:pt x="44378" y="86628"/>
                          </a:cubicBezTo>
                          <a:cubicBezTo>
                            <a:pt x="44500" y="86841"/>
                            <a:pt x="44500" y="87084"/>
                            <a:pt x="44378" y="87297"/>
                          </a:cubicBezTo>
                          <a:cubicBezTo>
                            <a:pt x="44318" y="87388"/>
                            <a:pt x="44287" y="87540"/>
                            <a:pt x="44287" y="87662"/>
                          </a:cubicBezTo>
                          <a:cubicBezTo>
                            <a:pt x="44318" y="87814"/>
                            <a:pt x="44318" y="87935"/>
                            <a:pt x="44287" y="88057"/>
                          </a:cubicBezTo>
                          <a:cubicBezTo>
                            <a:pt x="44287" y="88239"/>
                            <a:pt x="44348" y="88391"/>
                            <a:pt x="44439" y="88513"/>
                          </a:cubicBezTo>
                          <a:lnTo>
                            <a:pt x="44622" y="88725"/>
                          </a:lnTo>
                          <a:cubicBezTo>
                            <a:pt x="44378" y="88725"/>
                            <a:pt x="44318" y="88725"/>
                            <a:pt x="44287" y="88938"/>
                          </a:cubicBezTo>
                          <a:cubicBezTo>
                            <a:pt x="44257" y="88999"/>
                            <a:pt x="44226" y="89060"/>
                            <a:pt x="44226" y="89121"/>
                          </a:cubicBezTo>
                          <a:cubicBezTo>
                            <a:pt x="44257" y="89333"/>
                            <a:pt x="44318" y="89577"/>
                            <a:pt x="44348" y="89789"/>
                          </a:cubicBezTo>
                          <a:cubicBezTo>
                            <a:pt x="44348" y="89850"/>
                            <a:pt x="44500" y="89881"/>
                            <a:pt x="44561" y="89850"/>
                          </a:cubicBezTo>
                          <a:cubicBezTo>
                            <a:pt x="44652" y="89789"/>
                            <a:pt x="44713" y="89668"/>
                            <a:pt x="44713" y="89577"/>
                          </a:cubicBezTo>
                          <a:cubicBezTo>
                            <a:pt x="44713" y="89425"/>
                            <a:pt x="44743" y="89273"/>
                            <a:pt x="44743" y="89090"/>
                          </a:cubicBezTo>
                          <a:cubicBezTo>
                            <a:pt x="44774" y="88969"/>
                            <a:pt x="44713" y="88817"/>
                            <a:pt x="44622" y="88725"/>
                          </a:cubicBezTo>
                          <a:cubicBezTo>
                            <a:pt x="44743" y="88756"/>
                            <a:pt x="44865" y="88725"/>
                            <a:pt x="44956" y="88665"/>
                          </a:cubicBezTo>
                          <a:cubicBezTo>
                            <a:pt x="45017" y="88634"/>
                            <a:pt x="45047" y="88634"/>
                            <a:pt x="45078" y="88756"/>
                          </a:cubicBezTo>
                          <a:cubicBezTo>
                            <a:pt x="45078" y="88817"/>
                            <a:pt x="45108" y="88877"/>
                            <a:pt x="45108" y="88938"/>
                          </a:cubicBezTo>
                          <a:cubicBezTo>
                            <a:pt x="45078" y="89242"/>
                            <a:pt x="45047" y="89516"/>
                            <a:pt x="45047" y="89820"/>
                          </a:cubicBezTo>
                          <a:cubicBezTo>
                            <a:pt x="45047" y="90093"/>
                            <a:pt x="45047" y="90397"/>
                            <a:pt x="44986" y="90671"/>
                          </a:cubicBezTo>
                          <a:cubicBezTo>
                            <a:pt x="44956" y="90762"/>
                            <a:pt x="44956" y="90853"/>
                            <a:pt x="45017" y="90944"/>
                          </a:cubicBezTo>
                          <a:cubicBezTo>
                            <a:pt x="45138" y="91157"/>
                            <a:pt x="45138" y="91461"/>
                            <a:pt x="44986" y="91704"/>
                          </a:cubicBezTo>
                          <a:cubicBezTo>
                            <a:pt x="44956" y="91735"/>
                            <a:pt x="44926" y="91765"/>
                            <a:pt x="44865" y="91735"/>
                          </a:cubicBezTo>
                          <a:cubicBezTo>
                            <a:pt x="44834" y="91704"/>
                            <a:pt x="44834" y="91704"/>
                            <a:pt x="44834" y="91704"/>
                          </a:cubicBezTo>
                          <a:cubicBezTo>
                            <a:pt x="44804" y="91613"/>
                            <a:pt x="44774" y="91552"/>
                            <a:pt x="44743" y="91461"/>
                          </a:cubicBezTo>
                          <a:cubicBezTo>
                            <a:pt x="44561" y="91461"/>
                            <a:pt x="44409" y="91552"/>
                            <a:pt x="44348" y="91735"/>
                          </a:cubicBezTo>
                          <a:cubicBezTo>
                            <a:pt x="44287" y="91947"/>
                            <a:pt x="44196" y="92160"/>
                            <a:pt x="44074" y="92343"/>
                          </a:cubicBezTo>
                          <a:cubicBezTo>
                            <a:pt x="44074" y="92373"/>
                            <a:pt x="44074" y="92434"/>
                            <a:pt x="44105" y="92464"/>
                          </a:cubicBezTo>
                          <a:cubicBezTo>
                            <a:pt x="44135" y="92495"/>
                            <a:pt x="44196" y="92495"/>
                            <a:pt x="44226" y="92495"/>
                          </a:cubicBezTo>
                          <a:cubicBezTo>
                            <a:pt x="44287" y="92464"/>
                            <a:pt x="44348" y="92403"/>
                            <a:pt x="44409" y="92403"/>
                          </a:cubicBezTo>
                          <a:cubicBezTo>
                            <a:pt x="44530" y="92403"/>
                            <a:pt x="44652" y="92434"/>
                            <a:pt x="44774" y="92464"/>
                          </a:cubicBezTo>
                          <a:cubicBezTo>
                            <a:pt x="44865" y="92525"/>
                            <a:pt x="44895" y="92616"/>
                            <a:pt x="44895" y="92677"/>
                          </a:cubicBezTo>
                          <a:cubicBezTo>
                            <a:pt x="44834" y="92859"/>
                            <a:pt x="44834" y="93042"/>
                            <a:pt x="44834" y="93224"/>
                          </a:cubicBezTo>
                          <a:lnTo>
                            <a:pt x="44834" y="93224"/>
                          </a:lnTo>
                          <a:lnTo>
                            <a:pt x="44834" y="93224"/>
                          </a:lnTo>
                          <a:lnTo>
                            <a:pt x="44865" y="93224"/>
                          </a:lnTo>
                          <a:cubicBezTo>
                            <a:pt x="44865" y="93254"/>
                            <a:pt x="44865" y="93254"/>
                            <a:pt x="44834" y="93224"/>
                          </a:cubicBezTo>
                          <a:lnTo>
                            <a:pt x="44804" y="93224"/>
                          </a:lnTo>
                          <a:lnTo>
                            <a:pt x="44804" y="93224"/>
                          </a:lnTo>
                          <a:cubicBezTo>
                            <a:pt x="44682" y="93254"/>
                            <a:pt x="44561" y="93285"/>
                            <a:pt x="44470" y="93376"/>
                          </a:cubicBezTo>
                          <a:cubicBezTo>
                            <a:pt x="44409" y="93437"/>
                            <a:pt x="44348" y="93498"/>
                            <a:pt x="44378" y="93589"/>
                          </a:cubicBezTo>
                          <a:cubicBezTo>
                            <a:pt x="44378" y="93680"/>
                            <a:pt x="44409" y="93771"/>
                            <a:pt x="44439" y="93862"/>
                          </a:cubicBezTo>
                          <a:cubicBezTo>
                            <a:pt x="44470" y="93923"/>
                            <a:pt x="44530" y="93954"/>
                            <a:pt x="44530" y="94014"/>
                          </a:cubicBezTo>
                          <a:cubicBezTo>
                            <a:pt x="44530" y="94075"/>
                            <a:pt x="44530" y="94197"/>
                            <a:pt x="44591" y="94257"/>
                          </a:cubicBezTo>
                          <a:cubicBezTo>
                            <a:pt x="44622" y="94288"/>
                            <a:pt x="44652" y="94318"/>
                            <a:pt x="44682" y="94349"/>
                          </a:cubicBezTo>
                          <a:lnTo>
                            <a:pt x="44682" y="94349"/>
                          </a:lnTo>
                          <a:lnTo>
                            <a:pt x="44682" y="94349"/>
                          </a:lnTo>
                          <a:lnTo>
                            <a:pt x="44682" y="94349"/>
                          </a:lnTo>
                          <a:lnTo>
                            <a:pt x="44682" y="94349"/>
                          </a:lnTo>
                          <a:cubicBezTo>
                            <a:pt x="44713" y="94440"/>
                            <a:pt x="44713" y="94501"/>
                            <a:pt x="44682" y="94561"/>
                          </a:cubicBezTo>
                          <a:cubicBezTo>
                            <a:pt x="44652" y="94744"/>
                            <a:pt x="44652" y="94744"/>
                            <a:pt x="44834" y="94835"/>
                          </a:cubicBezTo>
                          <a:cubicBezTo>
                            <a:pt x="44926" y="94896"/>
                            <a:pt x="45017" y="94987"/>
                            <a:pt x="45138" y="95048"/>
                          </a:cubicBezTo>
                          <a:lnTo>
                            <a:pt x="45138" y="95048"/>
                          </a:lnTo>
                          <a:lnTo>
                            <a:pt x="45138" y="95048"/>
                          </a:lnTo>
                          <a:cubicBezTo>
                            <a:pt x="45199" y="95200"/>
                            <a:pt x="45199" y="95200"/>
                            <a:pt x="45138" y="95291"/>
                          </a:cubicBezTo>
                          <a:lnTo>
                            <a:pt x="45138" y="95291"/>
                          </a:lnTo>
                          <a:lnTo>
                            <a:pt x="45138" y="95321"/>
                          </a:lnTo>
                          <a:lnTo>
                            <a:pt x="45138" y="95321"/>
                          </a:lnTo>
                          <a:cubicBezTo>
                            <a:pt x="45169" y="95534"/>
                            <a:pt x="45169" y="95777"/>
                            <a:pt x="45138" y="95990"/>
                          </a:cubicBezTo>
                          <a:cubicBezTo>
                            <a:pt x="45108" y="96081"/>
                            <a:pt x="45199" y="96142"/>
                            <a:pt x="45290" y="96142"/>
                          </a:cubicBezTo>
                          <a:cubicBezTo>
                            <a:pt x="45412" y="96142"/>
                            <a:pt x="45442" y="96112"/>
                            <a:pt x="45473" y="95990"/>
                          </a:cubicBezTo>
                          <a:cubicBezTo>
                            <a:pt x="45473" y="95808"/>
                            <a:pt x="45503" y="95656"/>
                            <a:pt x="45533" y="95504"/>
                          </a:cubicBezTo>
                          <a:lnTo>
                            <a:pt x="45533" y="95504"/>
                          </a:lnTo>
                          <a:lnTo>
                            <a:pt x="45503" y="95443"/>
                          </a:lnTo>
                          <a:lnTo>
                            <a:pt x="45564" y="95473"/>
                          </a:lnTo>
                          <a:lnTo>
                            <a:pt x="45564" y="95504"/>
                          </a:lnTo>
                          <a:cubicBezTo>
                            <a:pt x="45625" y="95564"/>
                            <a:pt x="45655" y="95656"/>
                            <a:pt x="45655" y="95716"/>
                          </a:cubicBezTo>
                          <a:cubicBezTo>
                            <a:pt x="45655" y="95808"/>
                            <a:pt x="45685" y="95899"/>
                            <a:pt x="45746" y="95960"/>
                          </a:cubicBezTo>
                          <a:cubicBezTo>
                            <a:pt x="45837" y="96051"/>
                            <a:pt x="45868" y="96112"/>
                            <a:pt x="45777" y="96203"/>
                          </a:cubicBezTo>
                          <a:cubicBezTo>
                            <a:pt x="45716" y="96294"/>
                            <a:pt x="45685" y="96355"/>
                            <a:pt x="45564" y="96355"/>
                          </a:cubicBezTo>
                          <a:cubicBezTo>
                            <a:pt x="45533" y="96355"/>
                            <a:pt x="45473" y="96355"/>
                            <a:pt x="45442" y="96355"/>
                          </a:cubicBezTo>
                          <a:cubicBezTo>
                            <a:pt x="45412" y="96355"/>
                            <a:pt x="45351" y="96385"/>
                            <a:pt x="45351" y="96446"/>
                          </a:cubicBezTo>
                          <a:cubicBezTo>
                            <a:pt x="45321" y="96476"/>
                            <a:pt x="45351" y="96537"/>
                            <a:pt x="45381" y="96537"/>
                          </a:cubicBezTo>
                          <a:cubicBezTo>
                            <a:pt x="45442" y="96568"/>
                            <a:pt x="45503" y="96598"/>
                            <a:pt x="45594" y="96598"/>
                          </a:cubicBezTo>
                          <a:cubicBezTo>
                            <a:pt x="45807" y="96598"/>
                            <a:pt x="45868" y="96780"/>
                            <a:pt x="45959" y="96932"/>
                          </a:cubicBezTo>
                          <a:cubicBezTo>
                            <a:pt x="45898" y="97054"/>
                            <a:pt x="45959" y="97145"/>
                            <a:pt x="46081" y="97206"/>
                          </a:cubicBezTo>
                          <a:cubicBezTo>
                            <a:pt x="46202" y="97297"/>
                            <a:pt x="46354" y="97419"/>
                            <a:pt x="46476" y="97510"/>
                          </a:cubicBezTo>
                          <a:lnTo>
                            <a:pt x="46537" y="97510"/>
                          </a:lnTo>
                          <a:lnTo>
                            <a:pt x="46537" y="97540"/>
                          </a:lnTo>
                          <a:lnTo>
                            <a:pt x="46506" y="97540"/>
                          </a:lnTo>
                          <a:cubicBezTo>
                            <a:pt x="46506" y="97571"/>
                            <a:pt x="46476" y="97571"/>
                            <a:pt x="46476" y="97540"/>
                          </a:cubicBezTo>
                          <a:cubicBezTo>
                            <a:pt x="46293" y="97571"/>
                            <a:pt x="46081" y="97540"/>
                            <a:pt x="45929" y="97449"/>
                          </a:cubicBezTo>
                          <a:cubicBezTo>
                            <a:pt x="45898" y="97419"/>
                            <a:pt x="45837" y="97419"/>
                            <a:pt x="45807" y="97419"/>
                          </a:cubicBezTo>
                          <a:cubicBezTo>
                            <a:pt x="45807" y="97419"/>
                            <a:pt x="45746" y="97419"/>
                            <a:pt x="45746" y="97449"/>
                          </a:cubicBezTo>
                          <a:cubicBezTo>
                            <a:pt x="45746" y="97449"/>
                            <a:pt x="45746" y="97540"/>
                            <a:pt x="45777" y="97571"/>
                          </a:cubicBezTo>
                          <a:cubicBezTo>
                            <a:pt x="46081" y="97753"/>
                            <a:pt x="46324" y="97966"/>
                            <a:pt x="46567" y="98209"/>
                          </a:cubicBezTo>
                          <a:cubicBezTo>
                            <a:pt x="46658" y="98270"/>
                            <a:pt x="46780" y="98361"/>
                            <a:pt x="46932" y="98391"/>
                          </a:cubicBezTo>
                          <a:cubicBezTo>
                            <a:pt x="46992" y="98391"/>
                            <a:pt x="47084" y="98391"/>
                            <a:pt x="47175" y="98391"/>
                          </a:cubicBezTo>
                          <a:cubicBezTo>
                            <a:pt x="47205" y="98330"/>
                            <a:pt x="47236" y="98270"/>
                            <a:pt x="47236" y="98239"/>
                          </a:cubicBezTo>
                          <a:cubicBezTo>
                            <a:pt x="47266" y="98209"/>
                            <a:pt x="47266" y="98209"/>
                            <a:pt x="47296" y="98179"/>
                          </a:cubicBezTo>
                          <a:cubicBezTo>
                            <a:pt x="47357" y="98179"/>
                            <a:pt x="47357" y="98209"/>
                            <a:pt x="47327" y="98270"/>
                          </a:cubicBezTo>
                          <a:cubicBezTo>
                            <a:pt x="47327" y="98300"/>
                            <a:pt x="47327" y="98361"/>
                            <a:pt x="47327" y="98391"/>
                          </a:cubicBezTo>
                          <a:lnTo>
                            <a:pt x="47448" y="98422"/>
                          </a:lnTo>
                          <a:cubicBezTo>
                            <a:pt x="47600" y="98452"/>
                            <a:pt x="47692" y="98513"/>
                            <a:pt x="47661" y="98695"/>
                          </a:cubicBezTo>
                          <a:cubicBezTo>
                            <a:pt x="47631" y="98726"/>
                            <a:pt x="47661" y="98786"/>
                            <a:pt x="47722" y="98786"/>
                          </a:cubicBezTo>
                          <a:cubicBezTo>
                            <a:pt x="47874" y="98847"/>
                            <a:pt x="47995" y="98938"/>
                            <a:pt x="48056" y="99090"/>
                          </a:cubicBezTo>
                          <a:cubicBezTo>
                            <a:pt x="48087" y="99182"/>
                            <a:pt x="48178" y="99212"/>
                            <a:pt x="48269" y="99212"/>
                          </a:cubicBezTo>
                          <a:cubicBezTo>
                            <a:pt x="48360" y="99121"/>
                            <a:pt x="48391" y="98999"/>
                            <a:pt x="48512" y="98938"/>
                          </a:cubicBezTo>
                          <a:cubicBezTo>
                            <a:pt x="48573" y="98908"/>
                            <a:pt x="48634" y="98938"/>
                            <a:pt x="48634" y="98969"/>
                          </a:cubicBezTo>
                          <a:cubicBezTo>
                            <a:pt x="48634" y="98999"/>
                            <a:pt x="48634" y="99060"/>
                            <a:pt x="48634" y="99090"/>
                          </a:cubicBezTo>
                          <a:cubicBezTo>
                            <a:pt x="48634" y="99182"/>
                            <a:pt x="48603" y="99273"/>
                            <a:pt x="48695" y="99334"/>
                          </a:cubicBezTo>
                          <a:cubicBezTo>
                            <a:pt x="48786" y="99394"/>
                            <a:pt x="48847" y="99425"/>
                            <a:pt x="48938" y="99425"/>
                          </a:cubicBezTo>
                          <a:cubicBezTo>
                            <a:pt x="48999" y="99425"/>
                            <a:pt x="49090" y="99425"/>
                            <a:pt x="49151" y="99425"/>
                          </a:cubicBezTo>
                          <a:lnTo>
                            <a:pt x="49394" y="99425"/>
                          </a:lnTo>
                          <a:cubicBezTo>
                            <a:pt x="49546" y="99425"/>
                            <a:pt x="49546" y="99425"/>
                            <a:pt x="49515" y="99212"/>
                          </a:cubicBezTo>
                          <a:lnTo>
                            <a:pt x="49485" y="99212"/>
                          </a:lnTo>
                          <a:cubicBezTo>
                            <a:pt x="49485" y="99212"/>
                            <a:pt x="49485" y="99212"/>
                            <a:pt x="49485" y="99182"/>
                          </a:cubicBezTo>
                          <a:lnTo>
                            <a:pt x="49454" y="99182"/>
                          </a:lnTo>
                          <a:cubicBezTo>
                            <a:pt x="49454" y="99151"/>
                            <a:pt x="49485" y="99182"/>
                            <a:pt x="49485" y="99182"/>
                          </a:cubicBezTo>
                          <a:cubicBezTo>
                            <a:pt x="49485" y="99212"/>
                            <a:pt x="49485" y="99182"/>
                            <a:pt x="49515" y="99182"/>
                          </a:cubicBezTo>
                          <a:lnTo>
                            <a:pt x="49515" y="99182"/>
                          </a:lnTo>
                          <a:lnTo>
                            <a:pt x="49880" y="99090"/>
                          </a:lnTo>
                          <a:cubicBezTo>
                            <a:pt x="49971" y="99060"/>
                            <a:pt x="50062" y="98999"/>
                            <a:pt x="50062" y="98878"/>
                          </a:cubicBezTo>
                          <a:cubicBezTo>
                            <a:pt x="50062" y="98847"/>
                            <a:pt x="50093" y="98817"/>
                            <a:pt x="50154" y="98847"/>
                          </a:cubicBezTo>
                          <a:cubicBezTo>
                            <a:pt x="50214" y="98847"/>
                            <a:pt x="50366" y="98908"/>
                            <a:pt x="50427" y="98878"/>
                          </a:cubicBezTo>
                          <a:cubicBezTo>
                            <a:pt x="50579" y="98786"/>
                            <a:pt x="50701" y="98665"/>
                            <a:pt x="50853" y="98574"/>
                          </a:cubicBezTo>
                          <a:lnTo>
                            <a:pt x="50853" y="98513"/>
                          </a:lnTo>
                          <a:cubicBezTo>
                            <a:pt x="50792" y="98422"/>
                            <a:pt x="50670" y="98452"/>
                            <a:pt x="50610" y="98422"/>
                          </a:cubicBezTo>
                          <a:cubicBezTo>
                            <a:pt x="50306" y="98300"/>
                            <a:pt x="50032" y="98179"/>
                            <a:pt x="49728" y="98057"/>
                          </a:cubicBezTo>
                          <a:cubicBezTo>
                            <a:pt x="49698" y="98027"/>
                            <a:pt x="49667" y="97996"/>
                            <a:pt x="49637" y="97966"/>
                          </a:cubicBezTo>
                          <a:cubicBezTo>
                            <a:pt x="49515" y="97814"/>
                            <a:pt x="49333" y="97723"/>
                            <a:pt x="49211" y="97540"/>
                          </a:cubicBezTo>
                          <a:cubicBezTo>
                            <a:pt x="49120" y="97479"/>
                            <a:pt x="49090" y="97358"/>
                            <a:pt x="49059" y="97267"/>
                          </a:cubicBezTo>
                          <a:cubicBezTo>
                            <a:pt x="49059" y="96993"/>
                            <a:pt x="48816" y="96811"/>
                            <a:pt x="48573" y="96811"/>
                          </a:cubicBezTo>
                          <a:lnTo>
                            <a:pt x="48330" y="96811"/>
                          </a:lnTo>
                          <a:lnTo>
                            <a:pt x="48330" y="96841"/>
                          </a:lnTo>
                          <a:lnTo>
                            <a:pt x="48299" y="96841"/>
                          </a:lnTo>
                          <a:cubicBezTo>
                            <a:pt x="48299" y="96902"/>
                            <a:pt x="48299" y="96993"/>
                            <a:pt x="48239" y="96993"/>
                          </a:cubicBezTo>
                          <a:cubicBezTo>
                            <a:pt x="48026" y="97115"/>
                            <a:pt x="48026" y="97297"/>
                            <a:pt x="47995" y="97510"/>
                          </a:cubicBezTo>
                          <a:cubicBezTo>
                            <a:pt x="48026" y="97540"/>
                            <a:pt x="48026" y="97540"/>
                            <a:pt x="47995" y="97571"/>
                          </a:cubicBezTo>
                          <a:cubicBezTo>
                            <a:pt x="47995" y="97601"/>
                            <a:pt x="47995" y="97601"/>
                            <a:pt x="47965" y="97601"/>
                          </a:cubicBezTo>
                          <a:cubicBezTo>
                            <a:pt x="47935" y="97601"/>
                            <a:pt x="47935" y="97571"/>
                            <a:pt x="47935" y="97571"/>
                          </a:cubicBezTo>
                          <a:cubicBezTo>
                            <a:pt x="47904" y="97479"/>
                            <a:pt x="47904" y="97388"/>
                            <a:pt x="47935" y="97297"/>
                          </a:cubicBezTo>
                          <a:cubicBezTo>
                            <a:pt x="47935" y="97084"/>
                            <a:pt x="48087" y="96902"/>
                            <a:pt x="48299" y="96841"/>
                          </a:cubicBezTo>
                          <a:lnTo>
                            <a:pt x="48299" y="96811"/>
                          </a:lnTo>
                          <a:lnTo>
                            <a:pt x="48330" y="96811"/>
                          </a:lnTo>
                          <a:cubicBezTo>
                            <a:pt x="48391" y="96689"/>
                            <a:pt x="48451" y="96568"/>
                            <a:pt x="48603" y="96628"/>
                          </a:cubicBezTo>
                          <a:cubicBezTo>
                            <a:pt x="48634" y="96628"/>
                            <a:pt x="48664" y="96628"/>
                            <a:pt x="48695" y="96628"/>
                          </a:cubicBezTo>
                          <a:cubicBezTo>
                            <a:pt x="48725" y="96628"/>
                            <a:pt x="48755" y="96598"/>
                            <a:pt x="48786" y="96568"/>
                          </a:cubicBezTo>
                          <a:cubicBezTo>
                            <a:pt x="48816" y="96537"/>
                            <a:pt x="48816" y="96507"/>
                            <a:pt x="48786" y="96446"/>
                          </a:cubicBezTo>
                          <a:cubicBezTo>
                            <a:pt x="48695" y="96324"/>
                            <a:pt x="48573" y="96172"/>
                            <a:pt x="48482" y="96020"/>
                          </a:cubicBezTo>
                          <a:cubicBezTo>
                            <a:pt x="48421" y="95838"/>
                            <a:pt x="48360" y="95686"/>
                            <a:pt x="48330" y="95504"/>
                          </a:cubicBezTo>
                          <a:cubicBezTo>
                            <a:pt x="48269" y="95321"/>
                            <a:pt x="48299" y="95139"/>
                            <a:pt x="48451" y="94987"/>
                          </a:cubicBezTo>
                          <a:cubicBezTo>
                            <a:pt x="48512" y="94926"/>
                            <a:pt x="48573" y="94865"/>
                            <a:pt x="48634" y="94805"/>
                          </a:cubicBezTo>
                          <a:cubicBezTo>
                            <a:pt x="48816" y="94683"/>
                            <a:pt x="48907" y="94470"/>
                            <a:pt x="48877" y="94288"/>
                          </a:cubicBezTo>
                          <a:cubicBezTo>
                            <a:pt x="48847" y="94106"/>
                            <a:pt x="48938" y="93923"/>
                            <a:pt x="49059" y="93802"/>
                          </a:cubicBezTo>
                          <a:cubicBezTo>
                            <a:pt x="49211" y="93650"/>
                            <a:pt x="49333" y="93498"/>
                            <a:pt x="49454" y="93315"/>
                          </a:cubicBezTo>
                          <a:cubicBezTo>
                            <a:pt x="49515" y="93224"/>
                            <a:pt x="49546" y="93133"/>
                            <a:pt x="49515" y="93011"/>
                          </a:cubicBezTo>
                          <a:cubicBezTo>
                            <a:pt x="49515" y="92950"/>
                            <a:pt x="49515" y="92859"/>
                            <a:pt x="49485" y="92798"/>
                          </a:cubicBezTo>
                          <a:cubicBezTo>
                            <a:pt x="49454" y="92616"/>
                            <a:pt x="49394" y="92464"/>
                            <a:pt x="49151" y="92434"/>
                          </a:cubicBezTo>
                          <a:cubicBezTo>
                            <a:pt x="49029" y="92434"/>
                            <a:pt x="48938" y="92403"/>
                            <a:pt x="48847" y="92312"/>
                          </a:cubicBezTo>
                          <a:cubicBezTo>
                            <a:pt x="48755" y="92221"/>
                            <a:pt x="48634" y="92160"/>
                            <a:pt x="48543" y="92069"/>
                          </a:cubicBezTo>
                          <a:cubicBezTo>
                            <a:pt x="48330" y="91917"/>
                            <a:pt x="48299" y="91583"/>
                            <a:pt x="48482" y="91400"/>
                          </a:cubicBezTo>
                          <a:cubicBezTo>
                            <a:pt x="48543" y="91309"/>
                            <a:pt x="48634" y="91218"/>
                            <a:pt x="48725" y="91157"/>
                          </a:cubicBezTo>
                          <a:cubicBezTo>
                            <a:pt x="48847" y="91096"/>
                            <a:pt x="48999" y="91036"/>
                            <a:pt x="49151" y="90975"/>
                          </a:cubicBezTo>
                          <a:cubicBezTo>
                            <a:pt x="49181" y="90975"/>
                            <a:pt x="49242" y="90914"/>
                            <a:pt x="49242" y="90884"/>
                          </a:cubicBezTo>
                          <a:cubicBezTo>
                            <a:pt x="49272" y="90701"/>
                            <a:pt x="49424" y="90519"/>
                            <a:pt x="49333" y="90306"/>
                          </a:cubicBezTo>
                          <a:cubicBezTo>
                            <a:pt x="49333" y="90245"/>
                            <a:pt x="49303" y="90184"/>
                            <a:pt x="49303" y="90093"/>
                          </a:cubicBezTo>
                          <a:cubicBezTo>
                            <a:pt x="49272" y="89911"/>
                            <a:pt x="49333" y="89729"/>
                            <a:pt x="49485" y="89607"/>
                          </a:cubicBezTo>
                          <a:cubicBezTo>
                            <a:pt x="49546" y="89516"/>
                            <a:pt x="49637" y="89425"/>
                            <a:pt x="49698" y="89333"/>
                          </a:cubicBezTo>
                          <a:lnTo>
                            <a:pt x="49698" y="89333"/>
                          </a:lnTo>
                          <a:lnTo>
                            <a:pt x="49698" y="89303"/>
                          </a:lnTo>
                          <a:cubicBezTo>
                            <a:pt x="49667" y="89303"/>
                            <a:pt x="49606" y="89303"/>
                            <a:pt x="49546" y="89273"/>
                          </a:cubicBezTo>
                          <a:cubicBezTo>
                            <a:pt x="49515" y="89273"/>
                            <a:pt x="49515" y="89212"/>
                            <a:pt x="49546" y="89181"/>
                          </a:cubicBezTo>
                          <a:cubicBezTo>
                            <a:pt x="49576" y="89151"/>
                            <a:pt x="49606" y="89151"/>
                            <a:pt x="49606" y="89181"/>
                          </a:cubicBezTo>
                          <a:cubicBezTo>
                            <a:pt x="49606" y="89181"/>
                            <a:pt x="49667" y="89273"/>
                            <a:pt x="49698" y="89303"/>
                          </a:cubicBezTo>
                          <a:lnTo>
                            <a:pt x="49728" y="89303"/>
                          </a:lnTo>
                          <a:lnTo>
                            <a:pt x="49728" y="89333"/>
                          </a:lnTo>
                          <a:cubicBezTo>
                            <a:pt x="49789" y="89333"/>
                            <a:pt x="49819" y="89333"/>
                            <a:pt x="49850" y="89333"/>
                          </a:cubicBezTo>
                          <a:cubicBezTo>
                            <a:pt x="50032" y="89333"/>
                            <a:pt x="50123" y="89212"/>
                            <a:pt x="50093" y="89060"/>
                          </a:cubicBezTo>
                          <a:cubicBezTo>
                            <a:pt x="50093" y="88969"/>
                            <a:pt x="50062" y="88847"/>
                            <a:pt x="50032" y="88756"/>
                          </a:cubicBezTo>
                          <a:cubicBezTo>
                            <a:pt x="50002" y="88695"/>
                            <a:pt x="49910" y="88665"/>
                            <a:pt x="49850" y="88665"/>
                          </a:cubicBezTo>
                          <a:lnTo>
                            <a:pt x="49728" y="88756"/>
                          </a:lnTo>
                          <a:cubicBezTo>
                            <a:pt x="49546" y="88847"/>
                            <a:pt x="49303" y="88725"/>
                            <a:pt x="49242" y="88513"/>
                          </a:cubicBezTo>
                          <a:cubicBezTo>
                            <a:pt x="49211" y="88391"/>
                            <a:pt x="49211" y="88239"/>
                            <a:pt x="49181" y="88118"/>
                          </a:cubicBezTo>
                          <a:cubicBezTo>
                            <a:pt x="49181" y="88087"/>
                            <a:pt x="49151" y="88026"/>
                            <a:pt x="49120" y="87996"/>
                          </a:cubicBezTo>
                          <a:cubicBezTo>
                            <a:pt x="49120" y="87966"/>
                            <a:pt x="49242" y="87814"/>
                            <a:pt x="49303" y="87844"/>
                          </a:cubicBezTo>
                          <a:cubicBezTo>
                            <a:pt x="49454" y="87905"/>
                            <a:pt x="49576" y="87935"/>
                            <a:pt x="49698" y="87996"/>
                          </a:cubicBezTo>
                          <a:cubicBezTo>
                            <a:pt x="49850" y="88087"/>
                            <a:pt x="50032" y="88148"/>
                            <a:pt x="50214" y="88087"/>
                          </a:cubicBezTo>
                          <a:cubicBezTo>
                            <a:pt x="50427" y="88057"/>
                            <a:pt x="50610" y="87905"/>
                            <a:pt x="50640" y="87692"/>
                          </a:cubicBezTo>
                          <a:cubicBezTo>
                            <a:pt x="50640" y="87570"/>
                            <a:pt x="50579" y="87418"/>
                            <a:pt x="50579" y="87297"/>
                          </a:cubicBezTo>
                          <a:cubicBezTo>
                            <a:pt x="50579" y="87145"/>
                            <a:pt x="50640" y="86993"/>
                            <a:pt x="50640" y="86811"/>
                          </a:cubicBezTo>
                          <a:cubicBezTo>
                            <a:pt x="50640" y="86811"/>
                            <a:pt x="50640" y="86780"/>
                            <a:pt x="50640" y="86750"/>
                          </a:cubicBezTo>
                          <a:cubicBezTo>
                            <a:pt x="50610" y="86750"/>
                            <a:pt x="50610" y="86659"/>
                            <a:pt x="50579" y="86628"/>
                          </a:cubicBezTo>
                          <a:cubicBezTo>
                            <a:pt x="50579" y="86476"/>
                            <a:pt x="50640" y="86385"/>
                            <a:pt x="50762" y="86415"/>
                          </a:cubicBezTo>
                          <a:cubicBezTo>
                            <a:pt x="51248" y="86537"/>
                            <a:pt x="51765" y="86507"/>
                            <a:pt x="52251" y="86294"/>
                          </a:cubicBezTo>
                          <a:cubicBezTo>
                            <a:pt x="52372" y="86263"/>
                            <a:pt x="52494" y="86203"/>
                            <a:pt x="52616" y="86172"/>
                          </a:cubicBezTo>
                          <a:cubicBezTo>
                            <a:pt x="52828" y="86111"/>
                            <a:pt x="53011" y="85929"/>
                            <a:pt x="53072" y="85686"/>
                          </a:cubicBezTo>
                          <a:cubicBezTo>
                            <a:pt x="53102" y="85534"/>
                            <a:pt x="53193" y="85412"/>
                            <a:pt x="53254" y="85260"/>
                          </a:cubicBezTo>
                          <a:cubicBezTo>
                            <a:pt x="53284" y="85169"/>
                            <a:pt x="53315" y="85078"/>
                            <a:pt x="53345" y="84987"/>
                          </a:cubicBezTo>
                          <a:cubicBezTo>
                            <a:pt x="53345" y="84896"/>
                            <a:pt x="53315" y="84774"/>
                            <a:pt x="53193" y="84713"/>
                          </a:cubicBezTo>
                          <a:cubicBezTo>
                            <a:pt x="53132" y="84683"/>
                            <a:pt x="53072" y="84652"/>
                            <a:pt x="53011" y="84622"/>
                          </a:cubicBezTo>
                          <a:cubicBezTo>
                            <a:pt x="52950" y="84592"/>
                            <a:pt x="52920" y="84501"/>
                            <a:pt x="52950" y="84440"/>
                          </a:cubicBezTo>
                          <a:cubicBezTo>
                            <a:pt x="52950" y="84379"/>
                            <a:pt x="52950" y="84318"/>
                            <a:pt x="52980" y="84227"/>
                          </a:cubicBezTo>
                          <a:cubicBezTo>
                            <a:pt x="53041" y="84075"/>
                            <a:pt x="52980" y="83923"/>
                            <a:pt x="52859" y="83832"/>
                          </a:cubicBezTo>
                          <a:cubicBezTo>
                            <a:pt x="52707" y="83680"/>
                            <a:pt x="52524" y="83619"/>
                            <a:pt x="52372" y="83467"/>
                          </a:cubicBezTo>
                          <a:lnTo>
                            <a:pt x="52342" y="83467"/>
                          </a:lnTo>
                          <a:cubicBezTo>
                            <a:pt x="52342" y="83467"/>
                            <a:pt x="52342" y="83437"/>
                            <a:pt x="52342" y="83437"/>
                          </a:cubicBezTo>
                          <a:lnTo>
                            <a:pt x="52312" y="83406"/>
                          </a:lnTo>
                          <a:cubicBezTo>
                            <a:pt x="52342" y="83406"/>
                            <a:pt x="52342" y="83406"/>
                            <a:pt x="52342" y="83406"/>
                          </a:cubicBezTo>
                          <a:lnTo>
                            <a:pt x="52342" y="83406"/>
                          </a:lnTo>
                          <a:lnTo>
                            <a:pt x="52372" y="83437"/>
                          </a:lnTo>
                          <a:lnTo>
                            <a:pt x="52372" y="83437"/>
                          </a:lnTo>
                          <a:cubicBezTo>
                            <a:pt x="52707" y="83437"/>
                            <a:pt x="53011" y="83528"/>
                            <a:pt x="53315" y="83649"/>
                          </a:cubicBezTo>
                          <a:cubicBezTo>
                            <a:pt x="53376" y="83680"/>
                            <a:pt x="53436" y="83710"/>
                            <a:pt x="53528" y="83710"/>
                          </a:cubicBezTo>
                          <a:lnTo>
                            <a:pt x="53923" y="83710"/>
                          </a:lnTo>
                          <a:cubicBezTo>
                            <a:pt x="54196" y="83680"/>
                            <a:pt x="54439" y="83558"/>
                            <a:pt x="54591" y="83345"/>
                          </a:cubicBezTo>
                          <a:cubicBezTo>
                            <a:pt x="54652" y="83163"/>
                            <a:pt x="54774" y="83011"/>
                            <a:pt x="54895" y="82859"/>
                          </a:cubicBezTo>
                          <a:cubicBezTo>
                            <a:pt x="55047" y="82738"/>
                            <a:pt x="55138" y="82555"/>
                            <a:pt x="55199" y="82342"/>
                          </a:cubicBezTo>
                          <a:cubicBezTo>
                            <a:pt x="55260" y="82130"/>
                            <a:pt x="55290" y="81917"/>
                            <a:pt x="55351" y="81704"/>
                          </a:cubicBezTo>
                          <a:lnTo>
                            <a:pt x="55351" y="81704"/>
                          </a:lnTo>
                          <a:lnTo>
                            <a:pt x="55351" y="81674"/>
                          </a:lnTo>
                          <a:lnTo>
                            <a:pt x="55351" y="81674"/>
                          </a:lnTo>
                          <a:cubicBezTo>
                            <a:pt x="55321" y="81491"/>
                            <a:pt x="55321" y="81400"/>
                            <a:pt x="55473" y="81309"/>
                          </a:cubicBezTo>
                          <a:cubicBezTo>
                            <a:pt x="55534" y="81279"/>
                            <a:pt x="55594" y="81279"/>
                            <a:pt x="55625" y="81279"/>
                          </a:cubicBezTo>
                          <a:cubicBezTo>
                            <a:pt x="55655" y="81096"/>
                            <a:pt x="55746" y="80944"/>
                            <a:pt x="55838" y="80792"/>
                          </a:cubicBezTo>
                          <a:cubicBezTo>
                            <a:pt x="55868" y="80762"/>
                            <a:pt x="55898" y="80731"/>
                            <a:pt x="55929" y="80731"/>
                          </a:cubicBezTo>
                          <a:cubicBezTo>
                            <a:pt x="55959" y="80731"/>
                            <a:pt x="55990" y="80762"/>
                            <a:pt x="56020" y="80823"/>
                          </a:cubicBezTo>
                          <a:cubicBezTo>
                            <a:pt x="56020" y="80883"/>
                            <a:pt x="56050" y="80944"/>
                            <a:pt x="56050" y="81005"/>
                          </a:cubicBezTo>
                          <a:cubicBezTo>
                            <a:pt x="56172" y="80975"/>
                            <a:pt x="56263" y="80883"/>
                            <a:pt x="56294" y="80792"/>
                          </a:cubicBezTo>
                          <a:cubicBezTo>
                            <a:pt x="56476" y="80336"/>
                            <a:pt x="56689" y="79911"/>
                            <a:pt x="56962" y="79516"/>
                          </a:cubicBezTo>
                          <a:cubicBezTo>
                            <a:pt x="57175" y="79272"/>
                            <a:pt x="57236" y="78908"/>
                            <a:pt x="57084" y="78634"/>
                          </a:cubicBezTo>
                          <a:cubicBezTo>
                            <a:pt x="57053" y="78573"/>
                            <a:pt x="57053" y="78543"/>
                            <a:pt x="57053" y="78482"/>
                          </a:cubicBezTo>
                          <a:cubicBezTo>
                            <a:pt x="56962" y="78117"/>
                            <a:pt x="57084" y="77692"/>
                            <a:pt x="57388" y="77449"/>
                          </a:cubicBezTo>
                          <a:cubicBezTo>
                            <a:pt x="57540" y="77327"/>
                            <a:pt x="57661" y="77206"/>
                            <a:pt x="57783" y="77084"/>
                          </a:cubicBezTo>
                          <a:cubicBezTo>
                            <a:pt x="57996" y="76871"/>
                            <a:pt x="58239" y="76689"/>
                            <a:pt x="58543" y="76628"/>
                          </a:cubicBezTo>
                          <a:cubicBezTo>
                            <a:pt x="58695" y="76567"/>
                            <a:pt x="58816" y="76506"/>
                            <a:pt x="58938" y="76385"/>
                          </a:cubicBezTo>
                          <a:cubicBezTo>
                            <a:pt x="59029" y="76294"/>
                            <a:pt x="59151" y="76233"/>
                            <a:pt x="59212" y="76081"/>
                          </a:cubicBezTo>
                          <a:cubicBezTo>
                            <a:pt x="59212" y="76051"/>
                            <a:pt x="59272" y="76020"/>
                            <a:pt x="59303" y="76020"/>
                          </a:cubicBezTo>
                          <a:cubicBezTo>
                            <a:pt x="59424" y="76051"/>
                            <a:pt x="59576" y="76051"/>
                            <a:pt x="59698" y="76020"/>
                          </a:cubicBezTo>
                          <a:cubicBezTo>
                            <a:pt x="59850" y="76020"/>
                            <a:pt x="59971" y="76020"/>
                            <a:pt x="60123" y="76020"/>
                          </a:cubicBezTo>
                          <a:cubicBezTo>
                            <a:pt x="60367" y="76051"/>
                            <a:pt x="60610" y="75959"/>
                            <a:pt x="60762" y="75747"/>
                          </a:cubicBezTo>
                          <a:cubicBezTo>
                            <a:pt x="60853" y="75655"/>
                            <a:pt x="61005" y="75625"/>
                            <a:pt x="61126" y="75534"/>
                          </a:cubicBezTo>
                          <a:cubicBezTo>
                            <a:pt x="61187" y="75473"/>
                            <a:pt x="61218" y="75382"/>
                            <a:pt x="61218" y="75291"/>
                          </a:cubicBezTo>
                          <a:cubicBezTo>
                            <a:pt x="61187" y="75169"/>
                            <a:pt x="61187" y="75047"/>
                            <a:pt x="61248" y="74956"/>
                          </a:cubicBezTo>
                          <a:cubicBezTo>
                            <a:pt x="61400" y="74744"/>
                            <a:pt x="61522" y="74470"/>
                            <a:pt x="61674" y="74257"/>
                          </a:cubicBezTo>
                          <a:cubicBezTo>
                            <a:pt x="61795" y="74075"/>
                            <a:pt x="61826" y="73892"/>
                            <a:pt x="61826" y="73680"/>
                          </a:cubicBezTo>
                          <a:cubicBezTo>
                            <a:pt x="61765" y="73528"/>
                            <a:pt x="61795" y="73345"/>
                            <a:pt x="61886" y="73224"/>
                          </a:cubicBezTo>
                          <a:cubicBezTo>
                            <a:pt x="62038" y="72950"/>
                            <a:pt x="62130" y="72677"/>
                            <a:pt x="62130" y="72373"/>
                          </a:cubicBezTo>
                          <a:cubicBezTo>
                            <a:pt x="62130" y="72008"/>
                            <a:pt x="62130" y="71643"/>
                            <a:pt x="62130" y="71278"/>
                          </a:cubicBezTo>
                          <a:lnTo>
                            <a:pt x="62130" y="70519"/>
                          </a:lnTo>
                          <a:cubicBezTo>
                            <a:pt x="62130" y="70397"/>
                            <a:pt x="62190" y="70306"/>
                            <a:pt x="62281" y="70245"/>
                          </a:cubicBezTo>
                          <a:cubicBezTo>
                            <a:pt x="62585" y="70093"/>
                            <a:pt x="62798" y="69850"/>
                            <a:pt x="62889" y="69546"/>
                          </a:cubicBezTo>
                          <a:cubicBezTo>
                            <a:pt x="62920" y="69485"/>
                            <a:pt x="62950" y="69424"/>
                            <a:pt x="62981" y="69364"/>
                          </a:cubicBezTo>
                          <a:cubicBezTo>
                            <a:pt x="63072" y="69151"/>
                            <a:pt x="63193" y="68999"/>
                            <a:pt x="63376" y="68877"/>
                          </a:cubicBezTo>
                          <a:cubicBezTo>
                            <a:pt x="63558" y="68695"/>
                            <a:pt x="63740" y="68512"/>
                            <a:pt x="63892" y="68330"/>
                          </a:cubicBezTo>
                          <a:cubicBezTo>
                            <a:pt x="64075" y="68148"/>
                            <a:pt x="64196" y="67935"/>
                            <a:pt x="64318" y="67722"/>
                          </a:cubicBezTo>
                          <a:cubicBezTo>
                            <a:pt x="64409" y="67418"/>
                            <a:pt x="64440" y="67084"/>
                            <a:pt x="64409" y="66780"/>
                          </a:cubicBezTo>
                          <a:cubicBezTo>
                            <a:pt x="64288" y="66506"/>
                            <a:pt x="64166" y="66202"/>
                            <a:pt x="64044" y="65898"/>
                          </a:cubicBezTo>
                          <a:close/>
                          <a:moveTo>
                            <a:pt x="46506" y="97631"/>
                          </a:moveTo>
                          <a:lnTo>
                            <a:pt x="46506" y="97601"/>
                          </a:lnTo>
                          <a:lnTo>
                            <a:pt x="46537" y="97601"/>
                          </a:lnTo>
                          <a:lnTo>
                            <a:pt x="46537" y="9763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37" name="Google Shape;517;p21">
                      <a:extLst>
                        <a:ext uri="{FF2B5EF4-FFF2-40B4-BE49-F238E27FC236}">
                          <a16:creationId xmlns:a16="http://schemas.microsoft.com/office/drawing/2014/main" id="{718B7A30-ED12-F7DB-D729-792CFEA2C7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25350" y="3155775"/>
                      <a:ext cx="25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31" extrusionOk="0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1" y="31"/>
                          </a:lnTo>
                          <a:lnTo>
                            <a:pt x="1" y="31"/>
                          </a:lnTo>
                          <a:cubicBezTo>
                            <a:pt x="1" y="31"/>
                            <a:pt x="1" y="0"/>
                            <a:pt x="1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38" name="Google Shape;518;p21">
                      <a:extLst>
                        <a:ext uri="{FF2B5EF4-FFF2-40B4-BE49-F238E27FC236}">
                          <a16:creationId xmlns:a16="http://schemas.microsoft.com/office/drawing/2014/main" id="{8F8B5221-D06F-0B73-4600-29238226C3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48175" y="2803950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0" y="0"/>
                          </a:move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39" name="Google Shape;519;p21">
                      <a:extLst>
                        <a:ext uri="{FF2B5EF4-FFF2-40B4-BE49-F238E27FC236}">
                          <a16:creationId xmlns:a16="http://schemas.microsoft.com/office/drawing/2014/main" id="{DBAE6EF5-3A60-9BAF-277E-823723305C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48625" y="2264425"/>
                      <a:ext cx="591975" cy="7606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679" h="30427" extrusionOk="0">
                          <a:moveTo>
                            <a:pt x="17752" y="21186"/>
                          </a:moveTo>
                          <a:cubicBezTo>
                            <a:pt x="17782" y="21156"/>
                            <a:pt x="17782" y="21095"/>
                            <a:pt x="17782" y="21034"/>
                          </a:cubicBezTo>
                          <a:cubicBezTo>
                            <a:pt x="17782" y="21004"/>
                            <a:pt x="17752" y="21004"/>
                            <a:pt x="17721" y="21004"/>
                          </a:cubicBezTo>
                          <a:cubicBezTo>
                            <a:pt x="17478" y="20913"/>
                            <a:pt x="17174" y="20973"/>
                            <a:pt x="16931" y="20821"/>
                          </a:cubicBezTo>
                          <a:cubicBezTo>
                            <a:pt x="16749" y="20700"/>
                            <a:pt x="16536" y="20700"/>
                            <a:pt x="16353" y="20791"/>
                          </a:cubicBezTo>
                          <a:lnTo>
                            <a:pt x="16232" y="20791"/>
                          </a:lnTo>
                          <a:cubicBezTo>
                            <a:pt x="16171" y="20791"/>
                            <a:pt x="16201" y="20761"/>
                            <a:pt x="16171" y="20730"/>
                          </a:cubicBezTo>
                          <a:cubicBezTo>
                            <a:pt x="16171" y="20700"/>
                            <a:pt x="16141" y="20639"/>
                            <a:pt x="16171" y="20609"/>
                          </a:cubicBezTo>
                          <a:cubicBezTo>
                            <a:pt x="16293" y="20578"/>
                            <a:pt x="16384" y="20548"/>
                            <a:pt x="16505" y="20517"/>
                          </a:cubicBezTo>
                          <a:cubicBezTo>
                            <a:pt x="16627" y="20457"/>
                            <a:pt x="16718" y="20335"/>
                            <a:pt x="16688" y="20183"/>
                          </a:cubicBezTo>
                          <a:cubicBezTo>
                            <a:pt x="16688" y="20062"/>
                            <a:pt x="16657" y="19910"/>
                            <a:pt x="16627" y="19818"/>
                          </a:cubicBezTo>
                          <a:cubicBezTo>
                            <a:pt x="16627" y="19758"/>
                            <a:pt x="16718" y="19666"/>
                            <a:pt x="16779" y="19666"/>
                          </a:cubicBezTo>
                          <a:cubicBezTo>
                            <a:pt x="16809" y="19697"/>
                            <a:pt x="16840" y="19697"/>
                            <a:pt x="16870" y="19758"/>
                          </a:cubicBezTo>
                          <a:cubicBezTo>
                            <a:pt x="16961" y="20001"/>
                            <a:pt x="17053" y="20274"/>
                            <a:pt x="17205" y="20517"/>
                          </a:cubicBezTo>
                          <a:cubicBezTo>
                            <a:pt x="17296" y="20669"/>
                            <a:pt x="17478" y="20761"/>
                            <a:pt x="17660" y="20761"/>
                          </a:cubicBezTo>
                          <a:cubicBezTo>
                            <a:pt x="17752" y="20730"/>
                            <a:pt x="17843" y="20730"/>
                            <a:pt x="17934" y="20761"/>
                          </a:cubicBezTo>
                          <a:cubicBezTo>
                            <a:pt x="18177" y="20761"/>
                            <a:pt x="18208" y="20761"/>
                            <a:pt x="18238" y="20517"/>
                          </a:cubicBezTo>
                          <a:cubicBezTo>
                            <a:pt x="18238" y="20274"/>
                            <a:pt x="18238" y="20092"/>
                            <a:pt x="18238" y="19910"/>
                          </a:cubicBezTo>
                          <a:cubicBezTo>
                            <a:pt x="18268" y="19697"/>
                            <a:pt x="18056" y="19514"/>
                            <a:pt x="18147" y="19302"/>
                          </a:cubicBezTo>
                          <a:cubicBezTo>
                            <a:pt x="18147" y="19271"/>
                            <a:pt x="18086" y="19210"/>
                            <a:pt x="18056" y="19150"/>
                          </a:cubicBezTo>
                          <a:cubicBezTo>
                            <a:pt x="17934" y="18876"/>
                            <a:pt x="17752" y="18663"/>
                            <a:pt x="17539" y="18511"/>
                          </a:cubicBezTo>
                          <a:cubicBezTo>
                            <a:pt x="17417" y="18451"/>
                            <a:pt x="17356" y="18390"/>
                            <a:pt x="17265" y="18299"/>
                          </a:cubicBezTo>
                          <a:cubicBezTo>
                            <a:pt x="17205" y="18268"/>
                            <a:pt x="17174" y="18207"/>
                            <a:pt x="17144" y="18147"/>
                          </a:cubicBezTo>
                          <a:cubicBezTo>
                            <a:pt x="17113" y="17995"/>
                            <a:pt x="17083" y="17843"/>
                            <a:pt x="17083" y="17691"/>
                          </a:cubicBezTo>
                          <a:cubicBezTo>
                            <a:pt x="17083" y="17630"/>
                            <a:pt x="17113" y="17599"/>
                            <a:pt x="17144" y="17569"/>
                          </a:cubicBezTo>
                          <a:cubicBezTo>
                            <a:pt x="17174" y="17569"/>
                            <a:pt x="17235" y="17569"/>
                            <a:pt x="17265" y="17599"/>
                          </a:cubicBezTo>
                          <a:cubicBezTo>
                            <a:pt x="17296" y="17630"/>
                            <a:pt x="17296" y="17721"/>
                            <a:pt x="17296" y="17782"/>
                          </a:cubicBezTo>
                          <a:cubicBezTo>
                            <a:pt x="17296" y="17995"/>
                            <a:pt x="17417" y="18238"/>
                            <a:pt x="17630" y="18359"/>
                          </a:cubicBezTo>
                          <a:cubicBezTo>
                            <a:pt x="17752" y="18420"/>
                            <a:pt x="17843" y="18572"/>
                            <a:pt x="17995" y="18603"/>
                          </a:cubicBezTo>
                          <a:cubicBezTo>
                            <a:pt x="18056" y="18603"/>
                            <a:pt x="18147" y="18603"/>
                            <a:pt x="18177" y="18542"/>
                          </a:cubicBezTo>
                          <a:cubicBezTo>
                            <a:pt x="18147" y="18420"/>
                            <a:pt x="18177" y="18299"/>
                            <a:pt x="18268" y="18207"/>
                          </a:cubicBezTo>
                          <a:cubicBezTo>
                            <a:pt x="18208" y="18086"/>
                            <a:pt x="18299" y="18025"/>
                            <a:pt x="18360" y="17903"/>
                          </a:cubicBezTo>
                          <a:cubicBezTo>
                            <a:pt x="18390" y="17843"/>
                            <a:pt x="18360" y="17721"/>
                            <a:pt x="18299" y="17660"/>
                          </a:cubicBezTo>
                          <a:cubicBezTo>
                            <a:pt x="18147" y="17569"/>
                            <a:pt x="17995" y="17478"/>
                            <a:pt x="17843" y="17356"/>
                          </a:cubicBezTo>
                          <a:cubicBezTo>
                            <a:pt x="17812" y="17296"/>
                            <a:pt x="17812" y="17265"/>
                            <a:pt x="17812" y="17204"/>
                          </a:cubicBezTo>
                          <a:lnTo>
                            <a:pt x="17782" y="17204"/>
                          </a:lnTo>
                          <a:lnTo>
                            <a:pt x="17752" y="17204"/>
                          </a:lnTo>
                          <a:cubicBezTo>
                            <a:pt x="17630" y="17174"/>
                            <a:pt x="17478" y="17113"/>
                            <a:pt x="17387" y="17022"/>
                          </a:cubicBezTo>
                          <a:lnTo>
                            <a:pt x="17387" y="16961"/>
                          </a:lnTo>
                          <a:cubicBezTo>
                            <a:pt x="17387" y="16961"/>
                            <a:pt x="17417" y="16961"/>
                            <a:pt x="17448" y="16931"/>
                          </a:cubicBezTo>
                          <a:cubicBezTo>
                            <a:pt x="17478" y="16931"/>
                            <a:pt x="17539" y="16931"/>
                            <a:pt x="17569" y="16961"/>
                          </a:cubicBezTo>
                          <a:cubicBezTo>
                            <a:pt x="17600" y="16992"/>
                            <a:pt x="17691" y="17113"/>
                            <a:pt x="17752" y="17204"/>
                          </a:cubicBezTo>
                          <a:lnTo>
                            <a:pt x="17843" y="17204"/>
                          </a:lnTo>
                          <a:lnTo>
                            <a:pt x="17843" y="17235"/>
                          </a:lnTo>
                          <a:cubicBezTo>
                            <a:pt x="17843" y="17235"/>
                            <a:pt x="17934" y="17265"/>
                            <a:pt x="17995" y="17296"/>
                          </a:cubicBezTo>
                          <a:cubicBezTo>
                            <a:pt x="18116" y="17387"/>
                            <a:pt x="18299" y="17387"/>
                            <a:pt x="18451" y="17296"/>
                          </a:cubicBezTo>
                          <a:cubicBezTo>
                            <a:pt x="18603" y="17204"/>
                            <a:pt x="18755" y="17144"/>
                            <a:pt x="18937" y="17144"/>
                          </a:cubicBezTo>
                          <a:cubicBezTo>
                            <a:pt x="18998" y="17113"/>
                            <a:pt x="19059" y="17052"/>
                            <a:pt x="19089" y="16992"/>
                          </a:cubicBezTo>
                          <a:cubicBezTo>
                            <a:pt x="19119" y="16931"/>
                            <a:pt x="19150" y="16840"/>
                            <a:pt x="19180" y="16748"/>
                          </a:cubicBezTo>
                          <a:cubicBezTo>
                            <a:pt x="19211" y="16657"/>
                            <a:pt x="19150" y="16566"/>
                            <a:pt x="19059" y="16536"/>
                          </a:cubicBezTo>
                          <a:cubicBezTo>
                            <a:pt x="18876" y="16475"/>
                            <a:pt x="18724" y="16414"/>
                            <a:pt x="18572" y="16323"/>
                          </a:cubicBezTo>
                          <a:cubicBezTo>
                            <a:pt x="18572" y="16292"/>
                            <a:pt x="18572" y="16262"/>
                            <a:pt x="18572" y="16232"/>
                          </a:cubicBezTo>
                          <a:cubicBezTo>
                            <a:pt x="18572" y="16201"/>
                            <a:pt x="18633" y="16171"/>
                            <a:pt x="18694" y="16201"/>
                          </a:cubicBezTo>
                          <a:cubicBezTo>
                            <a:pt x="18876" y="16323"/>
                            <a:pt x="19089" y="16384"/>
                            <a:pt x="19302" y="16201"/>
                          </a:cubicBezTo>
                          <a:cubicBezTo>
                            <a:pt x="19332" y="16171"/>
                            <a:pt x="19423" y="16201"/>
                            <a:pt x="19515" y="16171"/>
                          </a:cubicBezTo>
                          <a:cubicBezTo>
                            <a:pt x="19727" y="16140"/>
                            <a:pt x="19849" y="15837"/>
                            <a:pt x="19697" y="15654"/>
                          </a:cubicBezTo>
                          <a:cubicBezTo>
                            <a:pt x="19575" y="15563"/>
                            <a:pt x="19515" y="15441"/>
                            <a:pt x="19484" y="15320"/>
                          </a:cubicBezTo>
                          <a:cubicBezTo>
                            <a:pt x="19484" y="15259"/>
                            <a:pt x="19423" y="15198"/>
                            <a:pt x="19393" y="15168"/>
                          </a:cubicBezTo>
                          <a:cubicBezTo>
                            <a:pt x="19332" y="15137"/>
                            <a:pt x="19302" y="15107"/>
                            <a:pt x="19332" y="15046"/>
                          </a:cubicBezTo>
                          <a:cubicBezTo>
                            <a:pt x="19363" y="14985"/>
                            <a:pt x="19393" y="14985"/>
                            <a:pt x="19454" y="15016"/>
                          </a:cubicBezTo>
                          <a:cubicBezTo>
                            <a:pt x="19515" y="15016"/>
                            <a:pt x="19575" y="15016"/>
                            <a:pt x="19636" y="15016"/>
                          </a:cubicBezTo>
                          <a:cubicBezTo>
                            <a:pt x="19727" y="14955"/>
                            <a:pt x="19758" y="14864"/>
                            <a:pt x="19758" y="14773"/>
                          </a:cubicBezTo>
                          <a:cubicBezTo>
                            <a:pt x="19758" y="14621"/>
                            <a:pt x="19819" y="14469"/>
                            <a:pt x="19819" y="14317"/>
                          </a:cubicBezTo>
                          <a:cubicBezTo>
                            <a:pt x="19819" y="14195"/>
                            <a:pt x="19758" y="14074"/>
                            <a:pt x="19697" y="14013"/>
                          </a:cubicBezTo>
                          <a:cubicBezTo>
                            <a:pt x="19545" y="13891"/>
                            <a:pt x="19667" y="13830"/>
                            <a:pt x="19727" y="13739"/>
                          </a:cubicBezTo>
                          <a:cubicBezTo>
                            <a:pt x="19758" y="13678"/>
                            <a:pt x="19758" y="13618"/>
                            <a:pt x="19697" y="13557"/>
                          </a:cubicBezTo>
                          <a:cubicBezTo>
                            <a:pt x="19575" y="13496"/>
                            <a:pt x="19423" y="13526"/>
                            <a:pt x="19332" y="13405"/>
                          </a:cubicBezTo>
                          <a:cubicBezTo>
                            <a:pt x="19302" y="13405"/>
                            <a:pt x="19271" y="13405"/>
                            <a:pt x="19241" y="13374"/>
                          </a:cubicBezTo>
                          <a:cubicBezTo>
                            <a:pt x="19150" y="13344"/>
                            <a:pt x="19089" y="13283"/>
                            <a:pt x="19089" y="13192"/>
                          </a:cubicBezTo>
                          <a:cubicBezTo>
                            <a:pt x="19089" y="13101"/>
                            <a:pt x="19119" y="13040"/>
                            <a:pt x="19180" y="12979"/>
                          </a:cubicBezTo>
                          <a:lnTo>
                            <a:pt x="19332" y="13131"/>
                          </a:lnTo>
                          <a:lnTo>
                            <a:pt x="19332" y="13131"/>
                          </a:lnTo>
                          <a:lnTo>
                            <a:pt x="19332" y="13101"/>
                          </a:lnTo>
                          <a:lnTo>
                            <a:pt x="19211" y="12949"/>
                          </a:lnTo>
                          <a:lnTo>
                            <a:pt x="19180" y="12949"/>
                          </a:lnTo>
                          <a:lnTo>
                            <a:pt x="19515" y="12615"/>
                          </a:lnTo>
                          <a:cubicBezTo>
                            <a:pt x="19606" y="12584"/>
                            <a:pt x="19697" y="12584"/>
                            <a:pt x="19788" y="12615"/>
                          </a:cubicBezTo>
                          <a:cubicBezTo>
                            <a:pt x="19788" y="12615"/>
                            <a:pt x="19819" y="12645"/>
                            <a:pt x="19819" y="12645"/>
                          </a:cubicBezTo>
                          <a:cubicBezTo>
                            <a:pt x="19971" y="12797"/>
                            <a:pt x="20153" y="12919"/>
                            <a:pt x="20092" y="13162"/>
                          </a:cubicBezTo>
                          <a:cubicBezTo>
                            <a:pt x="20092" y="13374"/>
                            <a:pt x="20123" y="13557"/>
                            <a:pt x="20183" y="13770"/>
                          </a:cubicBezTo>
                          <a:lnTo>
                            <a:pt x="20244" y="13770"/>
                          </a:lnTo>
                          <a:cubicBezTo>
                            <a:pt x="20274" y="13678"/>
                            <a:pt x="20274" y="13618"/>
                            <a:pt x="20274" y="13557"/>
                          </a:cubicBezTo>
                          <a:cubicBezTo>
                            <a:pt x="20244" y="13314"/>
                            <a:pt x="20305" y="13071"/>
                            <a:pt x="20426" y="12858"/>
                          </a:cubicBezTo>
                          <a:cubicBezTo>
                            <a:pt x="20548" y="12675"/>
                            <a:pt x="20578" y="12463"/>
                            <a:pt x="20578" y="12250"/>
                          </a:cubicBezTo>
                          <a:cubicBezTo>
                            <a:pt x="20548" y="12128"/>
                            <a:pt x="20487" y="12037"/>
                            <a:pt x="20396" y="12007"/>
                          </a:cubicBezTo>
                          <a:cubicBezTo>
                            <a:pt x="20305" y="11976"/>
                            <a:pt x="20214" y="11976"/>
                            <a:pt x="20123" y="11946"/>
                          </a:cubicBezTo>
                          <a:cubicBezTo>
                            <a:pt x="20062" y="11916"/>
                            <a:pt x="20001" y="11885"/>
                            <a:pt x="19940" y="11824"/>
                          </a:cubicBezTo>
                          <a:cubicBezTo>
                            <a:pt x="19940" y="11824"/>
                            <a:pt x="19940" y="11794"/>
                            <a:pt x="19940" y="11764"/>
                          </a:cubicBezTo>
                          <a:cubicBezTo>
                            <a:pt x="19940" y="11733"/>
                            <a:pt x="19971" y="11703"/>
                            <a:pt x="20001" y="11703"/>
                          </a:cubicBezTo>
                          <a:cubicBezTo>
                            <a:pt x="20274" y="11642"/>
                            <a:pt x="20305" y="11612"/>
                            <a:pt x="20183" y="11429"/>
                          </a:cubicBezTo>
                          <a:cubicBezTo>
                            <a:pt x="20153" y="11308"/>
                            <a:pt x="20062" y="11216"/>
                            <a:pt x="19971" y="11156"/>
                          </a:cubicBezTo>
                          <a:cubicBezTo>
                            <a:pt x="19910" y="11095"/>
                            <a:pt x="19849" y="11034"/>
                            <a:pt x="19788" y="10973"/>
                          </a:cubicBezTo>
                          <a:cubicBezTo>
                            <a:pt x="19788" y="10973"/>
                            <a:pt x="19788" y="10912"/>
                            <a:pt x="19819" y="10912"/>
                          </a:cubicBezTo>
                          <a:cubicBezTo>
                            <a:pt x="19849" y="10882"/>
                            <a:pt x="19849" y="10882"/>
                            <a:pt x="19879" y="10882"/>
                          </a:cubicBezTo>
                          <a:cubicBezTo>
                            <a:pt x="20062" y="10973"/>
                            <a:pt x="20183" y="10882"/>
                            <a:pt x="20214" y="10700"/>
                          </a:cubicBezTo>
                          <a:cubicBezTo>
                            <a:pt x="20335" y="10487"/>
                            <a:pt x="20396" y="10244"/>
                            <a:pt x="20457" y="10001"/>
                          </a:cubicBezTo>
                          <a:cubicBezTo>
                            <a:pt x="20457" y="9393"/>
                            <a:pt x="20700" y="8815"/>
                            <a:pt x="21095" y="8390"/>
                          </a:cubicBezTo>
                          <a:cubicBezTo>
                            <a:pt x="21217" y="8238"/>
                            <a:pt x="21308" y="8086"/>
                            <a:pt x="21430" y="7934"/>
                          </a:cubicBezTo>
                          <a:cubicBezTo>
                            <a:pt x="21460" y="7873"/>
                            <a:pt x="21460" y="7812"/>
                            <a:pt x="21460" y="7751"/>
                          </a:cubicBezTo>
                          <a:cubicBezTo>
                            <a:pt x="21399" y="7599"/>
                            <a:pt x="21430" y="7569"/>
                            <a:pt x="21581" y="7539"/>
                          </a:cubicBezTo>
                          <a:cubicBezTo>
                            <a:pt x="21764" y="7508"/>
                            <a:pt x="21916" y="7387"/>
                            <a:pt x="22007" y="7235"/>
                          </a:cubicBezTo>
                          <a:cubicBezTo>
                            <a:pt x="22037" y="7143"/>
                            <a:pt x="22007" y="7052"/>
                            <a:pt x="21916" y="6991"/>
                          </a:cubicBezTo>
                          <a:cubicBezTo>
                            <a:pt x="21855" y="6961"/>
                            <a:pt x="21794" y="6961"/>
                            <a:pt x="21733" y="6931"/>
                          </a:cubicBezTo>
                          <a:cubicBezTo>
                            <a:pt x="21642" y="6931"/>
                            <a:pt x="21551" y="6931"/>
                            <a:pt x="21460" y="6900"/>
                          </a:cubicBezTo>
                          <a:cubicBezTo>
                            <a:pt x="21460" y="6900"/>
                            <a:pt x="21430" y="6870"/>
                            <a:pt x="21430" y="6870"/>
                          </a:cubicBezTo>
                          <a:cubicBezTo>
                            <a:pt x="21430" y="6839"/>
                            <a:pt x="21460" y="6779"/>
                            <a:pt x="21490" y="6748"/>
                          </a:cubicBezTo>
                          <a:cubicBezTo>
                            <a:pt x="21612" y="6718"/>
                            <a:pt x="21733" y="6718"/>
                            <a:pt x="21825" y="6779"/>
                          </a:cubicBezTo>
                          <a:cubicBezTo>
                            <a:pt x="22007" y="6870"/>
                            <a:pt x="22189" y="6839"/>
                            <a:pt x="22341" y="6748"/>
                          </a:cubicBezTo>
                          <a:cubicBezTo>
                            <a:pt x="22402" y="6718"/>
                            <a:pt x="22493" y="6687"/>
                            <a:pt x="22524" y="6657"/>
                          </a:cubicBezTo>
                          <a:cubicBezTo>
                            <a:pt x="22585" y="6627"/>
                            <a:pt x="22615" y="6535"/>
                            <a:pt x="22615" y="6475"/>
                          </a:cubicBezTo>
                          <a:cubicBezTo>
                            <a:pt x="22615" y="6414"/>
                            <a:pt x="22585" y="6384"/>
                            <a:pt x="22585" y="6353"/>
                          </a:cubicBezTo>
                          <a:cubicBezTo>
                            <a:pt x="22585" y="6292"/>
                            <a:pt x="22615" y="6201"/>
                            <a:pt x="22706" y="6201"/>
                          </a:cubicBezTo>
                          <a:cubicBezTo>
                            <a:pt x="22858" y="6232"/>
                            <a:pt x="23010" y="6201"/>
                            <a:pt x="23132" y="6080"/>
                          </a:cubicBezTo>
                          <a:cubicBezTo>
                            <a:pt x="23192" y="5988"/>
                            <a:pt x="23253" y="5928"/>
                            <a:pt x="23344" y="5897"/>
                          </a:cubicBezTo>
                          <a:cubicBezTo>
                            <a:pt x="23679" y="5654"/>
                            <a:pt x="23679" y="5502"/>
                            <a:pt x="23405" y="5168"/>
                          </a:cubicBezTo>
                          <a:lnTo>
                            <a:pt x="23314" y="5046"/>
                          </a:lnTo>
                          <a:cubicBezTo>
                            <a:pt x="23071" y="4773"/>
                            <a:pt x="22676" y="4590"/>
                            <a:pt x="22281" y="4621"/>
                          </a:cubicBezTo>
                          <a:cubicBezTo>
                            <a:pt x="22068" y="4621"/>
                            <a:pt x="21855" y="4651"/>
                            <a:pt x="21642" y="4742"/>
                          </a:cubicBezTo>
                          <a:cubicBezTo>
                            <a:pt x="21581" y="4742"/>
                            <a:pt x="21551" y="4803"/>
                            <a:pt x="21551" y="4833"/>
                          </a:cubicBezTo>
                          <a:cubicBezTo>
                            <a:pt x="21521" y="4894"/>
                            <a:pt x="21490" y="4985"/>
                            <a:pt x="21490" y="5046"/>
                          </a:cubicBezTo>
                          <a:cubicBezTo>
                            <a:pt x="21460" y="5107"/>
                            <a:pt x="21369" y="5137"/>
                            <a:pt x="21247" y="5137"/>
                          </a:cubicBezTo>
                          <a:cubicBezTo>
                            <a:pt x="21156" y="5107"/>
                            <a:pt x="21095" y="5077"/>
                            <a:pt x="21004" y="5016"/>
                          </a:cubicBezTo>
                          <a:cubicBezTo>
                            <a:pt x="20974" y="4955"/>
                            <a:pt x="20882" y="4955"/>
                            <a:pt x="20852" y="5046"/>
                          </a:cubicBezTo>
                          <a:cubicBezTo>
                            <a:pt x="20639" y="5380"/>
                            <a:pt x="20274" y="5624"/>
                            <a:pt x="19879" y="5715"/>
                          </a:cubicBezTo>
                          <a:cubicBezTo>
                            <a:pt x="19667" y="5776"/>
                            <a:pt x="19454" y="5867"/>
                            <a:pt x="19271" y="5988"/>
                          </a:cubicBezTo>
                          <a:cubicBezTo>
                            <a:pt x="19271" y="5988"/>
                            <a:pt x="19271" y="5988"/>
                            <a:pt x="19271" y="5988"/>
                          </a:cubicBezTo>
                          <a:cubicBezTo>
                            <a:pt x="19211" y="6049"/>
                            <a:pt x="19180" y="6080"/>
                            <a:pt x="19119" y="6140"/>
                          </a:cubicBezTo>
                          <a:lnTo>
                            <a:pt x="18998" y="6262"/>
                          </a:lnTo>
                          <a:lnTo>
                            <a:pt x="18937" y="6292"/>
                          </a:lnTo>
                          <a:lnTo>
                            <a:pt x="18967" y="6262"/>
                          </a:lnTo>
                          <a:lnTo>
                            <a:pt x="19119" y="6110"/>
                          </a:lnTo>
                          <a:lnTo>
                            <a:pt x="19241" y="5988"/>
                          </a:lnTo>
                          <a:lnTo>
                            <a:pt x="19271" y="5988"/>
                          </a:lnTo>
                          <a:cubicBezTo>
                            <a:pt x="19271" y="5928"/>
                            <a:pt x="19302" y="5867"/>
                            <a:pt x="19332" y="5806"/>
                          </a:cubicBezTo>
                          <a:cubicBezTo>
                            <a:pt x="19454" y="5624"/>
                            <a:pt x="19636" y="5502"/>
                            <a:pt x="19849" y="5411"/>
                          </a:cubicBezTo>
                          <a:cubicBezTo>
                            <a:pt x="20092" y="5320"/>
                            <a:pt x="20274" y="5137"/>
                            <a:pt x="20366" y="4894"/>
                          </a:cubicBezTo>
                          <a:cubicBezTo>
                            <a:pt x="20366" y="4833"/>
                            <a:pt x="20396" y="4773"/>
                            <a:pt x="20426" y="4712"/>
                          </a:cubicBezTo>
                          <a:cubicBezTo>
                            <a:pt x="20639" y="4165"/>
                            <a:pt x="20396" y="4043"/>
                            <a:pt x="19971" y="4104"/>
                          </a:cubicBezTo>
                          <a:cubicBezTo>
                            <a:pt x="19971" y="4104"/>
                            <a:pt x="19940" y="4104"/>
                            <a:pt x="19910" y="4104"/>
                          </a:cubicBezTo>
                          <a:cubicBezTo>
                            <a:pt x="19879" y="4134"/>
                            <a:pt x="19819" y="4134"/>
                            <a:pt x="19819" y="4165"/>
                          </a:cubicBezTo>
                          <a:cubicBezTo>
                            <a:pt x="19758" y="4286"/>
                            <a:pt x="19727" y="4408"/>
                            <a:pt x="19697" y="4499"/>
                          </a:cubicBezTo>
                          <a:cubicBezTo>
                            <a:pt x="19636" y="4621"/>
                            <a:pt x="19515" y="4712"/>
                            <a:pt x="19393" y="4712"/>
                          </a:cubicBezTo>
                          <a:cubicBezTo>
                            <a:pt x="19363" y="4712"/>
                            <a:pt x="19332" y="4712"/>
                            <a:pt x="19302" y="4712"/>
                          </a:cubicBezTo>
                          <a:cubicBezTo>
                            <a:pt x="19089" y="4651"/>
                            <a:pt x="18815" y="4651"/>
                            <a:pt x="18572" y="4681"/>
                          </a:cubicBezTo>
                          <a:cubicBezTo>
                            <a:pt x="18572" y="4681"/>
                            <a:pt x="18542" y="4651"/>
                            <a:pt x="18542" y="4651"/>
                          </a:cubicBezTo>
                          <a:cubicBezTo>
                            <a:pt x="18542" y="4621"/>
                            <a:pt x="18542" y="4590"/>
                            <a:pt x="18572" y="4590"/>
                          </a:cubicBezTo>
                          <a:cubicBezTo>
                            <a:pt x="18694" y="4529"/>
                            <a:pt x="18815" y="4499"/>
                            <a:pt x="18937" y="4438"/>
                          </a:cubicBezTo>
                          <a:cubicBezTo>
                            <a:pt x="19059" y="4408"/>
                            <a:pt x="19150" y="4317"/>
                            <a:pt x="19180" y="4195"/>
                          </a:cubicBezTo>
                          <a:cubicBezTo>
                            <a:pt x="19180" y="4134"/>
                            <a:pt x="19150" y="3982"/>
                            <a:pt x="19059" y="3982"/>
                          </a:cubicBezTo>
                          <a:lnTo>
                            <a:pt x="18603" y="3861"/>
                          </a:lnTo>
                          <a:cubicBezTo>
                            <a:pt x="18086" y="3709"/>
                            <a:pt x="17508" y="3769"/>
                            <a:pt x="17022" y="4013"/>
                          </a:cubicBezTo>
                          <a:cubicBezTo>
                            <a:pt x="16931" y="4043"/>
                            <a:pt x="16840" y="4073"/>
                            <a:pt x="16749" y="4104"/>
                          </a:cubicBezTo>
                          <a:cubicBezTo>
                            <a:pt x="16627" y="4165"/>
                            <a:pt x="16505" y="4195"/>
                            <a:pt x="16384" y="4225"/>
                          </a:cubicBezTo>
                          <a:cubicBezTo>
                            <a:pt x="16353" y="4225"/>
                            <a:pt x="16323" y="4195"/>
                            <a:pt x="16293" y="4165"/>
                          </a:cubicBezTo>
                          <a:cubicBezTo>
                            <a:pt x="16293" y="4134"/>
                            <a:pt x="16293" y="4134"/>
                            <a:pt x="16293" y="4104"/>
                          </a:cubicBezTo>
                          <a:cubicBezTo>
                            <a:pt x="16384" y="4043"/>
                            <a:pt x="16445" y="4013"/>
                            <a:pt x="16536" y="3982"/>
                          </a:cubicBezTo>
                          <a:cubicBezTo>
                            <a:pt x="16779" y="3891"/>
                            <a:pt x="17022" y="3800"/>
                            <a:pt x="17235" y="3709"/>
                          </a:cubicBezTo>
                          <a:cubicBezTo>
                            <a:pt x="17630" y="3526"/>
                            <a:pt x="18086" y="3496"/>
                            <a:pt x="18512" y="3618"/>
                          </a:cubicBezTo>
                          <a:cubicBezTo>
                            <a:pt x="18785" y="3709"/>
                            <a:pt x="19089" y="3739"/>
                            <a:pt x="19363" y="3678"/>
                          </a:cubicBezTo>
                          <a:cubicBezTo>
                            <a:pt x="19636" y="3678"/>
                            <a:pt x="19910" y="3618"/>
                            <a:pt x="20183" y="3587"/>
                          </a:cubicBezTo>
                          <a:cubicBezTo>
                            <a:pt x="20487" y="3557"/>
                            <a:pt x="20761" y="3405"/>
                            <a:pt x="20974" y="3222"/>
                          </a:cubicBezTo>
                          <a:cubicBezTo>
                            <a:pt x="21095" y="3101"/>
                            <a:pt x="21095" y="2918"/>
                            <a:pt x="21004" y="2766"/>
                          </a:cubicBezTo>
                          <a:cubicBezTo>
                            <a:pt x="20822" y="2645"/>
                            <a:pt x="20670" y="2523"/>
                            <a:pt x="20518" y="2402"/>
                          </a:cubicBezTo>
                          <a:cubicBezTo>
                            <a:pt x="20274" y="2189"/>
                            <a:pt x="19910" y="2128"/>
                            <a:pt x="19606" y="2280"/>
                          </a:cubicBezTo>
                          <a:cubicBezTo>
                            <a:pt x="19575" y="2280"/>
                            <a:pt x="19515" y="2280"/>
                            <a:pt x="19484" y="2280"/>
                          </a:cubicBezTo>
                          <a:cubicBezTo>
                            <a:pt x="19454" y="2280"/>
                            <a:pt x="19454" y="2250"/>
                            <a:pt x="19423" y="2219"/>
                          </a:cubicBezTo>
                          <a:cubicBezTo>
                            <a:pt x="19423" y="2219"/>
                            <a:pt x="19423" y="2189"/>
                            <a:pt x="19454" y="2189"/>
                          </a:cubicBezTo>
                          <a:cubicBezTo>
                            <a:pt x="19515" y="2159"/>
                            <a:pt x="19575" y="2128"/>
                            <a:pt x="19636" y="2098"/>
                          </a:cubicBezTo>
                          <a:cubicBezTo>
                            <a:pt x="19819" y="2007"/>
                            <a:pt x="19879" y="1763"/>
                            <a:pt x="19727" y="1611"/>
                          </a:cubicBezTo>
                          <a:cubicBezTo>
                            <a:pt x="19697" y="1520"/>
                            <a:pt x="19575" y="1459"/>
                            <a:pt x="19515" y="1490"/>
                          </a:cubicBezTo>
                          <a:cubicBezTo>
                            <a:pt x="19089" y="1611"/>
                            <a:pt x="18633" y="1611"/>
                            <a:pt x="18238" y="1429"/>
                          </a:cubicBezTo>
                          <a:cubicBezTo>
                            <a:pt x="18116" y="1399"/>
                            <a:pt x="17995" y="1368"/>
                            <a:pt x="17843" y="1399"/>
                          </a:cubicBezTo>
                          <a:cubicBezTo>
                            <a:pt x="17691" y="1399"/>
                            <a:pt x="17539" y="1429"/>
                            <a:pt x="17387" y="1459"/>
                          </a:cubicBezTo>
                          <a:cubicBezTo>
                            <a:pt x="17174" y="1551"/>
                            <a:pt x="16931" y="1551"/>
                            <a:pt x="16718" y="1520"/>
                          </a:cubicBezTo>
                          <a:cubicBezTo>
                            <a:pt x="16566" y="1490"/>
                            <a:pt x="16384" y="1520"/>
                            <a:pt x="16262" y="1611"/>
                          </a:cubicBezTo>
                          <a:cubicBezTo>
                            <a:pt x="16201" y="1642"/>
                            <a:pt x="16141" y="1642"/>
                            <a:pt x="16049" y="1642"/>
                          </a:cubicBezTo>
                          <a:cubicBezTo>
                            <a:pt x="16049" y="1642"/>
                            <a:pt x="16019" y="1642"/>
                            <a:pt x="16019" y="1611"/>
                          </a:cubicBezTo>
                          <a:lnTo>
                            <a:pt x="16019" y="1581"/>
                          </a:lnTo>
                          <a:cubicBezTo>
                            <a:pt x="16080" y="1520"/>
                            <a:pt x="16171" y="1490"/>
                            <a:pt x="16232" y="1459"/>
                          </a:cubicBezTo>
                          <a:cubicBezTo>
                            <a:pt x="16414" y="1459"/>
                            <a:pt x="16597" y="1429"/>
                            <a:pt x="16779" y="1429"/>
                          </a:cubicBezTo>
                          <a:cubicBezTo>
                            <a:pt x="17113" y="1338"/>
                            <a:pt x="17448" y="1277"/>
                            <a:pt x="17812" y="1277"/>
                          </a:cubicBezTo>
                          <a:cubicBezTo>
                            <a:pt x="18056" y="1247"/>
                            <a:pt x="18360" y="1277"/>
                            <a:pt x="18603" y="1368"/>
                          </a:cubicBezTo>
                          <a:cubicBezTo>
                            <a:pt x="18846" y="1429"/>
                            <a:pt x="19119" y="1368"/>
                            <a:pt x="19302" y="1216"/>
                          </a:cubicBezTo>
                          <a:cubicBezTo>
                            <a:pt x="19332" y="1186"/>
                            <a:pt x="19363" y="1155"/>
                            <a:pt x="19332" y="1095"/>
                          </a:cubicBezTo>
                          <a:cubicBezTo>
                            <a:pt x="19211" y="852"/>
                            <a:pt x="18967" y="669"/>
                            <a:pt x="18694" y="639"/>
                          </a:cubicBezTo>
                          <a:cubicBezTo>
                            <a:pt x="18208" y="517"/>
                            <a:pt x="17752" y="335"/>
                            <a:pt x="17296" y="152"/>
                          </a:cubicBezTo>
                          <a:cubicBezTo>
                            <a:pt x="17053" y="122"/>
                            <a:pt x="16840" y="61"/>
                            <a:pt x="16627" y="31"/>
                          </a:cubicBezTo>
                          <a:cubicBezTo>
                            <a:pt x="16353" y="0"/>
                            <a:pt x="16141" y="122"/>
                            <a:pt x="15867" y="122"/>
                          </a:cubicBezTo>
                          <a:cubicBezTo>
                            <a:pt x="15715" y="213"/>
                            <a:pt x="15563" y="365"/>
                            <a:pt x="15472" y="548"/>
                          </a:cubicBezTo>
                          <a:lnTo>
                            <a:pt x="15442" y="578"/>
                          </a:lnTo>
                          <a:lnTo>
                            <a:pt x="15442" y="578"/>
                          </a:lnTo>
                          <a:lnTo>
                            <a:pt x="15442" y="608"/>
                          </a:lnTo>
                          <a:lnTo>
                            <a:pt x="15442" y="608"/>
                          </a:lnTo>
                          <a:lnTo>
                            <a:pt x="15442" y="730"/>
                          </a:lnTo>
                          <a:lnTo>
                            <a:pt x="15442" y="730"/>
                          </a:lnTo>
                          <a:lnTo>
                            <a:pt x="15442" y="791"/>
                          </a:lnTo>
                          <a:lnTo>
                            <a:pt x="15411" y="760"/>
                          </a:lnTo>
                          <a:lnTo>
                            <a:pt x="15411" y="730"/>
                          </a:lnTo>
                          <a:cubicBezTo>
                            <a:pt x="15259" y="730"/>
                            <a:pt x="15107" y="669"/>
                            <a:pt x="15016" y="548"/>
                          </a:cubicBezTo>
                          <a:cubicBezTo>
                            <a:pt x="14955" y="517"/>
                            <a:pt x="14925" y="548"/>
                            <a:pt x="14894" y="578"/>
                          </a:cubicBezTo>
                          <a:cubicBezTo>
                            <a:pt x="14894" y="608"/>
                            <a:pt x="14894" y="639"/>
                            <a:pt x="14894" y="639"/>
                          </a:cubicBezTo>
                          <a:cubicBezTo>
                            <a:pt x="14894" y="700"/>
                            <a:pt x="14925" y="791"/>
                            <a:pt x="14925" y="852"/>
                          </a:cubicBezTo>
                          <a:cubicBezTo>
                            <a:pt x="14955" y="882"/>
                            <a:pt x="14925" y="943"/>
                            <a:pt x="14925" y="943"/>
                          </a:cubicBezTo>
                          <a:cubicBezTo>
                            <a:pt x="14864" y="973"/>
                            <a:pt x="14834" y="973"/>
                            <a:pt x="14773" y="973"/>
                          </a:cubicBezTo>
                          <a:cubicBezTo>
                            <a:pt x="14590" y="912"/>
                            <a:pt x="14408" y="821"/>
                            <a:pt x="14256" y="700"/>
                          </a:cubicBezTo>
                          <a:cubicBezTo>
                            <a:pt x="14135" y="608"/>
                            <a:pt x="13983" y="608"/>
                            <a:pt x="13861" y="700"/>
                          </a:cubicBezTo>
                          <a:cubicBezTo>
                            <a:pt x="13770" y="791"/>
                            <a:pt x="13618" y="821"/>
                            <a:pt x="13496" y="852"/>
                          </a:cubicBezTo>
                          <a:cubicBezTo>
                            <a:pt x="13405" y="821"/>
                            <a:pt x="13344" y="882"/>
                            <a:pt x="13344" y="973"/>
                          </a:cubicBezTo>
                          <a:cubicBezTo>
                            <a:pt x="13344" y="1125"/>
                            <a:pt x="13344" y="1277"/>
                            <a:pt x="13344" y="1429"/>
                          </a:cubicBezTo>
                          <a:cubicBezTo>
                            <a:pt x="13314" y="1520"/>
                            <a:pt x="13283" y="1611"/>
                            <a:pt x="13192" y="1642"/>
                          </a:cubicBezTo>
                          <a:cubicBezTo>
                            <a:pt x="13131" y="1703"/>
                            <a:pt x="13071" y="1794"/>
                            <a:pt x="13010" y="1855"/>
                          </a:cubicBezTo>
                          <a:cubicBezTo>
                            <a:pt x="12980" y="1855"/>
                            <a:pt x="12919" y="1885"/>
                            <a:pt x="12888" y="1855"/>
                          </a:cubicBezTo>
                          <a:cubicBezTo>
                            <a:pt x="12767" y="1794"/>
                            <a:pt x="12615" y="1733"/>
                            <a:pt x="12463" y="1703"/>
                          </a:cubicBezTo>
                          <a:cubicBezTo>
                            <a:pt x="12402" y="1703"/>
                            <a:pt x="12311" y="1794"/>
                            <a:pt x="12311" y="1824"/>
                          </a:cubicBezTo>
                          <a:cubicBezTo>
                            <a:pt x="12280" y="1885"/>
                            <a:pt x="12280" y="1976"/>
                            <a:pt x="12311" y="2037"/>
                          </a:cubicBezTo>
                          <a:cubicBezTo>
                            <a:pt x="12341" y="2280"/>
                            <a:pt x="12372" y="2523"/>
                            <a:pt x="12432" y="2766"/>
                          </a:cubicBezTo>
                          <a:cubicBezTo>
                            <a:pt x="12493" y="3070"/>
                            <a:pt x="12554" y="3374"/>
                            <a:pt x="12676" y="3678"/>
                          </a:cubicBezTo>
                          <a:cubicBezTo>
                            <a:pt x="12706" y="3739"/>
                            <a:pt x="12645" y="3800"/>
                            <a:pt x="12554" y="3800"/>
                          </a:cubicBezTo>
                          <a:cubicBezTo>
                            <a:pt x="12463" y="3800"/>
                            <a:pt x="12311" y="3800"/>
                            <a:pt x="12280" y="3678"/>
                          </a:cubicBezTo>
                          <a:cubicBezTo>
                            <a:pt x="12250" y="3557"/>
                            <a:pt x="12189" y="3466"/>
                            <a:pt x="12068" y="3435"/>
                          </a:cubicBezTo>
                          <a:cubicBezTo>
                            <a:pt x="12037" y="3435"/>
                            <a:pt x="12068" y="3405"/>
                            <a:pt x="12098" y="3344"/>
                          </a:cubicBezTo>
                          <a:cubicBezTo>
                            <a:pt x="12220" y="3253"/>
                            <a:pt x="12220" y="3162"/>
                            <a:pt x="12128" y="3070"/>
                          </a:cubicBezTo>
                          <a:cubicBezTo>
                            <a:pt x="12007" y="3010"/>
                            <a:pt x="11916" y="2918"/>
                            <a:pt x="11885" y="2797"/>
                          </a:cubicBezTo>
                          <a:cubicBezTo>
                            <a:pt x="11794" y="2584"/>
                            <a:pt x="11703" y="2371"/>
                            <a:pt x="11612" y="2159"/>
                          </a:cubicBezTo>
                          <a:cubicBezTo>
                            <a:pt x="11551" y="2037"/>
                            <a:pt x="11460" y="1946"/>
                            <a:pt x="11338" y="1885"/>
                          </a:cubicBezTo>
                          <a:cubicBezTo>
                            <a:pt x="11217" y="1824"/>
                            <a:pt x="11095" y="1855"/>
                            <a:pt x="11034" y="1946"/>
                          </a:cubicBezTo>
                          <a:lnTo>
                            <a:pt x="11004" y="2098"/>
                          </a:lnTo>
                          <a:cubicBezTo>
                            <a:pt x="10913" y="2341"/>
                            <a:pt x="10882" y="2614"/>
                            <a:pt x="10913" y="2888"/>
                          </a:cubicBezTo>
                          <a:cubicBezTo>
                            <a:pt x="10913" y="3010"/>
                            <a:pt x="10913" y="3101"/>
                            <a:pt x="10852" y="3222"/>
                          </a:cubicBezTo>
                          <a:cubicBezTo>
                            <a:pt x="10791" y="3314"/>
                            <a:pt x="10639" y="3253"/>
                            <a:pt x="10548" y="3253"/>
                          </a:cubicBezTo>
                          <a:cubicBezTo>
                            <a:pt x="10517" y="3253"/>
                            <a:pt x="10487" y="3253"/>
                            <a:pt x="10457" y="3253"/>
                          </a:cubicBezTo>
                          <a:cubicBezTo>
                            <a:pt x="10426" y="3283"/>
                            <a:pt x="10396" y="3314"/>
                            <a:pt x="10365" y="3314"/>
                          </a:cubicBezTo>
                          <a:cubicBezTo>
                            <a:pt x="10335" y="3344"/>
                            <a:pt x="10244" y="3283"/>
                            <a:pt x="10244" y="3222"/>
                          </a:cubicBezTo>
                          <a:cubicBezTo>
                            <a:pt x="10183" y="3101"/>
                            <a:pt x="10365" y="3040"/>
                            <a:pt x="10305" y="2918"/>
                          </a:cubicBezTo>
                          <a:cubicBezTo>
                            <a:pt x="10274" y="2706"/>
                            <a:pt x="10244" y="2462"/>
                            <a:pt x="10274" y="2250"/>
                          </a:cubicBezTo>
                          <a:cubicBezTo>
                            <a:pt x="10244" y="2189"/>
                            <a:pt x="10244" y="2128"/>
                            <a:pt x="10214" y="2067"/>
                          </a:cubicBezTo>
                          <a:cubicBezTo>
                            <a:pt x="10214" y="2067"/>
                            <a:pt x="10183" y="2007"/>
                            <a:pt x="10153" y="2007"/>
                          </a:cubicBezTo>
                          <a:cubicBezTo>
                            <a:pt x="10122" y="2007"/>
                            <a:pt x="10092" y="2037"/>
                            <a:pt x="10062" y="2067"/>
                          </a:cubicBezTo>
                          <a:cubicBezTo>
                            <a:pt x="9970" y="2159"/>
                            <a:pt x="9940" y="2280"/>
                            <a:pt x="9970" y="2371"/>
                          </a:cubicBezTo>
                          <a:cubicBezTo>
                            <a:pt x="9970" y="2493"/>
                            <a:pt x="9970" y="2614"/>
                            <a:pt x="9970" y="2706"/>
                          </a:cubicBezTo>
                          <a:cubicBezTo>
                            <a:pt x="9910" y="2797"/>
                            <a:pt x="9849" y="2888"/>
                            <a:pt x="9758" y="2979"/>
                          </a:cubicBezTo>
                          <a:lnTo>
                            <a:pt x="9727" y="3010"/>
                          </a:lnTo>
                          <a:cubicBezTo>
                            <a:pt x="9727" y="3040"/>
                            <a:pt x="9727" y="3040"/>
                            <a:pt x="9727" y="3040"/>
                          </a:cubicBezTo>
                          <a:lnTo>
                            <a:pt x="9575" y="3162"/>
                          </a:lnTo>
                          <a:lnTo>
                            <a:pt x="9423" y="3314"/>
                          </a:lnTo>
                          <a:cubicBezTo>
                            <a:pt x="9423" y="3314"/>
                            <a:pt x="9423" y="3314"/>
                            <a:pt x="9393" y="3344"/>
                          </a:cubicBezTo>
                          <a:cubicBezTo>
                            <a:pt x="9362" y="3344"/>
                            <a:pt x="9393" y="3374"/>
                            <a:pt x="9393" y="3405"/>
                          </a:cubicBezTo>
                          <a:lnTo>
                            <a:pt x="9393" y="3344"/>
                          </a:lnTo>
                          <a:cubicBezTo>
                            <a:pt x="9393" y="3314"/>
                            <a:pt x="9393" y="3314"/>
                            <a:pt x="9393" y="3283"/>
                          </a:cubicBezTo>
                          <a:lnTo>
                            <a:pt x="9545" y="3131"/>
                          </a:lnTo>
                          <a:lnTo>
                            <a:pt x="9697" y="3040"/>
                          </a:lnTo>
                          <a:lnTo>
                            <a:pt x="9697" y="3040"/>
                          </a:lnTo>
                          <a:cubicBezTo>
                            <a:pt x="9666" y="2949"/>
                            <a:pt x="9636" y="2888"/>
                            <a:pt x="9666" y="2797"/>
                          </a:cubicBezTo>
                          <a:cubicBezTo>
                            <a:pt x="9697" y="2645"/>
                            <a:pt x="9788" y="2493"/>
                            <a:pt x="9818" y="2341"/>
                          </a:cubicBezTo>
                          <a:cubicBezTo>
                            <a:pt x="9879" y="2189"/>
                            <a:pt x="9879" y="2037"/>
                            <a:pt x="9849" y="1885"/>
                          </a:cubicBezTo>
                          <a:cubicBezTo>
                            <a:pt x="9818" y="1794"/>
                            <a:pt x="9727" y="1703"/>
                            <a:pt x="9636" y="1733"/>
                          </a:cubicBezTo>
                          <a:cubicBezTo>
                            <a:pt x="9545" y="1733"/>
                            <a:pt x="9423" y="1763"/>
                            <a:pt x="9332" y="1794"/>
                          </a:cubicBezTo>
                          <a:cubicBezTo>
                            <a:pt x="9119" y="1885"/>
                            <a:pt x="8876" y="1946"/>
                            <a:pt x="8663" y="1946"/>
                          </a:cubicBezTo>
                          <a:cubicBezTo>
                            <a:pt x="8359" y="2007"/>
                            <a:pt x="8025" y="2007"/>
                            <a:pt x="7721" y="2037"/>
                          </a:cubicBezTo>
                          <a:cubicBezTo>
                            <a:pt x="7599" y="2067"/>
                            <a:pt x="7508" y="2159"/>
                            <a:pt x="7508" y="2280"/>
                          </a:cubicBezTo>
                          <a:lnTo>
                            <a:pt x="7508" y="2462"/>
                          </a:lnTo>
                          <a:cubicBezTo>
                            <a:pt x="7508" y="2493"/>
                            <a:pt x="7508" y="2523"/>
                            <a:pt x="7478" y="2523"/>
                          </a:cubicBezTo>
                          <a:cubicBezTo>
                            <a:pt x="7447" y="2523"/>
                            <a:pt x="7447" y="2523"/>
                            <a:pt x="7417" y="2493"/>
                          </a:cubicBezTo>
                          <a:cubicBezTo>
                            <a:pt x="7356" y="2432"/>
                            <a:pt x="7326" y="2341"/>
                            <a:pt x="7265" y="2280"/>
                          </a:cubicBezTo>
                          <a:cubicBezTo>
                            <a:pt x="7174" y="2250"/>
                            <a:pt x="7022" y="2280"/>
                            <a:pt x="6931" y="2341"/>
                          </a:cubicBezTo>
                          <a:cubicBezTo>
                            <a:pt x="6809" y="2371"/>
                            <a:pt x="6748" y="2462"/>
                            <a:pt x="6718" y="2584"/>
                          </a:cubicBezTo>
                          <a:cubicBezTo>
                            <a:pt x="6688" y="2645"/>
                            <a:pt x="6688" y="2706"/>
                            <a:pt x="6657" y="2766"/>
                          </a:cubicBezTo>
                          <a:cubicBezTo>
                            <a:pt x="6657" y="2918"/>
                            <a:pt x="6627" y="3040"/>
                            <a:pt x="6596" y="3162"/>
                          </a:cubicBezTo>
                          <a:cubicBezTo>
                            <a:pt x="6536" y="3283"/>
                            <a:pt x="6444" y="3374"/>
                            <a:pt x="6323" y="3466"/>
                          </a:cubicBezTo>
                          <a:cubicBezTo>
                            <a:pt x="6292" y="3496"/>
                            <a:pt x="6292" y="3526"/>
                            <a:pt x="6262" y="3557"/>
                          </a:cubicBezTo>
                          <a:cubicBezTo>
                            <a:pt x="6201" y="3648"/>
                            <a:pt x="6080" y="3648"/>
                            <a:pt x="6019" y="3587"/>
                          </a:cubicBezTo>
                          <a:cubicBezTo>
                            <a:pt x="5897" y="3466"/>
                            <a:pt x="5685" y="3435"/>
                            <a:pt x="5533" y="3466"/>
                          </a:cubicBezTo>
                          <a:cubicBezTo>
                            <a:pt x="5289" y="3496"/>
                            <a:pt x="5077" y="3618"/>
                            <a:pt x="4955" y="3800"/>
                          </a:cubicBezTo>
                          <a:cubicBezTo>
                            <a:pt x="4803" y="3952"/>
                            <a:pt x="4590" y="4073"/>
                            <a:pt x="4347" y="4073"/>
                          </a:cubicBezTo>
                          <a:cubicBezTo>
                            <a:pt x="4317" y="4134"/>
                            <a:pt x="4286" y="4165"/>
                            <a:pt x="4226" y="4195"/>
                          </a:cubicBezTo>
                          <a:cubicBezTo>
                            <a:pt x="4013" y="4377"/>
                            <a:pt x="3830" y="4560"/>
                            <a:pt x="3709" y="4803"/>
                          </a:cubicBezTo>
                          <a:cubicBezTo>
                            <a:pt x="3587" y="4925"/>
                            <a:pt x="3678" y="5168"/>
                            <a:pt x="3830" y="5198"/>
                          </a:cubicBezTo>
                          <a:lnTo>
                            <a:pt x="4347" y="5350"/>
                          </a:lnTo>
                          <a:lnTo>
                            <a:pt x="4347" y="5350"/>
                          </a:lnTo>
                          <a:lnTo>
                            <a:pt x="4378" y="5320"/>
                          </a:lnTo>
                          <a:lnTo>
                            <a:pt x="4347" y="5350"/>
                          </a:lnTo>
                          <a:lnTo>
                            <a:pt x="4347" y="5350"/>
                          </a:lnTo>
                          <a:cubicBezTo>
                            <a:pt x="4347" y="5411"/>
                            <a:pt x="4378" y="5441"/>
                            <a:pt x="4378" y="5472"/>
                          </a:cubicBezTo>
                          <a:cubicBezTo>
                            <a:pt x="4408" y="5532"/>
                            <a:pt x="4408" y="5624"/>
                            <a:pt x="4347" y="5654"/>
                          </a:cubicBezTo>
                          <a:cubicBezTo>
                            <a:pt x="4226" y="5715"/>
                            <a:pt x="4165" y="5806"/>
                            <a:pt x="4134" y="5897"/>
                          </a:cubicBezTo>
                          <a:cubicBezTo>
                            <a:pt x="4104" y="5988"/>
                            <a:pt x="4074" y="6080"/>
                            <a:pt x="4013" y="6140"/>
                          </a:cubicBezTo>
                          <a:cubicBezTo>
                            <a:pt x="3891" y="6292"/>
                            <a:pt x="3739" y="6444"/>
                            <a:pt x="3587" y="6596"/>
                          </a:cubicBezTo>
                          <a:cubicBezTo>
                            <a:pt x="3526" y="6657"/>
                            <a:pt x="3435" y="6687"/>
                            <a:pt x="3344" y="6657"/>
                          </a:cubicBezTo>
                          <a:cubicBezTo>
                            <a:pt x="3071" y="6535"/>
                            <a:pt x="2767" y="6505"/>
                            <a:pt x="2493" y="6535"/>
                          </a:cubicBezTo>
                          <a:cubicBezTo>
                            <a:pt x="2371" y="6535"/>
                            <a:pt x="2250" y="6566"/>
                            <a:pt x="2159" y="6627"/>
                          </a:cubicBezTo>
                          <a:cubicBezTo>
                            <a:pt x="2037" y="6748"/>
                            <a:pt x="1885" y="6779"/>
                            <a:pt x="1733" y="6809"/>
                          </a:cubicBezTo>
                          <a:cubicBezTo>
                            <a:pt x="1429" y="6870"/>
                            <a:pt x="1125" y="6931"/>
                            <a:pt x="791" y="6961"/>
                          </a:cubicBezTo>
                          <a:cubicBezTo>
                            <a:pt x="548" y="7022"/>
                            <a:pt x="335" y="7174"/>
                            <a:pt x="244" y="7417"/>
                          </a:cubicBezTo>
                          <a:cubicBezTo>
                            <a:pt x="122" y="7539"/>
                            <a:pt x="122" y="7721"/>
                            <a:pt x="244" y="7843"/>
                          </a:cubicBezTo>
                          <a:cubicBezTo>
                            <a:pt x="396" y="8025"/>
                            <a:pt x="426" y="8268"/>
                            <a:pt x="608" y="8450"/>
                          </a:cubicBezTo>
                          <a:cubicBezTo>
                            <a:pt x="639" y="8450"/>
                            <a:pt x="639" y="8450"/>
                            <a:pt x="669" y="8450"/>
                          </a:cubicBezTo>
                          <a:lnTo>
                            <a:pt x="730" y="8390"/>
                          </a:lnTo>
                          <a:cubicBezTo>
                            <a:pt x="730" y="8450"/>
                            <a:pt x="700" y="8450"/>
                            <a:pt x="669" y="8450"/>
                          </a:cubicBezTo>
                          <a:lnTo>
                            <a:pt x="639" y="8481"/>
                          </a:lnTo>
                          <a:lnTo>
                            <a:pt x="639" y="8481"/>
                          </a:lnTo>
                          <a:lnTo>
                            <a:pt x="639" y="8481"/>
                          </a:lnTo>
                          <a:cubicBezTo>
                            <a:pt x="669" y="8602"/>
                            <a:pt x="730" y="8724"/>
                            <a:pt x="791" y="8846"/>
                          </a:cubicBezTo>
                          <a:cubicBezTo>
                            <a:pt x="852" y="8967"/>
                            <a:pt x="1004" y="9058"/>
                            <a:pt x="1125" y="9028"/>
                          </a:cubicBezTo>
                          <a:cubicBezTo>
                            <a:pt x="1247" y="9028"/>
                            <a:pt x="1338" y="8937"/>
                            <a:pt x="1460" y="8998"/>
                          </a:cubicBezTo>
                          <a:cubicBezTo>
                            <a:pt x="1612" y="9028"/>
                            <a:pt x="1733" y="9028"/>
                            <a:pt x="1885" y="8998"/>
                          </a:cubicBezTo>
                          <a:cubicBezTo>
                            <a:pt x="1915" y="8998"/>
                            <a:pt x="1946" y="8998"/>
                            <a:pt x="2007" y="9028"/>
                          </a:cubicBezTo>
                          <a:cubicBezTo>
                            <a:pt x="2037" y="9058"/>
                            <a:pt x="2037" y="9089"/>
                            <a:pt x="2037" y="9150"/>
                          </a:cubicBezTo>
                          <a:cubicBezTo>
                            <a:pt x="2037" y="9180"/>
                            <a:pt x="2007" y="9241"/>
                            <a:pt x="1976" y="9241"/>
                          </a:cubicBezTo>
                          <a:cubicBezTo>
                            <a:pt x="1915" y="9271"/>
                            <a:pt x="1855" y="9271"/>
                            <a:pt x="1794" y="9241"/>
                          </a:cubicBezTo>
                          <a:cubicBezTo>
                            <a:pt x="1520" y="9119"/>
                            <a:pt x="1247" y="9119"/>
                            <a:pt x="1004" y="9241"/>
                          </a:cubicBezTo>
                          <a:cubicBezTo>
                            <a:pt x="882" y="9301"/>
                            <a:pt x="760" y="9301"/>
                            <a:pt x="669" y="9271"/>
                          </a:cubicBezTo>
                          <a:cubicBezTo>
                            <a:pt x="517" y="9241"/>
                            <a:pt x="396" y="9271"/>
                            <a:pt x="274" y="9332"/>
                          </a:cubicBezTo>
                          <a:cubicBezTo>
                            <a:pt x="92" y="9453"/>
                            <a:pt x="1" y="9727"/>
                            <a:pt x="153" y="9849"/>
                          </a:cubicBezTo>
                          <a:cubicBezTo>
                            <a:pt x="274" y="10001"/>
                            <a:pt x="365" y="10183"/>
                            <a:pt x="578" y="10274"/>
                          </a:cubicBezTo>
                          <a:cubicBezTo>
                            <a:pt x="669" y="10305"/>
                            <a:pt x="669" y="10335"/>
                            <a:pt x="578" y="10396"/>
                          </a:cubicBezTo>
                          <a:cubicBezTo>
                            <a:pt x="487" y="10426"/>
                            <a:pt x="426" y="10487"/>
                            <a:pt x="335" y="10548"/>
                          </a:cubicBezTo>
                          <a:cubicBezTo>
                            <a:pt x="305" y="10578"/>
                            <a:pt x="274" y="10639"/>
                            <a:pt x="274" y="10730"/>
                          </a:cubicBezTo>
                          <a:cubicBezTo>
                            <a:pt x="396" y="11004"/>
                            <a:pt x="578" y="11247"/>
                            <a:pt x="821" y="11399"/>
                          </a:cubicBezTo>
                          <a:cubicBezTo>
                            <a:pt x="1004" y="11520"/>
                            <a:pt x="1064" y="11490"/>
                            <a:pt x="1216" y="11308"/>
                          </a:cubicBezTo>
                          <a:cubicBezTo>
                            <a:pt x="1277" y="11186"/>
                            <a:pt x="1277" y="11186"/>
                            <a:pt x="1429" y="11247"/>
                          </a:cubicBezTo>
                          <a:cubicBezTo>
                            <a:pt x="1490" y="11247"/>
                            <a:pt x="1581" y="11308"/>
                            <a:pt x="1642" y="11399"/>
                          </a:cubicBezTo>
                          <a:cubicBezTo>
                            <a:pt x="1672" y="11429"/>
                            <a:pt x="1703" y="11429"/>
                            <a:pt x="1733" y="11429"/>
                          </a:cubicBezTo>
                          <a:cubicBezTo>
                            <a:pt x="2007" y="11308"/>
                            <a:pt x="2341" y="11551"/>
                            <a:pt x="2615" y="11338"/>
                          </a:cubicBezTo>
                          <a:cubicBezTo>
                            <a:pt x="2615" y="11338"/>
                            <a:pt x="2645" y="11338"/>
                            <a:pt x="2675" y="11338"/>
                          </a:cubicBezTo>
                          <a:cubicBezTo>
                            <a:pt x="2949" y="11460"/>
                            <a:pt x="3192" y="11581"/>
                            <a:pt x="3435" y="11764"/>
                          </a:cubicBezTo>
                          <a:cubicBezTo>
                            <a:pt x="3648" y="11916"/>
                            <a:pt x="3830" y="12067"/>
                            <a:pt x="4043" y="12219"/>
                          </a:cubicBezTo>
                          <a:cubicBezTo>
                            <a:pt x="4104" y="12280"/>
                            <a:pt x="4165" y="12341"/>
                            <a:pt x="4226" y="12432"/>
                          </a:cubicBezTo>
                          <a:cubicBezTo>
                            <a:pt x="4256" y="12463"/>
                            <a:pt x="4256" y="12554"/>
                            <a:pt x="4256" y="12615"/>
                          </a:cubicBezTo>
                          <a:cubicBezTo>
                            <a:pt x="4226" y="12736"/>
                            <a:pt x="4195" y="12827"/>
                            <a:pt x="4165" y="12919"/>
                          </a:cubicBezTo>
                          <a:cubicBezTo>
                            <a:pt x="4043" y="13071"/>
                            <a:pt x="4074" y="13253"/>
                            <a:pt x="4165" y="13374"/>
                          </a:cubicBezTo>
                          <a:cubicBezTo>
                            <a:pt x="4195" y="13435"/>
                            <a:pt x="4256" y="13526"/>
                            <a:pt x="4256" y="13618"/>
                          </a:cubicBezTo>
                          <a:cubicBezTo>
                            <a:pt x="4286" y="13739"/>
                            <a:pt x="4256" y="13861"/>
                            <a:pt x="4165" y="13922"/>
                          </a:cubicBezTo>
                          <a:cubicBezTo>
                            <a:pt x="4104" y="13952"/>
                            <a:pt x="4104" y="14013"/>
                            <a:pt x="4165" y="14043"/>
                          </a:cubicBezTo>
                          <a:cubicBezTo>
                            <a:pt x="4226" y="14074"/>
                            <a:pt x="4286" y="14074"/>
                            <a:pt x="4347" y="14104"/>
                          </a:cubicBezTo>
                          <a:cubicBezTo>
                            <a:pt x="4408" y="14104"/>
                            <a:pt x="4438" y="14195"/>
                            <a:pt x="4408" y="14256"/>
                          </a:cubicBezTo>
                          <a:cubicBezTo>
                            <a:pt x="4408" y="14286"/>
                            <a:pt x="4378" y="14317"/>
                            <a:pt x="4347" y="14378"/>
                          </a:cubicBezTo>
                          <a:cubicBezTo>
                            <a:pt x="4256" y="14438"/>
                            <a:pt x="4256" y="14590"/>
                            <a:pt x="4347" y="14651"/>
                          </a:cubicBezTo>
                          <a:cubicBezTo>
                            <a:pt x="4378" y="14682"/>
                            <a:pt x="4378" y="14742"/>
                            <a:pt x="4378" y="14773"/>
                          </a:cubicBezTo>
                          <a:cubicBezTo>
                            <a:pt x="4378" y="14833"/>
                            <a:pt x="4286" y="14894"/>
                            <a:pt x="4286" y="14955"/>
                          </a:cubicBezTo>
                          <a:cubicBezTo>
                            <a:pt x="4286" y="15016"/>
                            <a:pt x="4378" y="15107"/>
                            <a:pt x="4378" y="15198"/>
                          </a:cubicBezTo>
                          <a:cubicBezTo>
                            <a:pt x="4408" y="15289"/>
                            <a:pt x="4378" y="15472"/>
                            <a:pt x="4438" y="15593"/>
                          </a:cubicBezTo>
                          <a:cubicBezTo>
                            <a:pt x="4469" y="15745"/>
                            <a:pt x="4438" y="15867"/>
                            <a:pt x="4347" y="15989"/>
                          </a:cubicBezTo>
                          <a:cubicBezTo>
                            <a:pt x="4347" y="16019"/>
                            <a:pt x="4347" y="16080"/>
                            <a:pt x="4347" y="16110"/>
                          </a:cubicBezTo>
                          <a:cubicBezTo>
                            <a:pt x="4378" y="16140"/>
                            <a:pt x="4438" y="16171"/>
                            <a:pt x="4438" y="16201"/>
                          </a:cubicBezTo>
                          <a:cubicBezTo>
                            <a:pt x="4530" y="16323"/>
                            <a:pt x="4499" y="16414"/>
                            <a:pt x="4347" y="16414"/>
                          </a:cubicBezTo>
                          <a:cubicBezTo>
                            <a:pt x="4256" y="16414"/>
                            <a:pt x="4195" y="16444"/>
                            <a:pt x="4134" y="16505"/>
                          </a:cubicBezTo>
                          <a:cubicBezTo>
                            <a:pt x="4074" y="16566"/>
                            <a:pt x="4104" y="16596"/>
                            <a:pt x="4134" y="16627"/>
                          </a:cubicBezTo>
                          <a:cubicBezTo>
                            <a:pt x="4134" y="16688"/>
                            <a:pt x="4347" y="16688"/>
                            <a:pt x="4165" y="16779"/>
                          </a:cubicBezTo>
                          <a:cubicBezTo>
                            <a:pt x="3952" y="16870"/>
                            <a:pt x="3982" y="17022"/>
                            <a:pt x="3982" y="17174"/>
                          </a:cubicBezTo>
                          <a:lnTo>
                            <a:pt x="4104" y="17204"/>
                          </a:lnTo>
                          <a:lnTo>
                            <a:pt x="4104" y="17204"/>
                          </a:lnTo>
                          <a:lnTo>
                            <a:pt x="4134" y="17174"/>
                          </a:lnTo>
                          <a:lnTo>
                            <a:pt x="4134" y="17235"/>
                          </a:lnTo>
                          <a:lnTo>
                            <a:pt x="4165" y="17235"/>
                          </a:lnTo>
                          <a:lnTo>
                            <a:pt x="4013" y="17326"/>
                          </a:lnTo>
                          <a:lnTo>
                            <a:pt x="4013" y="17326"/>
                          </a:lnTo>
                          <a:lnTo>
                            <a:pt x="4013" y="17356"/>
                          </a:lnTo>
                          <a:lnTo>
                            <a:pt x="4013" y="17356"/>
                          </a:lnTo>
                          <a:cubicBezTo>
                            <a:pt x="3982" y="17539"/>
                            <a:pt x="3922" y="17691"/>
                            <a:pt x="3800" y="17843"/>
                          </a:cubicBezTo>
                          <a:cubicBezTo>
                            <a:pt x="3739" y="17934"/>
                            <a:pt x="3739" y="18055"/>
                            <a:pt x="3830" y="18147"/>
                          </a:cubicBezTo>
                          <a:cubicBezTo>
                            <a:pt x="4043" y="18390"/>
                            <a:pt x="4256" y="18420"/>
                            <a:pt x="4499" y="18177"/>
                          </a:cubicBezTo>
                          <a:cubicBezTo>
                            <a:pt x="4530" y="18116"/>
                            <a:pt x="4560" y="18055"/>
                            <a:pt x="4621" y="18025"/>
                          </a:cubicBezTo>
                          <a:cubicBezTo>
                            <a:pt x="4681" y="17964"/>
                            <a:pt x="4773" y="17934"/>
                            <a:pt x="4864" y="17995"/>
                          </a:cubicBezTo>
                          <a:cubicBezTo>
                            <a:pt x="4894" y="17995"/>
                            <a:pt x="4925" y="18025"/>
                            <a:pt x="4955" y="18055"/>
                          </a:cubicBezTo>
                          <a:lnTo>
                            <a:pt x="4955" y="18055"/>
                          </a:lnTo>
                          <a:lnTo>
                            <a:pt x="4985" y="18055"/>
                          </a:lnTo>
                          <a:lnTo>
                            <a:pt x="4955" y="18025"/>
                          </a:lnTo>
                          <a:cubicBezTo>
                            <a:pt x="4985" y="18055"/>
                            <a:pt x="5046" y="18055"/>
                            <a:pt x="5077" y="18086"/>
                          </a:cubicBezTo>
                          <a:cubicBezTo>
                            <a:pt x="5077" y="18177"/>
                            <a:pt x="5016" y="18147"/>
                            <a:pt x="4955" y="18177"/>
                          </a:cubicBezTo>
                          <a:lnTo>
                            <a:pt x="4742" y="18481"/>
                          </a:lnTo>
                          <a:cubicBezTo>
                            <a:pt x="4712" y="18542"/>
                            <a:pt x="4712" y="18633"/>
                            <a:pt x="4773" y="18663"/>
                          </a:cubicBezTo>
                          <a:lnTo>
                            <a:pt x="4955" y="18755"/>
                          </a:lnTo>
                          <a:cubicBezTo>
                            <a:pt x="5046" y="18785"/>
                            <a:pt x="5077" y="18876"/>
                            <a:pt x="5016" y="18967"/>
                          </a:cubicBezTo>
                          <a:cubicBezTo>
                            <a:pt x="5016" y="19028"/>
                            <a:pt x="4985" y="19058"/>
                            <a:pt x="4955" y="19119"/>
                          </a:cubicBezTo>
                          <a:lnTo>
                            <a:pt x="4955" y="19119"/>
                          </a:lnTo>
                          <a:lnTo>
                            <a:pt x="4955" y="19150"/>
                          </a:lnTo>
                          <a:cubicBezTo>
                            <a:pt x="5107" y="19150"/>
                            <a:pt x="5229" y="19241"/>
                            <a:pt x="5229" y="19393"/>
                          </a:cubicBezTo>
                          <a:cubicBezTo>
                            <a:pt x="5229" y="19393"/>
                            <a:pt x="5229" y="19454"/>
                            <a:pt x="5198" y="19454"/>
                          </a:cubicBezTo>
                          <a:cubicBezTo>
                            <a:pt x="5168" y="19454"/>
                            <a:pt x="5137" y="19454"/>
                            <a:pt x="5137" y="19454"/>
                          </a:cubicBezTo>
                          <a:cubicBezTo>
                            <a:pt x="5077" y="19362"/>
                            <a:pt x="5016" y="19241"/>
                            <a:pt x="4955" y="19150"/>
                          </a:cubicBezTo>
                          <a:lnTo>
                            <a:pt x="4925" y="19150"/>
                          </a:lnTo>
                          <a:lnTo>
                            <a:pt x="4925" y="19150"/>
                          </a:lnTo>
                          <a:cubicBezTo>
                            <a:pt x="4742" y="19119"/>
                            <a:pt x="4560" y="19089"/>
                            <a:pt x="4408" y="19028"/>
                          </a:cubicBezTo>
                          <a:cubicBezTo>
                            <a:pt x="4286" y="18998"/>
                            <a:pt x="4195" y="18967"/>
                            <a:pt x="4074" y="18937"/>
                          </a:cubicBezTo>
                          <a:cubicBezTo>
                            <a:pt x="3922" y="18937"/>
                            <a:pt x="3800" y="19058"/>
                            <a:pt x="3830" y="19180"/>
                          </a:cubicBezTo>
                          <a:cubicBezTo>
                            <a:pt x="3830" y="19210"/>
                            <a:pt x="3830" y="19241"/>
                            <a:pt x="3861" y="19241"/>
                          </a:cubicBezTo>
                          <a:cubicBezTo>
                            <a:pt x="3861" y="19271"/>
                            <a:pt x="3891" y="19393"/>
                            <a:pt x="3861" y="19454"/>
                          </a:cubicBezTo>
                          <a:cubicBezTo>
                            <a:pt x="3861" y="19484"/>
                            <a:pt x="3770" y="19514"/>
                            <a:pt x="3709" y="19545"/>
                          </a:cubicBezTo>
                          <a:cubicBezTo>
                            <a:pt x="3618" y="19575"/>
                            <a:pt x="3557" y="19636"/>
                            <a:pt x="3526" y="19727"/>
                          </a:cubicBezTo>
                          <a:cubicBezTo>
                            <a:pt x="3496" y="19849"/>
                            <a:pt x="3466" y="20001"/>
                            <a:pt x="3466" y="20122"/>
                          </a:cubicBezTo>
                          <a:cubicBezTo>
                            <a:pt x="3466" y="20365"/>
                            <a:pt x="3587" y="20609"/>
                            <a:pt x="3800" y="20730"/>
                          </a:cubicBezTo>
                          <a:cubicBezTo>
                            <a:pt x="3800" y="20761"/>
                            <a:pt x="3830" y="20761"/>
                            <a:pt x="3861" y="20761"/>
                          </a:cubicBezTo>
                          <a:cubicBezTo>
                            <a:pt x="4104" y="20821"/>
                            <a:pt x="4347" y="20791"/>
                            <a:pt x="4560" y="20669"/>
                          </a:cubicBezTo>
                          <a:cubicBezTo>
                            <a:pt x="4681" y="20609"/>
                            <a:pt x="4742" y="20457"/>
                            <a:pt x="4681" y="20335"/>
                          </a:cubicBezTo>
                          <a:cubicBezTo>
                            <a:pt x="4621" y="20274"/>
                            <a:pt x="4590" y="20214"/>
                            <a:pt x="4530" y="20183"/>
                          </a:cubicBezTo>
                          <a:cubicBezTo>
                            <a:pt x="4438" y="20092"/>
                            <a:pt x="4378" y="19970"/>
                            <a:pt x="4378" y="19849"/>
                          </a:cubicBezTo>
                          <a:lnTo>
                            <a:pt x="4378" y="19849"/>
                          </a:lnTo>
                          <a:lnTo>
                            <a:pt x="4378" y="19788"/>
                          </a:lnTo>
                          <a:lnTo>
                            <a:pt x="4408" y="19818"/>
                          </a:lnTo>
                          <a:cubicBezTo>
                            <a:pt x="4408" y="19849"/>
                            <a:pt x="4408" y="19849"/>
                            <a:pt x="4408" y="19849"/>
                          </a:cubicBezTo>
                          <a:cubicBezTo>
                            <a:pt x="4681" y="20031"/>
                            <a:pt x="4985" y="20153"/>
                            <a:pt x="5320" y="20183"/>
                          </a:cubicBezTo>
                          <a:cubicBezTo>
                            <a:pt x="5381" y="20183"/>
                            <a:pt x="5411" y="20274"/>
                            <a:pt x="5381" y="20335"/>
                          </a:cubicBezTo>
                          <a:cubicBezTo>
                            <a:pt x="5320" y="20396"/>
                            <a:pt x="5259" y="20457"/>
                            <a:pt x="5198" y="20517"/>
                          </a:cubicBezTo>
                          <a:lnTo>
                            <a:pt x="5198" y="20517"/>
                          </a:lnTo>
                          <a:cubicBezTo>
                            <a:pt x="5198" y="20517"/>
                            <a:pt x="5198" y="20517"/>
                            <a:pt x="5198" y="20548"/>
                          </a:cubicBezTo>
                          <a:lnTo>
                            <a:pt x="5198" y="20517"/>
                          </a:lnTo>
                          <a:cubicBezTo>
                            <a:pt x="5168" y="20609"/>
                            <a:pt x="5137" y="20700"/>
                            <a:pt x="5107" y="20761"/>
                          </a:cubicBezTo>
                          <a:cubicBezTo>
                            <a:pt x="5077" y="20821"/>
                            <a:pt x="5077" y="20882"/>
                            <a:pt x="5107" y="20943"/>
                          </a:cubicBezTo>
                          <a:cubicBezTo>
                            <a:pt x="5137" y="21095"/>
                            <a:pt x="5107" y="21095"/>
                            <a:pt x="4985" y="21125"/>
                          </a:cubicBezTo>
                          <a:cubicBezTo>
                            <a:pt x="4864" y="21125"/>
                            <a:pt x="4833" y="21125"/>
                            <a:pt x="4833" y="21186"/>
                          </a:cubicBezTo>
                          <a:cubicBezTo>
                            <a:pt x="4773" y="21490"/>
                            <a:pt x="4621" y="21642"/>
                            <a:pt x="4317" y="21581"/>
                          </a:cubicBezTo>
                          <a:cubicBezTo>
                            <a:pt x="4195" y="21581"/>
                            <a:pt x="4074" y="21581"/>
                            <a:pt x="3982" y="21612"/>
                          </a:cubicBezTo>
                          <a:cubicBezTo>
                            <a:pt x="3982" y="21764"/>
                            <a:pt x="4013" y="21885"/>
                            <a:pt x="4074" y="22007"/>
                          </a:cubicBezTo>
                          <a:lnTo>
                            <a:pt x="4104" y="22007"/>
                          </a:lnTo>
                          <a:lnTo>
                            <a:pt x="4104" y="22037"/>
                          </a:lnTo>
                          <a:lnTo>
                            <a:pt x="4074" y="22037"/>
                          </a:lnTo>
                          <a:lnTo>
                            <a:pt x="4074" y="22007"/>
                          </a:lnTo>
                          <a:lnTo>
                            <a:pt x="3891" y="21976"/>
                          </a:lnTo>
                          <a:cubicBezTo>
                            <a:pt x="3770" y="21976"/>
                            <a:pt x="3770" y="21976"/>
                            <a:pt x="3709" y="22098"/>
                          </a:cubicBezTo>
                          <a:cubicBezTo>
                            <a:pt x="3678" y="22159"/>
                            <a:pt x="3648" y="22220"/>
                            <a:pt x="3618" y="22250"/>
                          </a:cubicBezTo>
                          <a:cubicBezTo>
                            <a:pt x="3526" y="22372"/>
                            <a:pt x="3405" y="22432"/>
                            <a:pt x="3344" y="22554"/>
                          </a:cubicBezTo>
                          <a:cubicBezTo>
                            <a:pt x="3314" y="22676"/>
                            <a:pt x="3283" y="22828"/>
                            <a:pt x="3222" y="22949"/>
                          </a:cubicBezTo>
                          <a:cubicBezTo>
                            <a:pt x="3192" y="23010"/>
                            <a:pt x="3162" y="23101"/>
                            <a:pt x="3162" y="23192"/>
                          </a:cubicBezTo>
                          <a:cubicBezTo>
                            <a:pt x="3131" y="23283"/>
                            <a:pt x="3162" y="23375"/>
                            <a:pt x="3253" y="23435"/>
                          </a:cubicBezTo>
                          <a:lnTo>
                            <a:pt x="3374" y="23527"/>
                          </a:lnTo>
                          <a:lnTo>
                            <a:pt x="3374" y="23527"/>
                          </a:lnTo>
                          <a:lnTo>
                            <a:pt x="3435" y="23527"/>
                          </a:lnTo>
                          <a:lnTo>
                            <a:pt x="3466" y="23496"/>
                          </a:lnTo>
                          <a:lnTo>
                            <a:pt x="3526" y="23496"/>
                          </a:lnTo>
                          <a:lnTo>
                            <a:pt x="3435" y="23527"/>
                          </a:lnTo>
                          <a:lnTo>
                            <a:pt x="3405" y="23557"/>
                          </a:lnTo>
                          <a:lnTo>
                            <a:pt x="3374" y="23557"/>
                          </a:lnTo>
                          <a:cubicBezTo>
                            <a:pt x="3283" y="23648"/>
                            <a:pt x="3192" y="23739"/>
                            <a:pt x="3101" y="23831"/>
                          </a:cubicBezTo>
                          <a:cubicBezTo>
                            <a:pt x="2979" y="23952"/>
                            <a:pt x="2949" y="24135"/>
                            <a:pt x="3071" y="24256"/>
                          </a:cubicBezTo>
                          <a:cubicBezTo>
                            <a:pt x="3131" y="24347"/>
                            <a:pt x="3162" y="24469"/>
                            <a:pt x="3162" y="24590"/>
                          </a:cubicBezTo>
                          <a:cubicBezTo>
                            <a:pt x="3162" y="24682"/>
                            <a:pt x="3162" y="24773"/>
                            <a:pt x="3222" y="24834"/>
                          </a:cubicBezTo>
                          <a:cubicBezTo>
                            <a:pt x="3314" y="25138"/>
                            <a:pt x="3344" y="25472"/>
                            <a:pt x="3314" y="25776"/>
                          </a:cubicBezTo>
                          <a:cubicBezTo>
                            <a:pt x="3314" y="25806"/>
                            <a:pt x="3314" y="25867"/>
                            <a:pt x="3314" y="25897"/>
                          </a:cubicBezTo>
                          <a:cubicBezTo>
                            <a:pt x="3314" y="25989"/>
                            <a:pt x="3405" y="26049"/>
                            <a:pt x="3466" y="26019"/>
                          </a:cubicBezTo>
                          <a:cubicBezTo>
                            <a:pt x="3618" y="25989"/>
                            <a:pt x="3739" y="25958"/>
                            <a:pt x="3891" y="25897"/>
                          </a:cubicBezTo>
                          <a:lnTo>
                            <a:pt x="3891" y="25867"/>
                          </a:lnTo>
                          <a:lnTo>
                            <a:pt x="3922" y="25867"/>
                          </a:lnTo>
                          <a:lnTo>
                            <a:pt x="3982" y="25837"/>
                          </a:lnTo>
                          <a:cubicBezTo>
                            <a:pt x="3982" y="25897"/>
                            <a:pt x="3952" y="25867"/>
                            <a:pt x="3922" y="25867"/>
                          </a:cubicBezTo>
                          <a:lnTo>
                            <a:pt x="3891" y="25897"/>
                          </a:lnTo>
                          <a:lnTo>
                            <a:pt x="3861" y="25897"/>
                          </a:lnTo>
                          <a:cubicBezTo>
                            <a:pt x="3800" y="26049"/>
                            <a:pt x="3709" y="26141"/>
                            <a:pt x="3587" y="26201"/>
                          </a:cubicBezTo>
                          <a:cubicBezTo>
                            <a:pt x="3435" y="26293"/>
                            <a:pt x="3374" y="26445"/>
                            <a:pt x="3435" y="26597"/>
                          </a:cubicBezTo>
                          <a:cubicBezTo>
                            <a:pt x="3435" y="26840"/>
                            <a:pt x="3526" y="27053"/>
                            <a:pt x="3648" y="27265"/>
                          </a:cubicBezTo>
                          <a:lnTo>
                            <a:pt x="3648" y="27265"/>
                          </a:lnTo>
                          <a:lnTo>
                            <a:pt x="3648" y="27296"/>
                          </a:lnTo>
                          <a:lnTo>
                            <a:pt x="3648" y="27265"/>
                          </a:lnTo>
                          <a:lnTo>
                            <a:pt x="3648" y="27265"/>
                          </a:lnTo>
                          <a:cubicBezTo>
                            <a:pt x="3678" y="27326"/>
                            <a:pt x="3709" y="27387"/>
                            <a:pt x="3770" y="27448"/>
                          </a:cubicBezTo>
                          <a:cubicBezTo>
                            <a:pt x="3861" y="27508"/>
                            <a:pt x="3891" y="27630"/>
                            <a:pt x="3830" y="27721"/>
                          </a:cubicBezTo>
                          <a:cubicBezTo>
                            <a:pt x="3800" y="27782"/>
                            <a:pt x="3770" y="27873"/>
                            <a:pt x="3830" y="27934"/>
                          </a:cubicBezTo>
                          <a:cubicBezTo>
                            <a:pt x="3952" y="28056"/>
                            <a:pt x="3952" y="28238"/>
                            <a:pt x="4043" y="28420"/>
                          </a:cubicBezTo>
                          <a:cubicBezTo>
                            <a:pt x="4074" y="28511"/>
                            <a:pt x="4074" y="28633"/>
                            <a:pt x="4043" y="28755"/>
                          </a:cubicBezTo>
                          <a:cubicBezTo>
                            <a:pt x="4013" y="28785"/>
                            <a:pt x="4013" y="28815"/>
                            <a:pt x="4043" y="28876"/>
                          </a:cubicBezTo>
                          <a:cubicBezTo>
                            <a:pt x="4104" y="28967"/>
                            <a:pt x="4195" y="29059"/>
                            <a:pt x="4286" y="29180"/>
                          </a:cubicBezTo>
                          <a:cubicBezTo>
                            <a:pt x="4499" y="29180"/>
                            <a:pt x="4621" y="29363"/>
                            <a:pt x="4590" y="29545"/>
                          </a:cubicBezTo>
                          <a:cubicBezTo>
                            <a:pt x="4590" y="29545"/>
                            <a:pt x="4651" y="29606"/>
                            <a:pt x="4681" y="29606"/>
                          </a:cubicBezTo>
                          <a:cubicBezTo>
                            <a:pt x="4833" y="29606"/>
                            <a:pt x="4955" y="29545"/>
                            <a:pt x="5077" y="29515"/>
                          </a:cubicBezTo>
                          <a:cubicBezTo>
                            <a:pt x="5137" y="29515"/>
                            <a:pt x="5198" y="29484"/>
                            <a:pt x="5259" y="29454"/>
                          </a:cubicBezTo>
                          <a:cubicBezTo>
                            <a:pt x="5411" y="29423"/>
                            <a:pt x="5502" y="29454"/>
                            <a:pt x="5533" y="29575"/>
                          </a:cubicBezTo>
                          <a:cubicBezTo>
                            <a:pt x="5502" y="29758"/>
                            <a:pt x="5593" y="29940"/>
                            <a:pt x="5745" y="30062"/>
                          </a:cubicBezTo>
                          <a:cubicBezTo>
                            <a:pt x="5776" y="30092"/>
                            <a:pt x="5806" y="30183"/>
                            <a:pt x="5837" y="30214"/>
                          </a:cubicBezTo>
                          <a:cubicBezTo>
                            <a:pt x="5897" y="30274"/>
                            <a:pt x="5958" y="30335"/>
                            <a:pt x="5989" y="30335"/>
                          </a:cubicBezTo>
                          <a:cubicBezTo>
                            <a:pt x="6171" y="30305"/>
                            <a:pt x="6292" y="30426"/>
                            <a:pt x="6444" y="30426"/>
                          </a:cubicBezTo>
                          <a:cubicBezTo>
                            <a:pt x="6566" y="30426"/>
                            <a:pt x="6688" y="30366"/>
                            <a:pt x="6748" y="30274"/>
                          </a:cubicBezTo>
                          <a:cubicBezTo>
                            <a:pt x="6900" y="30031"/>
                            <a:pt x="6900" y="29727"/>
                            <a:pt x="7052" y="29484"/>
                          </a:cubicBezTo>
                          <a:cubicBezTo>
                            <a:pt x="7083" y="29271"/>
                            <a:pt x="7144" y="29089"/>
                            <a:pt x="7296" y="28937"/>
                          </a:cubicBezTo>
                          <a:cubicBezTo>
                            <a:pt x="7387" y="28815"/>
                            <a:pt x="7478" y="28663"/>
                            <a:pt x="7508" y="28511"/>
                          </a:cubicBezTo>
                          <a:cubicBezTo>
                            <a:pt x="7539" y="28390"/>
                            <a:pt x="7569" y="28238"/>
                            <a:pt x="7599" y="28116"/>
                          </a:cubicBezTo>
                          <a:lnTo>
                            <a:pt x="7599" y="28116"/>
                          </a:lnTo>
                          <a:lnTo>
                            <a:pt x="7599" y="28086"/>
                          </a:lnTo>
                          <a:lnTo>
                            <a:pt x="7539" y="28056"/>
                          </a:lnTo>
                          <a:cubicBezTo>
                            <a:pt x="7539" y="28056"/>
                            <a:pt x="7478" y="28025"/>
                            <a:pt x="7508" y="28025"/>
                          </a:cubicBezTo>
                          <a:cubicBezTo>
                            <a:pt x="7508" y="28025"/>
                            <a:pt x="7539" y="27964"/>
                            <a:pt x="7569" y="28025"/>
                          </a:cubicBezTo>
                          <a:cubicBezTo>
                            <a:pt x="7569" y="28056"/>
                            <a:pt x="7599" y="28086"/>
                            <a:pt x="7599" y="28116"/>
                          </a:cubicBezTo>
                          <a:lnTo>
                            <a:pt x="7630" y="28116"/>
                          </a:lnTo>
                          <a:lnTo>
                            <a:pt x="7630" y="28116"/>
                          </a:lnTo>
                          <a:cubicBezTo>
                            <a:pt x="7751" y="28056"/>
                            <a:pt x="7843" y="27964"/>
                            <a:pt x="7903" y="27843"/>
                          </a:cubicBezTo>
                          <a:cubicBezTo>
                            <a:pt x="7995" y="27630"/>
                            <a:pt x="8147" y="27417"/>
                            <a:pt x="8359" y="27265"/>
                          </a:cubicBezTo>
                          <a:cubicBezTo>
                            <a:pt x="8572" y="27113"/>
                            <a:pt x="8633" y="26840"/>
                            <a:pt x="8542" y="26597"/>
                          </a:cubicBezTo>
                          <a:cubicBezTo>
                            <a:pt x="8481" y="26475"/>
                            <a:pt x="8542" y="26414"/>
                            <a:pt x="8633" y="26384"/>
                          </a:cubicBezTo>
                          <a:cubicBezTo>
                            <a:pt x="8724" y="26323"/>
                            <a:pt x="8694" y="26323"/>
                            <a:pt x="8755" y="26293"/>
                          </a:cubicBezTo>
                          <a:cubicBezTo>
                            <a:pt x="8785" y="26262"/>
                            <a:pt x="8815" y="26201"/>
                            <a:pt x="8785" y="26110"/>
                          </a:cubicBezTo>
                          <a:cubicBezTo>
                            <a:pt x="8785" y="26080"/>
                            <a:pt x="8755" y="26049"/>
                            <a:pt x="8755" y="25989"/>
                          </a:cubicBezTo>
                          <a:cubicBezTo>
                            <a:pt x="8663" y="25837"/>
                            <a:pt x="8663" y="25837"/>
                            <a:pt x="8846" y="25806"/>
                          </a:cubicBezTo>
                          <a:cubicBezTo>
                            <a:pt x="8998" y="25806"/>
                            <a:pt x="9089" y="25776"/>
                            <a:pt x="9119" y="25654"/>
                          </a:cubicBezTo>
                          <a:cubicBezTo>
                            <a:pt x="9180" y="25472"/>
                            <a:pt x="9332" y="25381"/>
                            <a:pt x="9484" y="25411"/>
                          </a:cubicBezTo>
                          <a:cubicBezTo>
                            <a:pt x="9727" y="25442"/>
                            <a:pt x="9970" y="25290"/>
                            <a:pt x="10244" y="25381"/>
                          </a:cubicBezTo>
                          <a:cubicBezTo>
                            <a:pt x="10305" y="25381"/>
                            <a:pt x="10365" y="25320"/>
                            <a:pt x="10396" y="25290"/>
                          </a:cubicBezTo>
                          <a:cubicBezTo>
                            <a:pt x="10457" y="25259"/>
                            <a:pt x="10517" y="25168"/>
                            <a:pt x="10578" y="25168"/>
                          </a:cubicBezTo>
                          <a:cubicBezTo>
                            <a:pt x="10913" y="25168"/>
                            <a:pt x="11217" y="25016"/>
                            <a:pt x="11490" y="24803"/>
                          </a:cubicBezTo>
                          <a:cubicBezTo>
                            <a:pt x="11521" y="24773"/>
                            <a:pt x="11581" y="24803"/>
                            <a:pt x="11612" y="24773"/>
                          </a:cubicBezTo>
                          <a:cubicBezTo>
                            <a:pt x="11824" y="24712"/>
                            <a:pt x="11976" y="24560"/>
                            <a:pt x="12098" y="24378"/>
                          </a:cubicBezTo>
                          <a:cubicBezTo>
                            <a:pt x="12220" y="24104"/>
                            <a:pt x="12463" y="23922"/>
                            <a:pt x="12615" y="23679"/>
                          </a:cubicBezTo>
                          <a:cubicBezTo>
                            <a:pt x="12767" y="23435"/>
                            <a:pt x="13101" y="23344"/>
                            <a:pt x="13283" y="23101"/>
                          </a:cubicBezTo>
                          <a:cubicBezTo>
                            <a:pt x="13435" y="23040"/>
                            <a:pt x="13587" y="23101"/>
                            <a:pt x="13739" y="23071"/>
                          </a:cubicBezTo>
                          <a:cubicBezTo>
                            <a:pt x="13861" y="23010"/>
                            <a:pt x="13952" y="22949"/>
                            <a:pt x="14043" y="22888"/>
                          </a:cubicBezTo>
                          <a:cubicBezTo>
                            <a:pt x="14104" y="22858"/>
                            <a:pt x="14165" y="22828"/>
                            <a:pt x="14226" y="22828"/>
                          </a:cubicBezTo>
                          <a:cubicBezTo>
                            <a:pt x="14347" y="22858"/>
                            <a:pt x="14499" y="22858"/>
                            <a:pt x="14621" y="22797"/>
                          </a:cubicBezTo>
                          <a:cubicBezTo>
                            <a:pt x="14834" y="22676"/>
                            <a:pt x="15077" y="22615"/>
                            <a:pt x="15320" y="22584"/>
                          </a:cubicBezTo>
                          <a:cubicBezTo>
                            <a:pt x="15746" y="22524"/>
                            <a:pt x="16141" y="22372"/>
                            <a:pt x="16475" y="22128"/>
                          </a:cubicBezTo>
                          <a:cubicBezTo>
                            <a:pt x="16870" y="21794"/>
                            <a:pt x="17326" y="21521"/>
                            <a:pt x="17752" y="21186"/>
                          </a:cubicBezTo>
                          <a:close/>
                          <a:moveTo>
                            <a:pt x="20943" y="7447"/>
                          </a:moveTo>
                          <a:lnTo>
                            <a:pt x="20974" y="7447"/>
                          </a:lnTo>
                          <a:cubicBezTo>
                            <a:pt x="21004" y="7447"/>
                            <a:pt x="21034" y="7478"/>
                            <a:pt x="21034" y="7478"/>
                          </a:cubicBezTo>
                          <a:cubicBezTo>
                            <a:pt x="21034" y="7508"/>
                            <a:pt x="21034" y="7569"/>
                            <a:pt x="20974" y="7539"/>
                          </a:cubicBezTo>
                          <a:cubicBezTo>
                            <a:pt x="20943" y="7539"/>
                            <a:pt x="20943" y="7539"/>
                            <a:pt x="20913" y="7508"/>
                          </a:cubicBezTo>
                          <a:cubicBezTo>
                            <a:pt x="20913" y="7478"/>
                            <a:pt x="20913" y="7478"/>
                            <a:pt x="20943" y="7447"/>
                          </a:cubicBezTo>
                          <a:close/>
                          <a:moveTo>
                            <a:pt x="20426" y="7660"/>
                          </a:moveTo>
                          <a:cubicBezTo>
                            <a:pt x="20426" y="7599"/>
                            <a:pt x="20487" y="7599"/>
                            <a:pt x="20548" y="7569"/>
                          </a:cubicBezTo>
                          <a:cubicBezTo>
                            <a:pt x="20578" y="7569"/>
                            <a:pt x="20578" y="7599"/>
                            <a:pt x="20578" y="7599"/>
                          </a:cubicBezTo>
                          <a:cubicBezTo>
                            <a:pt x="20639" y="7630"/>
                            <a:pt x="20639" y="7691"/>
                            <a:pt x="20578" y="7721"/>
                          </a:cubicBezTo>
                          <a:cubicBezTo>
                            <a:pt x="20548" y="7751"/>
                            <a:pt x="20518" y="7782"/>
                            <a:pt x="20487" y="7812"/>
                          </a:cubicBezTo>
                          <a:cubicBezTo>
                            <a:pt x="20426" y="7812"/>
                            <a:pt x="20396" y="7721"/>
                            <a:pt x="20426" y="7660"/>
                          </a:cubicBezTo>
                          <a:close/>
                          <a:moveTo>
                            <a:pt x="10122" y="24955"/>
                          </a:moveTo>
                          <a:lnTo>
                            <a:pt x="10062" y="24925"/>
                          </a:lnTo>
                          <a:cubicBezTo>
                            <a:pt x="10062" y="24925"/>
                            <a:pt x="10122" y="24894"/>
                            <a:pt x="10122" y="24925"/>
                          </a:cubicBezTo>
                          <a:cubicBezTo>
                            <a:pt x="10153" y="24925"/>
                            <a:pt x="10153" y="24925"/>
                            <a:pt x="10183" y="24955"/>
                          </a:cubicBezTo>
                          <a:close/>
                          <a:moveTo>
                            <a:pt x="13770" y="1672"/>
                          </a:moveTo>
                          <a:cubicBezTo>
                            <a:pt x="13770" y="1672"/>
                            <a:pt x="13739" y="1611"/>
                            <a:pt x="13770" y="1672"/>
                          </a:cubicBezTo>
                          <a:lnTo>
                            <a:pt x="13831" y="1733"/>
                          </a:lnTo>
                          <a:cubicBezTo>
                            <a:pt x="13800" y="1703"/>
                            <a:pt x="13800" y="1703"/>
                            <a:pt x="13770" y="1672"/>
                          </a:cubicBezTo>
                          <a:close/>
                          <a:moveTo>
                            <a:pt x="13983" y="1946"/>
                          </a:moveTo>
                          <a:cubicBezTo>
                            <a:pt x="13922" y="1946"/>
                            <a:pt x="13922" y="1885"/>
                            <a:pt x="13952" y="1824"/>
                          </a:cubicBezTo>
                          <a:lnTo>
                            <a:pt x="13952" y="1824"/>
                          </a:lnTo>
                          <a:cubicBezTo>
                            <a:pt x="13922" y="1794"/>
                            <a:pt x="13922" y="1794"/>
                            <a:pt x="13891" y="1763"/>
                          </a:cubicBezTo>
                          <a:lnTo>
                            <a:pt x="13952" y="1824"/>
                          </a:lnTo>
                          <a:lnTo>
                            <a:pt x="13952" y="1855"/>
                          </a:lnTo>
                          <a:cubicBezTo>
                            <a:pt x="13983" y="1855"/>
                            <a:pt x="13983" y="1885"/>
                            <a:pt x="14013" y="1915"/>
                          </a:cubicBezTo>
                          <a:close/>
                          <a:moveTo>
                            <a:pt x="15654" y="20122"/>
                          </a:moveTo>
                          <a:lnTo>
                            <a:pt x="15654" y="20092"/>
                          </a:lnTo>
                          <a:lnTo>
                            <a:pt x="15685" y="20092"/>
                          </a:lnTo>
                          <a:close/>
                          <a:moveTo>
                            <a:pt x="15867" y="19028"/>
                          </a:moveTo>
                          <a:lnTo>
                            <a:pt x="15837" y="18998"/>
                          </a:lnTo>
                          <a:lnTo>
                            <a:pt x="15898" y="18998"/>
                          </a:lnTo>
                          <a:lnTo>
                            <a:pt x="15898" y="19028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40" name="Google Shape;520;p21">
                      <a:extLst>
                        <a:ext uri="{FF2B5EF4-FFF2-40B4-BE49-F238E27FC236}">
                          <a16:creationId xmlns:a16="http://schemas.microsoft.com/office/drawing/2014/main" id="{F2238C9F-54D0-75BC-6493-6EBAA497EE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48925" y="2693750"/>
                      <a:ext cx="25" cy="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32" extrusionOk="0">
                          <a:moveTo>
                            <a:pt x="1" y="1"/>
                          </a:moveTo>
                          <a:lnTo>
                            <a:pt x="1" y="1"/>
                          </a:lnTo>
                          <a:lnTo>
                            <a:pt x="1" y="31"/>
                          </a:lnTo>
                          <a:lnTo>
                            <a:pt x="1" y="3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41" name="Google Shape;521;p21">
                      <a:extLst>
                        <a:ext uri="{FF2B5EF4-FFF2-40B4-BE49-F238E27FC236}">
                          <a16:creationId xmlns:a16="http://schemas.microsoft.com/office/drawing/2014/main" id="{17BD0523-7A90-699F-DAD8-3FA61D0E9B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31150" y="2596500"/>
                      <a:ext cx="800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" h="31" extrusionOk="0">
                          <a:moveTo>
                            <a:pt x="31" y="31"/>
                          </a:moveTo>
                          <a:lnTo>
                            <a:pt x="31" y="31"/>
                          </a:lnTo>
                          <a:lnTo>
                            <a:pt x="31" y="0"/>
                          </a:lnTo>
                          <a:cubicBezTo>
                            <a:pt x="31" y="0"/>
                            <a:pt x="1" y="31"/>
                            <a:pt x="1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42" name="Google Shape;522;p21">
                      <a:extLst>
                        <a:ext uri="{FF2B5EF4-FFF2-40B4-BE49-F238E27FC236}">
                          <a16:creationId xmlns:a16="http://schemas.microsoft.com/office/drawing/2014/main" id="{8D347A14-3774-0CFE-E8A3-0EACA5D6CB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49075" y="2395875"/>
                      <a:ext cx="800" cy="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" h="32" extrusionOk="0">
                          <a:moveTo>
                            <a:pt x="1" y="1"/>
                          </a:moveTo>
                          <a:lnTo>
                            <a:pt x="31" y="1"/>
                          </a:lnTo>
                          <a:lnTo>
                            <a:pt x="1" y="1"/>
                          </a:lnTo>
                          <a:lnTo>
                            <a:pt x="1" y="3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43" name="Google Shape;523;p21">
                      <a:extLst>
                        <a:ext uri="{FF2B5EF4-FFF2-40B4-BE49-F238E27FC236}">
                          <a16:creationId xmlns:a16="http://schemas.microsoft.com/office/drawing/2014/main" id="{2FCA38D5-2159-32DC-D5EB-85E0F30FF3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66550" y="2344200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1" y="1"/>
                          </a:move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44" name="Google Shape;524;p21">
                      <a:extLst>
                        <a:ext uri="{FF2B5EF4-FFF2-40B4-BE49-F238E27FC236}">
                          <a16:creationId xmlns:a16="http://schemas.microsoft.com/office/drawing/2014/main" id="{AA5741B8-E2DF-F786-2C8B-87A4FCDF10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6700" y="2578250"/>
                      <a:ext cx="273600" cy="3777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944" h="15108" extrusionOk="0">
                          <a:moveTo>
                            <a:pt x="2220" y="5472"/>
                          </a:moveTo>
                          <a:cubicBezTo>
                            <a:pt x="2493" y="5502"/>
                            <a:pt x="2706" y="5746"/>
                            <a:pt x="2980" y="5685"/>
                          </a:cubicBezTo>
                          <a:cubicBezTo>
                            <a:pt x="3010" y="5685"/>
                            <a:pt x="3040" y="5685"/>
                            <a:pt x="3040" y="5715"/>
                          </a:cubicBezTo>
                          <a:lnTo>
                            <a:pt x="3162" y="5776"/>
                          </a:lnTo>
                          <a:cubicBezTo>
                            <a:pt x="3253" y="5867"/>
                            <a:pt x="3344" y="5958"/>
                            <a:pt x="3466" y="6050"/>
                          </a:cubicBezTo>
                          <a:cubicBezTo>
                            <a:pt x="3527" y="6080"/>
                            <a:pt x="3587" y="6080"/>
                            <a:pt x="3648" y="6080"/>
                          </a:cubicBezTo>
                          <a:cubicBezTo>
                            <a:pt x="3709" y="6080"/>
                            <a:pt x="3739" y="5989"/>
                            <a:pt x="3800" y="5958"/>
                          </a:cubicBezTo>
                          <a:lnTo>
                            <a:pt x="3648" y="5776"/>
                          </a:lnTo>
                          <a:cubicBezTo>
                            <a:pt x="3557" y="5776"/>
                            <a:pt x="3466" y="5776"/>
                            <a:pt x="3435" y="5685"/>
                          </a:cubicBezTo>
                          <a:lnTo>
                            <a:pt x="3405" y="5685"/>
                          </a:lnTo>
                          <a:lnTo>
                            <a:pt x="3375" y="5654"/>
                          </a:lnTo>
                          <a:lnTo>
                            <a:pt x="3405" y="5654"/>
                          </a:lnTo>
                          <a:lnTo>
                            <a:pt x="3405" y="5654"/>
                          </a:lnTo>
                          <a:cubicBezTo>
                            <a:pt x="3496" y="5654"/>
                            <a:pt x="3587" y="5685"/>
                            <a:pt x="3648" y="5776"/>
                          </a:cubicBezTo>
                          <a:lnTo>
                            <a:pt x="3648" y="5776"/>
                          </a:lnTo>
                          <a:lnTo>
                            <a:pt x="3800" y="5928"/>
                          </a:lnTo>
                          <a:lnTo>
                            <a:pt x="3800" y="5928"/>
                          </a:lnTo>
                          <a:cubicBezTo>
                            <a:pt x="3891" y="5928"/>
                            <a:pt x="4013" y="5898"/>
                            <a:pt x="4104" y="5898"/>
                          </a:cubicBezTo>
                          <a:cubicBezTo>
                            <a:pt x="4287" y="5837"/>
                            <a:pt x="4408" y="5685"/>
                            <a:pt x="4378" y="5502"/>
                          </a:cubicBezTo>
                          <a:cubicBezTo>
                            <a:pt x="4378" y="5442"/>
                            <a:pt x="4378" y="5350"/>
                            <a:pt x="4347" y="5259"/>
                          </a:cubicBezTo>
                          <a:lnTo>
                            <a:pt x="4347" y="5259"/>
                          </a:lnTo>
                          <a:lnTo>
                            <a:pt x="4347" y="5229"/>
                          </a:lnTo>
                          <a:cubicBezTo>
                            <a:pt x="4226" y="5138"/>
                            <a:pt x="4226" y="5107"/>
                            <a:pt x="4347" y="4986"/>
                          </a:cubicBezTo>
                          <a:lnTo>
                            <a:pt x="4347" y="4986"/>
                          </a:lnTo>
                          <a:cubicBezTo>
                            <a:pt x="4347" y="4955"/>
                            <a:pt x="4347" y="4955"/>
                            <a:pt x="4378" y="4986"/>
                          </a:cubicBezTo>
                          <a:lnTo>
                            <a:pt x="4347" y="5016"/>
                          </a:lnTo>
                          <a:lnTo>
                            <a:pt x="4347" y="5016"/>
                          </a:lnTo>
                          <a:lnTo>
                            <a:pt x="4347" y="5259"/>
                          </a:lnTo>
                          <a:lnTo>
                            <a:pt x="4347" y="5259"/>
                          </a:lnTo>
                          <a:lnTo>
                            <a:pt x="4347" y="5290"/>
                          </a:lnTo>
                          <a:cubicBezTo>
                            <a:pt x="4469" y="5350"/>
                            <a:pt x="4621" y="5411"/>
                            <a:pt x="4742" y="5472"/>
                          </a:cubicBezTo>
                          <a:cubicBezTo>
                            <a:pt x="4773" y="5472"/>
                            <a:pt x="4803" y="5563"/>
                            <a:pt x="4803" y="5594"/>
                          </a:cubicBezTo>
                          <a:cubicBezTo>
                            <a:pt x="4803" y="5624"/>
                            <a:pt x="4803" y="5624"/>
                            <a:pt x="4803" y="5654"/>
                          </a:cubicBezTo>
                          <a:cubicBezTo>
                            <a:pt x="4742" y="5746"/>
                            <a:pt x="4712" y="5867"/>
                            <a:pt x="4712" y="5989"/>
                          </a:cubicBezTo>
                          <a:cubicBezTo>
                            <a:pt x="4712" y="6080"/>
                            <a:pt x="4834" y="6171"/>
                            <a:pt x="4864" y="6262"/>
                          </a:cubicBezTo>
                          <a:cubicBezTo>
                            <a:pt x="4894" y="6475"/>
                            <a:pt x="5016" y="6688"/>
                            <a:pt x="5168" y="6870"/>
                          </a:cubicBezTo>
                          <a:cubicBezTo>
                            <a:pt x="5198" y="6901"/>
                            <a:pt x="5168" y="6992"/>
                            <a:pt x="5107" y="7022"/>
                          </a:cubicBezTo>
                          <a:cubicBezTo>
                            <a:pt x="5046" y="7053"/>
                            <a:pt x="4986" y="7053"/>
                            <a:pt x="4925" y="7083"/>
                          </a:cubicBezTo>
                          <a:cubicBezTo>
                            <a:pt x="4864" y="7144"/>
                            <a:pt x="4834" y="7205"/>
                            <a:pt x="4834" y="7265"/>
                          </a:cubicBezTo>
                          <a:cubicBezTo>
                            <a:pt x="4834" y="7296"/>
                            <a:pt x="4864" y="7357"/>
                            <a:pt x="4894" y="7357"/>
                          </a:cubicBezTo>
                          <a:cubicBezTo>
                            <a:pt x="5077" y="7417"/>
                            <a:pt x="5259" y="7265"/>
                            <a:pt x="5411" y="7357"/>
                          </a:cubicBezTo>
                          <a:cubicBezTo>
                            <a:pt x="5442" y="7387"/>
                            <a:pt x="5472" y="7387"/>
                            <a:pt x="5472" y="7417"/>
                          </a:cubicBezTo>
                          <a:cubicBezTo>
                            <a:pt x="5502" y="7448"/>
                            <a:pt x="5502" y="7509"/>
                            <a:pt x="5442" y="7509"/>
                          </a:cubicBezTo>
                          <a:cubicBezTo>
                            <a:pt x="5381" y="7539"/>
                            <a:pt x="5320" y="7569"/>
                            <a:pt x="5259" y="7600"/>
                          </a:cubicBezTo>
                          <a:cubicBezTo>
                            <a:pt x="5229" y="7661"/>
                            <a:pt x="5198" y="7721"/>
                            <a:pt x="5259" y="7782"/>
                          </a:cubicBezTo>
                          <a:cubicBezTo>
                            <a:pt x="5290" y="7812"/>
                            <a:pt x="5320" y="7843"/>
                            <a:pt x="5350" y="7843"/>
                          </a:cubicBezTo>
                          <a:cubicBezTo>
                            <a:pt x="5411" y="7843"/>
                            <a:pt x="5442" y="7843"/>
                            <a:pt x="5502" y="7812"/>
                          </a:cubicBezTo>
                          <a:cubicBezTo>
                            <a:pt x="5685" y="7752"/>
                            <a:pt x="5806" y="7812"/>
                            <a:pt x="5867" y="7995"/>
                          </a:cubicBezTo>
                          <a:cubicBezTo>
                            <a:pt x="5867" y="8056"/>
                            <a:pt x="5898" y="8086"/>
                            <a:pt x="5958" y="8116"/>
                          </a:cubicBezTo>
                          <a:cubicBezTo>
                            <a:pt x="6171" y="8208"/>
                            <a:pt x="6171" y="8360"/>
                            <a:pt x="6141" y="8572"/>
                          </a:cubicBezTo>
                          <a:cubicBezTo>
                            <a:pt x="6110" y="8755"/>
                            <a:pt x="6110" y="9028"/>
                            <a:pt x="6080" y="9241"/>
                          </a:cubicBezTo>
                          <a:cubicBezTo>
                            <a:pt x="6080" y="9332"/>
                            <a:pt x="6019" y="9423"/>
                            <a:pt x="5928" y="9454"/>
                          </a:cubicBezTo>
                          <a:cubicBezTo>
                            <a:pt x="5776" y="9484"/>
                            <a:pt x="5654" y="9545"/>
                            <a:pt x="5594" y="9667"/>
                          </a:cubicBezTo>
                          <a:cubicBezTo>
                            <a:pt x="5442" y="9849"/>
                            <a:pt x="5259" y="10001"/>
                            <a:pt x="5077" y="10092"/>
                          </a:cubicBezTo>
                          <a:cubicBezTo>
                            <a:pt x="4682" y="10366"/>
                            <a:pt x="4590" y="10396"/>
                            <a:pt x="4803" y="10913"/>
                          </a:cubicBezTo>
                          <a:cubicBezTo>
                            <a:pt x="4803" y="10943"/>
                            <a:pt x="4773" y="11034"/>
                            <a:pt x="4773" y="11034"/>
                          </a:cubicBezTo>
                          <a:cubicBezTo>
                            <a:pt x="4530" y="11034"/>
                            <a:pt x="4317" y="11095"/>
                            <a:pt x="4104" y="11186"/>
                          </a:cubicBezTo>
                          <a:cubicBezTo>
                            <a:pt x="3891" y="11247"/>
                            <a:pt x="3648" y="11247"/>
                            <a:pt x="3466" y="11126"/>
                          </a:cubicBezTo>
                          <a:cubicBezTo>
                            <a:pt x="3344" y="11065"/>
                            <a:pt x="3223" y="10974"/>
                            <a:pt x="3101" y="10943"/>
                          </a:cubicBezTo>
                          <a:cubicBezTo>
                            <a:pt x="3040" y="10913"/>
                            <a:pt x="3010" y="10943"/>
                            <a:pt x="2980" y="10943"/>
                          </a:cubicBezTo>
                          <a:cubicBezTo>
                            <a:pt x="2858" y="11095"/>
                            <a:pt x="2736" y="11217"/>
                            <a:pt x="2584" y="11338"/>
                          </a:cubicBezTo>
                          <a:cubicBezTo>
                            <a:pt x="2524" y="11399"/>
                            <a:pt x="2493" y="11490"/>
                            <a:pt x="2432" y="11551"/>
                          </a:cubicBezTo>
                          <a:cubicBezTo>
                            <a:pt x="2372" y="11673"/>
                            <a:pt x="2402" y="11825"/>
                            <a:pt x="2493" y="11946"/>
                          </a:cubicBezTo>
                          <a:cubicBezTo>
                            <a:pt x="2645" y="12189"/>
                            <a:pt x="3010" y="12281"/>
                            <a:pt x="3283" y="12159"/>
                          </a:cubicBezTo>
                          <a:cubicBezTo>
                            <a:pt x="3344" y="12129"/>
                            <a:pt x="3435" y="12098"/>
                            <a:pt x="3527" y="12068"/>
                          </a:cubicBezTo>
                          <a:cubicBezTo>
                            <a:pt x="3587" y="12068"/>
                            <a:pt x="3618" y="12068"/>
                            <a:pt x="3648" y="12068"/>
                          </a:cubicBezTo>
                          <a:cubicBezTo>
                            <a:pt x="3891" y="12220"/>
                            <a:pt x="4135" y="12129"/>
                            <a:pt x="4378" y="12159"/>
                          </a:cubicBezTo>
                          <a:cubicBezTo>
                            <a:pt x="4499" y="12189"/>
                            <a:pt x="4590" y="12250"/>
                            <a:pt x="4651" y="12341"/>
                          </a:cubicBezTo>
                          <a:cubicBezTo>
                            <a:pt x="4742" y="12554"/>
                            <a:pt x="4834" y="12767"/>
                            <a:pt x="4955" y="12949"/>
                          </a:cubicBezTo>
                          <a:cubicBezTo>
                            <a:pt x="5046" y="13071"/>
                            <a:pt x="5107" y="13162"/>
                            <a:pt x="5016" y="13314"/>
                          </a:cubicBezTo>
                          <a:cubicBezTo>
                            <a:pt x="4986" y="13405"/>
                            <a:pt x="5016" y="13496"/>
                            <a:pt x="5046" y="13588"/>
                          </a:cubicBezTo>
                          <a:cubicBezTo>
                            <a:pt x="5168" y="13770"/>
                            <a:pt x="5350" y="13922"/>
                            <a:pt x="5533" y="14013"/>
                          </a:cubicBezTo>
                          <a:lnTo>
                            <a:pt x="5533" y="14013"/>
                          </a:lnTo>
                          <a:lnTo>
                            <a:pt x="5533" y="14013"/>
                          </a:lnTo>
                          <a:lnTo>
                            <a:pt x="5533" y="14013"/>
                          </a:lnTo>
                          <a:cubicBezTo>
                            <a:pt x="5685" y="14104"/>
                            <a:pt x="5837" y="14196"/>
                            <a:pt x="5928" y="14317"/>
                          </a:cubicBezTo>
                          <a:cubicBezTo>
                            <a:pt x="6080" y="14530"/>
                            <a:pt x="6323" y="14682"/>
                            <a:pt x="6566" y="14773"/>
                          </a:cubicBezTo>
                          <a:cubicBezTo>
                            <a:pt x="6718" y="14803"/>
                            <a:pt x="6809" y="14925"/>
                            <a:pt x="6931" y="14955"/>
                          </a:cubicBezTo>
                          <a:cubicBezTo>
                            <a:pt x="7053" y="15016"/>
                            <a:pt x="7174" y="15077"/>
                            <a:pt x="7296" y="15107"/>
                          </a:cubicBezTo>
                          <a:cubicBezTo>
                            <a:pt x="7326" y="15107"/>
                            <a:pt x="7387" y="15077"/>
                            <a:pt x="7417" y="15047"/>
                          </a:cubicBezTo>
                          <a:cubicBezTo>
                            <a:pt x="7478" y="14925"/>
                            <a:pt x="7478" y="14773"/>
                            <a:pt x="7417" y="14651"/>
                          </a:cubicBezTo>
                          <a:cubicBezTo>
                            <a:pt x="7265" y="14317"/>
                            <a:pt x="7053" y="13983"/>
                            <a:pt x="6779" y="13709"/>
                          </a:cubicBezTo>
                          <a:cubicBezTo>
                            <a:pt x="6688" y="13618"/>
                            <a:pt x="6627" y="13496"/>
                            <a:pt x="6657" y="13375"/>
                          </a:cubicBezTo>
                          <a:lnTo>
                            <a:pt x="6657" y="13375"/>
                          </a:lnTo>
                          <a:lnTo>
                            <a:pt x="6657" y="13344"/>
                          </a:lnTo>
                          <a:lnTo>
                            <a:pt x="6627" y="13314"/>
                          </a:lnTo>
                          <a:lnTo>
                            <a:pt x="6657" y="13314"/>
                          </a:lnTo>
                          <a:cubicBezTo>
                            <a:pt x="6657" y="13314"/>
                            <a:pt x="6657" y="13344"/>
                            <a:pt x="6657" y="13344"/>
                          </a:cubicBezTo>
                          <a:lnTo>
                            <a:pt x="6688" y="13344"/>
                          </a:lnTo>
                          <a:lnTo>
                            <a:pt x="6688" y="13344"/>
                          </a:lnTo>
                          <a:cubicBezTo>
                            <a:pt x="6901" y="13436"/>
                            <a:pt x="7083" y="13557"/>
                            <a:pt x="7205" y="13740"/>
                          </a:cubicBezTo>
                          <a:cubicBezTo>
                            <a:pt x="7326" y="13892"/>
                            <a:pt x="7478" y="13983"/>
                            <a:pt x="7630" y="14074"/>
                          </a:cubicBezTo>
                          <a:cubicBezTo>
                            <a:pt x="7782" y="14135"/>
                            <a:pt x="7873" y="14226"/>
                            <a:pt x="7904" y="14348"/>
                          </a:cubicBezTo>
                          <a:cubicBezTo>
                            <a:pt x="7964" y="14469"/>
                            <a:pt x="8056" y="14591"/>
                            <a:pt x="8116" y="14712"/>
                          </a:cubicBezTo>
                          <a:cubicBezTo>
                            <a:pt x="8147" y="14743"/>
                            <a:pt x="8177" y="14773"/>
                            <a:pt x="8208" y="14773"/>
                          </a:cubicBezTo>
                          <a:cubicBezTo>
                            <a:pt x="8268" y="14743"/>
                            <a:pt x="8299" y="14712"/>
                            <a:pt x="8268" y="14651"/>
                          </a:cubicBezTo>
                          <a:cubicBezTo>
                            <a:pt x="8177" y="14500"/>
                            <a:pt x="8177" y="14287"/>
                            <a:pt x="8299" y="14135"/>
                          </a:cubicBezTo>
                          <a:cubicBezTo>
                            <a:pt x="8360" y="14044"/>
                            <a:pt x="8451" y="13922"/>
                            <a:pt x="8572" y="13831"/>
                          </a:cubicBezTo>
                          <a:cubicBezTo>
                            <a:pt x="8664" y="13770"/>
                            <a:pt x="8694" y="13648"/>
                            <a:pt x="8633" y="13527"/>
                          </a:cubicBezTo>
                          <a:cubicBezTo>
                            <a:pt x="8633" y="13466"/>
                            <a:pt x="8633" y="13405"/>
                            <a:pt x="8603" y="13344"/>
                          </a:cubicBezTo>
                          <a:cubicBezTo>
                            <a:pt x="8512" y="13132"/>
                            <a:pt x="8451" y="12858"/>
                            <a:pt x="8481" y="12615"/>
                          </a:cubicBezTo>
                          <a:cubicBezTo>
                            <a:pt x="8481" y="12493"/>
                            <a:pt x="8420" y="12341"/>
                            <a:pt x="8299" y="12281"/>
                          </a:cubicBezTo>
                          <a:cubicBezTo>
                            <a:pt x="8177" y="12189"/>
                            <a:pt x="8056" y="12098"/>
                            <a:pt x="7934" y="11977"/>
                          </a:cubicBezTo>
                          <a:cubicBezTo>
                            <a:pt x="7873" y="11916"/>
                            <a:pt x="7843" y="11825"/>
                            <a:pt x="7843" y="11734"/>
                          </a:cubicBezTo>
                          <a:cubicBezTo>
                            <a:pt x="7873" y="11521"/>
                            <a:pt x="7812" y="11338"/>
                            <a:pt x="7691" y="11156"/>
                          </a:cubicBezTo>
                          <a:cubicBezTo>
                            <a:pt x="7660" y="11156"/>
                            <a:pt x="7660" y="11095"/>
                            <a:pt x="7660" y="11065"/>
                          </a:cubicBezTo>
                          <a:lnTo>
                            <a:pt x="7660" y="11065"/>
                          </a:lnTo>
                          <a:lnTo>
                            <a:pt x="7630" y="11034"/>
                          </a:lnTo>
                          <a:lnTo>
                            <a:pt x="7660" y="11034"/>
                          </a:lnTo>
                          <a:lnTo>
                            <a:pt x="7660" y="11034"/>
                          </a:lnTo>
                          <a:cubicBezTo>
                            <a:pt x="7721" y="11034"/>
                            <a:pt x="7752" y="11034"/>
                            <a:pt x="7782" y="11034"/>
                          </a:cubicBezTo>
                          <a:cubicBezTo>
                            <a:pt x="7995" y="11034"/>
                            <a:pt x="8025" y="11034"/>
                            <a:pt x="8056" y="10822"/>
                          </a:cubicBezTo>
                          <a:cubicBezTo>
                            <a:pt x="8086" y="10761"/>
                            <a:pt x="8116" y="10700"/>
                            <a:pt x="8147" y="10639"/>
                          </a:cubicBezTo>
                          <a:cubicBezTo>
                            <a:pt x="8177" y="10578"/>
                            <a:pt x="8268" y="10578"/>
                            <a:pt x="8299" y="10639"/>
                          </a:cubicBezTo>
                          <a:cubicBezTo>
                            <a:pt x="8390" y="10761"/>
                            <a:pt x="8481" y="10913"/>
                            <a:pt x="8572" y="11034"/>
                          </a:cubicBezTo>
                          <a:cubicBezTo>
                            <a:pt x="8724" y="11186"/>
                            <a:pt x="8785" y="11369"/>
                            <a:pt x="8815" y="11582"/>
                          </a:cubicBezTo>
                          <a:cubicBezTo>
                            <a:pt x="8815" y="11673"/>
                            <a:pt x="8846" y="11764"/>
                            <a:pt x="8876" y="11855"/>
                          </a:cubicBezTo>
                          <a:cubicBezTo>
                            <a:pt x="8876" y="11885"/>
                            <a:pt x="8907" y="11946"/>
                            <a:pt x="8937" y="11977"/>
                          </a:cubicBezTo>
                          <a:cubicBezTo>
                            <a:pt x="9059" y="12098"/>
                            <a:pt x="9211" y="12189"/>
                            <a:pt x="9393" y="12250"/>
                          </a:cubicBezTo>
                          <a:cubicBezTo>
                            <a:pt x="9423" y="12250"/>
                            <a:pt x="9484" y="12250"/>
                            <a:pt x="9484" y="12189"/>
                          </a:cubicBezTo>
                          <a:cubicBezTo>
                            <a:pt x="9545" y="12068"/>
                            <a:pt x="9575" y="11946"/>
                            <a:pt x="9606" y="11825"/>
                          </a:cubicBezTo>
                          <a:cubicBezTo>
                            <a:pt x="9636" y="11734"/>
                            <a:pt x="9697" y="11642"/>
                            <a:pt x="9788" y="11642"/>
                          </a:cubicBezTo>
                          <a:cubicBezTo>
                            <a:pt x="9849" y="11612"/>
                            <a:pt x="9910" y="11612"/>
                            <a:pt x="9971" y="11582"/>
                          </a:cubicBezTo>
                          <a:cubicBezTo>
                            <a:pt x="10274" y="11460"/>
                            <a:pt x="10396" y="11126"/>
                            <a:pt x="10700" y="10974"/>
                          </a:cubicBezTo>
                          <a:cubicBezTo>
                            <a:pt x="10791" y="10913"/>
                            <a:pt x="10852" y="10822"/>
                            <a:pt x="10913" y="10730"/>
                          </a:cubicBezTo>
                          <a:cubicBezTo>
                            <a:pt x="10943" y="10670"/>
                            <a:pt x="10943" y="10609"/>
                            <a:pt x="10913" y="10518"/>
                          </a:cubicBezTo>
                          <a:cubicBezTo>
                            <a:pt x="10882" y="10366"/>
                            <a:pt x="10761" y="10244"/>
                            <a:pt x="10609" y="10214"/>
                          </a:cubicBezTo>
                          <a:cubicBezTo>
                            <a:pt x="10518" y="10214"/>
                            <a:pt x="10426" y="10153"/>
                            <a:pt x="10366" y="10092"/>
                          </a:cubicBezTo>
                          <a:lnTo>
                            <a:pt x="10366" y="10092"/>
                          </a:lnTo>
                          <a:lnTo>
                            <a:pt x="10366" y="10062"/>
                          </a:lnTo>
                          <a:cubicBezTo>
                            <a:pt x="10335" y="10031"/>
                            <a:pt x="10335" y="9971"/>
                            <a:pt x="10366" y="9940"/>
                          </a:cubicBezTo>
                          <a:lnTo>
                            <a:pt x="10366" y="9940"/>
                          </a:lnTo>
                          <a:lnTo>
                            <a:pt x="10366" y="9910"/>
                          </a:lnTo>
                          <a:lnTo>
                            <a:pt x="10366" y="9910"/>
                          </a:lnTo>
                          <a:cubicBezTo>
                            <a:pt x="10335" y="9879"/>
                            <a:pt x="10335" y="9819"/>
                            <a:pt x="10274" y="9819"/>
                          </a:cubicBezTo>
                          <a:cubicBezTo>
                            <a:pt x="10244" y="9819"/>
                            <a:pt x="10214" y="9819"/>
                            <a:pt x="10153" y="9819"/>
                          </a:cubicBezTo>
                          <a:lnTo>
                            <a:pt x="10031" y="9819"/>
                          </a:lnTo>
                          <a:cubicBezTo>
                            <a:pt x="9940" y="9788"/>
                            <a:pt x="9879" y="9697"/>
                            <a:pt x="9910" y="9606"/>
                          </a:cubicBezTo>
                          <a:cubicBezTo>
                            <a:pt x="10001" y="9393"/>
                            <a:pt x="10001" y="9363"/>
                            <a:pt x="9879" y="9302"/>
                          </a:cubicBezTo>
                          <a:cubicBezTo>
                            <a:pt x="9758" y="9211"/>
                            <a:pt x="9636" y="9150"/>
                            <a:pt x="9667" y="8998"/>
                          </a:cubicBezTo>
                          <a:cubicBezTo>
                            <a:pt x="9545" y="8968"/>
                            <a:pt x="9393" y="8907"/>
                            <a:pt x="9271" y="8846"/>
                          </a:cubicBezTo>
                          <a:cubicBezTo>
                            <a:pt x="9180" y="8816"/>
                            <a:pt x="9089" y="8724"/>
                            <a:pt x="9059" y="8603"/>
                          </a:cubicBezTo>
                          <a:cubicBezTo>
                            <a:pt x="9028" y="8420"/>
                            <a:pt x="8846" y="8268"/>
                            <a:pt x="8664" y="8238"/>
                          </a:cubicBezTo>
                          <a:cubicBezTo>
                            <a:pt x="8572" y="8208"/>
                            <a:pt x="8542" y="8116"/>
                            <a:pt x="8603" y="8056"/>
                          </a:cubicBezTo>
                          <a:cubicBezTo>
                            <a:pt x="8755" y="7904"/>
                            <a:pt x="8876" y="7782"/>
                            <a:pt x="8846" y="7539"/>
                          </a:cubicBezTo>
                          <a:cubicBezTo>
                            <a:pt x="8846" y="7478"/>
                            <a:pt x="8876" y="7478"/>
                            <a:pt x="8937" y="7478"/>
                          </a:cubicBezTo>
                          <a:cubicBezTo>
                            <a:pt x="9028" y="7539"/>
                            <a:pt x="9150" y="7569"/>
                            <a:pt x="9241" y="7569"/>
                          </a:cubicBezTo>
                          <a:cubicBezTo>
                            <a:pt x="9332" y="7600"/>
                            <a:pt x="9393" y="7569"/>
                            <a:pt x="9423" y="7509"/>
                          </a:cubicBezTo>
                          <a:cubicBezTo>
                            <a:pt x="9454" y="7448"/>
                            <a:pt x="9423" y="7387"/>
                            <a:pt x="9423" y="7326"/>
                          </a:cubicBezTo>
                          <a:cubicBezTo>
                            <a:pt x="9423" y="7296"/>
                            <a:pt x="9423" y="7265"/>
                            <a:pt x="9393" y="7265"/>
                          </a:cubicBezTo>
                          <a:cubicBezTo>
                            <a:pt x="9271" y="7144"/>
                            <a:pt x="9241" y="7053"/>
                            <a:pt x="9363" y="6901"/>
                          </a:cubicBezTo>
                          <a:cubicBezTo>
                            <a:pt x="9454" y="6809"/>
                            <a:pt x="9484" y="6657"/>
                            <a:pt x="9423" y="6536"/>
                          </a:cubicBezTo>
                          <a:cubicBezTo>
                            <a:pt x="9332" y="6353"/>
                            <a:pt x="9271" y="6171"/>
                            <a:pt x="9211" y="5958"/>
                          </a:cubicBezTo>
                          <a:cubicBezTo>
                            <a:pt x="9180" y="5654"/>
                            <a:pt x="8907" y="5411"/>
                            <a:pt x="8603" y="5381"/>
                          </a:cubicBezTo>
                          <a:cubicBezTo>
                            <a:pt x="8451" y="5350"/>
                            <a:pt x="8360" y="5259"/>
                            <a:pt x="8329" y="5107"/>
                          </a:cubicBezTo>
                          <a:cubicBezTo>
                            <a:pt x="8329" y="5077"/>
                            <a:pt x="8238" y="5046"/>
                            <a:pt x="8177" y="5016"/>
                          </a:cubicBezTo>
                          <a:lnTo>
                            <a:pt x="8177" y="5016"/>
                          </a:lnTo>
                          <a:lnTo>
                            <a:pt x="8147" y="5046"/>
                          </a:lnTo>
                          <a:lnTo>
                            <a:pt x="8177" y="4986"/>
                          </a:lnTo>
                          <a:lnTo>
                            <a:pt x="8177" y="4986"/>
                          </a:lnTo>
                          <a:cubicBezTo>
                            <a:pt x="8238" y="4864"/>
                            <a:pt x="8238" y="4682"/>
                            <a:pt x="8177" y="4530"/>
                          </a:cubicBezTo>
                          <a:cubicBezTo>
                            <a:pt x="8116" y="4439"/>
                            <a:pt x="8056" y="4347"/>
                            <a:pt x="7995" y="4256"/>
                          </a:cubicBezTo>
                          <a:cubicBezTo>
                            <a:pt x="7904" y="4135"/>
                            <a:pt x="7752" y="4104"/>
                            <a:pt x="7630" y="4195"/>
                          </a:cubicBezTo>
                          <a:cubicBezTo>
                            <a:pt x="7478" y="4256"/>
                            <a:pt x="7448" y="4256"/>
                            <a:pt x="7387" y="4165"/>
                          </a:cubicBezTo>
                          <a:cubicBezTo>
                            <a:pt x="7326" y="3952"/>
                            <a:pt x="7205" y="4013"/>
                            <a:pt x="7083" y="4013"/>
                          </a:cubicBezTo>
                          <a:cubicBezTo>
                            <a:pt x="7053" y="4013"/>
                            <a:pt x="7022" y="4013"/>
                            <a:pt x="6992" y="4013"/>
                          </a:cubicBezTo>
                          <a:cubicBezTo>
                            <a:pt x="6961" y="3983"/>
                            <a:pt x="6992" y="3952"/>
                            <a:pt x="6992" y="3922"/>
                          </a:cubicBezTo>
                          <a:cubicBezTo>
                            <a:pt x="7053" y="3861"/>
                            <a:pt x="7113" y="3770"/>
                            <a:pt x="7174" y="3709"/>
                          </a:cubicBezTo>
                          <a:cubicBezTo>
                            <a:pt x="7174" y="3648"/>
                            <a:pt x="7174" y="3618"/>
                            <a:pt x="7174" y="3557"/>
                          </a:cubicBezTo>
                          <a:cubicBezTo>
                            <a:pt x="7113" y="3527"/>
                            <a:pt x="7053" y="3496"/>
                            <a:pt x="7022" y="3436"/>
                          </a:cubicBezTo>
                          <a:cubicBezTo>
                            <a:pt x="6992" y="3375"/>
                            <a:pt x="7053" y="3284"/>
                            <a:pt x="7053" y="3192"/>
                          </a:cubicBezTo>
                          <a:cubicBezTo>
                            <a:pt x="7053" y="3071"/>
                            <a:pt x="7022" y="2949"/>
                            <a:pt x="6931" y="2888"/>
                          </a:cubicBezTo>
                          <a:cubicBezTo>
                            <a:pt x="6718" y="2706"/>
                            <a:pt x="6505" y="2554"/>
                            <a:pt x="6293" y="2402"/>
                          </a:cubicBezTo>
                          <a:lnTo>
                            <a:pt x="6293" y="2402"/>
                          </a:lnTo>
                          <a:lnTo>
                            <a:pt x="6293" y="2402"/>
                          </a:lnTo>
                          <a:lnTo>
                            <a:pt x="6293" y="2432"/>
                          </a:lnTo>
                          <a:cubicBezTo>
                            <a:pt x="6110" y="2402"/>
                            <a:pt x="5898" y="2463"/>
                            <a:pt x="5715" y="2584"/>
                          </a:cubicBezTo>
                          <a:cubicBezTo>
                            <a:pt x="5563" y="2676"/>
                            <a:pt x="5350" y="2676"/>
                            <a:pt x="5198" y="2584"/>
                          </a:cubicBezTo>
                          <a:cubicBezTo>
                            <a:pt x="5077" y="2524"/>
                            <a:pt x="4925" y="2524"/>
                            <a:pt x="4803" y="2645"/>
                          </a:cubicBezTo>
                          <a:cubicBezTo>
                            <a:pt x="4803" y="2645"/>
                            <a:pt x="4803" y="2645"/>
                            <a:pt x="4803" y="2676"/>
                          </a:cubicBezTo>
                          <a:cubicBezTo>
                            <a:pt x="4773" y="2676"/>
                            <a:pt x="4742" y="2706"/>
                            <a:pt x="4742" y="2706"/>
                          </a:cubicBezTo>
                          <a:lnTo>
                            <a:pt x="4803" y="2645"/>
                          </a:lnTo>
                          <a:lnTo>
                            <a:pt x="4803" y="2645"/>
                          </a:lnTo>
                          <a:cubicBezTo>
                            <a:pt x="4834" y="2524"/>
                            <a:pt x="4864" y="2402"/>
                            <a:pt x="4894" y="2311"/>
                          </a:cubicBezTo>
                          <a:cubicBezTo>
                            <a:pt x="5016" y="2007"/>
                            <a:pt x="5077" y="1703"/>
                            <a:pt x="5107" y="1399"/>
                          </a:cubicBezTo>
                          <a:cubicBezTo>
                            <a:pt x="5107" y="1308"/>
                            <a:pt x="5138" y="1247"/>
                            <a:pt x="5198" y="1186"/>
                          </a:cubicBezTo>
                          <a:lnTo>
                            <a:pt x="5198" y="1065"/>
                          </a:lnTo>
                          <a:cubicBezTo>
                            <a:pt x="5198" y="791"/>
                            <a:pt x="5107" y="730"/>
                            <a:pt x="4894" y="670"/>
                          </a:cubicBezTo>
                          <a:cubicBezTo>
                            <a:pt x="4773" y="639"/>
                            <a:pt x="4682" y="639"/>
                            <a:pt x="4560" y="670"/>
                          </a:cubicBezTo>
                          <a:cubicBezTo>
                            <a:pt x="4317" y="761"/>
                            <a:pt x="4043" y="852"/>
                            <a:pt x="3770" y="882"/>
                          </a:cubicBezTo>
                          <a:cubicBezTo>
                            <a:pt x="3557" y="882"/>
                            <a:pt x="3314" y="973"/>
                            <a:pt x="3192" y="1156"/>
                          </a:cubicBezTo>
                          <a:cubicBezTo>
                            <a:pt x="3101" y="1247"/>
                            <a:pt x="3010" y="1308"/>
                            <a:pt x="2919" y="1369"/>
                          </a:cubicBezTo>
                          <a:cubicBezTo>
                            <a:pt x="2706" y="1581"/>
                            <a:pt x="2645" y="1916"/>
                            <a:pt x="2736" y="2189"/>
                          </a:cubicBezTo>
                          <a:cubicBezTo>
                            <a:pt x="2767" y="2250"/>
                            <a:pt x="2767" y="2311"/>
                            <a:pt x="2676" y="2341"/>
                          </a:cubicBezTo>
                          <a:cubicBezTo>
                            <a:pt x="2584" y="2372"/>
                            <a:pt x="2463" y="2432"/>
                            <a:pt x="2402" y="2493"/>
                          </a:cubicBezTo>
                          <a:cubicBezTo>
                            <a:pt x="2280" y="2554"/>
                            <a:pt x="2220" y="2676"/>
                            <a:pt x="2280" y="2797"/>
                          </a:cubicBezTo>
                          <a:cubicBezTo>
                            <a:pt x="2311" y="2919"/>
                            <a:pt x="2341" y="3040"/>
                            <a:pt x="2372" y="3162"/>
                          </a:cubicBezTo>
                          <a:cubicBezTo>
                            <a:pt x="2402" y="3223"/>
                            <a:pt x="2402" y="3253"/>
                            <a:pt x="2402" y="3314"/>
                          </a:cubicBezTo>
                          <a:cubicBezTo>
                            <a:pt x="2402" y="3314"/>
                            <a:pt x="2402" y="3344"/>
                            <a:pt x="2372" y="3344"/>
                          </a:cubicBezTo>
                          <a:cubicBezTo>
                            <a:pt x="2341" y="3375"/>
                            <a:pt x="2280" y="3405"/>
                            <a:pt x="2250" y="3375"/>
                          </a:cubicBezTo>
                          <a:cubicBezTo>
                            <a:pt x="2068" y="3162"/>
                            <a:pt x="1976" y="2858"/>
                            <a:pt x="2037" y="2584"/>
                          </a:cubicBezTo>
                          <a:cubicBezTo>
                            <a:pt x="2037" y="2554"/>
                            <a:pt x="2037" y="2524"/>
                            <a:pt x="2068" y="2493"/>
                          </a:cubicBezTo>
                          <a:cubicBezTo>
                            <a:pt x="2098" y="2432"/>
                            <a:pt x="2159" y="2341"/>
                            <a:pt x="2189" y="2280"/>
                          </a:cubicBezTo>
                          <a:cubicBezTo>
                            <a:pt x="2311" y="2129"/>
                            <a:pt x="2372" y="1946"/>
                            <a:pt x="2341" y="1764"/>
                          </a:cubicBezTo>
                          <a:cubicBezTo>
                            <a:pt x="2341" y="1642"/>
                            <a:pt x="2372" y="1521"/>
                            <a:pt x="2463" y="1460"/>
                          </a:cubicBezTo>
                          <a:cubicBezTo>
                            <a:pt x="2524" y="1399"/>
                            <a:pt x="2615" y="1338"/>
                            <a:pt x="2676" y="1277"/>
                          </a:cubicBezTo>
                          <a:cubicBezTo>
                            <a:pt x="2919" y="973"/>
                            <a:pt x="3223" y="730"/>
                            <a:pt x="3587" y="578"/>
                          </a:cubicBezTo>
                          <a:cubicBezTo>
                            <a:pt x="3618" y="548"/>
                            <a:pt x="3648" y="518"/>
                            <a:pt x="3679" y="487"/>
                          </a:cubicBezTo>
                          <a:cubicBezTo>
                            <a:pt x="3679" y="457"/>
                            <a:pt x="3709" y="396"/>
                            <a:pt x="3679" y="366"/>
                          </a:cubicBezTo>
                          <a:cubicBezTo>
                            <a:pt x="3618" y="305"/>
                            <a:pt x="3557" y="244"/>
                            <a:pt x="3466" y="183"/>
                          </a:cubicBezTo>
                          <a:cubicBezTo>
                            <a:pt x="3040" y="1"/>
                            <a:pt x="2554" y="62"/>
                            <a:pt x="2189" y="305"/>
                          </a:cubicBezTo>
                          <a:cubicBezTo>
                            <a:pt x="1976" y="457"/>
                            <a:pt x="1794" y="578"/>
                            <a:pt x="1642" y="730"/>
                          </a:cubicBezTo>
                          <a:cubicBezTo>
                            <a:pt x="1369" y="943"/>
                            <a:pt x="1247" y="1277"/>
                            <a:pt x="943" y="1460"/>
                          </a:cubicBezTo>
                          <a:cubicBezTo>
                            <a:pt x="882" y="1490"/>
                            <a:pt x="852" y="1521"/>
                            <a:pt x="852" y="1551"/>
                          </a:cubicBezTo>
                          <a:cubicBezTo>
                            <a:pt x="791" y="1642"/>
                            <a:pt x="730" y="1703"/>
                            <a:pt x="700" y="1794"/>
                          </a:cubicBezTo>
                          <a:cubicBezTo>
                            <a:pt x="669" y="1885"/>
                            <a:pt x="639" y="1977"/>
                            <a:pt x="578" y="2037"/>
                          </a:cubicBezTo>
                          <a:cubicBezTo>
                            <a:pt x="365" y="2280"/>
                            <a:pt x="183" y="2584"/>
                            <a:pt x="62" y="2919"/>
                          </a:cubicBezTo>
                          <a:cubicBezTo>
                            <a:pt x="1" y="3071"/>
                            <a:pt x="92" y="3253"/>
                            <a:pt x="244" y="3284"/>
                          </a:cubicBezTo>
                          <a:cubicBezTo>
                            <a:pt x="396" y="3375"/>
                            <a:pt x="578" y="3436"/>
                            <a:pt x="730" y="3496"/>
                          </a:cubicBezTo>
                          <a:cubicBezTo>
                            <a:pt x="791" y="3527"/>
                            <a:pt x="852" y="3587"/>
                            <a:pt x="882" y="3648"/>
                          </a:cubicBezTo>
                          <a:cubicBezTo>
                            <a:pt x="882" y="3679"/>
                            <a:pt x="882" y="3709"/>
                            <a:pt x="882" y="3770"/>
                          </a:cubicBezTo>
                          <a:cubicBezTo>
                            <a:pt x="852" y="3800"/>
                            <a:pt x="821" y="3800"/>
                            <a:pt x="761" y="3800"/>
                          </a:cubicBezTo>
                          <a:cubicBezTo>
                            <a:pt x="639" y="3739"/>
                            <a:pt x="548" y="3648"/>
                            <a:pt x="426" y="3587"/>
                          </a:cubicBezTo>
                          <a:cubicBezTo>
                            <a:pt x="244" y="3527"/>
                            <a:pt x="62" y="3648"/>
                            <a:pt x="31" y="3831"/>
                          </a:cubicBezTo>
                          <a:cubicBezTo>
                            <a:pt x="31" y="3952"/>
                            <a:pt x="31" y="4043"/>
                            <a:pt x="31" y="4165"/>
                          </a:cubicBezTo>
                          <a:cubicBezTo>
                            <a:pt x="62" y="4317"/>
                            <a:pt x="153" y="4469"/>
                            <a:pt x="274" y="4591"/>
                          </a:cubicBezTo>
                          <a:cubicBezTo>
                            <a:pt x="335" y="4682"/>
                            <a:pt x="457" y="4682"/>
                            <a:pt x="578" y="4682"/>
                          </a:cubicBezTo>
                          <a:cubicBezTo>
                            <a:pt x="669" y="4712"/>
                            <a:pt x="700" y="4682"/>
                            <a:pt x="761" y="4712"/>
                          </a:cubicBezTo>
                          <a:cubicBezTo>
                            <a:pt x="882" y="4743"/>
                            <a:pt x="973" y="4834"/>
                            <a:pt x="973" y="4955"/>
                          </a:cubicBezTo>
                          <a:cubicBezTo>
                            <a:pt x="1065" y="5107"/>
                            <a:pt x="1247" y="5168"/>
                            <a:pt x="1399" y="5168"/>
                          </a:cubicBezTo>
                          <a:cubicBezTo>
                            <a:pt x="1551" y="5138"/>
                            <a:pt x="1642" y="5229"/>
                            <a:pt x="1642" y="5350"/>
                          </a:cubicBezTo>
                          <a:cubicBezTo>
                            <a:pt x="1794" y="5381"/>
                            <a:pt x="1946" y="5411"/>
                            <a:pt x="2068" y="5502"/>
                          </a:cubicBezTo>
                          <a:cubicBezTo>
                            <a:pt x="2098" y="5472"/>
                            <a:pt x="2159" y="5472"/>
                            <a:pt x="2220" y="5472"/>
                          </a:cubicBezTo>
                          <a:close/>
                          <a:moveTo>
                            <a:pt x="5654" y="12068"/>
                          </a:moveTo>
                          <a:cubicBezTo>
                            <a:pt x="5594" y="12068"/>
                            <a:pt x="5563" y="12037"/>
                            <a:pt x="5533" y="12007"/>
                          </a:cubicBezTo>
                          <a:lnTo>
                            <a:pt x="5533" y="11977"/>
                          </a:lnTo>
                          <a:cubicBezTo>
                            <a:pt x="5594" y="11855"/>
                            <a:pt x="5654" y="11734"/>
                            <a:pt x="5715" y="11612"/>
                          </a:cubicBezTo>
                          <a:cubicBezTo>
                            <a:pt x="5746" y="11551"/>
                            <a:pt x="5776" y="11551"/>
                            <a:pt x="5806" y="11582"/>
                          </a:cubicBezTo>
                          <a:cubicBezTo>
                            <a:pt x="5837" y="11582"/>
                            <a:pt x="5837" y="11582"/>
                            <a:pt x="5867" y="11612"/>
                          </a:cubicBezTo>
                          <a:cubicBezTo>
                            <a:pt x="5867" y="11673"/>
                            <a:pt x="5898" y="11734"/>
                            <a:pt x="5928" y="11794"/>
                          </a:cubicBezTo>
                          <a:cubicBezTo>
                            <a:pt x="5898" y="11916"/>
                            <a:pt x="5806" y="12037"/>
                            <a:pt x="5654" y="12068"/>
                          </a:cubicBezTo>
                          <a:close/>
                          <a:moveTo>
                            <a:pt x="8876" y="6141"/>
                          </a:moveTo>
                          <a:cubicBezTo>
                            <a:pt x="8907" y="6110"/>
                            <a:pt x="8967" y="6171"/>
                            <a:pt x="8967" y="6202"/>
                          </a:cubicBezTo>
                          <a:cubicBezTo>
                            <a:pt x="8967" y="6262"/>
                            <a:pt x="8907" y="6323"/>
                            <a:pt x="8846" y="6353"/>
                          </a:cubicBezTo>
                          <a:lnTo>
                            <a:pt x="8846" y="6353"/>
                          </a:lnTo>
                          <a:lnTo>
                            <a:pt x="8815" y="6384"/>
                          </a:lnTo>
                          <a:lnTo>
                            <a:pt x="8846" y="6353"/>
                          </a:lnTo>
                          <a:lnTo>
                            <a:pt x="8846" y="6353"/>
                          </a:lnTo>
                          <a:cubicBezTo>
                            <a:pt x="8846" y="6293"/>
                            <a:pt x="8815" y="6232"/>
                            <a:pt x="8785" y="6171"/>
                          </a:cubicBezTo>
                          <a:cubicBezTo>
                            <a:pt x="8785" y="6110"/>
                            <a:pt x="8846" y="6141"/>
                            <a:pt x="8876" y="6141"/>
                          </a:cubicBezTo>
                          <a:close/>
                          <a:moveTo>
                            <a:pt x="4651" y="2767"/>
                          </a:moveTo>
                          <a:lnTo>
                            <a:pt x="4712" y="2706"/>
                          </a:lnTo>
                          <a:cubicBezTo>
                            <a:pt x="4682" y="2736"/>
                            <a:pt x="4651" y="2767"/>
                            <a:pt x="4651" y="2797"/>
                          </a:cubicBezTo>
                          <a:cubicBezTo>
                            <a:pt x="4651" y="2797"/>
                            <a:pt x="4590" y="2858"/>
                            <a:pt x="4651" y="2797"/>
                          </a:cubicBezTo>
                          <a:close/>
                          <a:moveTo>
                            <a:pt x="2128" y="3648"/>
                          </a:moveTo>
                          <a:lnTo>
                            <a:pt x="2189" y="3679"/>
                          </a:lnTo>
                          <a:lnTo>
                            <a:pt x="2128" y="370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45" name="Google Shape;525;p21">
                      <a:extLst>
                        <a:ext uri="{FF2B5EF4-FFF2-40B4-BE49-F238E27FC236}">
                          <a16:creationId xmlns:a16="http://schemas.microsoft.com/office/drawing/2014/main" id="{AB22B863-C460-7952-B3F5-94D10C35AB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8100" y="2522775"/>
                      <a:ext cx="77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1" extrusionOk="0">
                          <a:moveTo>
                            <a:pt x="0" y="1"/>
                          </a:moveTo>
                          <a:lnTo>
                            <a:pt x="31" y="1"/>
                          </a:lnTo>
                          <a:lnTo>
                            <a:pt x="31" y="1"/>
                          </a:lnTo>
                          <a:lnTo>
                            <a:pt x="3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46" name="Google Shape;526;p21">
                      <a:extLst>
                        <a:ext uri="{FF2B5EF4-FFF2-40B4-BE49-F238E27FC236}">
                          <a16:creationId xmlns:a16="http://schemas.microsoft.com/office/drawing/2014/main" id="{F0349A12-1A75-92E0-83E0-A4F2318FFB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44500" y="2519750"/>
                      <a:ext cx="209775" cy="18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391" h="7265" extrusionOk="0">
                          <a:moveTo>
                            <a:pt x="3344" y="122"/>
                          </a:moveTo>
                          <a:cubicBezTo>
                            <a:pt x="3253" y="183"/>
                            <a:pt x="3162" y="213"/>
                            <a:pt x="3071" y="213"/>
                          </a:cubicBezTo>
                          <a:lnTo>
                            <a:pt x="2676" y="244"/>
                          </a:lnTo>
                          <a:cubicBezTo>
                            <a:pt x="2645" y="274"/>
                            <a:pt x="2645" y="304"/>
                            <a:pt x="2615" y="335"/>
                          </a:cubicBezTo>
                          <a:cubicBezTo>
                            <a:pt x="2311" y="487"/>
                            <a:pt x="2007" y="639"/>
                            <a:pt x="1673" y="760"/>
                          </a:cubicBezTo>
                          <a:cubicBezTo>
                            <a:pt x="1521" y="821"/>
                            <a:pt x="1399" y="882"/>
                            <a:pt x="1369" y="1064"/>
                          </a:cubicBezTo>
                          <a:cubicBezTo>
                            <a:pt x="1369" y="1155"/>
                            <a:pt x="1278" y="1186"/>
                            <a:pt x="1217" y="1216"/>
                          </a:cubicBezTo>
                          <a:cubicBezTo>
                            <a:pt x="1156" y="1247"/>
                            <a:pt x="1034" y="1307"/>
                            <a:pt x="943" y="1399"/>
                          </a:cubicBezTo>
                          <a:cubicBezTo>
                            <a:pt x="852" y="1459"/>
                            <a:pt x="670" y="1581"/>
                            <a:pt x="670" y="1763"/>
                          </a:cubicBezTo>
                          <a:cubicBezTo>
                            <a:pt x="670" y="1885"/>
                            <a:pt x="700" y="1976"/>
                            <a:pt x="761" y="2098"/>
                          </a:cubicBezTo>
                          <a:lnTo>
                            <a:pt x="791" y="2158"/>
                          </a:lnTo>
                          <a:cubicBezTo>
                            <a:pt x="822" y="2250"/>
                            <a:pt x="882" y="2310"/>
                            <a:pt x="974" y="2310"/>
                          </a:cubicBezTo>
                          <a:cubicBezTo>
                            <a:pt x="1186" y="2341"/>
                            <a:pt x="1369" y="2371"/>
                            <a:pt x="1582" y="2371"/>
                          </a:cubicBezTo>
                          <a:cubicBezTo>
                            <a:pt x="1582" y="2371"/>
                            <a:pt x="1612" y="2402"/>
                            <a:pt x="1612" y="2432"/>
                          </a:cubicBezTo>
                          <a:cubicBezTo>
                            <a:pt x="1642" y="2462"/>
                            <a:pt x="1612" y="2523"/>
                            <a:pt x="1551" y="2523"/>
                          </a:cubicBezTo>
                          <a:lnTo>
                            <a:pt x="882" y="2554"/>
                          </a:lnTo>
                          <a:cubicBezTo>
                            <a:pt x="730" y="2554"/>
                            <a:pt x="609" y="2614"/>
                            <a:pt x="487" y="2706"/>
                          </a:cubicBezTo>
                          <a:cubicBezTo>
                            <a:pt x="457" y="2736"/>
                            <a:pt x="396" y="2797"/>
                            <a:pt x="396" y="2858"/>
                          </a:cubicBezTo>
                          <a:cubicBezTo>
                            <a:pt x="396" y="2949"/>
                            <a:pt x="396" y="3040"/>
                            <a:pt x="396" y="3131"/>
                          </a:cubicBezTo>
                          <a:cubicBezTo>
                            <a:pt x="396" y="3374"/>
                            <a:pt x="427" y="3465"/>
                            <a:pt x="761" y="3526"/>
                          </a:cubicBezTo>
                          <a:cubicBezTo>
                            <a:pt x="1156" y="3617"/>
                            <a:pt x="1521" y="3678"/>
                            <a:pt x="1916" y="3709"/>
                          </a:cubicBezTo>
                          <a:cubicBezTo>
                            <a:pt x="1977" y="3709"/>
                            <a:pt x="2037" y="3709"/>
                            <a:pt x="2098" y="3739"/>
                          </a:cubicBezTo>
                          <a:cubicBezTo>
                            <a:pt x="2372" y="3921"/>
                            <a:pt x="2615" y="4134"/>
                            <a:pt x="2767" y="4408"/>
                          </a:cubicBezTo>
                          <a:cubicBezTo>
                            <a:pt x="2797" y="4469"/>
                            <a:pt x="2797" y="4499"/>
                            <a:pt x="2767" y="4529"/>
                          </a:cubicBezTo>
                          <a:cubicBezTo>
                            <a:pt x="2737" y="4529"/>
                            <a:pt x="2737" y="4529"/>
                            <a:pt x="2706" y="4529"/>
                          </a:cubicBezTo>
                          <a:cubicBezTo>
                            <a:pt x="2372" y="4469"/>
                            <a:pt x="2037" y="4377"/>
                            <a:pt x="1734" y="4225"/>
                          </a:cubicBezTo>
                          <a:cubicBezTo>
                            <a:pt x="1612" y="4134"/>
                            <a:pt x="1490" y="4104"/>
                            <a:pt x="1369" y="4073"/>
                          </a:cubicBezTo>
                          <a:cubicBezTo>
                            <a:pt x="1034" y="4043"/>
                            <a:pt x="730" y="4043"/>
                            <a:pt x="396" y="4043"/>
                          </a:cubicBezTo>
                          <a:cubicBezTo>
                            <a:pt x="275" y="4043"/>
                            <a:pt x="153" y="4165"/>
                            <a:pt x="92" y="4286"/>
                          </a:cubicBezTo>
                          <a:cubicBezTo>
                            <a:pt x="31" y="4469"/>
                            <a:pt x="1" y="4651"/>
                            <a:pt x="31" y="4833"/>
                          </a:cubicBezTo>
                          <a:cubicBezTo>
                            <a:pt x="31" y="5137"/>
                            <a:pt x="244" y="5411"/>
                            <a:pt x="548" y="5472"/>
                          </a:cubicBezTo>
                          <a:cubicBezTo>
                            <a:pt x="670" y="5532"/>
                            <a:pt x="852" y="5563"/>
                            <a:pt x="974" y="5624"/>
                          </a:cubicBezTo>
                          <a:cubicBezTo>
                            <a:pt x="1034" y="5654"/>
                            <a:pt x="1065" y="5715"/>
                            <a:pt x="1065" y="5776"/>
                          </a:cubicBezTo>
                          <a:cubicBezTo>
                            <a:pt x="1034" y="5897"/>
                            <a:pt x="974" y="5988"/>
                            <a:pt x="913" y="6079"/>
                          </a:cubicBezTo>
                          <a:cubicBezTo>
                            <a:pt x="882" y="6140"/>
                            <a:pt x="882" y="6231"/>
                            <a:pt x="882" y="6292"/>
                          </a:cubicBezTo>
                          <a:cubicBezTo>
                            <a:pt x="882" y="6414"/>
                            <a:pt x="913" y="6535"/>
                            <a:pt x="974" y="6657"/>
                          </a:cubicBezTo>
                          <a:cubicBezTo>
                            <a:pt x="974" y="6687"/>
                            <a:pt x="1034" y="6748"/>
                            <a:pt x="1065" y="6748"/>
                          </a:cubicBezTo>
                          <a:cubicBezTo>
                            <a:pt x="1126" y="6748"/>
                            <a:pt x="1186" y="6779"/>
                            <a:pt x="1278" y="6779"/>
                          </a:cubicBezTo>
                          <a:cubicBezTo>
                            <a:pt x="1582" y="6748"/>
                            <a:pt x="1916" y="6779"/>
                            <a:pt x="2220" y="6839"/>
                          </a:cubicBezTo>
                          <a:cubicBezTo>
                            <a:pt x="2402" y="6900"/>
                            <a:pt x="2585" y="6900"/>
                            <a:pt x="2737" y="6809"/>
                          </a:cubicBezTo>
                          <a:lnTo>
                            <a:pt x="3041" y="6657"/>
                          </a:lnTo>
                          <a:cubicBezTo>
                            <a:pt x="3193" y="6566"/>
                            <a:pt x="3344" y="6535"/>
                            <a:pt x="3496" y="6566"/>
                          </a:cubicBezTo>
                          <a:cubicBezTo>
                            <a:pt x="3679" y="6596"/>
                            <a:pt x="3861" y="6535"/>
                            <a:pt x="4013" y="6444"/>
                          </a:cubicBezTo>
                          <a:cubicBezTo>
                            <a:pt x="4104" y="6383"/>
                            <a:pt x="4165" y="6323"/>
                            <a:pt x="4256" y="6292"/>
                          </a:cubicBezTo>
                          <a:cubicBezTo>
                            <a:pt x="4287" y="6262"/>
                            <a:pt x="4348" y="6292"/>
                            <a:pt x="4378" y="6353"/>
                          </a:cubicBezTo>
                          <a:cubicBezTo>
                            <a:pt x="4378" y="6353"/>
                            <a:pt x="4378" y="6383"/>
                            <a:pt x="4408" y="6414"/>
                          </a:cubicBezTo>
                          <a:cubicBezTo>
                            <a:pt x="4439" y="6535"/>
                            <a:pt x="4530" y="6566"/>
                            <a:pt x="4621" y="6627"/>
                          </a:cubicBezTo>
                          <a:cubicBezTo>
                            <a:pt x="4743" y="6687"/>
                            <a:pt x="4712" y="6870"/>
                            <a:pt x="4803" y="6991"/>
                          </a:cubicBezTo>
                          <a:cubicBezTo>
                            <a:pt x="4834" y="6991"/>
                            <a:pt x="4834" y="7022"/>
                            <a:pt x="4864" y="7022"/>
                          </a:cubicBezTo>
                          <a:cubicBezTo>
                            <a:pt x="5077" y="7113"/>
                            <a:pt x="5290" y="7174"/>
                            <a:pt x="5503" y="7235"/>
                          </a:cubicBezTo>
                          <a:cubicBezTo>
                            <a:pt x="5746" y="7265"/>
                            <a:pt x="5959" y="7265"/>
                            <a:pt x="6171" y="7235"/>
                          </a:cubicBezTo>
                          <a:cubicBezTo>
                            <a:pt x="6293" y="7204"/>
                            <a:pt x="6384" y="7113"/>
                            <a:pt x="6445" y="7022"/>
                          </a:cubicBezTo>
                          <a:cubicBezTo>
                            <a:pt x="6536" y="6809"/>
                            <a:pt x="6506" y="6566"/>
                            <a:pt x="6354" y="6383"/>
                          </a:cubicBezTo>
                          <a:lnTo>
                            <a:pt x="6293" y="6383"/>
                          </a:lnTo>
                          <a:cubicBezTo>
                            <a:pt x="6262" y="6444"/>
                            <a:pt x="6202" y="6475"/>
                            <a:pt x="6141" y="6475"/>
                          </a:cubicBezTo>
                          <a:lnTo>
                            <a:pt x="6080" y="6475"/>
                          </a:lnTo>
                          <a:cubicBezTo>
                            <a:pt x="6080" y="6475"/>
                            <a:pt x="6050" y="6414"/>
                            <a:pt x="6110" y="6414"/>
                          </a:cubicBezTo>
                          <a:lnTo>
                            <a:pt x="6293" y="6414"/>
                          </a:lnTo>
                          <a:lnTo>
                            <a:pt x="6293" y="6383"/>
                          </a:lnTo>
                          <a:lnTo>
                            <a:pt x="6293" y="6414"/>
                          </a:lnTo>
                          <a:lnTo>
                            <a:pt x="6293" y="6414"/>
                          </a:lnTo>
                          <a:cubicBezTo>
                            <a:pt x="6323" y="6353"/>
                            <a:pt x="6354" y="6292"/>
                            <a:pt x="6414" y="6262"/>
                          </a:cubicBezTo>
                          <a:cubicBezTo>
                            <a:pt x="6445" y="6201"/>
                            <a:pt x="6536" y="6171"/>
                            <a:pt x="6597" y="6262"/>
                          </a:cubicBezTo>
                          <a:cubicBezTo>
                            <a:pt x="6688" y="6353"/>
                            <a:pt x="6870" y="6383"/>
                            <a:pt x="6931" y="6535"/>
                          </a:cubicBezTo>
                          <a:cubicBezTo>
                            <a:pt x="7114" y="6505"/>
                            <a:pt x="7266" y="6383"/>
                            <a:pt x="7326" y="6201"/>
                          </a:cubicBezTo>
                          <a:cubicBezTo>
                            <a:pt x="7357" y="6079"/>
                            <a:pt x="7357" y="5927"/>
                            <a:pt x="7296" y="5836"/>
                          </a:cubicBezTo>
                          <a:cubicBezTo>
                            <a:pt x="7235" y="5745"/>
                            <a:pt x="7174" y="5684"/>
                            <a:pt x="7114" y="5624"/>
                          </a:cubicBezTo>
                          <a:cubicBezTo>
                            <a:pt x="7022" y="5502"/>
                            <a:pt x="6962" y="5380"/>
                            <a:pt x="6931" y="5259"/>
                          </a:cubicBezTo>
                          <a:cubicBezTo>
                            <a:pt x="6931" y="5107"/>
                            <a:pt x="6840" y="4955"/>
                            <a:pt x="6718" y="4864"/>
                          </a:cubicBezTo>
                          <a:cubicBezTo>
                            <a:pt x="6566" y="4772"/>
                            <a:pt x="6536" y="4560"/>
                            <a:pt x="6475" y="4377"/>
                          </a:cubicBezTo>
                          <a:cubicBezTo>
                            <a:pt x="6414" y="4286"/>
                            <a:pt x="6445" y="4165"/>
                            <a:pt x="6536" y="4073"/>
                          </a:cubicBezTo>
                          <a:cubicBezTo>
                            <a:pt x="6749" y="3891"/>
                            <a:pt x="6840" y="3617"/>
                            <a:pt x="6840" y="3344"/>
                          </a:cubicBezTo>
                          <a:cubicBezTo>
                            <a:pt x="6840" y="3222"/>
                            <a:pt x="6840" y="3131"/>
                            <a:pt x="6901" y="3010"/>
                          </a:cubicBezTo>
                          <a:cubicBezTo>
                            <a:pt x="6992" y="2706"/>
                            <a:pt x="7144" y="2371"/>
                            <a:pt x="7266" y="2067"/>
                          </a:cubicBezTo>
                          <a:cubicBezTo>
                            <a:pt x="7296" y="1946"/>
                            <a:pt x="7387" y="1854"/>
                            <a:pt x="7478" y="1824"/>
                          </a:cubicBezTo>
                          <a:cubicBezTo>
                            <a:pt x="7752" y="1642"/>
                            <a:pt x="7995" y="1459"/>
                            <a:pt x="8238" y="1247"/>
                          </a:cubicBezTo>
                          <a:cubicBezTo>
                            <a:pt x="8299" y="1186"/>
                            <a:pt x="8360" y="1095"/>
                            <a:pt x="8360" y="1003"/>
                          </a:cubicBezTo>
                          <a:cubicBezTo>
                            <a:pt x="8390" y="791"/>
                            <a:pt x="8238" y="578"/>
                            <a:pt x="8025" y="547"/>
                          </a:cubicBezTo>
                          <a:cubicBezTo>
                            <a:pt x="7904" y="517"/>
                            <a:pt x="7782" y="456"/>
                            <a:pt x="7661" y="426"/>
                          </a:cubicBezTo>
                          <a:cubicBezTo>
                            <a:pt x="7509" y="426"/>
                            <a:pt x="7326" y="487"/>
                            <a:pt x="7235" y="608"/>
                          </a:cubicBezTo>
                          <a:cubicBezTo>
                            <a:pt x="7144" y="699"/>
                            <a:pt x="7174" y="791"/>
                            <a:pt x="7205" y="912"/>
                          </a:cubicBezTo>
                          <a:cubicBezTo>
                            <a:pt x="7205" y="1064"/>
                            <a:pt x="7235" y="1216"/>
                            <a:pt x="7235" y="1338"/>
                          </a:cubicBezTo>
                          <a:lnTo>
                            <a:pt x="7235" y="1368"/>
                          </a:lnTo>
                          <a:lnTo>
                            <a:pt x="7235" y="1399"/>
                          </a:lnTo>
                          <a:lnTo>
                            <a:pt x="7205" y="1399"/>
                          </a:lnTo>
                          <a:lnTo>
                            <a:pt x="7205" y="1338"/>
                          </a:lnTo>
                          <a:cubicBezTo>
                            <a:pt x="7205" y="1338"/>
                            <a:pt x="7174" y="1307"/>
                            <a:pt x="7174" y="1247"/>
                          </a:cubicBezTo>
                          <a:cubicBezTo>
                            <a:pt x="7144" y="1155"/>
                            <a:pt x="7053" y="1064"/>
                            <a:pt x="6931" y="1034"/>
                          </a:cubicBezTo>
                          <a:cubicBezTo>
                            <a:pt x="6870" y="1003"/>
                            <a:pt x="6810" y="973"/>
                            <a:pt x="6749" y="943"/>
                          </a:cubicBezTo>
                          <a:cubicBezTo>
                            <a:pt x="6566" y="851"/>
                            <a:pt x="6445" y="943"/>
                            <a:pt x="6384" y="1064"/>
                          </a:cubicBezTo>
                          <a:cubicBezTo>
                            <a:pt x="6323" y="1155"/>
                            <a:pt x="6262" y="1277"/>
                            <a:pt x="6202" y="1368"/>
                          </a:cubicBezTo>
                          <a:cubicBezTo>
                            <a:pt x="6141" y="1642"/>
                            <a:pt x="6019" y="1915"/>
                            <a:pt x="5898" y="2189"/>
                          </a:cubicBezTo>
                          <a:cubicBezTo>
                            <a:pt x="5776" y="2462"/>
                            <a:pt x="5685" y="2736"/>
                            <a:pt x="5624" y="3040"/>
                          </a:cubicBezTo>
                          <a:cubicBezTo>
                            <a:pt x="5624" y="3040"/>
                            <a:pt x="5594" y="3070"/>
                            <a:pt x="5594" y="3101"/>
                          </a:cubicBezTo>
                          <a:cubicBezTo>
                            <a:pt x="5594" y="3101"/>
                            <a:pt x="5594" y="3131"/>
                            <a:pt x="5563" y="3161"/>
                          </a:cubicBezTo>
                          <a:cubicBezTo>
                            <a:pt x="5533" y="3222"/>
                            <a:pt x="5472" y="3253"/>
                            <a:pt x="5411" y="3222"/>
                          </a:cubicBezTo>
                          <a:cubicBezTo>
                            <a:pt x="5351" y="3192"/>
                            <a:pt x="5290" y="3101"/>
                            <a:pt x="5290" y="3070"/>
                          </a:cubicBezTo>
                          <a:cubicBezTo>
                            <a:pt x="5351" y="2827"/>
                            <a:pt x="5442" y="2584"/>
                            <a:pt x="5503" y="2371"/>
                          </a:cubicBezTo>
                          <a:cubicBezTo>
                            <a:pt x="5655" y="2037"/>
                            <a:pt x="5685" y="1703"/>
                            <a:pt x="5563" y="1368"/>
                          </a:cubicBezTo>
                          <a:cubicBezTo>
                            <a:pt x="5533" y="1307"/>
                            <a:pt x="5503" y="1247"/>
                            <a:pt x="5442" y="1186"/>
                          </a:cubicBezTo>
                          <a:cubicBezTo>
                            <a:pt x="5381" y="1125"/>
                            <a:pt x="5259" y="1155"/>
                            <a:pt x="5229" y="1247"/>
                          </a:cubicBezTo>
                          <a:cubicBezTo>
                            <a:pt x="5199" y="1399"/>
                            <a:pt x="5168" y="1551"/>
                            <a:pt x="5138" y="1703"/>
                          </a:cubicBezTo>
                          <a:cubicBezTo>
                            <a:pt x="5138" y="1794"/>
                            <a:pt x="5077" y="1824"/>
                            <a:pt x="4986" y="1824"/>
                          </a:cubicBezTo>
                          <a:cubicBezTo>
                            <a:pt x="4803" y="1763"/>
                            <a:pt x="4591" y="1733"/>
                            <a:pt x="4378" y="1763"/>
                          </a:cubicBezTo>
                          <a:cubicBezTo>
                            <a:pt x="4317" y="1763"/>
                            <a:pt x="4287" y="1763"/>
                            <a:pt x="4317" y="1703"/>
                          </a:cubicBezTo>
                          <a:cubicBezTo>
                            <a:pt x="4348" y="1672"/>
                            <a:pt x="4378" y="1703"/>
                            <a:pt x="4378" y="1672"/>
                          </a:cubicBezTo>
                          <a:cubicBezTo>
                            <a:pt x="4500" y="1642"/>
                            <a:pt x="4591" y="1581"/>
                            <a:pt x="4682" y="1520"/>
                          </a:cubicBezTo>
                          <a:cubicBezTo>
                            <a:pt x="4743" y="1459"/>
                            <a:pt x="4773" y="1368"/>
                            <a:pt x="4743" y="1277"/>
                          </a:cubicBezTo>
                          <a:cubicBezTo>
                            <a:pt x="4652" y="1125"/>
                            <a:pt x="4530" y="973"/>
                            <a:pt x="4408" y="851"/>
                          </a:cubicBezTo>
                          <a:cubicBezTo>
                            <a:pt x="4287" y="730"/>
                            <a:pt x="4104" y="699"/>
                            <a:pt x="3983" y="821"/>
                          </a:cubicBezTo>
                          <a:cubicBezTo>
                            <a:pt x="3892" y="882"/>
                            <a:pt x="3831" y="943"/>
                            <a:pt x="3770" y="1003"/>
                          </a:cubicBezTo>
                          <a:cubicBezTo>
                            <a:pt x="3740" y="1034"/>
                            <a:pt x="3648" y="1064"/>
                            <a:pt x="3588" y="1064"/>
                          </a:cubicBezTo>
                          <a:cubicBezTo>
                            <a:pt x="3527" y="1064"/>
                            <a:pt x="3527" y="1003"/>
                            <a:pt x="3618" y="882"/>
                          </a:cubicBezTo>
                          <a:cubicBezTo>
                            <a:pt x="3709" y="760"/>
                            <a:pt x="3831" y="608"/>
                            <a:pt x="3922" y="456"/>
                          </a:cubicBezTo>
                          <a:cubicBezTo>
                            <a:pt x="3983" y="304"/>
                            <a:pt x="3952" y="152"/>
                            <a:pt x="3831" y="92"/>
                          </a:cubicBezTo>
                          <a:cubicBezTo>
                            <a:pt x="3800" y="61"/>
                            <a:pt x="3740" y="31"/>
                            <a:pt x="3709" y="31"/>
                          </a:cubicBezTo>
                          <a:lnTo>
                            <a:pt x="3740" y="0"/>
                          </a:lnTo>
                          <a:lnTo>
                            <a:pt x="3709" y="0"/>
                          </a:lnTo>
                          <a:lnTo>
                            <a:pt x="3709" y="0"/>
                          </a:lnTo>
                          <a:cubicBezTo>
                            <a:pt x="3648" y="122"/>
                            <a:pt x="3496" y="122"/>
                            <a:pt x="3344" y="12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47" name="Google Shape;527;p21">
                      <a:extLst>
                        <a:ext uri="{FF2B5EF4-FFF2-40B4-BE49-F238E27FC236}">
                          <a16:creationId xmlns:a16="http://schemas.microsoft.com/office/drawing/2014/main" id="{9456869B-8BBD-F636-065C-73B8D23582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80400" y="2518975"/>
                      <a:ext cx="129975" cy="2371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99" h="9485" extrusionOk="0">
                          <a:moveTo>
                            <a:pt x="761" y="4074"/>
                          </a:moveTo>
                          <a:cubicBezTo>
                            <a:pt x="761" y="4256"/>
                            <a:pt x="730" y="4439"/>
                            <a:pt x="700" y="4621"/>
                          </a:cubicBezTo>
                          <a:cubicBezTo>
                            <a:pt x="700" y="4743"/>
                            <a:pt x="670" y="4834"/>
                            <a:pt x="609" y="4955"/>
                          </a:cubicBezTo>
                          <a:cubicBezTo>
                            <a:pt x="548" y="5077"/>
                            <a:pt x="457" y="5229"/>
                            <a:pt x="396" y="5351"/>
                          </a:cubicBezTo>
                          <a:cubicBezTo>
                            <a:pt x="335" y="5472"/>
                            <a:pt x="366" y="5594"/>
                            <a:pt x="457" y="5655"/>
                          </a:cubicBezTo>
                          <a:cubicBezTo>
                            <a:pt x="609" y="5837"/>
                            <a:pt x="670" y="5928"/>
                            <a:pt x="548" y="6050"/>
                          </a:cubicBezTo>
                          <a:cubicBezTo>
                            <a:pt x="366" y="6262"/>
                            <a:pt x="396" y="6536"/>
                            <a:pt x="244" y="6749"/>
                          </a:cubicBezTo>
                          <a:cubicBezTo>
                            <a:pt x="183" y="6840"/>
                            <a:pt x="214" y="6992"/>
                            <a:pt x="305" y="7053"/>
                          </a:cubicBezTo>
                          <a:cubicBezTo>
                            <a:pt x="366" y="7083"/>
                            <a:pt x="396" y="7144"/>
                            <a:pt x="427" y="7205"/>
                          </a:cubicBezTo>
                          <a:cubicBezTo>
                            <a:pt x="518" y="7357"/>
                            <a:pt x="457" y="7539"/>
                            <a:pt x="335" y="7630"/>
                          </a:cubicBezTo>
                          <a:cubicBezTo>
                            <a:pt x="214" y="7691"/>
                            <a:pt x="123" y="7721"/>
                            <a:pt x="92" y="7843"/>
                          </a:cubicBezTo>
                          <a:cubicBezTo>
                            <a:pt x="1" y="8117"/>
                            <a:pt x="123" y="8390"/>
                            <a:pt x="366" y="8542"/>
                          </a:cubicBezTo>
                          <a:cubicBezTo>
                            <a:pt x="427" y="8573"/>
                            <a:pt x="487" y="8603"/>
                            <a:pt x="548" y="8603"/>
                          </a:cubicBezTo>
                          <a:cubicBezTo>
                            <a:pt x="639" y="8603"/>
                            <a:pt x="730" y="8542"/>
                            <a:pt x="822" y="8542"/>
                          </a:cubicBezTo>
                          <a:cubicBezTo>
                            <a:pt x="974" y="8512"/>
                            <a:pt x="1095" y="8573"/>
                            <a:pt x="1186" y="8694"/>
                          </a:cubicBezTo>
                          <a:cubicBezTo>
                            <a:pt x="1247" y="8755"/>
                            <a:pt x="1278" y="8846"/>
                            <a:pt x="1278" y="8937"/>
                          </a:cubicBezTo>
                          <a:cubicBezTo>
                            <a:pt x="1308" y="9150"/>
                            <a:pt x="1460" y="9241"/>
                            <a:pt x="1642" y="9302"/>
                          </a:cubicBezTo>
                          <a:cubicBezTo>
                            <a:pt x="1734" y="9332"/>
                            <a:pt x="1855" y="9363"/>
                            <a:pt x="1946" y="9393"/>
                          </a:cubicBezTo>
                          <a:cubicBezTo>
                            <a:pt x="2068" y="9454"/>
                            <a:pt x="2159" y="9484"/>
                            <a:pt x="2281" y="9484"/>
                          </a:cubicBezTo>
                          <a:cubicBezTo>
                            <a:pt x="2372" y="9454"/>
                            <a:pt x="2463" y="9454"/>
                            <a:pt x="2554" y="9484"/>
                          </a:cubicBezTo>
                          <a:lnTo>
                            <a:pt x="2554" y="9484"/>
                          </a:lnTo>
                          <a:lnTo>
                            <a:pt x="2949" y="9484"/>
                          </a:lnTo>
                          <a:cubicBezTo>
                            <a:pt x="3010" y="9454"/>
                            <a:pt x="3041" y="9424"/>
                            <a:pt x="3071" y="9393"/>
                          </a:cubicBezTo>
                          <a:cubicBezTo>
                            <a:pt x="3071" y="9332"/>
                            <a:pt x="3101" y="9272"/>
                            <a:pt x="3101" y="9211"/>
                          </a:cubicBezTo>
                          <a:cubicBezTo>
                            <a:pt x="3162" y="9120"/>
                            <a:pt x="3132" y="9028"/>
                            <a:pt x="3041" y="8968"/>
                          </a:cubicBezTo>
                          <a:cubicBezTo>
                            <a:pt x="2919" y="8876"/>
                            <a:pt x="2767" y="8816"/>
                            <a:pt x="2645" y="8724"/>
                          </a:cubicBezTo>
                          <a:cubicBezTo>
                            <a:pt x="2250" y="8481"/>
                            <a:pt x="2007" y="8117"/>
                            <a:pt x="1886" y="7691"/>
                          </a:cubicBezTo>
                          <a:cubicBezTo>
                            <a:pt x="1825" y="7509"/>
                            <a:pt x="1764" y="7296"/>
                            <a:pt x="1734" y="7083"/>
                          </a:cubicBezTo>
                          <a:cubicBezTo>
                            <a:pt x="1703" y="6810"/>
                            <a:pt x="1703" y="6506"/>
                            <a:pt x="1764" y="6202"/>
                          </a:cubicBezTo>
                          <a:cubicBezTo>
                            <a:pt x="1764" y="6080"/>
                            <a:pt x="1825" y="5928"/>
                            <a:pt x="1916" y="5837"/>
                          </a:cubicBezTo>
                          <a:cubicBezTo>
                            <a:pt x="1946" y="5746"/>
                            <a:pt x="1977" y="5655"/>
                            <a:pt x="2007" y="5563"/>
                          </a:cubicBezTo>
                          <a:cubicBezTo>
                            <a:pt x="2068" y="5199"/>
                            <a:pt x="2129" y="4803"/>
                            <a:pt x="2159" y="4439"/>
                          </a:cubicBezTo>
                          <a:cubicBezTo>
                            <a:pt x="2159" y="4287"/>
                            <a:pt x="2250" y="4135"/>
                            <a:pt x="2372" y="4044"/>
                          </a:cubicBezTo>
                          <a:cubicBezTo>
                            <a:pt x="2585" y="3922"/>
                            <a:pt x="2706" y="3740"/>
                            <a:pt x="2797" y="3527"/>
                          </a:cubicBezTo>
                          <a:cubicBezTo>
                            <a:pt x="2919" y="3253"/>
                            <a:pt x="3071" y="2980"/>
                            <a:pt x="3253" y="2767"/>
                          </a:cubicBezTo>
                          <a:cubicBezTo>
                            <a:pt x="3405" y="2524"/>
                            <a:pt x="3557" y="2311"/>
                            <a:pt x="3770" y="2129"/>
                          </a:cubicBezTo>
                          <a:cubicBezTo>
                            <a:pt x="4013" y="1916"/>
                            <a:pt x="4256" y="1734"/>
                            <a:pt x="4530" y="1551"/>
                          </a:cubicBezTo>
                          <a:cubicBezTo>
                            <a:pt x="4652" y="1490"/>
                            <a:pt x="4743" y="1399"/>
                            <a:pt x="4864" y="1308"/>
                          </a:cubicBezTo>
                          <a:cubicBezTo>
                            <a:pt x="5107" y="1186"/>
                            <a:pt x="5199" y="913"/>
                            <a:pt x="5077" y="670"/>
                          </a:cubicBezTo>
                          <a:cubicBezTo>
                            <a:pt x="5047" y="609"/>
                            <a:pt x="5047" y="548"/>
                            <a:pt x="5016" y="487"/>
                          </a:cubicBezTo>
                          <a:cubicBezTo>
                            <a:pt x="5016" y="396"/>
                            <a:pt x="4955" y="305"/>
                            <a:pt x="4864" y="244"/>
                          </a:cubicBezTo>
                          <a:cubicBezTo>
                            <a:pt x="4834" y="214"/>
                            <a:pt x="4773" y="183"/>
                            <a:pt x="4712" y="123"/>
                          </a:cubicBezTo>
                          <a:cubicBezTo>
                            <a:pt x="4560" y="1"/>
                            <a:pt x="4378" y="1"/>
                            <a:pt x="4196" y="92"/>
                          </a:cubicBezTo>
                          <a:cubicBezTo>
                            <a:pt x="3952" y="183"/>
                            <a:pt x="3740" y="427"/>
                            <a:pt x="3709" y="700"/>
                          </a:cubicBezTo>
                          <a:cubicBezTo>
                            <a:pt x="3679" y="882"/>
                            <a:pt x="3557" y="1034"/>
                            <a:pt x="3375" y="1126"/>
                          </a:cubicBezTo>
                          <a:cubicBezTo>
                            <a:pt x="3193" y="1247"/>
                            <a:pt x="2949" y="1369"/>
                            <a:pt x="2706" y="1399"/>
                          </a:cubicBezTo>
                          <a:cubicBezTo>
                            <a:pt x="2341" y="1399"/>
                            <a:pt x="2007" y="1612"/>
                            <a:pt x="1825" y="1916"/>
                          </a:cubicBezTo>
                          <a:cubicBezTo>
                            <a:pt x="1794" y="1946"/>
                            <a:pt x="1794" y="1977"/>
                            <a:pt x="1794" y="1977"/>
                          </a:cubicBezTo>
                          <a:cubicBezTo>
                            <a:pt x="1734" y="2098"/>
                            <a:pt x="1642" y="2159"/>
                            <a:pt x="1521" y="2189"/>
                          </a:cubicBezTo>
                          <a:cubicBezTo>
                            <a:pt x="1430" y="2220"/>
                            <a:pt x="1369" y="2281"/>
                            <a:pt x="1338" y="2372"/>
                          </a:cubicBezTo>
                          <a:cubicBezTo>
                            <a:pt x="1338" y="2493"/>
                            <a:pt x="1278" y="2585"/>
                            <a:pt x="1247" y="2706"/>
                          </a:cubicBezTo>
                          <a:cubicBezTo>
                            <a:pt x="1156" y="2797"/>
                            <a:pt x="1156" y="2889"/>
                            <a:pt x="1186" y="3010"/>
                          </a:cubicBezTo>
                          <a:cubicBezTo>
                            <a:pt x="1186" y="3041"/>
                            <a:pt x="1156" y="3101"/>
                            <a:pt x="1126" y="3132"/>
                          </a:cubicBezTo>
                          <a:cubicBezTo>
                            <a:pt x="1126" y="3132"/>
                            <a:pt x="1095" y="3162"/>
                            <a:pt x="1065" y="3162"/>
                          </a:cubicBezTo>
                          <a:cubicBezTo>
                            <a:pt x="974" y="3192"/>
                            <a:pt x="882" y="3284"/>
                            <a:pt x="822" y="3375"/>
                          </a:cubicBezTo>
                          <a:cubicBezTo>
                            <a:pt x="761" y="3466"/>
                            <a:pt x="670" y="3496"/>
                            <a:pt x="578" y="3496"/>
                          </a:cubicBezTo>
                          <a:cubicBezTo>
                            <a:pt x="518" y="3496"/>
                            <a:pt x="487" y="3557"/>
                            <a:pt x="518" y="3648"/>
                          </a:cubicBezTo>
                          <a:cubicBezTo>
                            <a:pt x="609" y="3770"/>
                            <a:pt x="700" y="3922"/>
                            <a:pt x="761" y="407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48" name="Google Shape;528;p21">
                      <a:extLst>
                        <a:ext uri="{FF2B5EF4-FFF2-40B4-BE49-F238E27FC236}">
                          <a16:creationId xmlns:a16="http://schemas.microsoft.com/office/drawing/2014/main" id="{5CE33EDA-0EBA-80E0-4407-3134455AA8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71575" y="2263675"/>
                      <a:ext cx="96525" cy="155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61" h="6201" extrusionOk="0">
                          <a:moveTo>
                            <a:pt x="456" y="5958"/>
                          </a:moveTo>
                          <a:cubicBezTo>
                            <a:pt x="517" y="6018"/>
                            <a:pt x="608" y="6049"/>
                            <a:pt x="699" y="6049"/>
                          </a:cubicBezTo>
                          <a:cubicBezTo>
                            <a:pt x="851" y="6018"/>
                            <a:pt x="1003" y="6049"/>
                            <a:pt x="1155" y="6140"/>
                          </a:cubicBezTo>
                          <a:cubicBezTo>
                            <a:pt x="1216" y="6201"/>
                            <a:pt x="1338" y="6170"/>
                            <a:pt x="1399" y="6110"/>
                          </a:cubicBezTo>
                          <a:lnTo>
                            <a:pt x="1611" y="5958"/>
                          </a:lnTo>
                          <a:lnTo>
                            <a:pt x="1581" y="5958"/>
                          </a:lnTo>
                          <a:lnTo>
                            <a:pt x="1611" y="5958"/>
                          </a:lnTo>
                          <a:lnTo>
                            <a:pt x="1611" y="5927"/>
                          </a:lnTo>
                          <a:cubicBezTo>
                            <a:pt x="1763" y="5836"/>
                            <a:pt x="1915" y="5745"/>
                            <a:pt x="2037" y="5623"/>
                          </a:cubicBezTo>
                          <a:cubicBezTo>
                            <a:pt x="2158" y="5532"/>
                            <a:pt x="2280" y="5441"/>
                            <a:pt x="2402" y="5380"/>
                          </a:cubicBezTo>
                          <a:lnTo>
                            <a:pt x="2523" y="5167"/>
                          </a:lnTo>
                          <a:cubicBezTo>
                            <a:pt x="2584" y="5046"/>
                            <a:pt x="2706" y="4985"/>
                            <a:pt x="2827" y="4985"/>
                          </a:cubicBezTo>
                          <a:lnTo>
                            <a:pt x="2827" y="4985"/>
                          </a:lnTo>
                          <a:lnTo>
                            <a:pt x="2827" y="4985"/>
                          </a:lnTo>
                          <a:cubicBezTo>
                            <a:pt x="2827" y="4955"/>
                            <a:pt x="2827" y="4924"/>
                            <a:pt x="2858" y="4985"/>
                          </a:cubicBezTo>
                          <a:lnTo>
                            <a:pt x="2827" y="5015"/>
                          </a:lnTo>
                          <a:cubicBezTo>
                            <a:pt x="2827" y="5198"/>
                            <a:pt x="2827" y="5198"/>
                            <a:pt x="2979" y="5228"/>
                          </a:cubicBezTo>
                          <a:cubicBezTo>
                            <a:pt x="3040" y="5228"/>
                            <a:pt x="3070" y="5228"/>
                            <a:pt x="3101" y="5228"/>
                          </a:cubicBezTo>
                          <a:cubicBezTo>
                            <a:pt x="3192" y="5107"/>
                            <a:pt x="3222" y="4924"/>
                            <a:pt x="3374" y="4833"/>
                          </a:cubicBezTo>
                          <a:cubicBezTo>
                            <a:pt x="3496" y="4711"/>
                            <a:pt x="3648" y="4651"/>
                            <a:pt x="3648" y="4468"/>
                          </a:cubicBezTo>
                          <a:cubicBezTo>
                            <a:pt x="3709" y="4255"/>
                            <a:pt x="3648" y="4012"/>
                            <a:pt x="3526" y="3830"/>
                          </a:cubicBezTo>
                          <a:cubicBezTo>
                            <a:pt x="3496" y="3799"/>
                            <a:pt x="3465" y="3739"/>
                            <a:pt x="3435" y="3708"/>
                          </a:cubicBezTo>
                          <a:cubicBezTo>
                            <a:pt x="3405" y="3648"/>
                            <a:pt x="3435" y="3587"/>
                            <a:pt x="3465" y="3526"/>
                          </a:cubicBezTo>
                          <a:cubicBezTo>
                            <a:pt x="3557" y="3404"/>
                            <a:pt x="3648" y="3283"/>
                            <a:pt x="3769" y="3192"/>
                          </a:cubicBezTo>
                          <a:cubicBezTo>
                            <a:pt x="3769" y="3040"/>
                            <a:pt x="3709" y="2918"/>
                            <a:pt x="3769" y="2736"/>
                          </a:cubicBezTo>
                          <a:cubicBezTo>
                            <a:pt x="3830" y="2644"/>
                            <a:pt x="3861" y="2523"/>
                            <a:pt x="3861" y="2432"/>
                          </a:cubicBezTo>
                          <a:cubicBezTo>
                            <a:pt x="3861" y="2249"/>
                            <a:pt x="3648" y="2249"/>
                            <a:pt x="3557" y="2158"/>
                          </a:cubicBezTo>
                          <a:cubicBezTo>
                            <a:pt x="3465" y="2067"/>
                            <a:pt x="3374" y="1976"/>
                            <a:pt x="3253" y="1915"/>
                          </a:cubicBezTo>
                          <a:cubicBezTo>
                            <a:pt x="3192" y="1885"/>
                            <a:pt x="3162" y="1824"/>
                            <a:pt x="3162" y="1763"/>
                          </a:cubicBezTo>
                          <a:cubicBezTo>
                            <a:pt x="3162" y="1581"/>
                            <a:pt x="3162" y="1398"/>
                            <a:pt x="3162" y="1216"/>
                          </a:cubicBezTo>
                          <a:cubicBezTo>
                            <a:pt x="3162" y="1064"/>
                            <a:pt x="3222" y="912"/>
                            <a:pt x="3253" y="760"/>
                          </a:cubicBezTo>
                          <a:cubicBezTo>
                            <a:pt x="3283" y="517"/>
                            <a:pt x="3162" y="274"/>
                            <a:pt x="2979" y="152"/>
                          </a:cubicBezTo>
                          <a:cubicBezTo>
                            <a:pt x="2858" y="61"/>
                            <a:pt x="2706" y="0"/>
                            <a:pt x="2523" y="61"/>
                          </a:cubicBezTo>
                          <a:cubicBezTo>
                            <a:pt x="2462" y="61"/>
                            <a:pt x="2371" y="152"/>
                            <a:pt x="2371" y="243"/>
                          </a:cubicBezTo>
                          <a:cubicBezTo>
                            <a:pt x="2371" y="304"/>
                            <a:pt x="2402" y="334"/>
                            <a:pt x="2462" y="395"/>
                          </a:cubicBezTo>
                          <a:cubicBezTo>
                            <a:pt x="2554" y="426"/>
                            <a:pt x="2645" y="456"/>
                            <a:pt x="2706" y="486"/>
                          </a:cubicBezTo>
                          <a:cubicBezTo>
                            <a:pt x="2766" y="517"/>
                            <a:pt x="2766" y="578"/>
                            <a:pt x="2706" y="608"/>
                          </a:cubicBezTo>
                          <a:cubicBezTo>
                            <a:pt x="2706" y="608"/>
                            <a:pt x="2675" y="638"/>
                            <a:pt x="2675" y="638"/>
                          </a:cubicBezTo>
                          <a:lnTo>
                            <a:pt x="2341" y="638"/>
                          </a:lnTo>
                          <a:cubicBezTo>
                            <a:pt x="2219" y="669"/>
                            <a:pt x="2128" y="699"/>
                            <a:pt x="2006" y="730"/>
                          </a:cubicBezTo>
                          <a:cubicBezTo>
                            <a:pt x="1885" y="790"/>
                            <a:pt x="1794" y="912"/>
                            <a:pt x="1824" y="1064"/>
                          </a:cubicBezTo>
                          <a:cubicBezTo>
                            <a:pt x="1824" y="1125"/>
                            <a:pt x="1885" y="1216"/>
                            <a:pt x="1915" y="1307"/>
                          </a:cubicBezTo>
                          <a:cubicBezTo>
                            <a:pt x="1915" y="1398"/>
                            <a:pt x="1885" y="1398"/>
                            <a:pt x="1854" y="1429"/>
                          </a:cubicBezTo>
                          <a:cubicBezTo>
                            <a:pt x="1854" y="1429"/>
                            <a:pt x="1824" y="1429"/>
                            <a:pt x="1794" y="1429"/>
                          </a:cubicBezTo>
                          <a:cubicBezTo>
                            <a:pt x="1703" y="1337"/>
                            <a:pt x="1611" y="1277"/>
                            <a:pt x="1490" y="1368"/>
                          </a:cubicBezTo>
                          <a:cubicBezTo>
                            <a:pt x="1399" y="1459"/>
                            <a:pt x="1247" y="1520"/>
                            <a:pt x="1125" y="1489"/>
                          </a:cubicBezTo>
                          <a:cubicBezTo>
                            <a:pt x="973" y="1459"/>
                            <a:pt x="943" y="1611"/>
                            <a:pt x="973" y="1702"/>
                          </a:cubicBezTo>
                          <a:cubicBezTo>
                            <a:pt x="973" y="1824"/>
                            <a:pt x="1034" y="1915"/>
                            <a:pt x="1125" y="2006"/>
                          </a:cubicBezTo>
                          <a:cubicBezTo>
                            <a:pt x="1216" y="2097"/>
                            <a:pt x="1277" y="2219"/>
                            <a:pt x="1277" y="2341"/>
                          </a:cubicBezTo>
                          <a:lnTo>
                            <a:pt x="1307" y="2341"/>
                          </a:lnTo>
                          <a:cubicBezTo>
                            <a:pt x="1307" y="2371"/>
                            <a:pt x="1338" y="2371"/>
                            <a:pt x="1338" y="2371"/>
                          </a:cubicBezTo>
                          <a:lnTo>
                            <a:pt x="1429" y="2371"/>
                          </a:lnTo>
                          <a:cubicBezTo>
                            <a:pt x="1399" y="2401"/>
                            <a:pt x="1368" y="2371"/>
                            <a:pt x="1338" y="2371"/>
                          </a:cubicBezTo>
                          <a:lnTo>
                            <a:pt x="1277" y="2371"/>
                          </a:lnTo>
                          <a:lnTo>
                            <a:pt x="1277" y="2371"/>
                          </a:lnTo>
                          <a:cubicBezTo>
                            <a:pt x="1155" y="2341"/>
                            <a:pt x="1034" y="2280"/>
                            <a:pt x="912" y="2189"/>
                          </a:cubicBezTo>
                          <a:cubicBezTo>
                            <a:pt x="851" y="2158"/>
                            <a:pt x="791" y="2189"/>
                            <a:pt x="730" y="2249"/>
                          </a:cubicBezTo>
                          <a:cubicBezTo>
                            <a:pt x="547" y="2584"/>
                            <a:pt x="456" y="3009"/>
                            <a:pt x="274" y="3374"/>
                          </a:cubicBezTo>
                          <a:cubicBezTo>
                            <a:pt x="213" y="3496"/>
                            <a:pt x="274" y="3648"/>
                            <a:pt x="395" y="3739"/>
                          </a:cubicBezTo>
                          <a:cubicBezTo>
                            <a:pt x="487" y="3830"/>
                            <a:pt x="639" y="3891"/>
                            <a:pt x="760" y="3891"/>
                          </a:cubicBezTo>
                          <a:cubicBezTo>
                            <a:pt x="851" y="3891"/>
                            <a:pt x="912" y="3921"/>
                            <a:pt x="943" y="3982"/>
                          </a:cubicBezTo>
                          <a:cubicBezTo>
                            <a:pt x="973" y="4012"/>
                            <a:pt x="1003" y="4043"/>
                            <a:pt x="973" y="4103"/>
                          </a:cubicBezTo>
                          <a:cubicBezTo>
                            <a:pt x="973" y="4134"/>
                            <a:pt x="943" y="4164"/>
                            <a:pt x="912" y="4195"/>
                          </a:cubicBezTo>
                          <a:cubicBezTo>
                            <a:pt x="851" y="4195"/>
                            <a:pt x="821" y="4195"/>
                            <a:pt x="791" y="4195"/>
                          </a:cubicBezTo>
                          <a:cubicBezTo>
                            <a:pt x="517" y="4134"/>
                            <a:pt x="274" y="4255"/>
                            <a:pt x="183" y="4529"/>
                          </a:cubicBezTo>
                          <a:cubicBezTo>
                            <a:pt x="122" y="4742"/>
                            <a:pt x="61" y="4955"/>
                            <a:pt x="61" y="5167"/>
                          </a:cubicBezTo>
                          <a:cubicBezTo>
                            <a:pt x="0" y="5502"/>
                            <a:pt x="152" y="5806"/>
                            <a:pt x="456" y="595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49" name="Google Shape;529;p21">
                      <a:extLst>
                        <a:ext uri="{FF2B5EF4-FFF2-40B4-BE49-F238E27FC236}">
                          <a16:creationId xmlns:a16="http://schemas.microsoft.com/office/drawing/2014/main" id="{2BA13867-E6EB-D097-0386-237111A9F6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31600" y="2398925"/>
                      <a:ext cx="25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31" extrusionOk="0">
                          <a:moveTo>
                            <a:pt x="1" y="31"/>
                          </a:moveTo>
                          <a:lnTo>
                            <a:pt x="1" y="31"/>
                          </a:lnTo>
                          <a:lnTo>
                            <a:pt x="1" y="31"/>
                          </a:lnTo>
                          <a:cubicBezTo>
                            <a:pt x="1" y="31"/>
                            <a:pt x="1" y="31"/>
                            <a:pt x="1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50" name="Google Shape;530;p21">
                      <a:extLst>
                        <a:ext uri="{FF2B5EF4-FFF2-40B4-BE49-F238E27FC236}">
                          <a16:creationId xmlns:a16="http://schemas.microsoft.com/office/drawing/2014/main" id="{AFCDFD5F-F7D9-6E2A-547C-473605D3EE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01200" y="2459725"/>
                      <a:ext cx="138325" cy="1094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33" h="4378" extrusionOk="0">
                          <a:moveTo>
                            <a:pt x="274" y="3708"/>
                          </a:moveTo>
                          <a:lnTo>
                            <a:pt x="274" y="4255"/>
                          </a:lnTo>
                          <a:cubicBezTo>
                            <a:pt x="304" y="4316"/>
                            <a:pt x="335" y="4377"/>
                            <a:pt x="426" y="4377"/>
                          </a:cubicBezTo>
                          <a:cubicBezTo>
                            <a:pt x="669" y="4377"/>
                            <a:pt x="912" y="4286"/>
                            <a:pt x="1125" y="4164"/>
                          </a:cubicBezTo>
                          <a:lnTo>
                            <a:pt x="1125" y="4164"/>
                          </a:lnTo>
                          <a:lnTo>
                            <a:pt x="1155" y="4134"/>
                          </a:lnTo>
                          <a:lnTo>
                            <a:pt x="1125" y="4164"/>
                          </a:lnTo>
                          <a:lnTo>
                            <a:pt x="1125" y="4164"/>
                          </a:lnTo>
                          <a:cubicBezTo>
                            <a:pt x="1186" y="4255"/>
                            <a:pt x="1277" y="4316"/>
                            <a:pt x="1399" y="4316"/>
                          </a:cubicBezTo>
                          <a:cubicBezTo>
                            <a:pt x="1520" y="4347"/>
                            <a:pt x="1611" y="4316"/>
                            <a:pt x="1703" y="4225"/>
                          </a:cubicBezTo>
                          <a:cubicBezTo>
                            <a:pt x="1794" y="4164"/>
                            <a:pt x="1855" y="4104"/>
                            <a:pt x="1885" y="4043"/>
                          </a:cubicBezTo>
                          <a:cubicBezTo>
                            <a:pt x="1976" y="3952"/>
                            <a:pt x="2037" y="3800"/>
                            <a:pt x="2128" y="3708"/>
                          </a:cubicBezTo>
                          <a:cubicBezTo>
                            <a:pt x="2250" y="3556"/>
                            <a:pt x="2432" y="3435"/>
                            <a:pt x="2645" y="3435"/>
                          </a:cubicBezTo>
                          <a:cubicBezTo>
                            <a:pt x="2736" y="3404"/>
                            <a:pt x="2858" y="3344"/>
                            <a:pt x="2918" y="3283"/>
                          </a:cubicBezTo>
                          <a:cubicBezTo>
                            <a:pt x="3010" y="3192"/>
                            <a:pt x="3101" y="3070"/>
                            <a:pt x="3222" y="2979"/>
                          </a:cubicBezTo>
                          <a:cubicBezTo>
                            <a:pt x="3283" y="2918"/>
                            <a:pt x="3344" y="2888"/>
                            <a:pt x="3435" y="2857"/>
                          </a:cubicBezTo>
                          <a:cubicBezTo>
                            <a:pt x="3678" y="2827"/>
                            <a:pt x="3921" y="2766"/>
                            <a:pt x="4165" y="2705"/>
                          </a:cubicBezTo>
                          <a:cubicBezTo>
                            <a:pt x="4256" y="2675"/>
                            <a:pt x="4347" y="2675"/>
                            <a:pt x="4438" y="2675"/>
                          </a:cubicBezTo>
                          <a:lnTo>
                            <a:pt x="4408" y="2675"/>
                          </a:lnTo>
                          <a:lnTo>
                            <a:pt x="4408" y="2675"/>
                          </a:lnTo>
                          <a:lnTo>
                            <a:pt x="4408" y="2675"/>
                          </a:lnTo>
                          <a:cubicBezTo>
                            <a:pt x="4499" y="2584"/>
                            <a:pt x="4651" y="2523"/>
                            <a:pt x="4773" y="2523"/>
                          </a:cubicBezTo>
                          <a:lnTo>
                            <a:pt x="5076" y="2523"/>
                          </a:lnTo>
                          <a:cubicBezTo>
                            <a:pt x="5198" y="2432"/>
                            <a:pt x="5350" y="2401"/>
                            <a:pt x="5502" y="2401"/>
                          </a:cubicBezTo>
                          <a:cubicBezTo>
                            <a:pt x="5532" y="2037"/>
                            <a:pt x="5532" y="1672"/>
                            <a:pt x="5502" y="1338"/>
                          </a:cubicBezTo>
                          <a:cubicBezTo>
                            <a:pt x="5472" y="1155"/>
                            <a:pt x="5380" y="973"/>
                            <a:pt x="5228" y="851"/>
                          </a:cubicBezTo>
                          <a:cubicBezTo>
                            <a:pt x="5168" y="790"/>
                            <a:pt x="5046" y="730"/>
                            <a:pt x="4925" y="760"/>
                          </a:cubicBezTo>
                          <a:cubicBezTo>
                            <a:pt x="4742" y="760"/>
                            <a:pt x="4560" y="699"/>
                            <a:pt x="4438" y="578"/>
                          </a:cubicBezTo>
                          <a:cubicBezTo>
                            <a:pt x="4347" y="517"/>
                            <a:pt x="4256" y="426"/>
                            <a:pt x="4165" y="334"/>
                          </a:cubicBezTo>
                          <a:cubicBezTo>
                            <a:pt x="4043" y="122"/>
                            <a:pt x="3800" y="0"/>
                            <a:pt x="3526" y="61"/>
                          </a:cubicBezTo>
                          <a:cubicBezTo>
                            <a:pt x="3344" y="91"/>
                            <a:pt x="3131" y="91"/>
                            <a:pt x="2918" y="61"/>
                          </a:cubicBezTo>
                          <a:cubicBezTo>
                            <a:pt x="2827" y="61"/>
                            <a:pt x="2706" y="91"/>
                            <a:pt x="2584" y="122"/>
                          </a:cubicBezTo>
                          <a:cubicBezTo>
                            <a:pt x="2493" y="122"/>
                            <a:pt x="2432" y="182"/>
                            <a:pt x="2402" y="304"/>
                          </a:cubicBezTo>
                          <a:cubicBezTo>
                            <a:pt x="2371" y="426"/>
                            <a:pt x="2341" y="547"/>
                            <a:pt x="2341" y="699"/>
                          </a:cubicBezTo>
                          <a:cubicBezTo>
                            <a:pt x="2341" y="821"/>
                            <a:pt x="2250" y="942"/>
                            <a:pt x="2159" y="1034"/>
                          </a:cubicBezTo>
                          <a:cubicBezTo>
                            <a:pt x="1915" y="1186"/>
                            <a:pt x="1733" y="1368"/>
                            <a:pt x="1520" y="1550"/>
                          </a:cubicBezTo>
                          <a:cubicBezTo>
                            <a:pt x="1399" y="1611"/>
                            <a:pt x="1307" y="1733"/>
                            <a:pt x="1307" y="1885"/>
                          </a:cubicBezTo>
                          <a:cubicBezTo>
                            <a:pt x="1307" y="1915"/>
                            <a:pt x="1277" y="1976"/>
                            <a:pt x="1247" y="2006"/>
                          </a:cubicBezTo>
                          <a:cubicBezTo>
                            <a:pt x="882" y="2249"/>
                            <a:pt x="548" y="2493"/>
                            <a:pt x="244" y="2797"/>
                          </a:cubicBezTo>
                          <a:cubicBezTo>
                            <a:pt x="152" y="2827"/>
                            <a:pt x="61" y="2888"/>
                            <a:pt x="31" y="2948"/>
                          </a:cubicBezTo>
                          <a:cubicBezTo>
                            <a:pt x="0" y="3040"/>
                            <a:pt x="122" y="3161"/>
                            <a:pt x="152" y="3252"/>
                          </a:cubicBezTo>
                          <a:cubicBezTo>
                            <a:pt x="244" y="3374"/>
                            <a:pt x="274" y="3556"/>
                            <a:pt x="274" y="370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51" name="Google Shape;531;p21">
                      <a:extLst>
                        <a:ext uri="{FF2B5EF4-FFF2-40B4-BE49-F238E27FC236}">
                          <a16:creationId xmlns:a16="http://schemas.microsoft.com/office/drawing/2014/main" id="{89FEEC1C-4CF0-319A-5A56-0F9F73FFBF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5025" y="3075975"/>
                      <a:ext cx="105650" cy="167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26" h="6719" extrusionOk="0">
                          <a:moveTo>
                            <a:pt x="122" y="1065"/>
                          </a:moveTo>
                          <a:cubicBezTo>
                            <a:pt x="274" y="1186"/>
                            <a:pt x="335" y="1399"/>
                            <a:pt x="274" y="1612"/>
                          </a:cubicBezTo>
                          <a:cubicBezTo>
                            <a:pt x="243" y="1673"/>
                            <a:pt x="274" y="1733"/>
                            <a:pt x="335" y="1764"/>
                          </a:cubicBezTo>
                          <a:cubicBezTo>
                            <a:pt x="456" y="1855"/>
                            <a:pt x="426" y="1916"/>
                            <a:pt x="365" y="2007"/>
                          </a:cubicBezTo>
                          <a:cubicBezTo>
                            <a:pt x="335" y="2098"/>
                            <a:pt x="304" y="2129"/>
                            <a:pt x="274" y="2189"/>
                          </a:cubicBezTo>
                          <a:cubicBezTo>
                            <a:pt x="304" y="2220"/>
                            <a:pt x="335" y="2220"/>
                            <a:pt x="365" y="2281"/>
                          </a:cubicBezTo>
                          <a:cubicBezTo>
                            <a:pt x="395" y="2311"/>
                            <a:pt x="395" y="2341"/>
                            <a:pt x="426" y="2402"/>
                          </a:cubicBezTo>
                          <a:cubicBezTo>
                            <a:pt x="517" y="2554"/>
                            <a:pt x="547" y="2554"/>
                            <a:pt x="699" y="2402"/>
                          </a:cubicBezTo>
                          <a:lnTo>
                            <a:pt x="760" y="2341"/>
                          </a:lnTo>
                          <a:cubicBezTo>
                            <a:pt x="760" y="2372"/>
                            <a:pt x="791" y="2433"/>
                            <a:pt x="791" y="2463"/>
                          </a:cubicBezTo>
                          <a:cubicBezTo>
                            <a:pt x="791" y="2585"/>
                            <a:pt x="730" y="2706"/>
                            <a:pt x="730" y="2797"/>
                          </a:cubicBezTo>
                          <a:cubicBezTo>
                            <a:pt x="699" y="2919"/>
                            <a:pt x="791" y="3040"/>
                            <a:pt x="912" y="3040"/>
                          </a:cubicBezTo>
                          <a:lnTo>
                            <a:pt x="973" y="3040"/>
                          </a:lnTo>
                          <a:cubicBezTo>
                            <a:pt x="1095" y="3010"/>
                            <a:pt x="1216" y="3010"/>
                            <a:pt x="1307" y="3040"/>
                          </a:cubicBezTo>
                          <a:cubicBezTo>
                            <a:pt x="1429" y="3071"/>
                            <a:pt x="1368" y="3223"/>
                            <a:pt x="1429" y="3314"/>
                          </a:cubicBezTo>
                          <a:cubicBezTo>
                            <a:pt x="1490" y="3375"/>
                            <a:pt x="1520" y="3436"/>
                            <a:pt x="1550" y="3496"/>
                          </a:cubicBezTo>
                          <a:cubicBezTo>
                            <a:pt x="1672" y="3557"/>
                            <a:pt x="1702" y="3679"/>
                            <a:pt x="1672" y="3770"/>
                          </a:cubicBezTo>
                          <a:cubicBezTo>
                            <a:pt x="1581" y="4135"/>
                            <a:pt x="1520" y="4165"/>
                            <a:pt x="1155" y="4135"/>
                          </a:cubicBezTo>
                          <a:lnTo>
                            <a:pt x="1064" y="4135"/>
                          </a:lnTo>
                          <a:cubicBezTo>
                            <a:pt x="1034" y="4135"/>
                            <a:pt x="1003" y="4135"/>
                            <a:pt x="1003" y="4196"/>
                          </a:cubicBezTo>
                          <a:cubicBezTo>
                            <a:pt x="1003" y="4378"/>
                            <a:pt x="973" y="4560"/>
                            <a:pt x="1125" y="4712"/>
                          </a:cubicBezTo>
                          <a:cubicBezTo>
                            <a:pt x="1186" y="4743"/>
                            <a:pt x="1155" y="4895"/>
                            <a:pt x="1095" y="4955"/>
                          </a:cubicBezTo>
                          <a:cubicBezTo>
                            <a:pt x="1034" y="4986"/>
                            <a:pt x="943" y="5047"/>
                            <a:pt x="851" y="5107"/>
                          </a:cubicBezTo>
                          <a:cubicBezTo>
                            <a:pt x="821" y="5138"/>
                            <a:pt x="760" y="5199"/>
                            <a:pt x="699" y="5229"/>
                          </a:cubicBezTo>
                          <a:cubicBezTo>
                            <a:pt x="699" y="5259"/>
                            <a:pt x="669" y="5320"/>
                            <a:pt x="669" y="5351"/>
                          </a:cubicBezTo>
                          <a:cubicBezTo>
                            <a:pt x="669" y="5381"/>
                            <a:pt x="730" y="5442"/>
                            <a:pt x="760" y="5442"/>
                          </a:cubicBezTo>
                          <a:cubicBezTo>
                            <a:pt x="1034" y="5503"/>
                            <a:pt x="1307" y="5594"/>
                            <a:pt x="1520" y="5746"/>
                          </a:cubicBezTo>
                          <a:cubicBezTo>
                            <a:pt x="1550" y="5746"/>
                            <a:pt x="1550" y="5776"/>
                            <a:pt x="1581" y="5776"/>
                          </a:cubicBezTo>
                          <a:cubicBezTo>
                            <a:pt x="1550" y="5806"/>
                            <a:pt x="1520" y="5806"/>
                            <a:pt x="1490" y="5806"/>
                          </a:cubicBezTo>
                          <a:cubicBezTo>
                            <a:pt x="1277" y="5776"/>
                            <a:pt x="1064" y="5867"/>
                            <a:pt x="943" y="6050"/>
                          </a:cubicBezTo>
                          <a:cubicBezTo>
                            <a:pt x="791" y="6262"/>
                            <a:pt x="639" y="6445"/>
                            <a:pt x="456" y="6597"/>
                          </a:cubicBezTo>
                          <a:cubicBezTo>
                            <a:pt x="456" y="6627"/>
                            <a:pt x="456" y="6658"/>
                            <a:pt x="456" y="6658"/>
                          </a:cubicBezTo>
                          <a:cubicBezTo>
                            <a:pt x="456" y="6658"/>
                            <a:pt x="487" y="6718"/>
                            <a:pt x="517" y="6718"/>
                          </a:cubicBezTo>
                          <a:cubicBezTo>
                            <a:pt x="578" y="6718"/>
                            <a:pt x="639" y="6718"/>
                            <a:pt x="699" y="6688"/>
                          </a:cubicBezTo>
                          <a:cubicBezTo>
                            <a:pt x="821" y="6597"/>
                            <a:pt x="943" y="6566"/>
                            <a:pt x="1095" y="6566"/>
                          </a:cubicBezTo>
                          <a:cubicBezTo>
                            <a:pt x="1277" y="6627"/>
                            <a:pt x="1490" y="6536"/>
                            <a:pt x="1611" y="6384"/>
                          </a:cubicBezTo>
                          <a:cubicBezTo>
                            <a:pt x="1672" y="6323"/>
                            <a:pt x="1763" y="6293"/>
                            <a:pt x="1854" y="6293"/>
                          </a:cubicBezTo>
                          <a:cubicBezTo>
                            <a:pt x="2098" y="6323"/>
                            <a:pt x="2310" y="6323"/>
                            <a:pt x="2523" y="6262"/>
                          </a:cubicBezTo>
                          <a:cubicBezTo>
                            <a:pt x="2797" y="6202"/>
                            <a:pt x="3070" y="6171"/>
                            <a:pt x="3344" y="6171"/>
                          </a:cubicBezTo>
                          <a:cubicBezTo>
                            <a:pt x="3587" y="6141"/>
                            <a:pt x="3830" y="6019"/>
                            <a:pt x="3982" y="5837"/>
                          </a:cubicBezTo>
                          <a:cubicBezTo>
                            <a:pt x="4043" y="5776"/>
                            <a:pt x="4013" y="5685"/>
                            <a:pt x="3982" y="5654"/>
                          </a:cubicBezTo>
                          <a:cubicBezTo>
                            <a:pt x="3921" y="5624"/>
                            <a:pt x="3891" y="5594"/>
                            <a:pt x="3861" y="5594"/>
                          </a:cubicBezTo>
                          <a:cubicBezTo>
                            <a:pt x="3800" y="5563"/>
                            <a:pt x="3769" y="5472"/>
                            <a:pt x="3800" y="5411"/>
                          </a:cubicBezTo>
                          <a:cubicBezTo>
                            <a:pt x="3891" y="5290"/>
                            <a:pt x="3982" y="5168"/>
                            <a:pt x="4073" y="5047"/>
                          </a:cubicBezTo>
                          <a:cubicBezTo>
                            <a:pt x="4225" y="4773"/>
                            <a:pt x="4043" y="4408"/>
                            <a:pt x="3709" y="4378"/>
                          </a:cubicBezTo>
                          <a:cubicBezTo>
                            <a:pt x="3617" y="4378"/>
                            <a:pt x="3496" y="4378"/>
                            <a:pt x="3374" y="4378"/>
                          </a:cubicBezTo>
                          <a:lnTo>
                            <a:pt x="3374" y="4378"/>
                          </a:lnTo>
                          <a:lnTo>
                            <a:pt x="3374" y="4408"/>
                          </a:lnTo>
                          <a:lnTo>
                            <a:pt x="3374" y="4347"/>
                          </a:lnTo>
                          <a:lnTo>
                            <a:pt x="3374" y="4347"/>
                          </a:lnTo>
                          <a:cubicBezTo>
                            <a:pt x="3374" y="4287"/>
                            <a:pt x="3374" y="4226"/>
                            <a:pt x="3344" y="4165"/>
                          </a:cubicBezTo>
                          <a:cubicBezTo>
                            <a:pt x="3222" y="3983"/>
                            <a:pt x="3131" y="3770"/>
                            <a:pt x="3070" y="3557"/>
                          </a:cubicBezTo>
                          <a:cubicBezTo>
                            <a:pt x="3040" y="3405"/>
                            <a:pt x="2949" y="3314"/>
                            <a:pt x="2827" y="3223"/>
                          </a:cubicBezTo>
                          <a:cubicBezTo>
                            <a:pt x="2614" y="3132"/>
                            <a:pt x="2462" y="2949"/>
                            <a:pt x="2432" y="2706"/>
                          </a:cubicBezTo>
                          <a:cubicBezTo>
                            <a:pt x="2341" y="2402"/>
                            <a:pt x="2128" y="2129"/>
                            <a:pt x="1824" y="2037"/>
                          </a:cubicBezTo>
                          <a:cubicBezTo>
                            <a:pt x="1763" y="2007"/>
                            <a:pt x="1733" y="1977"/>
                            <a:pt x="1763" y="1916"/>
                          </a:cubicBezTo>
                          <a:cubicBezTo>
                            <a:pt x="1794" y="1825"/>
                            <a:pt x="1854" y="1703"/>
                            <a:pt x="1885" y="1612"/>
                          </a:cubicBezTo>
                          <a:cubicBezTo>
                            <a:pt x="2006" y="1430"/>
                            <a:pt x="2098" y="1217"/>
                            <a:pt x="2158" y="974"/>
                          </a:cubicBezTo>
                          <a:cubicBezTo>
                            <a:pt x="2189" y="882"/>
                            <a:pt x="2098" y="761"/>
                            <a:pt x="1976" y="730"/>
                          </a:cubicBezTo>
                          <a:cubicBezTo>
                            <a:pt x="1946" y="730"/>
                            <a:pt x="1885" y="700"/>
                            <a:pt x="1854" y="700"/>
                          </a:cubicBezTo>
                          <a:lnTo>
                            <a:pt x="1368" y="700"/>
                          </a:lnTo>
                          <a:cubicBezTo>
                            <a:pt x="1338" y="700"/>
                            <a:pt x="1307" y="670"/>
                            <a:pt x="1277" y="639"/>
                          </a:cubicBezTo>
                          <a:cubicBezTo>
                            <a:pt x="1277" y="609"/>
                            <a:pt x="1307" y="578"/>
                            <a:pt x="1307" y="578"/>
                          </a:cubicBezTo>
                          <a:cubicBezTo>
                            <a:pt x="1399" y="457"/>
                            <a:pt x="1490" y="366"/>
                            <a:pt x="1550" y="244"/>
                          </a:cubicBezTo>
                          <a:cubicBezTo>
                            <a:pt x="1581" y="214"/>
                            <a:pt x="1550" y="153"/>
                            <a:pt x="1581" y="123"/>
                          </a:cubicBezTo>
                          <a:cubicBezTo>
                            <a:pt x="1581" y="92"/>
                            <a:pt x="1490" y="1"/>
                            <a:pt x="1429" y="1"/>
                          </a:cubicBezTo>
                          <a:cubicBezTo>
                            <a:pt x="1247" y="1"/>
                            <a:pt x="1034" y="1"/>
                            <a:pt x="882" y="31"/>
                          </a:cubicBezTo>
                          <a:cubicBezTo>
                            <a:pt x="791" y="62"/>
                            <a:pt x="699" y="123"/>
                            <a:pt x="669" y="183"/>
                          </a:cubicBezTo>
                          <a:lnTo>
                            <a:pt x="335" y="791"/>
                          </a:lnTo>
                          <a:cubicBezTo>
                            <a:pt x="335" y="852"/>
                            <a:pt x="274" y="822"/>
                            <a:pt x="243" y="822"/>
                          </a:cubicBezTo>
                          <a:cubicBezTo>
                            <a:pt x="61" y="822"/>
                            <a:pt x="0" y="943"/>
                            <a:pt x="122" y="106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52" name="Google Shape;532;p21">
                      <a:extLst>
                        <a:ext uri="{FF2B5EF4-FFF2-40B4-BE49-F238E27FC236}">
                          <a16:creationId xmlns:a16="http://schemas.microsoft.com/office/drawing/2014/main" id="{CACB051B-D808-1108-1991-97E85B4CDE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30550" y="2460475"/>
                      <a:ext cx="136050" cy="1375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442" h="5503" extrusionOk="0">
                          <a:moveTo>
                            <a:pt x="335" y="1703"/>
                          </a:moveTo>
                          <a:cubicBezTo>
                            <a:pt x="305" y="1885"/>
                            <a:pt x="396" y="2067"/>
                            <a:pt x="517" y="2189"/>
                          </a:cubicBezTo>
                          <a:cubicBezTo>
                            <a:pt x="609" y="2311"/>
                            <a:pt x="700" y="2432"/>
                            <a:pt x="761" y="2584"/>
                          </a:cubicBezTo>
                          <a:cubicBezTo>
                            <a:pt x="943" y="2736"/>
                            <a:pt x="1065" y="2949"/>
                            <a:pt x="1308" y="3070"/>
                          </a:cubicBezTo>
                          <a:lnTo>
                            <a:pt x="1308" y="3070"/>
                          </a:lnTo>
                          <a:lnTo>
                            <a:pt x="1308" y="3070"/>
                          </a:lnTo>
                          <a:lnTo>
                            <a:pt x="1551" y="2767"/>
                          </a:lnTo>
                          <a:cubicBezTo>
                            <a:pt x="1612" y="2675"/>
                            <a:pt x="1642" y="2554"/>
                            <a:pt x="1642" y="2463"/>
                          </a:cubicBezTo>
                          <a:cubicBezTo>
                            <a:pt x="1642" y="2432"/>
                            <a:pt x="1672" y="2371"/>
                            <a:pt x="1703" y="2341"/>
                          </a:cubicBezTo>
                          <a:cubicBezTo>
                            <a:pt x="1733" y="2341"/>
                            <a:pt x="1794" y="2341"/>
                            <a:pt x="1794" y="2402"/>
                          </a:cubicBezTo>
                          <a:cubicBezTo>
                            <a:pt x="1885" y="2554"/>
                            <a:pt x="2007" y="2554"/>
                            <a:pt x="2128" y="2523"/>
                          </a:cubicBezTo>
                          <a:cubicBezTo>
                            <a:pt x="2128" y="2523"/>
                            <a:pt x="2189" y="2523"/>
                            <a:pt x="2189" y="2554"/>
                          </a:cubicBezTo>
                          <a:cubicBezTo>
                            <a:pt x="2220" y="2584"/>
                            <a:pt x="2189" y="2615"/>
                            <a:pt x="2189" y="2615"/>
                          </a:cubicBezTo>
                          <a:cubicBezTo>
                            <a:pt x="2037" y="2706"/>
                            <a:pt x="1885" y="2797"/>
                            <a:pt x="1794" y="2949"/>
                          </a:cubicBezTo>
                          <a:cubicBezTo>
                            <a:pt x="1672" y="3070"/>
                            <a:pt x="1490" y="3101"/>
                            <a:pt x="1308" y="3070"/>
                          </a:cubicBezTo>
                          <a:lnTo>
                            <a:pt x="1308" y="3070"/>
                          </a:lnTo>
                          <a:lnTo>
                            <a:pt x="1308" y="3435"/>
                          </a:lnTo>
                          <a:cubicBezTo>
                            <a:pt x="1308" y="3526"/>
                            <a:pt x="1369" y="3618"/>
                            <a:pt x="1460" y="3618"/>
                          </a:cubicBezTo>
                          <a:cubicBezTo>
                            <a:pt x="1551" y="3648"/>
                            <a:pt x="1672" y="3648"/>
                            <a:pt x="1733" y="3770"/>
                          </a:cubicBezTo>
                          <a:lnTo>
                            <a:pt x="1733" y="3770"/>
                          </a:lnTo>
                          <a:lnTo>
                            <a:pt x="1764" y="3770"/>
                          </a:lnTo>
                          <a:lnTo>
                            <a:pt x="1916" y="3770"/>
                          </a:lnTo>
                          <a:cubicBezTo>
                            <a:pt x="1976" y="3770"/>
                            <a:pt x="2007" y="3800"/>
                            <a:pt x="1946" y="3830"/>
                          </a:cubicBezTo>
                          <a:cubicBezTo>
                            <a:pt x="1916" y="3861"/>
                            <a:pt x="1916" y="3830"/>
                            <a:pt x="1885" y="3830"/>
                          </a:cubicBezTo>
                          <a:cubicBezTo>
                            <a:pt x="1855" y="3830"/>
                            <a:pt x="1794" y="3800"/>
                            <a:pt x="1764" y="3739"/>
                          </a:cubicBezTo>
                          <a:lnTo>
                            <a:pt x="1733" y="3739"/>
                          </a:lnTo>
                          <a:lnTo>
                            <a:pt x="1733" y="3739"/>
                          </a:lnTo>
                          <a:cubicBezTo>
                            <a:pt x="1642" y="3770"/>
                            <a:pt x="1551" y="3770"/>
                            <a:pt x="1521" y="3861"/>
                          </a:cubicBezTo>
                          <a:cubicBezTo>
                            <a:pt x="1460" y="3952"/>
                            <a:pt x="1460" y="4074"/>
                            <a:pt x="1521" y="4195"/>
                          </a:cubicBezTo>
                          <a:cubicBezTo>
                            <a:pt x="1672" y="4499"/>
                            <a:pt x="1976" y="4773"/>
                            <a:pt x="2311" y="4894"/>
                          </a:cubicBezTo>
                          <a:lnTo>
                            <a:pt x="2311" y="4864"/>
                          </a:lnTo>
                          <a:lnTo>
                            <a:pt x="2311" y="4894"/>
                          </a:lnTo>
                          <a:lnTo>
                            <a:pt x="2311" y="4894"/>
                          </a:lnTo>
                          <a:cubicBezTo>
                            <a:pt x="2311" y="4925"/>
                            <a:pt x="2311" y="4985"/>
                            <a:pt x="2311" y="5016"/>
                          </a:cubicBezTo>
                          <a:cubicBezTo>
                            <a:pt x="2341" y="5198"/>
                            <a:pt x="2463" y="5350"/>
                            <a:pt x="2584" y="5472"/>
                          </a:cubicBezTo>
                          <a:cubicBezTo>
                            <a:pt x="2676" y="5502"/>
                            <a:pt x="2767" y="5502"/>
                            <a:pt x="2858" y="5411"/>
                          </a:cubicBezTo>
                          <a:cubicBezTo>
                            <a:pt x="2858" y="5381"/>
                            <a:pt x="2919" y="5350"/>
                            <a:pt x="2888" y="5289"/>
                          </a:cubicBezTo>
                          <a:cubicBezTo>
                            <a:pt x="2888" y="4985"/>
                            <a:pt x="3010" y="4712"/>
                            <a:pt x="3010" y="4438"/>
                          </a:cubicBezTo>
                          <a:cubicBezTo>
                            <a:pt x="3010" y="4256"/>
                            <a:pt x="3071" y="4104"/>
                            <a:pt x="3162" y="3982"/>
                          </a:cubicBezTo>
                          <a:cubicBezTo>
                            <a:pt x="3223" y="3922"/>
                            <a:pt x="3253" y="3830"/>
                            <a:pt x="3253" y="3739"/>
                          </a:cubicBezTo>
                          <a:cubicBezTo>
                            <a:pt x="3253" y="3344"/>
                            <a:pt x="3466" y="3040"/>
                            <a:pt x="3435" y="2675"/>
                          </a:cubicBezTo>
                          <a:cubicBezTo>
                            <a:pt x="3435" y="2615"/>
                            <a:pt x="3435" y="2584"/>
                            <a:pt x="3466" y="2523"/>
                          </a:cubicBezTo>
                          <a:cubicBezTo>
                            <a:pt x="3496" y="2371"/>
                            <a:pt x="3587" y="2250"/>
                            <a:pt x="3739" y="2189"/>
                          </a:cubicBezTo>
                          <a:cubicBezTo>
                            <a:pt x="3800" y="2159"/>
                            <a:pt x="3861" y="2189"/>
                            <a:pt x="3861" y="2219"/>
                          </a:cubicBezTo>
                          <a:cubicBezTo>
                            <a:pt x="3861" y="2280"/>
                            <a:pt x="3831" y="2432"/>
                            <a:pt x="3861" y="2493"/>
                          </a:cubicBezTo>
                          <a:cubicBezTo>
                            <a:pt x="3983" y="2736"/>
                            <a:pt x="4074" y="2979"/>
                            <a:pt x="4165" y="3253"/>
                          </a:cubicBezTo>
                          <a:cubicBezTo>
                            <a:pt x="4226" y="3344"/>
                            <a:pt x="4256" y="3466"/>
                            <a:pt x="4226" y="3587"/>
                          </a:cubicBezTo>
                          <a:cubicBezTo>
                            <a:pt x="4195" y="3678"/>
                            <a:pt x="4165" y="3800"/>
                            <a:pt x="4135" y="3922"/>
                          </a:cubicBezTo>
                          <a:cubicBezTo>
                            <a:pt x="4104" y="4013"/>
                            <a:pt x="4226" y="4104"/>
                            <a:pt x="4287" y="4074"/>
                          </a:cubicBezTo>
                          <a:cubicBezTo>
                            <a:pt x="4378" y="4043"/>
                            <a:pt x="4499" y="3982"/>
                            <a:pt x="4621" y="3952"/>
                          </a:cubicBezTo>
                          <a:cubicBezTo>
                            <a:pt x="4712" y="3922"/>
                            <a:pt x="4742" y="3891"/>
                            <a:pt x="4773" y="4074"/>
                          </a:cubicBezTo>
                          <a:cubicBezTo>
                            <a:pt x="4773" y="4104"/>
                            <a:pt x="4773" y="4104"/>
                            <a:pt x="4773" y="4134"/>
                          </a:cubicBezTo>
                          <a:cubicBezTo>
                            <a:pt x="4803" y="4256"/>
                            <a:pt x="4894" y="4286"/>
                            <a:pt x="4986" y="4195"/>
                          </a:cubicBezTo>
                          <a:cubicBezTo>
                            <a:pt x="5229" y="4013"/>
                            <a:pt x="5381" y="3709"/>
                            <a:pt x="5442" y="3405"/>
                          </a:cubicBezTo>
                          <a:cubicBezTo>
                            <a:pt x="5442" y="3374"/>
                            <a:pt x="5411" y="3314"/>
                            <a:pt x="5381" y="3314"/>
                          </a:cubicBezTo>
                          <a:cubicBezTo>
                            <a:pt x="5350" y="3283"/>
                            <a:pt x="5290" y="3253"/>
                            <a:pt x="5259" y="3253"/>
                          </a:cubicBezTo>
                          <a:cubicBezTo>
                            <a:pt x="5046" y="3253"/>
                            <a:pt x="4955" y="3162"/>
                            <a:pt x="4925" y="2918"/>
                          </a:cubicBezTo>
                          <a:cubicBezTo>
                            <a:pt x="4925" y="2675"/>
                            <a:pt x="4864" y="2706"/>
                            <a:pt x="4590" y="2736"/>
                          </a:cubicBezTo>
                          <a:cubicBezTo>
                            <a:pt x="4469" y="2767"/>
                            <a:pt x="4469" y="2767"/>
                            <a:pt x="4499" y="2645"/>
                          </a:cubicBezTo>
                          <a:cubicBezTo>
                            <a:pt x="4499" y="2584"/>
                            <a:pt x="4530" y="2523"/>
                            <a:pt x="4560" y="2463"/>
                          </a:cubicBezTo>
                          <a:cubicBezTo>
                            <a:pt x="4590" y="2341"/>
                            <a:pt x="4530" y="2219"/>
                            <a:pt x="4408" y="2189"/>
                          </a:cubicBezTo>
                          <a:cubicBezTo>
                            <a:pt x="4287" y="2128"/>
                            <a:pt x="4165" y="2128"/>
                            <a:pt x="4074" y="1976"/>
                          </a:cubicBezTo>
                          <a:cubicBezTo>
                            <a:pt x="4013" y="1824"/>
                            <a:pt x="3831" y="1733"/>
                            <a:pt x="3800" y="1551"/>
                          </a:cubicBezTo>
                          <a:cubicBezTo>
                            <a:pt x="3800" y="1520"/>
                            <a:pt x="3739" y="1459"/>
                            <a:pt x="3679" y="1459"/>
                          </a:cubicBezTo>
                          <a:cubicBezTo>
                            <a:pt x="3648" y="1459"/>
                            <a:pt x="3496" y="1429"/>
                            <a:pt x="3435" y="1399"/>
                          </a:cubicBezTo>
                          <a:cubicBezTo>
                            <a:pt x="3253" y="1368"/>
                            <a:pt x="3101" y="1216"/>
                            <a:pt x="3040" y="1034"/>
                          </a:cubicBezTo>
                          <a:cubicBezTo>
                            <a:pt x="3010" y="852"/>
                            <a:pt x="2919" y="669"/>
                            <a:pt x="2767" y="578"/>
                          </a:cubicBezTo>
                          <a:cubicBezTo>
                            <a:pt x="2706" y="548"/>
                            <a:pt x="2645" y="487"/>
                            <a:pt x="2615" y="426"/>
                          </a:cubicBezTo>
                          <a:cubicBezTo>
                            <a:pt x="2554" y="304"/>
                            <a:pt x="2463" y="213"/>
                            <a:pt x="2341" y="183"/>
                          </a:cubicBezTo>
                          <a:cubicBezTo>
                            <a:pt x="2250" y="122"/>
                            <a:pt x="2159" y="92"/>
                            <a:pt x="2098" y="31"/>
                          </a:cubicBezTo>
                          <a:cubicBezTo>
                            <a:pt x="2007" y="1"/>
                            <a:pt x="1916" y="61"/>
                            <a:pt x="1885" y="152"/>
                          </a:cubicBezTo>
                          <a:cubicBezTo>
                            <a:pt x="1855" y="304"/>
                            <a:pt x="1824" y="456"/>
                            <a:pt x="1794" y="608"/>
                          </a:cubicBezTo>
                          <a:lnTo>
                            <a:pt x="1794" y="608"/>
                          </a:lnTo>
                          <a:cubicBezTo>
                            <a:pt x="1794" y="608"/>
                            <a:pt x="1794" y="639"/>
                            <a:pt x="1794" y="639"/>
                          </a:cubicBezTo>
                          <a:cubicBezTo>
                            <a:pt x="1855" y="700"/>
                            <a:pt x="1885" y="821"/>
                            <a:pt x="1855" y="912"/>
                          </a:cubicBezTo>
                          <a:cubicBezTo>
                            <a:pt x="1855" y="912"/>
                            <a:pt x="1855" y="943"/>
                            <a:pt x="1855" y="973"/>
                          </a:cubicBezTo>
                          <a:cubicBezTo>
                            <a:pt x="1824" y="973"/>
                            <a:pt x="1794" y="973"/>
                            <a:pt x="1794" y="912"/>
                          </a:cubicBezTo>
                          <a:lnTo>
                            <a:pt x="1794" y="639"/>
                          </a:lnTo>
                          <a:lnTo>
                            <a:pt x="1794" y="639"/>
                          </a:lnTo>
                          <a:lnTo>
                            <a:pt x="1672" y="639"/>
                          </a:lnTo>
                          <a:cubicBezTo>
                            <a:pt x="1551" y="548"/>
                            <a:pt x="1369" y="548"/>
                            <a:pt x="1247" y="639"/>
                          </a:cubicBezTo>
                          <a:lnTo>
                            <a:pt x="1247" y="669"/>
                          </a:lnTo>
                          <a:lnTo>
                            <a:pt x="1217" y="669"/>
                          </a:lnTo>
                          <a:cubicBezTo>
                            <a:pt x="1217" y="700"/>
                            <a:pt x="1217" y="730"/>
                            <a:pt x="1217" y="760"/>
                          </a:cubicBezTo>
                          <a:cubicBezTo>
                            <a:pt x="1217" y="821"/>
                            <a:pt x="1186" y="821"/>
                            <a:pt x="1125" y="821"/>
                          </a:cubicBezTo>
                          <a:cubicBezTo>
                            <a:pt x="1095" y="821"/>
                            <a:pt x="1095" y="791"/>
                            <a:pt x="1065" y="791"/>
                          </a:cubicBezTo>
                          <a:cubicBezTo>
                            <a:pt x="1034" y="730"/>
                            <a:pt x="1065" y="700"/>
                            <a:pt x="1125" y="700"/>
                          </a:cubicBezTo>
                          <a:lnTo>
                            <a:pt x="1217" y="669"/>
                          </a:lnTo>
                          <a:lnTo>
                            <a:pt x="1217" y="608"/>
                          </a:lnTo>
                          <a:lnTo>
                            <a:pt x="1247" y="608"/>
                          </a:lnTo>
                          <a:lnTo>
                            <a:pt x="1247" y="548"/>
                          </a:lnTo>
                          <a:cubicBezTo>
                            <a:pt x="1186" y="365"/>
                            <a:pt x="1095" y="304"/>
                            <a:pt x="973" y="365"/>
                          </a:cubicBezTo>
                          <a:cubicBezTo>
                            <a:pt x="791" y="426"/>
                            <a:pt x="609" y="456"/>
                            <a:pt x="426" y="456"/>
                          </a:cubicBezTo>
                          <a:cubicBezTo>
                            <a:pt x="305" y="487"/>
                            <a:pt x="213" y="548"/>
                            <a:pt x="183" y="669"/>
                          </a:cubicBezTo>
                          <a:cubicBezTo>
                            <a:pt x="183" y="730"/>
                            <a:pt x="153" y="791"/>
                            <a:pt x="122" y="852"/>
                          </a:cubicBezTo>
                          <a:cubicBezTo>
                            <a:pt x="1" y="1095"/>
                            <a:pt x="62" y="1368"/>
                            <a:pt x="274" y="1520"/>
                          </a:cubicBezTo>
                          <a:cubicBezTo>
                            <a:pt x="274" y="1581"/>
                            <a:pt x="335" y="1642"/>
                            <a:pt x="335" y="1703"/>
                          </a:cubicBezTo>
                          <a:close/>
                          <a:moveTo>
                            <a:pt x="2007" y="3618"/>
                          </a:moveTo>
                          <a:lnTo>
                            <a:pt x="1946" y="3557"/>
                          </a:lnTo>
                          <a:lnTo>
                            <a:pt x="2007" y="3557"/>
                          </a:lnTo>
                          <a:close/>
                          <a:moveTo>
                            <a:pt x="1855" y="1459"/>
                          </a:moveTo>
                          <a:lnTo>
                            <a:pt x="1885" y="1490"/>
                          </a:lnTo>
                          <a:lnTo>
                            <a:pt x="1855" y="1490"/>
                          </a:lnTo>
                          <a:lnTo>
                            <a:pt x="1855" y="142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53" name="Google Shape;533;p21">
                      <a:extLst>
                        <a:ext uri="{FF2B5EF4-FFF2-40B4-BE49-F238E27FC236}">
                          <a16:creationId xmlns:a16="http://schemas.microsoft.com/office/drawing/2014/main" id="{07DBA2FD-DA63-8739-E15D-7C7A4BFE83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99375" y="2438450"/>
                      <a:ext cx="141375" cy="132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55" h="5289" extrusionOk="0">
                          <a:moveTo>
                            <a:pt x="5350" y="3739"/>
                          </a:moveTo>
                          <a:cubicBezTo>
                            <a:pt x="5259" y="3678"/>
                            <a:pt x="5229" y="3617"/>
                            <a:pt x="5198" y="3526"/>
                          </a:cubicBezTo>
                          <a:cubicBezTo>
                            <a:pt x="5138" y="3404"/>
                            <a:pt x="4986" y="3313"/>
                            <a:pt x="4864" y="3344"/>
                          </a:cubicBezTo>
                          <a:cubicBezTo>
                            <a:pt x="4651" y="3374"/>
                            <a:pt x="4439" y="3313"/>
                            <a:pt x="4256" y="3222"/>
                          </a:cubicBezTo>
                          <a:cubicBezTo>
                            <a:pt x="4195" y="3192"/>
                            <a:pt x="4135" y="3192"/>
                            <a:pt x="4074" y="3222"/>
                          </a:cubicBezTo>
                          <a:cubicBezTo>
                            <a:pt x="3770" y="3252"/>
                            <a:pt x="3466" y="3283"/>
                            <a:pt x="3192" y="3313"/>
                          </a:cubicBezTo>
                          <a:cubicBezTo>
                            <a:pt x="3010" y="3344"/>
                            <a:pt x="2828" y="3435"/>
                            <a:pt x="2706" y="3192"/>
                          </a:cubicBezTo>
                          <a:cubicBezTo>
                            <a:pt x="2676" y="3100"/>
                            <a:pt x="2584" y="3100"/>
                            <a:pt x="2493" y="3070"/>
                          </a:cubicBezTo>
                          <a:cubicBezTo>
                            <a:pt x="2220" y="3009"/>
                            <a:pt x="2007" y="2796"/>
                            <a:pt x="1916" y="2553"/>
                          </a:cubicBezTo>
                          <a:cubicBezTo>
                            <a:pt x="1885" y="2401"/>
                            <a:pt x="1794" y="2371"/>
                            <a:pt x="1703" y="2340"/>
                          </a:cubicBezTo>
                          <a:cubicBezTo>
                            <a:pt x="1581" y="2310"/>
                            <a:pt x="1612" y="2310"/>
                            <a:pt x="1703" y="2280"/>
                          </a:cubicBezTo>
                          <a:cubicBezTo>
                            <a:pt x="1764" y="2219"/>
                            <a:pt x="1824" y="2158"/>
                            <a:pt x="1885" y="2097"/>
                          </a:cubicBezTo>
                          <a:lnTo>
                            <a:pt x="1885" y="2097"/>
                          </a:lnTo>
                          <a:lnTo>
                            <a:pt x="1855" y="2097"/>
                          </a:lnTo>
                          <a:lnTo>
                            <a:pt x="1916" y="2097"/>
                          </a:lnTo>
                          <a:lnTo>
                            <a:pt x="1916" y="2097"/>
                          </a:lnTo>
                          <a:cubicBezTo>
                            <a:pt x="2037" y="2128"/>
                            <a:pt x="2189" y="2128"/>
                            <a:pt x="2311" y="2097"/>
                          </a:cubicBezTo>
                          <a:cubicBezTo>
                            <a:pt x="2341" y="2097"/>
                            <a:pt x="2402" y="1976"/>
                            <a:pt x="2372" y="1945"/>
                          </a:cubicBezTo>
                          <a:cubicBezTo>
                            <a:pt x="2372" y="1885"/>
                            <a:pt x="2341" y="1854"/>
                            <a:pt x="2311" y="1824"/>
                          </a:cubicBezTo>
                          <a:cubicBezTo>
                            <a:pt x="2189" y="1733"/>
                            <a:pt x="2128" y="1550"/>
                            <a:pt x="2159" y="1398"/>
                          </a:cubicBezTo>
                          <a:cubicBezTo>
                            <a:pt x="2189" y="1277"/>
                            <a:pt x="2037" y="1155"/>
                            <a:pt x="1916" y="1125"/>
                          </a:cubicBezTo>
                          <a:cubicBezTo>
                            <a:pt x="1794" y="1125"/>
                            <a:pt x="1703" y="1125"/>
                            <a:pt x="1581" y="1094"/>
                          </a:cubicBezTo>
                          <a:cubicBezTo>
                            <a:pt x="1490" y="1094"/>
                            <a:pt x="1399" y="1033"/>
                            <a:pt x="1369" y="942"/>
                          </a:cubicBezTo>
                          <a:cubicBezTo>
                            <a:pt x="1338" y="882"/>
                            <a:pt x="1308" y="790"/>
                            <a:pt x="1308" y="699"/>
                          </a:cubicBezTo>
                          <a:cubicBezTo>
                            <a:pt x="1277" y="638"/>
                            <a:pt x="1247" y="578"/>
                            <a:pt x="1217" y="517"/>
                          </a:cubicBezTo>
                          <a:cubicBezTo>
                            <a:pt x="1034" y="334"/>
                            <a:pt x="882" y="213"/>
                            <a:pt x="669" y="91"/>
                          </a:cubicBezTo>
                          <a:cubicBezTo>
                            <a:pt x="517" y="0"/>
                            <a:pt x="305" y="30"/>
                            <a:pt x="153" y="152"/>
                          </a:cubicBezTo>
                          <a:cubicBezTo>
                            <a:pt x="62" y="213"/>
                            <a:pt x="1" y="334"/>
                            <a:pt x="31" y="456"/>
                          </a:cubicBezTo>
                          <a:cubicBezTo>
                            <a:pt x="122" y="699"/>
                            <a:pt x="153" y="973"/>
                            <a:pt x="183" y="1246"/>
                          </a:cubicBezTo>
                          <a:cubicBezTo>
                            <a:pt x="183" y="1307"/>
                            <a:pt x="214" y="1337"/>
                            <a:pt x="274" y="1337"/>
                          </a:cubicBezTo>
                          <a:cubicBezTo>
                            <a:pt x="457" y="1429"/>
                            <a:pt x="639" y="1489"/>
                            <a:pt x="821" y="1581"/>
                          </a:cubicBezTo>
                          <a:cubicBezTo>
                            <a:pt x="1034" y="1641"/>
                            <a:pt x="1034" y="1672"/>
                            <a:pt x="1034" y="1793"/>
                          </a:cubicBezTo>
                          <a:lnTo>
                            <a:pt x="1034" y="2219"/>
                          </a:lnTo>
                          <a:cubicBezTo>
                            <a:pt x="1034" y="2371"/>
                            <a:pt x="973" y="2523"/>
                            <a:pt x="821" y="2614"/>
                          </a:cubicBezTo>
                          <a:cubicBezTo>
                            <a:pt x="730" y="2705"/>
                            <a:pt x="639" y="2796"/>
                            <a:pt x="548" y="2918"/>
                          </a:cubicBezTo>
                          <a:cubicBezTo>
                            <a:pt x="396" y="3192"/>
                            <a:pt x="305" y="3526"/>
                            <a:pt x="335" y="3830"/>
                          </a:cubicBezTo>
                          <a:cubicBezTo>
                            <a:pt x="335" y="4043"/>
                            <a:pt x="639" y="4043"/>
                            <a:pt x="730" y="4195"/>
                          </a:cubicBezTo>
                          <a:cubicBezTo>
                            <a:pt x="730" y="4195"/>
                            <a:pt x="761" y="4225"/>
                            <a:pt x="761" y="4225"/>
                          </a:cubicBezTo>
                          <a:cubicBezTo>
                            <a:pt x="913" y="4377"/>
                            <a:pt x="1125" y="4377"/>
                            <a:pt x="1277" y="4286"/>
                          </a:cubicBezTo>
                          <a:cubicBezTo>
                            <a:pt x="1308" y="4255"/>
                            <a:pt x="1369" y="4255"/>
                            <a:pt x="1399" y="4225"/>
                          </a:cubicBezTo>
                          <a:cubicBezTo>
                            <a:pt x="1460" y="4225"/>
                            <a:pt x="1490" y="4255"/>
                            <a:pt x="1460" y="4316"/>
                          </a:cubicBezTo>
                          <a:cubicBezTo>
                            <a:pt x="1429" y="4377"/>
                            <a:pt x="1429" y="4438"/>
                            <a:pt x="1429" y="4499"/>
                          </a:cubicBezTo>
                          <a:cubicBezTo>
                            <a:pt x="1460" y="4590"/>
                            <a:pt x="1521" y="4651"/>
                            <a:pt x="1612" y="4681"/>
                          </a:cubicBezTo>
                          <a:cubicBezTo>
                            <a:pt x="1824" y="4742"/>
                            <a:pt x="2068" y="4803"/>
                            <a:pt x="2280" y="4833"/>
                          </a:cubicBezTo>
                          <a:cubicBezTo>
                            <a:pt x="2736" y="4833"/>
                            <a:pt x="3132" y="5046"/>
                            <a:pt x="3557" y="5046"/>
                          </a:cubicBezTo>
                          <a:cubicBezTo>
                            <a:pt x="3648" y="5046"/>
                            <a:pt x="3709" y="5106"/>
                            <a:pt x="3800" y="5137"/>
                          </a:cubicBezTo>
                          <a:cubicBezTo>
                            <a:pt x="3952" y="5258"/>
                            <a:pt x="4135" y="5289"/>
                            <a:pt x="4317" y="5258"/>
                          </a:cubicBezTo>
                          <a:cubicBezTo>
                            <a:pt x="4439" y="5258"/>
                            <a:pt x="4591" y="5258"/>
                            <a:pt x="4712" y="5258"/>
                          </a:cubicBezTo>
                          <a:cubicBezTo>
                            <a:pt x="4803" y="5228"/>
                            <a:pt x="4864" y="5198"/>
                            <a:pt x="4894" y="5167"/>
                          </a:cubicBezTo>
                          <a:cubicBezTo>
                            <a:pt x="5016" y="5046"/>
                            <a:pt x="5138" y="4955"/>
                            <a:pt x="5290" y="4894"/>
                          </a:cubicBezTo>
                          <a:cubicBezTo>
                            <a:pt x="5381" y="4863"/>
                            <a:pt x="5411" y="4772"/>
                            <a:pt x="5381" y="4681"/>
                          </a:cubicBezTo>
                          <a:cubicBezTo>
                            <a:pt x="5381" y="4590"/>
                            <a:pt x="5411" y="4499"/>
                            <a:pt x="5472" y="4438"/>
                          </a:cubicBezTo>
                          <a:cubicBezTo>
                            <a:pt x="5654" y="4195"/>
                            <a:pt x="5594" y="3860"/>
                            <a:pt x="5350" y="373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54" name="Google Shape;534;p21">
                      <a:extLst>
                        <a:ext uri="{FF2B5EF4-FFF2-40B4-BE49-F238E27FC236}">
                          <a16:creationId xmlns:a16="http://schemas.microsoft.com/office/drawing/2014/main" id="{FBC07355-F6C7-FBFA-3E81-511A1AE8F4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56975" y="2403475"/>
                      <a:ext cx="139850" cy="87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94" h="3497" extrusionOk="0">
                          <a:moveTo>
                            <a:pt x="3587" y="2129"/>
                          </a:moveTo>
                          <a:cubicBezTo>
                            <a:pt x="3374" y="2068"/>
                            <a:pt x="3162" y="2037"/>
                            <a:pt x="2979" y="1977"/>
                          </a:cubicBezTo>
                          <a:cubicBezTo>
                            <a:pt x="2949" y="1977"/>
                            <a:pt x="2919" y="1916"/>
                            <a:pt x="2919" y="1885"/>
                          </a:cubicBezTo>
                          <a:cubicBezTo>
                            <a:pt x="3040" y="1703"/>
                            <a:pt x="2919" y="1490"/>
                            <a:pt x="2949" y="1308"/>
                          </a:cubicBezTo>
                          <a:cubicBezTo>
                            <a:pt x="2979" y="1125"/>
                            <a:pt x="2949" y="973"/>
                            <a:pt x="2919" y="822"/>
                          </a:cubicBezTo>
                          <a:cubicBezTo>
                            <a:pt x="2888" y="670"/>
                            <a:pt x="2797" y="578"/>
                            <a:pt x="2645" y="548"/>
                          </a:cubicBezTo>
                          <a:cubicBezTo>
                            <a:pt x="2523" y="518"/>
                            <a:pt x="2523" y="518"/>
                            <a:pt x="2523" y="396"/>
                          </a:cubicBezTo>
                          <a:cubicBezTo>
                            <a:pt x="2523" y="183"/>
                            <a:pt x="2463" y="62"/>
                            <a:pt x="2280" y="31"/>
                          </a:cubicBezTo>
                          <a:cubicBezTo>
                            <a:pt x="2128" y="1"/>
                            <a:pt x="1976" y="1"/>
                            <a:pt x="1915" y="92"/>
                          </a:cubicBezTo>
                          <a:cubicBezTo>
                            <a:pt x="1733" y="244"/>
                            <a:pt x="1490" y="274"/>
                            <a:pt x="1308" y="396"/>
                          </a:cubicBezTo>
                          <a:cubicBezTo>
                            <a:pt x="1247" y="457"/>
                            <a:pt x="1186" y="518"/>
                            <a:pt x="1125" y="609"/>
                          </a:cubicBezTo>
                          <a:cubicBezTo>
                            <a:pt x="1156" y="791"/>
                            <a:pt x="1034" y="822"/>
                            <a:pt x="912" y="882"/>
                          </a:cubicBezTo>
                          <a:cubicBezTo>
                            <a:pt x="821" y="943"/>
                            <a:pt x="730" y="1004"/>
                            <a:pt x="669" y="1095"/>
                          </a:cubicBezTo>
                          <a:cubicBezTo>
                            <a:pt x="608" y="1125"/>
                            <a:pt x="608" y="1186"/>
                            <a:pt x="669" y="1217"/>
                          </a:cubicBezTo>
                          <a:cubicBezTo>
                            <a:pt x="730" y="1277"/>
                            <a:pt x="821" y="1338"/>
                            <a:pt x="882" y="1369"/>
                          </a:cubicBezTo>
                          <a:cubicBezTo>
                            <a:pt x="973" y="1429"/>
                            <a:pt x="943" y="1429"/>
                            <a:pt x="912" y="1460"/>
                          </a:cubicBezTo>
                          <a:cubicBezTo>
                            <a:pt x="882" y="1490"/>
                            <a:pt x="882" y="1490"/>
                            <a:pt x="852" y="1460"/>
                          </a:cubicBezTo>
                          <a:cubicBezTo>
                            <a:pt x="700" y="1460"/>
                            <a:pt x="548" y="1399"/>
                            <a:pt x="396" y="1399"/>
                          </a:cubicBezTo>
                          <a:cubicBezTo>
                            <a:pt x="213" y="1399"/>
                            <a:pt x="122" y="1551"/>
                            <a:pt x="61" y="1703"/>
                          </a:cubicBezTo>
                          <a:cubicBezTo>
                            <a:pt x="1" y="1825"/>
                            <a:pt x="61" y="1946"/>
                            <a:pt x="153" y="2007"/>
                          </a:cubicBezTo>
                          <a:lnTo>
                            <a:pt x="426" y="2220"/>
                          </a:lnTo>
                          <a:cubicBezTo>
                            <a:pt x="639" y="2372"/>
                            <a:pt x="852" y="2554"/>
                            <a:pt x="1156" y="2402"/>
                          </a:cubicBezTo>
                          <a:cubicBezTo>
                            <a:pt x="1186" y="2372"/>
                            <a:pt x="1247" y="2372"/>
                            <a:pt x="1277" y="2402"/>
                          </a:cubicBezTo>
                          <a:cubicBezTo>
                            <a:pt x="1460" y="2463"/>
                            <a:pt x="1642" y="2524"/>
                            <a:pt x="1824" y="2524"/>
                          </a:cubicBezTo>
                          <a:cubicBezTo>
                            <a:pt x="1824" y="2524"/>
                            <a:pt x="1855" y="2524"/>
                            <a:pt x="1855" y="2554"/>
                          </a:cubicBezTo>
                          <a:cubicBezTo>
                            <a:pt x="1855" y="2554"/>
                            <a:pt x="1824" y="2584"/>
                            <a:pt x="1794" y="2584"/>
                          </a:cubicBezTo>
                          <a:lnTo>
                            <a:pt x="912" y="2706"/>
                          </a:lnTo>
                          <a:cubicBezTo>
                            <a:pt x="852" y="2736"/>
                            <a:pt x="791" y="2828"/>
                            <a:pt x="760" y="2919"/>
                          </a:cubicBezTo>
                          <a:cubicBezTo>
                            <a:pt x="730" y="3101"/>
                            <a:pt x="821" y="3284"/>
                            <a:pt x="973" y="3375"/>
                          </a:cubicBezTo>
                          <a:cubicBezTo>
                            <a:pt x="1064" y="3405"/>
                            <a:pt x="1156" y="3436"/>
                            <a:pt x="1247" y="3436"/>
                          </a:cubicBezTo>
                          <a:lnTo>
                            <a:pt x="1642" y="3436"/>
                          </a:lnTo>
                          <a:cubicBezTo>
                            <a:pt x="1885" y="3496"/>
                            <a:pt x="2159" y="3436"/>
                            <a:pt x="2371" y="3284"/>
                          </a:cubicBezTo>
                          <a:cubicBezTo>
                            <a:pt x="2432" y="3253"/>
                            <a:pt x="2523" y="3192"/>
                            <a:pt x="2615" y="3192"/>
                          </a:cubicBezTo>
                          <a:cubicBezTo>
                            <a:pt x="2827" y="3192"/>
                            <a:pt x="3010" y="3162"/>
                            <a:pt x="3222" y="3101"/>
                          </a:cubicBezTo>
                          <a:cubicBezTo>
                            <a:pt x="3253" y="3101"/>
                            <a:pt x="3314" y="3101"/>
                            <a:pt x="3344" y="3101"/>
                          </a:cubicBezTo>
                          <a:cubicBezTo>
                            <a:pt x="3496" y="3162"/>
                            <a:pt x="3648" y="3223"/>
                            <a:pt x="3770" y="3284"/>
                          </a:cubicBezTo>
                          <a:cubicBezTo>
                            <a:pt x="3891" y="3344"/>
                            <a:pt x="4013" y="3344"/>
                            <a:pt x="4104" y="3344"/>
                          </a:cubicBezTo>
                          <a:cubicBezTo>
                            <a:pt x="4195" y="3314"/>
                            <a:pt x="4286" y="3284"/>
                            <a:pt x="4378" y="3284"/>
                          </a:cubicBezTo>
                          <a:cubicBezTo>
                            <a:pt x="4529" y="3284"/>
                            <a:pt x="4651" y="3192"/>
                            <a:pt x="4742" y="3101"/>
                          </a:cubicBezTo>
                          <a:cubicBezTo>
                            <a:pt x="4955" y="2888"/>
                            <a:pt x="5137" y="2676"/>
                            <a:pt x="5350" y="2493"/>
                          </a:cubicBezTo>
                          <a:cubicBezTo>
                            <a:pt x="5411" y="2402"/>
                            <a:pt x="5472" y="2341"/>
                            <a:pt x="5502" y="2250"/>
                          </a:cubicBezTo>
                          <a:cubicBezTo>
                            <a:pt x="5593" y="2068"/>
                            <a:pt x="5533" y="1825"/>
                            <a:pt x="5350" y="1733"/>
                          </a:cubicBezTo>
                          <a:cubicBezTo>
                            <a:pt x="5320" y="1703"/>
                            <a:pt x="5259" y="1703"/>
                            <a:pt x="5229" y="1733"/>
                          </a:cubicBezTo>
                          <a:cubicBezTo>
                            <a:pt x="5137" y="1733"/>
                            <a:pt x="5046" y="1794"/>
                            <a:pt x="5016" y="1885"/>
                          </a:cubicBezTo>
                          <a:cubicBezTo>
                            <a:pt x="4985" y="1916"/>
                            <a:pt x="4925" y="1946"/>
                            <a:pt x="4894" y="1916"/>
                          </a:cubicBezTo>
                          <a:cubicBezTo>
                            <a:pt x="4864" y="1885"/>
                            <a:pt x="4651" y="1794"/>
                            <a:pt x="4712" y="1612"/>
                          </a:cubicBezTo>
                          <a:cubicBezTo>
                            <a:pt x="4621" y="1490"/>
                            <a:pt x="4560" y="1429"/>
                            <a:pt x="4681" y="1308"/>
                          </a:cubicBezTo>
                          <a:cubicBezTo>
                            <a:pt x="4742" y="1247"/>
                            <a:pt x="4773" y="1156"/>
                            <a:pt x="4773" y="1065"/>
                          </a:cubicBezTo>
                          <a:cubicBezTo>
                            <a:pt x="4742" y="852"/>
                            <a:pt x="4803" y="639"/>
                            <a:pt x="4894" y="457"/>
                          </a:cubicBezTo>
                          <a:cubicBezTo>
                            <a:pt x="4925" y="396"/>
                            <a:pt x="4894" y="335"/>
                            <a:pt x="4833" y="274"/>
                          </a:cubicBezTo>
                          <a:cubicBezTo>
                            <a:pt x="4773" y="214"/>
                            <a:pt x="4651" y="214"/>
                            <a:pt x="4590" y="274"/>
                          </a:cubicBezTo>
                          <a:lnTo>
                            <a:pt x="4043" y="670"/>
                          </a:lnTo>
                          <a:cubicBezTo>
                            <a:pt x="3952" y="761"/>
                            <a:pt x="3891" y="882"/>
                            <a:pt x="3922" y="1004"/>
                          </a:cubicBezTo>
                          <a:cubicBezTo>
                            <a:pt x="3922" y="1065"/>
                            <a:pt x="3952" y="1125"/>
                            <a:pt x="3952" y="1186"/>
                          </a:cubicBezTo>
                          <a:cubicBezTo>
                            <a:pt x="4013" y="1338"/>
                            <a:pt x="3922" y="1399"/>
                            <a:pt x="3830" y="1460"/>
                          </a:cubicBezTo>
                          <a:lnTo>
                            <a:pt x="3770" y="1490"/>
                          </a:lnTo>
                          <a:cubicBezTo>
                            <a:pt x="3678" y="1551"/>
                            <a:pt x="3618" y="1673"/>
                            <a:pt x="3678" y="1794"/>
                          </a:cubicBezTo>
                          <a:cubicBezTo>
                            <a:pt x="3678" y="1825"/>
                            <a:pt x="3709" y="1885"/>
                            <a:pt x="3739" y="1916"/>
                          </a:cubicBezTo>
                          <a:cubicBezTo>
                            <a:pt x="3739" y="1977"/>
                            <a:pt x="3648" y="2129"/>
                            <a:pt x="3587" y="212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55" name="Google Shape;535;p21">
                      <a:extLst>
                        <a:ext uri="{FF2B5EF4-FFF2-40B4-BE49-F238E27FC236}">
                          <a16:creationId xmlns:a16="http://schemas.microsoft.com/office/drawing/2014/main" id="{4764E8F0-3BD4-D735-D96C-D8EAE19414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6700" y="2886025"/>
                      <a:ext cx="122350" cy="767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94" h="3070" extrusionOk="0">
                          <a:moveTo>
                            <a:pt x="2280" y="3070"/>
                          </a:moveTo>
                          <a:cubicBezTo>
                            <a:pt x="2371" y="3070"/>
                            <a:pt x="2462" y="3070"/>
                            <a:pt x="2553" y="3070"/>
                          </a:cubicBezTo>
                          <a:cubicBezTo>
                            <a:pt x="2857" y="2888"/>
                            <a:pt x="3192" y="2736"/>
                            <a:pt x="3526" y="2614"/>
                          </a:cubicBezTo>
                          <a:cubicBezTo>
                            <a:pt x="3587" y="2614"/>
                            <a:pt x="3648" y="2553"/>
                            <a:pt x="3708" y="2523"/>
                          </a:cubicBezTo>
                          <a:cubicBezTo>
                            <a:pt x="3860" y="2371"/>
                            <a:pt x="4073" y="2249"/>
                            <a:pt x="4286" y="2189"/>
                          </a:cubicBezTo>
                          <a:cubicBezTo>
                            <a:pt x="4377" y="2158"/>
                            <a:pt x="4468" y="2128"/>
                            <a:pt x="4499" y="2037"/>
                          </a:cubicBezTo>
                          <a:cubicBezTo>
                            <a:pt x="4590" y="1945"/>
                            <a:pt x="4681" y="1885"/>
                            <a:pt x="4742" y="1793"/>
                          </a:cubicBezTo>
                          <a:cubicBezTo>
                            <a:pt x="4803" y="1702"/>
                            <a:pt x="4803" y="1702"/>
                            <a:pt x="4772" y="1672"/>
                          </a:cubicBezTo>
                          <a:cubicBezTo>
                            <a:pt x="4711" y="1489"/>
                            <a:pt x="4742" y="1307"/>
                            <a:pt x="4863" y="1185"/>
                          </a:cubicBezTo>
                          <a:cubicBezTo>
                            <a:pt x="4894" y="1155"/>
                            <a:pt x="4894" y="1125"/>
                            <a:pt x="4863" y="1125"/>
                          </a:cubicBezTo>
                          <a:cubicBezTo>
                            <a:pt x="4863" y="1094"/>
                            <a:pt x="4863" y="1064"/>
                            <a:pt x="4833" y="1064"/>
                          </a:cubicBezTo>
                          <a:lnTo>
                            <a:pt x="4590" y="912"/>
                          </a:lnTo>
                          <a:cubicBezTo>
                            <a:pt x="4499" y="821"/>
                            <a:pt x="4559" y="699"/>
                            <a:pt x="4529" y="608"/>
                          </a:cubicBezTo>
                          <a:cubicBezTo>
                            <a:pt x="4468" y="486"/>
                            <a:pt x="4438" y="395"/>
                            <a:pt x="4377" y="304"/>
                          </a:cubicBezTo>
                          <a:cubicBezTo>
                            <a:pt x="4347" y="243"/>
                            <a:pt x="4316" y="243"/>
                            <a:pt x="4255" y="274"/>
                          </a:cubicBezTo>
                          <a:cubicBezTo>
                            <a:pt x="4164" y="304"/>
                            <a:pt x="4073" y="274"/>
                            <a:pt x="4012" y="213"/>
                          </a:cubicBezTo>
                          <a:cubicBezTo>
                            <a:pt x="3921" y="91"/>
                            <a:pt x="3739" y="91"/>
                            <a:pt x="3678" y="213"/>
                          </a:cubicBezTo>
                          <a:cubicBezTo>
                            <a:pt x="3496" y="395"/>
                            <a:pt x="3222" y="456"/>
                            <a:pt x="2979" y="365"/>
                          </a:cubicBezTo>
                          <a:cubicBezTo>
                            <a:pt x="2918" y="334"/>
                            <a:pt x="2796" y="395"/>
                            <a:pt x="2705" y="365"/>
                          </a:cubicBezTo>
                          <a:cubicBezTo>
                            <a:pt x="2492" y="304"/>
                            <a:pt x="2371" y="395"/>
                            <a:pt x="2280" y="578"/>
                          </a:cubicBezTo>
                          <a:cubicBezTo>
                            <a:pt x="2249" y="578"/>
                            <a:pt x="2219" y="578"/>
                            <a:pt x="2158" y="578"/>
                          </a:cubicBezTo>
                          <a:cubicBezTo>
                            <a:pt x="2128" y="517"/>
                            <a:pt x="2097" y="456"/>
                            <a:pt x="2037" y="426"/>
                          </a:cubicBezTo>
                          <a:cubicBezTo>
                            <a:pt x="2006" y="365"/>
                            <a:pt x="1915" y="395"/>
                            <a:pt x="1885" y="456"/>
                          </a:cubicBezTo>
                          <a:cubicBezTo>
                            <a:pt x="1824" y="517"/>
                            <a:pt x="1824" y="608"/>
                            <a:pt x="1824" y="699"/>
                          </a:cubicBezTo>
                          <a:cubicBezTo>
                            <a:pt x="1854" y="851"/>
                            <a:pt x="1793" y="912"/>
                            <a:pt x="1672" y="942"/>
                          </a:cubicBezTo>
                          <a:lnTo>
                            <a:pt x="1550" y="1003"/>
                          </a:lnTo>
                          <a:lnTo>
                            <a:pt x="1550" y="1003"/>
                          </a:lnTo>
                          <a:lnTo>
                            <a:pt x="1489" y="1033"/>
                          </a:lnTo>
                          <a:lnTo>
                            <a:pt x="1520" y="1003"/>
                          </a:lnTo>
                          <a:lnTo>
                            <a:pt x="1520" y="1003"/>
                          </a:lnTo>
                          <a:cubicBezTo>
                            <a:pt x="1459" y="881"/>
                            <a:pt x="1429" y="760"/>
                            <a:pt x="1429" y="638"/>
                          </a:cubicBezTo>
                          <a:cubicBezTo>
                            <a:pt x="1459" y="486"/>
                            <a:pt x="1398" y="365"/>
                            <a:pt x="1307" y="274"/>
                          </a:cubicBezTo>
                          <a:cubicBezTo>
                            <a:pt x="1246" y="243"/>
                            <a:pt x="1185" y="182"/>
                            <a:pt x="1155" y="152"/>
                          </a:cubicBezTo>
                          <a:cubicBezTo>
                            <a:pt x="1003" y="0"/>
                            <a:pt x="912" y="0"/>
                            <a:pt x="699" y="152"/>
                          </a:cubicBezTo>
                          <a:lnTo>
                            <a:pt x="699" y="182"/>
                          </a:lnTo>
                          <a:lnTo>
                            <a:pt x="669" y="182"/>
                          </a:lnTo>
                          <a:lnTo>
                            <a:pt x="699" y="182"/>
                          </a:lnTo>
                          <a:lnTo>
                            <a:pt x="699" y="182"/>
                          </a:lnTo>
                          <a:cubicBezTo>
                            <a:pt x="578" y="182"/>
                            <a:pt x="486" y="243"/>
                            <a:pt x="395" y="304"/>
                          </a:cubicBezTo>
                          <a:cubicBezTo>
                            <a:pt x="274" y="486"/>
                            <a:pt x="152" y="638"/>
                            <a:pt x="61" y="821"/>
                          </a:cubicBezTo>
                          <a:cubicBezTo>
                            <a:pt x="0" y="881"/>
                            <a:pt x="122" y="1003"/>
                            <a:pt x="182" y="1003"/>
                          </a:cubicBezTo>
                          <a:cubicBezTo>
                            <a:pt x="243" y="1003"/>
                            <a:pt x="334" y="1003"/>
                            <a:pt x="395" y="973"/>
                          </a:cubicBezTo>
                          <a:cubicBezTo>
                            <a:pt x="547" y="942"/>
                            <a:pt x="699" y="942"/>
                            <a:pt x="851" y="1033"/>
                          </a:cubicBezTo>
                          <a:cubicBezTo>
                            <a:pt x="882" y="1064"/>
                            <a:pt x="912" y="1094"/>
                            <a:pt x="851" y="1155"/>
                          </a:cubicBezTo>
                          <a:cubicBezTo>
                            <a:pt x="821" y="1185"/>
                            <a:pt x="790" y="1337"/>
                            <a:pt x="638" y="1368"/>
                          </a:cubicBezTo>
                          <a:cubicBezTo>
                            <a:pt x="486" y="1368"/>
                            <a:pt x="334" y="1398"/>
                            <a:pt x="152" y="1429"/>
                          </a:cubicBezTo>
                          <a:cubicBezTo>
                            <a:pt x="152" y="1429"/>
                            <a:pt x="122" y="1520"/>
                            <a:pt x="122" y="1550"/>
                          </a:cubicBezTo>
                          <a:cubicBezTo>
                            <a:pt x="122" y="1581"/>
                            <a:pt x="152" y="1641"/>
                            <a:pt x="182" y="1641"/>
                          </a:cubicBezTo>
                          <a:cubicBezTo>
                            <a:pt x="304" y="1702"/>
                            <a:pt x="395" y="1702"/>
                            <a:pt x="517" y="1733"/>
                          </a:cubicBezTo>
                          <a:cubicBezTo>
                            <a:pt x="578" y="1733"/>
                            <a:pt x="638" y="1763"/>
                            <a:pt x="699" y="1824"/>
                          </a:cubicBezTo>
                          <a:cubicBezTo>
                            <a:pt x="760" y="1915"/>
                            <a:pt x="821" y="2006"/>
                            <a:pt x="851" y="2097"/>
                          </a:cubicBezTo>
                          <a:cubicBezTo>
                            <a:pt x="851" y="2128"/>
                            <a:pt x="851" y="2189"/>
                            <a:pt x="821" y="2219"/>
                          </a:cubicBezTo>
                          <a:cubicBezTo>
                            <a:pt x="790" y="2249"/>
                            <a:pt x="760" y="2280"/>
                            <a:pt x="699" y="2280"/>
                          </a:cubicBezTo>
                          <a:cubicBezTo>
                            <a:pt x="608" y="2280"/>
                            <a:pt x="517" y="2371"/>
                            <a:pt x="547" y="2462"/>
                          </a:cubicBezTo>
                          <a:cubicBezTo>
                            <a:pt x="547" y="2584"/>
                            <a:pt x="608" y="2675"/>
                            <a:pt x="760" y="2675"/>
                          </a:cubicBezTo>
                          <a:cubicBezTo>
                            <a:pt x="821" y="2675"/>
                            <a:pt x="912" y="2675"/>
                            <a:pt x="973" y="2675"/>
                          </a:cubicBezTo>
                          <a:cubicBezTo>
                            <a:pt x="1185" y="2644"/>
                            <a:pt x="1429" y="2705"/>
                            <a:pt x="1581" y="2857"/>
                          </a:cubicBezTo>
                          <a:cubicBezTo>
                            <a:pt x="1854" y="2918"/>
                            <a:pt x="2067" y="3009"/>
                            <a:pt x="2280" y="307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56" name="Google Shape;536;p21">
                      <a:extLst>
                        <a:ext uri="{FF2B5EF4-FFF2-40B4-BE49-F238E27FC236}">
                          <a16:creationId xmlns:a16="http://schemas.microsoft.com/office/drawing/2014/main" id="{9BA6F589-1C11-0C46-9662-29F628226C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55750" y="2542550"/>
                      <a:ext cx="79825" cy="95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93" h="3831" extrusionOk="0">
                          <a:moveTo>
                            <a:pt x="3101" y="760"/>
                          </a:moveTo>
                          <a:cubicBezTo>
                            <a:pt x="3162" y="699"/>
                            <a:pt x="3193" y="608"/>
                            <a:pt x="3162" y="517"/>
                          </a:cubicBezTo>
                          <a:cubicBezTo>
                            <a:pt x="3132" y="426"/>
                            <a:pt x="3071" y="365"/>
                            <a:pt x="2980" y="335"/>
                          </a:cubicBezTo>
                          <a:cubicBezTo>
                            <a:pt x="2828" y="304"/>
                            <a:pt x="2676" y="335"/>
                            <a:pt x="2524" y="304"/>
                          </a:cubicBezTo>
                          <a:cubicBezTo>
                            <a:pt x="2433" y="274"/>
                            <a:pt x="2341" y="243"/>
                            <a:pt x="2281" y="213"/>
                          </a:cubicBezTo>
                          <a:lnTo>
                            <a:pt x="2281" y="213"/>
                          </a:lnTo>
                          <a:lnTo>
                            <a:pt x="2250" y="213"/>
                          </a:lnTo>
                          <a:lnTo>
                            <a:pt x="2250" y="213"/>
                          </a:lnTo>
                          <a:cubicBezTo>
                            <a:pt x="2220" y="152"/>
                            <a:pt x="2159" y="122"/>
                            <a:pt x="2129" y="61"/>
                          </a:cubicBezTo>
                          <a:cubicBezTo>
                            <a:pt x="2068" y="31"/>
                            <a:pt x="2007" y="0"/>
                            <a:pt x="1946" y="0"/>
                          </a:cubicBezTo>
                          <a:cubicBezTo>
                            <a:pt x="1825" y="0"/>
                            <a:pt x="1703" y="31"/>
                            <a:pt x="1612" y="61"/>
                          </a:cubicBezTo>
                          <a:cubicBezTo>
                            <a:pt x="1551" y="91"/>
                            <a:pt x="1460" y="122"/>
                            <a:pt x="1460" y="183"/>
                          </a:cubicBezTo>
                          <a:cubicBezTo>
                            <a:pt x="1399" y="335"/>
                            <a:pt x="1278" y="456"/>
                            <a:pt x="1156" y="517"/>
                          </a:cubicBezTo>
                          <a:cubicBezTo>
                            <a:pt x="1095" y="578"/>
                            <a:pt x="1065" y="639"/>
                            <a:pt x="1095" y="699"/>
                          </a:cubicBezTo>
                          <a:cubicBezTo>
                            <a:pt x="1095" y="760"/>
                            <a:pt x="1126" y="851"/>
                            <a:pt x="1156" y="912"/>
                          </a:cubicBezTo>
                          <a:cubicBezTo>
                            <a:pt x="1278" y="1094"/>
                            <a:pt x="1247" y="1368"/>
                            <a:pt x="1095" y="1550"/>
                          </a:cubicBezTo>
                          <a:cubicBezTo>
                            <a:pt x="1065" y="1581"/>
                            <a:pt x="974" y="1611"/>
                            <a:pt x="943" y="1550"/>
                          </a:cubicBezTo>
                          <a:cubicBezTo>
                            <a:pt x="822" y="1429"/>
                            <a:pt x="761" y="1277"/>
                            <a:pt x="730" y="1125"/>
                          </a:cubicBezTo>
                          <a:cubicBezTo>
                            <a:pt x="700" y="1064"/>
                            <a:pt x="609" y="1003"/>
                            <a:pt x="518" y="1003"/>
                          </a:cubicBezTo>
                          <a:cubicBezTo>
                            <a:pt x="275" y="1003"/>
                            <a:pt x="62" y="1186"/>
                            <a:pt x="62" y="1429"/>
                          </a:cubicBezTo>
                          <a:cubicBezTo>
                            <a:pt x="31" y="1611"/>
                            <a:pt x="31" y="1794"/>
                            <a:pt x="1" y="1976"/>
                          </a:cubicBezTo>
                          <a:cubicBezTo>
                            <a:pt x="1" y="2037"/>
                            <a:pt x="31" y="2098"/>
                            <a:pt x="123" y="2128"/>
                          </a:cubicBezTo>
                          <a:cubicBezTo>
                            <a:pt x="275" y="2189"/>
                            <a:pt x="366" y="2310"/>
                            <a:pt x="427" y="2462"/>
                          </a:cubicBezTo>
                          <a:cubicBezTo>
                            <a:pt x="518" y="2736"/>
                            <a:pt x="578" y="3040"/>
                            <a:pt x="609" y="3344"/>
                          </a:cubicBezTo>
                          <a:cubicBezTo>
                            <a:pt x="609" y="3496"/>
                            <a:pt x="670" y="3648"/>
                            <a:pt x="791" y="3739"/>
                          </a:cubicBezTo>
                          <a:cubicBezTo>
                            <a:pt x="852" y="3830"/>
                            <a:pt x="974" y="3830"/>
                            <a:pt x="1034" y="3800"/>
                          </a:cubicBezTo>
                          <a:cubicBezTo>
                            <a:pt x="1126" y="3678"/>
                            <a:pt x="1247" y="3587"/>
                            <a:pt x="1338" y="3526"/>
                          </a:cubicBezTo>
                          <a:cubicBezTo>
                            <a:pt x="1460" y="3465"/>
                            <a:pt x="1612" y="3435"/>
                            <a:pt x="1734" y="3405"/>
                          </a:cubicBezTo>
                          <a:cubicBezTo>
                            <a:pt x="1855" y="3344"/>
                            <a:pt x="1977" y="3283"/>
                            <a:pt x="2098" y="3222"/>
                          </a:cubicBezTo>
                          <a:cubicBezTo>
                            <a:pt x="2159" y="3161"/>
                            <a:pt x="2220" y="3131"/>
                            <a:pt x="2250" y="3070"/>
                          </a:cubicBezTo>
                          <a:cubicBezTo>
                            <a:pt x="2311" y="2857"/>
                            <a:pt x="2433" y="2645"/>
                            <a:pt x="2585" y="2493"/>
                          </a:cubicBezTo>
                          <a:cubicBezTo>
                            <a:pt x="2706" y="2371"/>
                            <a:pt x="2737" y="2189"/>
                            <a:pt x="2676" y="2037"/>
                          </a:cubicBezTo>
                          <a:cubicBezTo>
                            <a:pt x="2645" y="1946"/>
                            <a:pt x="2615" y="1824"/>
                            <a:pt x="2585" y="1733"/>
                          </a:cubicBezTo>
                          <a:cubicBezTo>
                            <a:pt x="2554" y="1581"/>
                            <a:pt x="2463" y="1490"/>
                            <a:pt x="2341" y="1429"/>
                          </a:cubicBezTo>
                          <a:cubicBezTo>
                            <a:pt x="2281" y="1398"/>
                            <a:pt x="2281" y="1338"/>
                            <a:pt x="2341" y="1307"/>
                          </a:cubicBezTo>
                          <a:cubicBezTo>
                            <a:pt x="2463" y="1277"/>
                            <a:pt x="2585" y="1216"/>
                            <a:pt x="2706" y="1186"/>
                          </a:cubicBezTo>
                          <a:cubicBezTo>
                            <a:pt x="2797" y="1155"/>
                            <a:pt x="2858" y="1064"/>
                            <a:pt x="2889" y="973"/>
                          </a:cubicBezTo>
                          <a:cubicBezTo>
                            <a:pt x="2889" y="851"/>
                            <a:pt x="3010" y="821"/>
                            <a:pt x="3101" y="76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57" name="Google Shape;537;p21">
                      <a:extLst>
                        <a:ext uri="{FF2B5EF4-FFF2-40B4-BE49-F238E27FC236}">
                          <a16:creationId xmlns:a16="http://schemas.microsoft.com/office/drawing/2014/main" id="{6DE78182-7588-7DE8-9409-2C336478BD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3175" y="3263675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1" y="1"/>
                          </a:move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58" name="Google Shape;538;p21">
                      <a:extLst>
                        <a:ext uri="{FF2B5EF4-FFF2-40B4-BE49-F238E27FC236}">
                          <a16:creationId xmlns:a16="http://schemas.microsoft.com/office/drawing/2014/main" id="{DFEB1DBB-3DBC-3F2D-6BCC-F3AEB7996B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67325" y="3189975"/>
                      <a:ext cx="88175" cy="934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27" h="3739" extrusionOk="0">
                          <a:moveTo>
                            <a:pt x="3374" y="2402"/>
                          </a:moveTo>
                          <a:cubicBezTo>
                            <a:pt x="3374" y="2371"/>
                            <a:pt x="3374" y="2371"/>
                            <a:pt x="3374" y="2341"/>
                          </a:cubicBezTo>
                          <a:cubicBezTo>
                            <a:pt x="3374" y="2280"/>
                            <a:pt x="3313" y="2250"/>
                            <a:pt x="3283" y="2280"/>
                          </a:cubicBezTo>
                          <a:cubicBezTo>
                            <a:pt x="3222" y="2280"/>
                            <a:pt x="3131" y="2341"/>
                            <a:pt x="3101" y="2250"/>
                          </a:cubicBezTo>
                          <a:cubicBezTo>
                            <a:pt x="3040" y="2189"/>
                            <a:pt x="3101" y="2128"/>
                            <a:pt x="3131" y="2067"/>
                          </a:cubicBezTo>
                          <a:cubicBezTo>
                            <a:pt x="3192" y="2037"/>
                            <a:pt x="3222" y="1976"/>
                            <a:pt x="3253" y="1915"/>
                          </a:cubicBezTo>
                          <a:cubicBezTo>
                            <a:pt x="3253" y="1854"/>
                            <a:pt x="3253" y="1794"/>
                            <a:pt x="3222" y="1733"/>
                          </a:cubicBezTo>
                          <a:cubicBezTo>
                            <a:pt x="3192" y="1672"/>
                            <a:pt x="3131" y="1611"/>
                            <a:pt x="3070" y="1581"/>
                          </a:cubicBezTo>
                          <a:cubicBezTo>
                            <a:pt x="3040" y="1550"/>
                            <a:pt x="2979" y="1490"/>
                            <a:pt x="2888" y="1520"/>
                          </a:cubicBezTo>
                          <a:lnTo>
                            <a:pt x="2705" y="1642"/>
                          </a:lnTo>
                          <a:cubicBezTo>
                            <a:pt x="2584" y="1702"/>
                            <a:pt x="2401" y="1702"/>
                            <a:pt x="2249" y="1642"/>
                          </a:cubicBezTo>
                          <a:cubicBezTo>
                            <a:pt x="2189" y="1642"/>
                            <a:pt x="2128" y="1550"/>
                            <a:pt x="2158" y="1429"/>
                          </a:cubicBezTo>
                          <a:lnTo>
                            <a:pt x="2158" y="1368"/>
                          </a:lnTo>
                          <a:cubicBezTo>
                            <a:pt x="2189" y="1246"/>
                            <a:pt x="2098" y="1125"/>
                            <a:pt x="1976" y="1125"/>
                          </a:cubicBezTo>
                          <a:cubicBezTo>
                            <a:pt x="1915" y="1125"/>
                            <a:pt x="1854" y="1125"/>
                            <a:pt x="1794" y="1125"/>
                          </a:cubicBezTo>
                          <a:lnTo>
                            <a:pt x="1794" y="1125"/>
                          </a:lnTo>
                          <a:lnTo>
                            <a:pt x="1763" y="1155"/>
                          </a:lnTo>
                          <a:lnTo>
                            <a:pt x="1763" y="1094"/>
                          </a:lnTo>
                          <a:lnTo>
                            <a:pt x="1794" y="1094"/>
                          </a:lnTo>
                          <a:cubicBezTo>
                            <a:pt x="1854" y="912"/>
                            <a:pt x="1976" y="760"/>
                            <a:pt x="2158" y="639"/>
                          </a:cubicBezTo>
                          <a:cubicBezTo>
                            <a:pt x="2280" y="517"/>
                            <a:pt x="2371" y="365"/>
                            <a:pt x="2462" y="183"/>
                          </a:cubicBezTo>
                          <a:cubicBezTo>
                            <a:pt x="2462" y="152"/>
                            <a:pt x="2462" y="122"/>
                            <a:pt x="2462" y="61"/>
                          </a:cubicBezTo>
                          <a:cubicBezTo>
                            <a:pt x="2462" y="31"/>
                            <a:pt x="2341" y="0"/>
                            <a:pt x="2280" y="31"/>
                          </a:cubicBezTo>
                          <a:cubicBezTo>
                            <a:pt x="2037" y="61"/>
                            <a:pt x="1824" y="183"/>
                            <a:pt x="1702" y="365"/>
                          </a:cubicBezTo>
                          <a:cubicBezTo>
                            <a:pt x="1368" y="730"/>
                            <a:pt x="1094" y="1155"/>
                            <a:pt x="851" y="1581"/>
                          </a:cubicBezTo>
                          <a:cubicBezTo>
                            <a:pt x="730" y="1794"/>
                            <a:pt x="547" y="1976"/>
                            <a:pt x="335" y="2067"/>
                          </a:cubicBezTo>
                          <a:cubicBezTo>
                            <a:pt x="243" y="2098"/>
                            <a:pt x="243" y="2158"/>
                            <a:pt x="304" y="2219"/>
                          </a:cubicBezTo>
                          <a:cubicBezTo>
                            <a:pt x="365" y="2310"/>
                            <a:pt x="335" y="2402"/>
                            <a:pt x="274" y="2462"/>
                          </a:cubicBezTo>
                          <a:cubicBezTo>
                            <a:pt x="183" y="2553"/>
                            <a:pt x="122" y="2614"/>
                            <a:pt x="31" y="2705"/>
                          </a:cubicBezTo>
                          <a:cubicBezTo>
                            <a:pt x="0" y="2766"/>
                            <a:pt x="31" y="2857"/>
                            <a:pt x="91" y="2888"/>
                          </a:cubicBezTo>
                          <a:cubicBezTo>
                            <a:pt x="152" y="2918"/>
                            <a:pt x="213" y="2918"/>
                            <a:pt x="304" y="2918"/>
                          </a:cubicBezTo>
                          <a:cubicBezTo>
                            <a:pt x="517" y="2888"/>
                            <a:pt x="730" y="2918"/>
                            <a:pt x="973" y="2949"/>
                          </a:cubicBezTo>
                          <a:cubicBezTo>
                            <a:pt x="1155" y="3009"/>
                            <a:pt x="1338" y="3009"/>
                            <a:pt x="1490" y="2949"/>
                          </a:cubicBezTo>
                          <a:cubicBezTo>
                            <a:pt x="1702" y="2918"/>
                            <a:pt x="1854" y="3040"/>
                            <a:pt x="2006" y="3101"/>
                          </a:cubicBezTo>
                          <a:cubicBezTo>
                            <a:pt x="2006" y="3131"/>
                            <a:pt x="2006" y="3131"/>
                            <a:pt x="2006" y="3161"/>
                          </a:cubicBezTo>
                          <a:cubicBezTo>
                            <a:pt x="1946" y="3222"/>
                            <a:pt x="1885" y="3283"/>
                            <a:pt x="1824" y="3344"/>
                          </a:cubicBezTo>
                          <a:cubicBezTo>
                            <a:pt x="1794" y="3435"/>
                            <a:pt x="1854" y="3526"/>
                            <a:pt x="1946" y="3526"/>
                          </a:cubicBezTo>
                          <a:cubicBezTo>
                            <a:pt x="2037" y="3526"/>
                            <a:pt x="2128" y="3496"/>
                            <a:pt x="2158" y="3405"/>
                          </a:cubicBezTo>
                          <a:cubicBezTo>
                            <a:pt x="2280" y="3222"/>
                            <a:pt x="2493" y="3192"/>
                            <a:pt x="2645" y="3040"/>
                          </a:cubicBezTo>
                          <a:cubicBezTo>
                            <a:pt x="2645" y="3040"/>
                            <a:pt x="2705" y="3070"/>
                            <a:pt x="2705" y="3101"/>
                          </a:cubicBezTo>
                          <a:cubicBezTo>
                            <a:pt x="2705" y="3192"/>
                            <a:pt x="2645" y="3313"/>
                            <a:pt x="2645" y="3435"/>
                          </a:cubicBezTo>
                          <a:cubicBezTo>
                            <a:pt x="2614" y="3465"/>
                            <a:pt x="2645" y="3496"/>
                            <a:pt x="2675" y="3526"/>
                          </a:cubicBezTo>
                          <a:cubicBezTo>
                            <a:pt x="2797" y="3648"/>
                            <a:pt x="2918" y="3709"/>
                            <a:pt x="3101" y="3739"/>
                          </a:cubicBezTo>
                          <a:cubicBezTo>
                            <a:pt x="3192" y="3739"/>
                            <a:pt x="3253" y="3709"/>
                            <a:pt x="3313" y="3648"/>
                          </a:cubicBezTo>
                          <a:cubicBezTo>
                            <a:pt x="3374" y="3496"/>
                            <a:pt x="3435" y="3344"/>
                            <a:pt x="3496" y="3192"/>
                          </a:cubicBezTo>
                          <a:cubicBezTo>
                            <a:pt x="3526" y="3101"/>
                            <a:pt x="3496" y="2979"/>
                            <a:pt x="3405" y="2918"/>
                          </a:cubicBezTo>
                          <a:lnTo>
                            <a:pt x="3374" y="2918"/>
                          </a:lnTo>
                          <a:lnTo>
                            <a:pt x="3344" y="2949"/>
                          </a:lnTo>
                          <a:lnTo>
                            <a:pt x="3344" y="2918"/>
                          </a:lnTo>
                          <a:lnTo>
                            <a:pt x="3344" y="2918"/>
                          </a:lnTo>
                          <a:lnTo>
                            <a:pt x="3344" y="2888"/>
                          </a:lnTo>
                          <a:cubicBezTo>
                            <a:pt x="3283" y="2797"/>
                            <a:pt x="3161" y="2766"/>
                            <a:pt x="3070" y="2797"/>
                          </a:cubicBezTo>
                          <a:cubicBezTo>
                            <a:pt x="3040" y="2797"/>
                            <a:pt x="3009" y="2766"/>
                            <a:pt x="3009" y="2705"/>
                          </a:cubicBezTo>
                          <a:cubicBezTo>
                            <a:pt x="3040" y="2645"/>
                            <a:pt x="3070" y="2584"/>
                            <a:pt x="3101" y="2523"/>
                          </a:cubicBezTo>
                          <a:cubicBezTo>
                            <a:pt x="3222" y="2523"/>
                            <a:pt x="3313" y="2462"/>
                            <a:pt x="3374" y="240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59" name="Google Shape;539;p21">
                      <a:extLst>
                        <a:ext uri="{FF2B5EF4-FFF2-40B4-BE49-F238E27FC236}">
                          <a16:creationId xmlns:a16="http://schemas.microsoft.com/office/drawing/2014/main" id="{2B8BEE83-E9B8-8147-7367-65D67BD0A7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6575" y="2353325"/>
                      <a:ext cx="106425" cy="585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57" h="2342" extrusionOk="0">
                          <a:moveTo>
                            <a:pt x="122" y="1855"/>
                          </a:moveTo>
                          <a:cubicBezTo>
                            <a:pt x="274" y="1885"/>
                            <a:pt x="426" y="1946"/>
                            <a:pt x="578" y="2007"/>
                          </a:cubicBezTo>
                          <a:cubicBezTo>
                            <a:pt x="669" y="2068"/>
                            <a:pt x="761" y="2159"/>
                            <a:pt x="821" y="2250"/>
                          </a:cubicBezTo>
                          <a:cubicBezTo>
                            <a:pt x="913" y="2341"/>
                            <a:pt x="1034" y="2341"/>
                            <a:pt x="1125" y="2280"/>
                          </a:cubicBezTo>
                          <a:cubicBezTo>
                            <a:pt x="1247" y="2220"/>
                            <a:pt x="1338" y="2128"/>
                            <a:pt x="1460" y="2037"/>
                          </a:cubicBezTo>
                          <a:cubicBezTo>
                            <a:pt x="1490" y="2007"/>
                            <a:pt x="1551" y="2007"/>
                            <a:pt x="1581" y="2037"/>
                          </a:cubicBezTo>
                          <a:cubicBezTo>
                            <a:pt x="1642" y="2068"/>
                            <a:pt x="1703" y="2068"/>
                            <a:pt x="1764" y="2007"/>
                          </a:cubicBezTo>
                          <a:cubicBezTo>
                            <a:pt x="1885" y="1855"/>
                            <a:pt x="1946" y="1703"/>
                            <a:pt x="2068" y="1551"/>
                          </a:cubicBezTo>
                          <a:cubicBezTo>
                            <a:pt x="2189" y="1429"/>
                            <a:pt x="2311" y="1308"/>
                            <a:pt x="2463" y="1186"/>
                          </a:cubicBezTo>
                          <a:cubicBezTo>
                            <a:pt x="2493" y="1156"/>
                            <a:pt x="2524" y="1156"/>
                            <a:pt x="2584" y="1156"/>
                          </a:cubicBezTo>
                          <a:cubicBezTo>
                            <a:pt x="2615" y="1156"/>
                            <a:pt x="2615" y="1217"/>
                            <a:pt x="2584" y="1338"/>
                          </a:cubicBezTo>
                          <a:cubicBezTo>
                            <a:pt x="2524" y="1429"/>
                            <a:pt x="2372" y="1642"/>
                            <a:pt x="2280" y="1794"/>
                          </a:cubicBezTo>
                          <a:cubicBezTo>
                            <a:pt x="2250" y="1855"/>
                            <a:pt x="2250" y="1976"/>
                            <a:pt x="2280" y="2037"/>
                          </a:cubicBezTo>
                          <a:cubicBezTo>
                            <a:pt x="2311" y="2128"/>
                            <a:pt x="2432" y="2189"/>
                            <a:pt x="2493" y="2128"/>
                          </a:cubicBezTo>
                          <a:cubicBezTo>
                            <a:pt x="2554" y="2098"/>
                            <a:pt x="2615" y="2068"/>
                            <a:pt x="2645" y="2007"/>
                          </a:cubicBezTo>
                          <a:cubicBezTo>
                            <a:pt x="2736" y="1855"/>
                            <a:pt x="2888" y="1764"/>
                            <a:pt x="3040" y="1764"/>
                          </a:cubicBezTo>
                          <a:cubicBezTo>
                            <a:pt x="3101" y="1764"/>
                            <a:pt x="3162" y="1733"/>
                            <a:pt x="3223" y="1703"/>
                          </a:cubicBezTo>
                          <a:cubicBezTo>
                            <a:pt x="3283" y="1672"/>
                            <a:pt x="3375" y="1642"/>
                            <a:pt x="3405" y="1581"/>
                          </a:cubicBezTo>
                          <a:cubicBezTo>
                            <a:pt x="3496" y="1338"/>
                            <a:pt x="3770" y="1186"/>
                            <a:pt x="3831" y="913"/>
                          </a:cubicBezTo>
                          <a:cubicBezTo>
                            <a:pt x="3831" y="852"/>
                            <a:pt x="3922" y="821"/>
                            <a:pt x="3952" y="761"/>
                          </a:cubicBezTo>
                          <a:cubicBezTo>
                            <a:pt x="4013" y="730"/>
                            <a:pt x="4074" y="700"/>
                            <a:pt x="4135" y="700"/>
                          </a:cubicBezTo>
                          <a:cubicBezTo>
                            <a:pt x="4195" y="669"/>
                            <a:pt x="4256" y="578"/>
                            <a:pt x="4256" y="517"/>
                          </a:cubicBezTo>
                          <a:cubicBezTo>
                            <a:pt x="4256" y="426"/>
                            <a:pt x="4256" y="335"/>
                            <a:pt x="4256" y="244"/>
                          </a:cubicBezTo>
                          <a:cubicBezTo>
                            <a:pt x="4256" y="153"/>
                            <a:pt x="4165" y="31"/>
                            <a:pt x="4135" y="31"/>
                          </a:cubicBezTo>
                          <a:cubicBezTo>
                            <a:pt x="4074" y="31"/>
                            <a:pt x="4013" y="62"/>
                            <a:pt x="3952" y="122"/>
                          </a:cubicBezTo>
                          <a:cubicBezTo>
                            <a:pt x="3861" y="213"/>
                            <a:pt x="3770" y="274"/>
                            <a:pt x="3709" y="213"/>
                          </a:cubicBezTo>
                          <a:cubicBezTo>
                            <a:pt x="3527" y="31"/>
                            <a:pt x="3344" y="62"/>
                            <a:pt x="3131" y="31"/>
                          </a:cubicBezTo>
                          <a:cubicBezTo>
                            <a:pt x="3010" y="1"/>
                            <a:pt x="2858" y="31"/>
                            <a:pt x="2767" y="122"/>
                          </a:cubicBezTo>
                          <a:cubicBezTo>
                            <a:pt x="2311" y="457"/>
                            <a:pt x="1794" y="700"/>
                            <a:pt x="1247" y="882"/>
                          </a:cubicBezTo>
                          <a:cubicBezTo>
                            <a:pt x="1125" y="943"/>
                            <a:pt x="1004" y="973"/>
                            <a:pt x="852" y="1034"/>
                          </a:cubicBezTo>
                          <a:cubicBezTo>
                            <a:pt x="639" y="1065"/>
                            <a:pt x="426" y="1156"/>
                            <a:pt x="244" y="1277"/>
                          </a:cubicBezTo>
                          <a:cubicBezTo>
                            <a:pt x="92" y="1399"/>
                            <a:pt x="1" y="1551"/>
                            <a:pt x="1" y="1733"/>
                          </a:cubicBezTo>
                          <a:cubicBezTo>
                            <a:pt x="31" y="1764"/>
                            <a:pt x="92" y="1855"/>
                            <a:pt x="122" y="185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60" name="Google Shape;540;p21">
                      <a:extLst>
                        <a:ext uri="{FF2B5EF4-FFF2-40B4-BE49-F238E27FC236}">
                          <a16:creationId xmlns:a16="http://schemas.microsoft.com/office/drawing/2014/main" id="{FBE23DA5-6EB7-BA55-BD61-AFABCFAF94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95150" y="2439200"/>
                      <a:ext cx="85900" cy="56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6" h="2250" extrusionOk="0">
                          <a:moveTo>
                            <a:pt x="92" y="943"/>
                          </a:moveTo>
                          <a:cubicBezTo>
                            <a:pt x="152" y="1277"/>
                            <a:pt x="244" y="1368"/>
                            <a:pt x="578" y="1399"/>
                          </a:cubicBezTo>
                          <a:cubicBezTo>
                            <a:pt x="669" y="1368"/>
                            <a:pt x="791" y="1368"/>
                            <a:pt x="882" y="1368"/>
                          </a:cubicBezTo>
                          <a:lnTo>
                            <a:pt x="912" y="1338"/>
                          </a:lnTo>
                          <a:lnTo>
                            <a:pt x="943" y="1338"/>
                          </a:lnTo>
                          <a:lnTo>
                            <a:pt x="1095" y="1277"/>
                          </a:lnTo>
                          <a:lnTo>
                            <a:pt x="1155" y="1277"/>
                          </a:lnTo>
                          <a:cubicBezTo>
                            <a:pt x="1155" y="1277"/>
                            <a:pt x="1155" y="1338"/>
                            <a:pt x="1095" y="1338"/>
                          </a:cubicBezTo>
                          <a:lnTo>
                            <a:pt x="943" y="1338"/>
                          </a:lnTo>
                          <a:lnTo>
                            <a:pt x="912" y="1338"/>
                          </a:lnTo>
                          <a:lnTo>
                            <a:pt x="882" y="1338"/>
                          </a:lnTo>
                          <a:lnTo>
                            <a:pt x="760" y="1459"/>
                          </a:lnTo>
                          <a:cubicBezTo>
                            <a:pt x="669" y="1490"/>
                            <a:pt x="669" y="1611"/>
                            <a:pt x="760" y="1672"/>
                          </a:cubicBezTo>
                          <a:cubicBezTo>
                            <a:pt x="882" y="1733"/>
                            <a:pt x="1003" y="1794"/>
                            <a:pt x="1095" y="1885"/>
                          </a:cubicBezTo>
                          <a:cubicBezTo>
                            <a:pt x="1216" y="1946"/>
                            <a:pt x="1338" y="1976"/>
                            <a:pt x="1490" y="1946"/>
                          </a:cubicBezTo>
                          <a:cubicBezTo>
                            <a:pt x="1642" y="1885"/>
                            <a:pt x="1794" y="1946"/>
                            <a:pt x="1885" y="2067"/>
                          </a:cubicBezTo>
                          <a:cubicBezTo>
                            <a:pt x="2037" y="2250"/>
                            <a:pt x="2189" y="2219"/>
                            <a:pt x="2371" y="2067"/>
                          </a:cubicBezTo>
                          <a:cubicBezTo>
                            <a:pt x="2432" y="2007"/>
                            <a:pt x="2493" y="1946"/>
                            <a:pt x="2584" y="1946"/>
                          </a:cubicBezTo>
                          <a:cubicBezTo>
                            <a:pt x="2797" y="1946"/>
                            <a:pt x="2979" y="1794"/>
                            <a:pt x="3010" y="1611"/>
                          </a:cubicBezTo>
                          <a:cubicBezTo>
                            <a:pt x="3040" y="1459"/>
                            <a:pt x="3101" y="1338"/>
                            <a:pt x="3192" y="1247"/>
                          </a:cubicBezTo>
                          <a:cubicBezTo>
                            <a:pt x="3344" y="1034"/>
                            <a:pt x="3435" y="791"/>
                            <a:pt x="3374" y="548"/>
                          </a:cubicBezTo>
                          <a:cubicBezTo>
                            <a:pt x="3283" y="487"/>
                            <a:pt x="3162" y="426"/>
                            <a:pt x="3040" y="396"/>
                          </a:cubicBezTo>
                          <a:cubicBezTo>
                            <a:pt x="2766" y="365"/>
                            <a:pt x="2554" y="304"/>
                            <a:pt x="2310" y="183"/>
                          </a:cubicBezTo>
                          <a:cubicBezTo>
                            <a:pt x="2219" y="152"/>
                            <a:pt x="2098" y="183"/>
                            <a:pt x="2006" y="274"/>
                          </a:cubicBezTo>
                          <a:cubicBezTo>
                            <a:pt x="1915" y="365"/>
                            <a:pt x="1885" y="335"/>
                            <a:pt x="1824" y="213"/>
                          </a:cubicBezTo>
                          <a:cubicBezTo>
                            <a:pt x="1824" y="152"/>
                            <a:pt x="1794" y="122"/>
                            <a:pt x="1794" y="92"/>
                          </a:cubicBezTo>
                          <a:cubicBezTo>
                            <a:pt x="1763" y="31"/>
                            <a:pt x="1672" y="0"/>
                            <a:pt x="1611" y="0"/>
                          </a:cubicBezTo>
                          <a:cubicBezTo>
                            <a:pt x="1581" y="31"/>
                            <a:pt x="1520" y="61"/>
                            <a:pt x="1520" y="92"/>
                          </a:cubicBezTo>
                          <a:cubicBezTo>
                            <a:pt x="1490" y="152"/>
                            <a:pt x="1490" y="244"/>
                            <a:pt x="1490" y="304"/>
                          </a:cubicBezTo>
                          <a:cubicBezTo>
                            <a:pt x="1490" y="365"/>
                            <a:pt x="1490" y="456"/>
                            <a:pt x="1429" y="487"/>
                          </a:cubicBezTo>
                          <a:cubicBezTo>
                            <a:pt x="1399" y="517"/>
                            <a:pt x="1338" y="456"/>
                            <a:pt x="1277" y="426"/>
                          </a:cubicBezTo>
                          <a:cubicBezTo>
                            <a:pt x="1277" y="396"/>
                            <a:pt x="1247" y="396"/>
                            <a:pt x="1216" y="396"/>
                          </a:cubicBezTo>
                          <a:cubicBezTo>
                            <a:pt x="1034" y="396"/>
                            <a:pt x="821" y="304"/>
                            <a:pt x="699" y="122"/>
                          </a:cubicBezTo>
                          <a:cubicBezTo>
                            <a:pt x="669" y="92"/>
                            <a:pt x="639" y="61"/>
                            <a:pt x="608" y="61"/>
                          </a:cubicBezTo>
                          <a:cubicBezTo>
                            <a:pt x="517" y="0"/>
                            <a:pt x="426" y="61"/>
                            <a:pt x="426" y="152"/>
                          </a:cubicBezTo>
                          <a:cubicBezTo>
                            <a:pt x="426" y="213"/>
                            <a:pt x="426" y="244"/>
                            <a:pt x="426" y="274"/>
                          </a:cubicBezTo>
                          <a:cubicBezTo>
                            <a:pt x="426" y="335"/>
                            <a:pt x="396" y="365"/>
                            <a:pt x="365" y="396"/>
                          </a:cubicBezTo>
                          <a:cubicBezTo>
                            <a:pt x="335" y="396"/>
                            <a:pt x="274" y="365"/>
                            <a:pt x="244" y="365"/>
                          </a:cubicBezTo>
                          <a:cubicBezTo>
                            <a:pt x="213" y="365"/>
                            <a:pt x="152" y="365"/>
                            <a:pt x="122" y="365"/>
                          </a:cubicBezTo>
                          <a:cubicBezTo>
                            <a:pt x="61" y="456"/>
                            <a:pt x="0" y="548"/>
                            <a:pt x="31" y="669"/>
                          </a:cubicBezTo>
                          <a:cubicBezTo>
                            <a:pt x="31" y="760"/>
                            <a:pt x="61" y="852"/>
                            <a:pt x="92" y="94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61" name="Google Shape;541;p21">
                      <a:extLst>
                        <a:ext uri="{FF2B5EF4-FFF2-40B4-BE49-F238E27FC236}">
                          <a16:creationId xmlns:a16="http://schemas.microsoft.com/office/drawing/2014/main" id="{A4E370F8-BD25-8C8D-AAC8-468E9AC05D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12000" y="2430075"/>
                      <a:ext cx="72200" cy="790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88" h="3162" extrusionOk="0">
                          <a:moveTo>
                            <a:pt x="304" y="61"/>
                          </a:moveTo>
                          <a:cubicBezTo>
                            <a:pt x="274" y="122"/>
                            <a:pt x="213" y="213"/>
                            <a:pt x="183" y="305"/>
                          </a:cubicBezTo>
                          <a:cubicBezTo>
                            <a:pt x="183" y="457"/>
                            <a:pt x="122" y="609"/>
                            <a:pt x="31" y="730"/>
                          </a:cubicBezTo>
                          <a:cubicBezTo>
                            <a:pt x="0" y="761"/>
                            <a:pt x="0" y="821"/>
                            <a:pt x="0" y="852"/>
                          </a:cubicBezTo>
                          <a:cubicBezTo>
                            <a:pt x="61" y="1065"/>
                            <a:pt x="91" y="1277"/>
                            <a:pt x="31" y="1520"/>
                          </a:cubicBezTo>
                          <a:cubicBezTo>
                            <a:pt x="31" y="1520"/>
                            <a:pt x="91" y="1551"/>
                            <a:pt x="122" y="1581"/>
                          </a:cubicBezTo>
                          <a:cubicBezTo>
                            <a:pt x="152" y="1612"/>
                            <a:pt x="213" y="1642"/>
                            <a:pt x="213" y="1672"/>
                          </a:cubicBezTo>
                          <a:cubicBezTo>
                            <a:pt x="152" y="1916"/>
                            <a:pt x="304" y="1946"/>
                            <a:pt x="456" y="1976"/>
                          </a:cubicBezTo>
                          <a:cubicBezTo>
                            <a:pt x="639" y="2007"/>
                            <a:pt x="882" y="2007"/>
                            <a:pt x="1064" y="2037"/>
                          </a:cubicBezTo>
                          <a:cubicBezTo>
                            <a:pt x="1094" y="2037"/>
                            <a:pt x="1094" y="2068"/>
                            <a:pt x="1125" y="2068"/>
                          </a:cubicBezTo>
                          <a:cubicBezTo>
                            <a:pt x="1094" y="2128"/>
                            <a:pt x="1094" y="2159"/>
                            <a:pt x="1064" y="2189"/>
                          </a:cubicBezTo>
                          <a:cubicBezTo>
                            <a:pt x="1034" y="2189"/>
                            <a:pt x="882" y="2250"/>
                            <a:pt x="791" y="2280"/>
                          </a:cubicBezTo>
                          <a:cubicBezTo>
                            <a:pt x="699" y="2311"/>
                            <a:pt x="608" y="2402"/>
                            <a:pt x="608" y="2524"/>
                          </a:cubicBezTo>
                          <a:cubicBezTo>
                            <a:pt x="578" y="2615"/>
                            <a:pt x="578" y="2675"/>
                            <a:pt x="547" y="2767"/>
                          </a:cubicBezTo>
                          <a:cubicBezTo>
                            <a:pt x="547" y="2858"/>
                            <a:pt x="608" y="2949"/>
                            <a:pt x="699" y="2979"/>
                          </a:cubicBezTo>
                          <a:cubicBezTo>
                            <a:pt x="882" y="3040"/>
                            <a:pt x="1034" y="3101"/>
                            <a:pt x="1216" y="3131"/>
                          </a:cubicBezTo>
                          <a:cubicBezTo>
                            <a:pt x="1398" y="3162"/>
                            <a:pt x="1581" y="3071"/>
                            <a:pt x="1672" y="2919"/>
                          </a:cubicBezTo>
                          <a:cubicBezTo>
                            <a:pt x="1702" y="2888"/>
                            <a:pt x="1702" y="2827"/>
                            <a:pt x="1702" y="2797"/>
                          </a:cubicBezTo>
                          <a:cubicBezTo>
                            <a:pt x="1763" y="2645"/>
                            <a:pt x="1915" y="2554"/>
                            <a:pt x="2067" y="2524"/>
                          </a:cubicBezTo>
                          <a:cubicBezTo>
                            <a:pt x="2128" y="2402"/>
                            <a:pt x="2158" y="2280"/>
                            <a:pt x="2219" y="2128"/>
                          </a:cubicBezTo>
                          <a:cubicBezTo>
                            <a:pt x="2310" y="2007"/>
                            <a:pt x="2402" y="1885"/>
                            <a:pt x="2523" y="1764"/>
                          </a:cubicBezTo>
                          <a:cubicBezTo>
                            <a:pt x="2523" y="1733"/>
                            <a:pt x="2553" y="1733"/>
                            <a:pt x="2553" y="1703"/>
                          </a:cubicBezTo>
                          <a:cubicBezTo>
                            <a:pt x="2675" y="1520"/>
                            <a:pt x="2766" y="1338"/>
                            <a:pt x="2857" y="1125"/>
                          </a:cubicBezTo>
                          <a:cubicBezTo>
                            <a:pt x="2888" y="1095"/>
                            <a:pt x="2888" y="1034"/>
                            <a:pt x="2857" y="1004"/>
                          </a:cubicBezTo>
                          <a:cubicBezTo>
                            <a:pt x="2827" y="913"/>
                            <a:pt x="2797" y="821"/>
                            <a:pt x="2766" y="761"/>
                          </a:cubicBezTo>
                          <a:cubicBezTo>
                            <a:pt x="2736" y="669"/>
                            <a:pt x="2675" y="639"/>
                            <a:pt x="2614" y="669"/>
                          </a:cubicBezTo>
                          <a:cubicBezTo>
                            <a:pt x="2432" y="700"/>
                            <a:pt x="2310" y="609"/>
                            <a:pt x="2219" y="487"/>
                          </a:cubicBezTo>
                          <a:cubicBezTo>
                            <a:pt x="2037" y="457"/>
                            <a:pt x="1854" y="457"/>
                            <a:pt x="1672" y="487"/>
                          </a:cubicBezTo>
                          <a:cubicBezTo>
                            <a:pt x="1581" y="609"/>
                            <a:pt x="1520" y="730"/>
                            <a:pt x="1520" y="852"/>
                          </a:cubicBezTo>
                          <a:lnTo>
                            <a:pt x="1520" y="1338"/>
                          </a:lnTo>
                          <a:cubicBezTo>
                            <a:pt x="1520" y="1338"/>
                            <a:pt x="1520" y="1368"/>
                            <a:pt x="1520" y="1399"/>
                          </a:cubicBezTo>
                          <a:cubicBezTo>
                            <a:pt x="1490" y="1399"/>
                            <a:pt x="1459" y="1399"/>
                            <a:pt x="1429" y="1338"/>
                          </a:cubicBezTo>
                          <a:cubicBezTo>
                            <a:pt x="1368" y="1156"/>
                            <a:pt x="1307" y="1004"/>
                            <a:pt x="1246" y="821"/>
                          </a:cubicBezTo>
                          <a:cubicBezTo>
                            <a:pt x="1216" y="791"/>
                            <a:pt x="1155" y="791"/>
                            <a:pt x="1125" y="791"/>
                          </a:cubicBezTo>
                          <a:cubicBezTo>
                            <a:pt x="1094" y="791"/>
                            <a:pt x="1034" y="791"/>
                            <a:pt x="1003" y="821"/>
                          </a:cubicBezTo>
                          <a:cubicBezTo>
                            <a:pt x="912" y="1034"/>
                            <a:pt x="821" y="1217"/>
                            <a:pt x="730" y="1429"/>
                          </a:cubicBezTo>
                          <a:lnTo>
                            <a:pt x="730" y="1460"/>
                          </a:lnTo>
                          <a:lnTo>
                            <a:pt x="699" y="1460"/>
                          </a:lnTo>
                          <a:lnTo>
                            <a:pt x="730" y="1429"/>
                          </a:lnTo>
                          <a:lnTo>
                            <a:pt x="730" y="1429"/>
                          </a:lnTo>
                          <a:cubicBezTo>
                            <a:pt x="639" y="1338"/>
                            <a:pt x="608" y="1186"/>
                            <a:pt x="639" y="1065"/>
                          </a:cubicBezTo>
                          <a:cubicBezTo>
                            <a:pt x="669" y="1004"/>
                            <a:pt x="730" y="913"/>
                            <a:pt x="699" y="882"/>
                          </a:cubicBezTo>
                          <a:cubicBezTo>
                            <a:pt x="639" y="700"/>
                            <a:pt x="608" y="548"/>
                            <a:pt x="639" y="365"/>
                          </a:cubicBezTo>
                          <a:cubicBezTo>
                            <a:pt x="639" y="305"/>
                            <a:pt x="639" y="274"/>
                            <a:pt x="608" y="213"/>
                          </a:cubicBezTo>
                          <a:cubicBezTo>
                            <a:pt x="578" y="153"/>
                            <a:pt x="547" y="92"/>
                            <a:pt x="517" y="31"/>
                          </a:cubicBezTo>
                          <a:cubicBezTo>
                            <a:pt x="456" y="1"/>
                            <a:pt x="365" y="1"/>
                            <a:pt x="304" y="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62" name="Google Shape;542;p21">
                      <a:extLst>
                        <a:ext uri="{FF2B5EF4-FFF2-40B4-BE49-F238E27FC236}">
                          <a16:creationId xmlns:a16="http://schemas.microsoft.com/office/drawing/2014/main" id="{052A8368-7FF5-A101-637B-A51808AB45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04875" y="3139825"/>
                      <a:ext cx="63850" cy="744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54" h="2979" extrusionOk="0">
                          <a:moveTo>
                            <a:pt x="1094" y="304"/>
                          </a:moveTo>
                          <a:cubicBezTo>
                            <a:pt x="1064" y="426"/>
                            <a:pt x="1034" y="517"/>
                            <a:pt x="973" y="638"/>
                          </a:cubicBezTo>
                          <a:cubicBezTo>
                            <a:pt x="942" y="669"/>
                            <a:pt x="912" y="699"/>
                            <a:pt x="882" y="699"/>
                          </a:cubicBezTo>
                          <a:lnTo>
                            <a:pt x="456" y="699"/>
                          </a:lnTo>
                          <a:cubicBezTo>
                            <a:pt x="395" y="699"/>
                            <a:pt x="335" y="760"/>
                            <a:pt x="335" y="821"/>
                          </a:cubicBezTo>
                          <a:cubicBezTo>
                            <a:pt x="335" y="942"/>
                            <a:pt x="304" y="1094"/>
                            <a:pt x="304" y="1216"/>
                          </a:cubicBezTo>
                          <a:cubicBezTo>
                            <a:pt x="274" y="1338"/>
                            <a:pt x="304" y="1459"/>
                            <a:pt x="395" y="1520"/>
                          </a:cubicBezTo>
                          <a:cubicBezTo>
                            <a:pt x="487" y="1611"/>
                            <a:pt x="517" y="1763"/>
                            <a:pt x="426" y="1885"/>
                          </a:cubicBezTo>
                          <a:cubicBezTo>
                            <a:pt x="365" y="2006"/>
                            <a:pt x="304" y="2128"/>
                            <a:pt x="213" y="2219"/>
                          </a:cubicBezTo>
                          <a:cubicBezTo>
                            <a:pt x="183" y="2280"/>
                            <a:pt x="152" y="2310"/>
                            <a:pt x="122" y="2341"/>
                          </a:cubicBezTo>
                          <a:cubicBezTo>
                            <a:pt x="0" y="2462"/>
                            <a:pt x="31" y="2705"/>
                            <a:pt x="213" y="2797"/>
                          </a:cubicBezTo>
                          <a:cubicBezTo>
                            <a:pt x="395" y="2949"/>
                            <a:pt x="639" y="2979"/>
                            <a:pt x="851" y="2888"/>
                          </a:cubicBezTo>
                          <a:cubicBezTo>
                            <a:pt x="973" y="2857"/>
                            <a:pt x="1125" y="2797"/>
                            <a:pt x="1246" y="2705"/>
                          </a:cubicBezTo>
                          <a:cubicBezTo>
                            <a:pt x="1429" y="2584"/>
                            <a:pt x="1642" y="2523"/>
                            <a:pt x="1854" y="2493"/>
                          </a:cubicBezTo>
                          <a:cubicBezTo>
                            <a:pt x="1946" y="2462"/>
                            <a:pt x="2037" y="2401"/>
                            <a:pt x="2067" y="2341"/>
                          </a:cubicBezTo>
                          <a:cubicBezTo>
                            <a:pt x="2249" y="2097"/>
                            <a:pt x="2310" y="1793"/>
                            <a:pt x="2249" y="1490"/>
                          </a:cubicBezTo>
                          <a:cubicBezTo>
                            <a:pt x="2249" y="1429"/>
                            <a:pt x="2219" y="1368"/>
                            <a:pt x="2219" y="1307"/>
                          </a:cubicBezTo>
                          <a:cubicBezTo>
                            <a:pt x="2189" y="1216"/>
                            <a:pt x="2219" y="1125"/>
                            <a:pt x="2280" y="1034"/>
                          </a:cubicBezTo>
                          <a:cubicBezTo>
                            <a:pt x="2310" y="1003"/>
                            <a:pt x="2341" y="973"/>
                            <a:pt x="2401" y="942"/>
                          </a:cubicBezTo>
                          <a:cubicBezTo>
                            <a:pt x="2523" y="821"/>
                            <a:pt x="2553" y="608"/>
                            <a:pt x="2462" y="456"/>
                          </a:cubicBezTo>
                          <a:cubicBezTo>
                            <a:pt x="2401" y="365"/>
                            <a:pt x="2371" y="304"/>
                            <a:pt x="2310" y="213"/>
                          </a:cubicBezTo>
                          <a:cubicBezTo>
                            <a:pt x="2280" y="152"/>
                            <a:pt x="2219" y="122"/>
                            <a:pt x="2158" y="91"/>
                          </a:cubicBezTo>
                          <a:cubicBezTo>
                            <a:pt x="1976" y="61"/>
                            <a:pt x="1794" y="31"/>
                            <a:pt x="1611" y="0"/>
                          </a:cubicBezTo>
                          <a:lnTo>
                            <a:pt x="1490" y="31"/>
                          </a:lnTo>
                          <a:cubicBezTo>
                            <a:pt x="1307" y="31"/>
                            <a:pt x="1155" y="152"/>
                            <a:pt x="1094" y="30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63" name="Google Shape;543;p21">
                      <a:extLst>
                        <a:ext uri="{FF2B5EF4-FFF2-40B4-BE49-F238E27FC236}">
                          <a16:creationId xmlns:a16="http://schemas.microsoft.com/office/drawing/2014/main" id="{2AE95A09-F6E0-954C-69BE-0674BED1B7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4425" y="2319900"/>
                      <a:ext cx="60050" cy="851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02" h="3405" extrusionOk="0">
                          <a:moveTo>
                            <a:pt x="183" y="1915"/>
                          </a:moveTo>
                          <a:cubicBezTo>
                            <a:pt x="305" y="1915"/>
                            <a:pt x="456" y="1976"/>
                            <a:pt x="578" y="2037"/>
                          </a:cubicBezTo>
                          <a:lnTo>
                            <a:pt x="578" y="2037"/>
                          </a:lnTo>
                          <a:lnTo>
                            <a:pt x="578" y="2037"/>
                          </a:lnTo>
                          <a:cubicBezTo>
                            <a:pt x="639" y="2098"/>
                            <a:pt x="669" y="2158"/>
                            <a:pt x="760" y="2189"/>
                          </a:cubicBezTo>
                          <a:cubicBezTo>
                            <a:pt x="1034" y="2341"/>
                            <a:pt x="1156" y="2706"/>
                            <a:pt x="973" y="3009"/>
                          </a:cubicBezTo>
                          <a:cubicBezTo>
                            <a:pt x="943" y="3101"/>
                            <a:pt x="973" y="3253"/>
                            <a:pt x="1095" y="3313"/>
                          </a:cubicBezTo>
                          <a:cubicBezTo>
                            <a:pt x="1186" y="3405"/>
                            <a:pt x="1338" y="3405"/>
                            <a:pt x="1460" y="3344"/>
                          </a:cubicBezTo>
                          <a:cubicBezTo>
                            <a:pt x="1642" y="3222"/>
                            <a:pt x="1764" y="3070"/>
                            <a:pt x="1794" y="2858"/>
                          </a:cubicBezTo>
                          <a:cubicBezTo>
                            <a:pt x="1824" y="2584"/>
                            <a:pt x="1976" y="2341"/>
                            <a:pt x="2189" y="2158"/>
                          </a:cubicBezTo>
                          <a:cubicBezTo>
                            <a:pt x="2250" y="2098"/>
                            <a:pt x="2280" y="2006"/>
                            <a:pt x="2311" y="1946"/>
                          </a:cubicBezTo>
                          <a:cubicBezTo>
                            <a:pt x="2402" y="1763"/>
                            <a:pt x="2402" y="1550"/>
                            <a:pt x="2250" y="1429"/>
                          </a:cubicBezTo>
                          <a:cubicBezTo>
                            <a:pt x="2189" y="1368"/>
                            <a:pt x="2159" y="1277"/>
                            <a:pt x="2189" y="1186"/>
                          </a:cubicBezTo>
                          <a:cubicBezTo>
                            <a:pt x="2219" y="1155"/>
                            <a:pt x="2219" y="1095"/>
                            <a:pt x="2219" y="1064"/>
                          </a:cubicBezTo>
                          <a:cubicBezTo>
                            <a:pt x="2219" y="760"/>
                            <a:pt x="2098" y="639"/>
                            <a:pt x="1794" y="760"/>
                          </a:cubicBezTo>
                          <a:lnTo>
                            <a:pt x="1672" y="791"/>
                          </a:lnTo>
                          <a:lnTo>
                            <a:pt x="1672" y="791"/>
                          </a:lnTo>
                          <a:cubicBezTo>
                            <a:pt x="1672" y="851"/>
                            <a:pt x="1672" y="851"/>
                            <a:pt x="1642" y="791"/>
                          </a:cubicBezTo>
                          <a:lnTo>
                            <a:pt x="1672" y="760"/>
                          </a:lnTo>
                          <a:cubicBezTo>
                            <a:pt x="1703" y="639"/>
                            <a:pt x="1703" y="517"/>
                            <a:pt x="1733" y="395"/>
                          </a:cubicBezTo>
                          <a:cubicBezTo>
                            <a:pt x="1733" y="183"/>
                            <a:pt x="1551" y="0"/>
                            <a:pt x="1338" y="0"/>
                          </a:cubicBezTo>
                          <a:cubicBezTo>
                            <a:pt x="1216" y="31"/>
                            <a:pt x="1064" y="31"/>
                            <a:pt x="943" y="0"/>
                          </a:cubicBezTo>
                          <a:cubicBezTo>
                            <a:pt x="912" y="0"/>
                            <a:pt x="852" y="31"/>
                            <a:pt x="821" y="61"/>
                          </a:cubicBezTo>
                          <a:cubicBezTo>
                            <a:pt x="669" y="183"/>
                            <a:pt x="548" y="304"/>
                            <a:pt x="608" y="547"/>
                          </a:cubicBezTo>
                          <a:cubicBezTo>
                            <a:pt x="639" y="578"/>
                            <a:pt x="608" y="669"/>
                            <a:pt x="608" y="730"/>
                          </a:cubicBezTo>
                          <a:cubicBezTo>
                            <a:pt x="548" y="851"/>
                            <a:pt x="578" y="851"/>
                            <a:pt x="730" y="943"/>
                          </a:cubicBezTo>
                          <a:lnTo>
                            <a:pt x="730" y="943"/>
                          </a:lnTo>
                          <a:lnTo>
                            <a:pt x="760" y="943"/>
                          </a:lnTo>
                          <a:lnTo>
                            <a:pt x="760" y="912"/>
                          </a:lnTo>
                          <a:cubicBezTo>
                            <a:pt x="760" y="912"/>
                            <a:pt x="791" y="912"/>
                            <a:pt x="760" y="943"/>
                          </a:cubicBezTo>
                          <a:cubicBezTo>
                            <a:pt x="760" y="943"/>
                            <a:pt x="760" y="973"/>
                            <a:pt x="760" y="973"/>
                          </a:cubicBezTo>
                          <a:lnTo>
                            <a:pt x="760" y="973"/>
                          </a:lnTo>
                          <a:cubicBezTo>
                            <a:pt x="760" y="1064"/>
                            <a:pt x="791" y="1155"/>
                            <a:pt x="791" y="1247"/>
                          </a:cubicBezTo>
                          <a:cubicBezTo>
                            <a:pt x="791" y="1307"/>
                            <a:pt x="760" y="1368"/>
                            <a:pt x="730" y="1429"/>
                          </a:cubicBezTo>
                          <a:cubicBezTo>
                            <a:pt x="700" y="1520"/>
                            <a:pt x="639" y="1550"/>
                            <a:pt x="578" y="1520"/>
                          </a:cubicBezTo>
                          <a:cubicBezTo>
                            <a:pt x="517" y="1459"/>
                            <a:pt x="426" y="1429"/>
                            <a:pt x="365" y="1368"/>
                          </a:cubicBezTo>
                          <a:cubicBezTo>
                            <a:pt x="274" y="1338"/>
                            <a:pt x="213" y="1368"/>
                            <a:pt x="153" y="1429"/>
                          </a:cubicBezTo>
                          <a:cubicBezTo>
                            <a:pt x="122" y="1459"/>
                            <a:pt x="92" y="1520"/>
                            <a:pt x="61" y="1581"/>
                          </a:cubicBezTo>
                          <a:cubicBezTo>
                            <a:pt x="1" y="1702"/>
                            <a:pt x="61" y="1885"/>
                            <a:pt x="183" y="191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64" name="Google Shape;544;p21">
                      <a:extLst>
                        <a:ext uri="{FF2B5EF4-FFF2-40B4-BE49-F238E27FC236}">
                          <a16:creationId xmlns:a16="http://schemas.microsoft.com/office/drawing/2014/main" id="{807D50FD-2C71-E67C-526C-07E698940C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5925" y="3717325"/>
                      <a:ext cx="84350" cy="38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74" h="1521" extrusionOk="0">
                          <a:moveTo>
                            <a:pt x="274" y="1247"/>
                          </a:moveTo>
                          <a:cubicBezTo>
                            <a:pt x="395" y="1247"/>
                            <a:pt x="547" y="1217"/>
                            <a:pt x="669" y="1217"/>
                          </a:cubicBezTo>
                          <a:cubicBezTo>
                            <a:pt x="821" y="1217"/>
                            <a:pt x="973" y="1217"/>
                            <a:pt x="1125" y="1247"/>
                          </a:cubicBezTo>
                          <a:cubicBezTo>
                            <a:pt x="1277" y="1277"/>
                            <a:pt x="1337" y="1429"/>
                            <a:pt x="1459" y="1490"/>
                          </a:cubicBezTo>
                          <a:cubicBezTo>
                            <a:pt x="1489" y="1521"/>
                            <a:pt x="1550" y="1521"/>
                            <a:pt x="1581" y="1490"/>
                          </a:cubicBezTo>
                          <a:cubicBezTo>
                            <a:pt x="1611" y="1490"/>
                            <a:pt x="1641" y="1460"/>
                            <a:pt x="1672" y="1399"/>
                          </a:cubicBezTo>
                          <a:cubicBezTo>
                            <a:pt x="1763" y="1247"/>
                            <a:pt x="1945" y="1156"/>
                            <a:pt x="2128" y="1186"/>
                          </a:cubicBezTo>
                          <a:cubicBezTo>
                            <a:pt x="2189" y="1217"/>
                            <a:pt x="2280" y="1217"/>
                            <a:pt x="2341" y="1186"/>
                          </a:cubicBezTo>
                          <a:cubicBezTo>
                            <a:pt x="2584" y="1065"/>
                            <a:pt x="2857" y="1034"/>
                            <a:pt x="3131" y="1125"/>
                          </a:cubicBezTo>
                          <a:cubicBezTo>
                            <a:pt x="3161" y="1125"/>
                            <a:pt x="3222" y="1125"/>
                            <a:pt x="3252" y="1095"/>
                          </a:cubicBezTo>
                          <a:cubicBezTo>
                            <a:pt x="3313" y="1065"/>
                            <a:pt x="3344" y="1004"/>
                            <a:pt x="3374" y="943"/>
                          </a:cubicBezTo>
                          <a:cubicBezTo>
                            <a:pt x="3374" y="913"/>
                            <a:pt x="3374" y="852"/>
                            <a:pt x="3344" y="852"/>
                          </a:cubicBezTo>
                          <a:cubicBezTo>
                            <a:pt x="3070" y="669"/>
                            <a:pt x="2857" y="518"/>
                            <a:pt x="2614" y="305"/>
                          </a:cubicBezTo>
                          <a:cubicBezTo>
                            <a:pt x="2553" y="274"/>
                            <a:pt x="2462" y="214"/>
                            <a:pt x="2371" y="214"/>
                          </a:cubicBezTo>
                          <a:cubicBezTo>
                            <a:pt x="2067" y="92"/>
                            <a:pt x="1763" y="92"/>
                            <a:pt x="1459" y="183"/>
                          </a:cubicBezTo>
                          <a:cubicBezTo>
                            <a:pt x="1337" y="214"/>
                            <a:pt x="1216" y="183"/>
                            <a:pt x="1125" y="92"/>
                          </a:cubicBezTo>
                          <a:cubicBezTo>
                            <a:pt x="1094" y="62"/>
                            <a:pt x="1064" y="62"/>
                            <a:pt x="1003" y="31"/>
                          </a:cubicBezTo>
                          <a:cubicBezTo>
                            <a:pt x="912" y="1"/>
                            <a:pt x="821" y="31"/>
                            <a:pt x="730" y="153"/>
                          </a:cubicBezTo>
                          <a:cubicBezTo>
                            <a:pt x="699" y="214"/>
                            <a:pt x="699" y="305"/>
                            <a:pt x="760" y="335"/>
                          </a:cubicBezTo>
                          <a:cubicBezTo>
                            <a:pt x="912" y="426"/>
                            <a:pt x="912" y="609"/>
                            <a:pt x="942" y="761"/>
                          </a:cubicBezTo>
                          <a:cubicBezTo>
                            <a:pt x="973" y="821"/>
                            <a:pt x="942" y="852"/>
                            <a:pt x="821" y="791"/>
                          </a:cubicBezTo>
                          <a:cubicBezTo>
                            <a:pt x="699" y="761"/>
                            <a:pt x="669" y="852"/>
                            <a:pt x="578" y="852"/>
                          </a:cubicBezTo>
                          <a:cubicBezTo>
                            <a:pt x="426" y="882"/>
                            <a:pt x="243" y="913"/>
                            <a:pt x="61" y="943"/>
                          </a:cubicBezTo>
                          <a:cubicBezTo>
                            <a:pt x="30" y="943"/>
                            <a:pt x="0" y="1004"/>
                            <a:pt x="0" y="1034"/>
                          </a:cubicBezTo>
                          <a:cubicBezTo>
                            <a:pt x="30" y="1156"/>
                            <a:pt x="152" y="1217"/>
                            <a:pt x="274" y="124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65" name="Google Shape;545;p21">
                      <a:extLst>
                        <a:ext uri="{FF2B5EF4-FFF2-40B4-BE49-F238E27FC236}">
                          <a16:creationId xmlns:a16="http://schemas.microsoft.com/office/drawing/2014/main" id="{47BD1D32-16CF-2996-5207-990FFA1EB7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95125" y="2596500"/>
                      <a:ext cx="43350" cy="425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34" h="1703" extrusionOk="0">
                          <a:moveTo>
                            <a:pt x="31" y="669"/>
                          </a:moveTo>
                          <a:cubicBezTo>
                            <a:pt x="92" y="821"/>
                            <a:pt x="92" y="973"/>
                            <a:pt x="31" y="1125"/>
                          </a:cubicBezTo>
                          <a:cubicBezTo>
                            <a:pt x="1" y="1368"/>
                            <a:pt x="213" y="1611"/>
                            <a:pt x="457" y="1611"/>
                          </a:cubicBezTo>
                          <a:cubicBezTo>
                            <a:pt x="609" y="1611"/>
                            <a:pt x="730" y="1550"/>
                            <a:pt x="852" y="1550"/>
                          </a:cubicBezTo>
                          <a:cubicBezTo>
                            <a:pt x="943" y="1520"/>
                            <a:pt x="1064" y="1581"/>
                            <a:pt x="1125" y="1642"/>
                          </a:cubicBezTo>
                          <a:lnTo>
                            <a:pt x="1581" y="1702"/>
                          </a:lnTo>
                          <a:cubicBezTo>
                            <a:pt x="1642" y="1672"/>
                            <a:pt x="1703" y="1642"/>
                            <a:pt x="1733" y="1550"/>
                          </a:cubicBezTo>
                          <a:cubicBezTo>
                            <a:pt x="1703" y="1307"/>
                            <a:pt x="1672" y="1064"/>
                            <a:pt x="1612" y="791"/>
                          </a:cubicBezTo>
                          <a:cubicBezTo>
                            <a:pt x="1581" y="547"/>
                            <a:pt x="1368" y="365"/>
                            <a:pt x="1125" y="304"/>
                          </a:cubicBezTo>
                          <a:cubicBezTo>
                            <a:pt x="882" y="243"/>
                            <a:pt x="639" y="183"/>
                            <a:pt x="426" y="31"/>
                          </a:cubicBezTo>
                          <a:cubicBezTo>
                            <a:pt x="335" y="0"/>
                            <a:pt x="244" y="31"/>
                            <a:pt x="213" y="122"/>
                          </a:cubicBezTo>
                          <a:lnTo>
                            <a:pt x="31" y="395"/>
                          </a:lnTo>
                          <a:cubicBezTo>
                            <a:pt x="31" y="487"/>
                            <a:pt x="31" y="578"/>
                            <a:pt x="31" y="66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66" name="Google Shape;546;p21">
                      <a:extLst>
                        <a:ext uri="{FF2B5EF4-FFF2-40B4-BE49-F238E27FC236}">
                          <a16:creationId xmlns:a16="http://schemas.microsoft.com/office/drawing/2014/main" id="{9C729D85-B1A4-1478-DE5C-893FAC3018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96650" y="2607125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0" y="1"/>
                          </a:moveTo>
                          <a:lnTo>
                            <a:pt x="0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67" name="Google Shape;547;p21">
                      <a:extLst>
                        <a:ext uri="{FF2B5EF4-FFF2-40B4-BE49-F238E27FC236}">
                          <a16:creationId xmlns:a16="http://schemas.microsoft.com/office/drawing/2014/main" id="{CDBCA236-18C6-FEEA-C5C5-F6F9EBC9A8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1425" y="2363200"/>
                      <a:ext cx="34975" cy="479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99" h="1916" extrusionOk="0">
                          <a:moveTo>
                            <a:pt x="61" y="1673"/>
                          </a:moveTo>
                          <a:cubicBezTo>
                            <a:pt x="61" y="1764"/>
                            <a:pt x="152" y="1825"/>
                            <a:pt x="243" y="1855"/>
                          </a:cubicBezTo>
                          <a:cubicBezTo>
                            <a:pt x="487" y="1916"/>
                            <a:pt x="730" y="1916"/>
                            <a:pt x="973" y="1885"/>
                          </a:cubicBezTo>
                          <a:cubicBezTo>
                            <a:pt x="1034" y="1855"/>
                            <a:pt x="1094" y="1825"/>
                            <a:pt x="1125" y="1764"/>
                          </a:cubicBezTo>
                          <a:cubicBezTo>
                            <a:pt x="1186" y="1642"/>
                            <a:pt x="1186" y="1521"/>
                            <a:pt x="1277" y="1429"/>
                          </a:cubicBezTo>
                          <a:lnTo>
                            <a:pt x="1277" y="1429"/>
                          </a:lnTo>
                          <a:cubicBezTo>
                            <a:pt x="1277" y="1399"/>
                            <a:pt x="1277" y="1399"/>
                            <a:pt x="1277" y="1369"/>
                          </a:cubicBezTo>
                          <a:lnTo>
                            <a:pt x="1277" y="1369"/>
                          </a:lnTo>
                          <a:cubicBezTo>
                            <a:pt x="1398" y="1247"/>
                            <a:pt x="1398" y="1034"/>
                            <a:pt x="1277" y="882"/>
                          </a:cubicBezTo>
                          <a:cubicBezTo>
                            <a:pt x="1155" y="700"/>
                            <a:pt x="1034" y="487"/>
                            <a:pt x="973" y="274"/>
                          </a:cubicBezTo>
                          <a:cubicBezTo>
                            <a:pt x="942" y="214"/>
                            <a:pt x="882" y="153"/>
                            <a:pt x="851" y="92"/>
                          </a:cubicBezTo>
                          <a:cubicBezTo>
                            <a:pt x="791" y="31"/>
                            <a:pt x="639" y="1"/>
                            <a:pt x="547" y="62"/>
                          </a:cubicBezTo>
                          <a:cubicBezTo>
                            <a:pt x="274" y="274"/>
                            <a:pt x="122" y="609"/>
                            <a:pt x="122" y="943"/>
                          </a:cubicBezTo>
                          <a:cubicBezTo>
                            <a:pt x="122" y="1065"/>
                            <a:pt x="61" y="1217"/>
                            <a:pt x="0" y="1308"/>
                          </a:cubicBezTo>
                          <a:cubicBezTo>
                            <a:pt x="0" y="1429"/>
                            <a:pt x="0" y="1551"/>
                            <a:pt x="61" y="167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68" name="Google Shape;548;p21">
                      <a:extLst>
                        <a:ext uri="{FF2B5EF4-FFF2-40B4-BE49-F238E27FC236}">
                          <a16:creationId xmlns:a16="http://schemas.microsoft.com/office/drawing/2014/main" id="{85D1FA51-5ED7-A9E3-53D3-9AEA6CE732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44400" y="2388275"/>
                      <a:ext cx="38775" cy="47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51" h="1886" extrusionOk="0">
                          <a:moveTo>
                            <a:pt x="243" y="822"/>
                          </a:moveTo>
                          <a:cubicBezTo>
                            <a:pt x="61" y="822"/>
                            <a:pt x="0" y="974"/>
                            <a:pt x="0" y="1126"/>
                          </a:cubicBezTo>
                          <a:cubicBezTo>
                            <a:pt x="183" y="1156"/>
                            <a:pt x="183" y="1156"/>
                            <a:pt x="152" y="1308"/>
                          </a:cubicBezTo>
                          <a:cubicBezTo>
                            <a:pt x="152" y="1369"/>
                            <a:pt x="122" y="1430"/>
                            <a:pt x="122" y="1521"/>
                          </a:cubicBezTo>
                          <a:cubicBezTo>
                            <a:pt x="122" y="1673"/>
                            <a:pt x="243" y="1825"/>
                            <a:pt x="395" y="1825"/>
                          </a:cubicBezTo>
                          <a:cubicBezTo>
                            <a:pt x="486" y="1825"/>
                            <a:pt x="547" y="1855"/>
                            <a:pt x="608" y="1885"/>
                          </a:cubicBezTo>
                          <a:cubicBezTo>
                            <a:pt x="699" y="1885"/>
                            <a:pt x="790" y="1825"/>
                            <a:pt x="821" y="1764"/>
                          </a:cubicBezTo>
                          <a:cubicBezTo>
                            <a:pt x="912" y="1673"/>
                            <a:pt x="942" y="1581"/>
                            <a:pt x="973" y="1460"/>
                          </a:cubicBezTo>
                          <a:cubicBezTo>
                            <a:pt x="973" y="1369"/>
                            <a:pt x="1003" y="1278"/>
                            <a:pt x="1064" y="1217"/>
                          </a:cubicBezTo>
                          <a:cubicBezTo>
                            <a:pt x="1246" y="1095"/>
                            <a:pt x="1277" y="852"/>
                            <a:pt x="1459" y="730"/>
                          </a:cubicBezTo>
                          <a:cubicBezTo>
                            <a:pt x="1550" y="639"/>
                            <a:pt x="1550" y="518"/>
                            <a:pt x="1490" y="426"/>
                          </a:cubicBezTo>
                          <a:cubicBezTo>
                            <a:pt x="1368" y="305"/>
                            <a:pt x="1277" y="183"/>
                            <a:pt x="1186" y="31"/>
                          </a:cubicBezTo>
                          <a:cubicBezTo>
                            <a:pt x="1155" y="31"/>
                            <a:pt x="1094" y="1"/>
                            <a:pt x="1064" y="31"/>
                          </a:cubicBezTo>
                          <a:cubicBezTo>
                            <a:pt x="851" y="62"/>
                            <a:pt x="790" y="123"/>
                            <a:pt x="790" y="335"/>
                          </a:cubicBezTo>
                          <a:cubicBezTo>
                            <a:pt x="790" y="487"/>
                            <a:pt x="699" y="639"/>
                            <a:pt x="547" y="730"/>
                          </a:cubicBezTo>
                          <a:lnTo>
                            <a:pt x="547" y="730"/>
                          </a:lnTo>
                          <a:lnTo>
                            <a:pt x="547" y="730"/>
                          </a:lnTo>
                          <a:cubicBezTo>
                            <a:pt x="456" y="791"/>
                            <a:pt x="365" y="822"/>
                            <a:pt x="243" y="82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69" name="Google Shape;549;p21">
                      <a:extLst>
                        <a:ext uri="{FF2B5EF4-FFF2-40B4-BE49-F238E27FC236}">
                          <a16:creationId xmlns:a16="http://schemas.microsoft.com/office/drawing/2014/main" id="{ECF93BF1-5EF6-FC48-3F47-16F3D92F53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2150" y="2346500"/>
                      <a:ext cx="38000" cy="524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20" h="2098" extrusionOk="0">
                          <a:moveTo>
                            <a:pt x="304" y="1490"/>
                          </a:moveTo>
                          <a:cubicBezTo>
                            <a:pt x="335" y="1520"/>
                            <a:pt x="365" y="1550"/>
                            <a:pt x="395" y="1581"/>
                          </a:cubicBezTo>
                          <a:lnTo>
                            <a:pt x="426" y="1581"/>
                          </a:lnTo>
                          <a:lnTo>
                            <a:pt x="426" y="1611"/>
                          </a:lnTo>
                          <a:lnTo>
                            <a:pt x="395" y="1611"/>
                          </a:lnTo>
                          <a:lnTo>
                            <a:pt x="395" y="1611"/>
                          </a:lnTo>
                          <a:cubicBezTo>
                            <a:pt x="304" y="1611"/>
                            <a:pt x="243" y="1642"/>
                            <a:pt x="152" y="1672"/>
                          </a:cubicBezTo>
                          <a:cubicBezTo>
                            <a:pt x="122" y="1702"/>
                            <a:pt x="91" y="1733"/>
                            <a:pt x="91" y="1794"/>
                          </a:cubicBezTo>
                          <a:cubicBezTo>
                            <a:pt x="91" y="1824"/>
                            <a:pt x="122" y="1854"/>
                            <a:pt x="152" y="1885"/>
                          </a:cubicBezTo>
                          <a:cubicBezTo>
                            <a:pt x="335" y="2006"/>
                            <a:pt x="547" y="1945"/>
                            <a:pt x="730" y="2067"/>
                          </a:cubicBezTo>
                          <a:cubicBezTo>
                            <a:pt x="760" y="2097"/>
                            <a:pt x="851" y="2067"/>
                            <a:pt x="912" y="2067"/>
                          </a:cubicBezTo>
                          <a:cubicBezTo>
                            <a:pt x="973" y="2067"/>
                            <a:pt x="1034" y="2037"/>
                            <a:pt x="1034" y="2006"/>
                          </a:cubicBezTo>
                          <a:cubicBezTo>
                            <a:pt x="1094" y="1794"/>
                            <a:pt x="1277" y="1702"/>
                            <a:pt x="1429" y="1581"/>
                          </a:cubicBezTo>
                          <a:cubicBezTo>
                            <a:pt x="1520" y="1490"/>
                            <a:pt x="1520" y="1398"/>
                            <a:pt x="1429" y="1277"/>
                          </a:cubicBezTo>
                          <a:cubicBezTo>
                            <a:pt x="1398" y="1246"/>
                            <a:pt x="1398" y="1246"/>
                            <a:pt x="1368" y="1246"/>
                          </a:cubicBezTo>
                          <a:lnTo>
                            <a:pt x="1368" y="1246"/>
                          </a:lnTo>
                          <a:lnTo>
                            <a:pt x="1368" y="1246"/>
                          </a:lnTo>
                          <a:lnTo>
                            <a:pt x="1368" y="1246"/>
                          </a:lnTo>
                          <a:cubicBezTo>
                            <a:pt x="1338" y="1246"/>
                            <a:pt x="1277" y="1246"/>
                            <a:pt x="1246" y="1246"/>
                          </a:cubicBezTo>
                          <a:lnTo>
                            <a:pt x="1246" y="1246"/>
                          </a:lnTo>
                          <a:lnTo>
                            <a:pt x="1246" y="1246"/>
                          </a:lnTo>
                          <a:lnTo>
                            <a:pt x="1246" y="1246"/>
                          </a:lnTo>
                          <a:cubicBezTo>
                            <a:pt x="1155" y="1216"/>
                            <a:pt x="1064" y="1155"/>
                            <a:pt x="1003" y="1125"/>
                          </a:cubicBezTo>
                          <a:cubicBezTo>
                            <a:pt x="973" y="1094"/>
                            <a:pt x="912" y="1034"/>
                            <a:pt x="942" y="1003"/>
                          </a:cubicBezTo>
                          <a:cubicBezTo>
                            <a:pt x="1003" y="730"/>
                            <a:pt x="760" y="486"/>
                            <a:pt x="882" y="213"/>
                          </a:cubicBezTo>
                          <a:cubicBezTo>
                            <a:pt x="882" y="213"/>
                            <a:pt x="851" y="152"/>
                            <a:pt x="821" y="122"/>
                          </a:cubicBezTo>
                          <a:cubicBezTo>
                            <a:pt x="639" y="0"/>
                            <a:pt x="426" y="91"/>
                            <a:pt x="426" y="274"/>
                          </a:cubicBezTo>
                          <a:cubicBezTo>
                            <a:pt x="426" y="517"/>
                            <a:pt x="365" y="730"/>
                            <a:pt x="274" y="942"/>
                          </a:cubicBezTo>
                          <a:cubicBezTo>
                            <a:pt x="213" y="1003"/>
                            <a:pt x="274" y="1064"/>
                            <a:pt x="335" y="1094"/>
                          </a:cubicBezTo>
                          <a:cubicBezTo>
                            <a:pt x="395" y="1125"/>
                            <a:pt x="365" y="1125"/>
                            <a:pt x="395" y="1125"/>
                          </a:cubicBezTo>
                          <a:cubicBezTo>
                            <a:pt x="395" y="1155"/>
                            <a:pt x="365" y="1186"/>
                            <a:pt x="304" y="1186"/>
                          </a:cubicBezTo>
                          <a:cubicBezTo>
                            <a:pt x="243" y="1216"/>
                            <a:pt x="31" y="1186"/>
                            <a:pt x="31" y="1307"/>
                          </a:cubicBezTo>
                          <a:cubicBezTo>
                            <a:pt x="0" y="1459"/>
                            <a:pt x="183" y="1429"/>
                            <a:pt x="304" y="1490"/>
                          </a:cubicBezTo>
                          <a:close/>
                          <a:moveTo>
                            <a:pt x="821" y="1307"/>
                          </a:moveTo>
                          <a:lnTo>
                            <a:pt x="851" y="1307"/>
                          </a:lnTo>
                          <a:lnTo>
                            <a:pt x="791" y="1307"/>
                          </a:lnTo>
                          <a:lnTo>
                            <a:pt x="791" y="1277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70" name="Google Shape;550;p21">
                      <a:extLst>
                        <a:ext uri="{FF2B5EF4-FFF2-40B4-BE49-F238E27FC236}">
                          <a16:creationId xmlns:a16="http://schemas.microsoft.com/office/drawing/2014/main" id="{05618CA2-9E75-6E8E-602A-7676385A0D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2900" y="2496200"/>
                      <a:ext cx="33475" cy="38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9" h="1551" extrusionOk="0">
                          <a:moveTo>
                            <a:pt x="122" y="578"/>
                          </a:moveTo>
                          <a:cubicBezTo>
                            <a:pt x="1" y="669"/>
                            <a:pt x="1" y="882"/>
                            <a:pt x="122" y="973"/>
                          </a:cubicBezTo>
                          <a:cubicBezTo>
                            <a:pt x="274" y="1155"/>
                            <a:pt x="457" y="1277"/>
                            <a:pt x="639" y="1429"/>
                          </a:cubicBezTo>
                          <a:cubicBezTo>
                            <a:pt x="669" y="1459"/>
                            <a:pt x="700" y="1459"/>
                            <a:pt x="761" y="1489"/>
                          </a:cubicBezTo>
                          <a:cubicBezTo>
                            <a:pt x="882" y="1550"/>
                            <a:pt x="1034" y="1489"/>
                            <a:pt x="1095" y="1368"/>
                          </a:cubicBezTo>
                          <a:cubicBezTo>
                            <a:pt x="1156" y="1186"/>
                            <a:pt x="1217" y="1034"/>
                            <a:pt x="1277" y="851"/>
                          </a:cubicBezTo>
                          <a:cubicBezTo>
                            <a:pt x="1308" y="760"/>
                            <a:pt x="1308" y="669"/>
                            <a:pt x="1338" y="578"/>
                          </a:cubicBezTo>
                          <a:cubicBezTo>
                            <a:pt x="1338" y="395"/>
                            <a:pt x="1247" y="243"/>
                            <a:pt x="1125" y="122"/>
                          </a:cubicBezTo>
                          <a:cubicBezTo>
                            <a:pt x="1034" y="30"/>
                            <a:pt x="913" y="0"/>
                            <a:pt x="791" y="30"/>
                          </a:cubicBezTo>
                          <a:lnTo>
                            <a:pt x="609" y="30"/>
                          </a:lnTo>
                          <a:cubicBezTo>
                            <a:pt x="487" y="243"/>
                            <a:pt x="305" y="395"/>
                            <a:pt x="122" y="57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71" name="Google Shape;551;p21">
                      <a:extLst>
                        <a:ext uri="{FF2B5EF4-FFF2-40B4-BE49-F238E27FC236}">
                          <a16:creationId xmlns:a16="http://schemas.microsoft.com/office/drawing/2014/main" id="{D408B8A1-DBE2-1FAC-D13E-607E5B2BA4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7350" y="2496950"/>
                      <a:ext cx="77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1" extrusionOk="0">
                          <a:moveTo>
                            <a:pt x="31" y="0"/>
                          </a:moveTo>
                          <a:lnTo>
                            <a:pt x="31" y="0"/>
                          </a:lnTo>
                          <a:lnTo>
                            <a:pt x="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72" name="Google Shape;552;p21">
                      <a:extLst>
                        <a:ext uri="{FF2B5EF4-FFF2-40B4-BE49-F238E27FC236}">
                          <a16:creationId xmlns:a16="http://schemas.microsoft.com/office/drawing/2014/main" id="{35A3D558-3BEA-8909-0EB2-7477C45DFB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5400" y="2326725"/>
                      <a:ext cx="39525" cy="289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81" h="1156" extrusionOk="0">
                          <a:moveTo>
                            <a:pt x="517" y="730"/>
                          </a:moveTo>
                          <a:cubicBezTo>
                            <a:pt x="699" y="730"/>
                            <a:pt x="760" y="913"/>
                            <a:pt x="882" y="974"/>
                          </a:cubicBezTo>
                          <a:cubicBezTo>
                            <a:pt x="1155" y="1156"/>
                            <a:pt x="1490" y="1004"/>
                            <a:pt x="1551" y="700"/>
                          </a:cubicBezTo>
                          <a:cubicBezTo>
                            <a:pt x="1551" y="609"/>
                            <a:pt x="1581" y="518"/>
                            <a:pt x="1581" y="426"/>
                          </a:cubicBezTo>
                          <a:cubicBezTo>
                            <a:pt x="1581" y="396"/>
                            <a:pt x="1581" y="366"/>
                            <a:pt x="1581" y="366"/>
                          </a:cubicBezTo>
                          <a:cubicBezTo>
                            <a:pt x="1581" y="122"/>
                            <a:pt x="1490" y="1"/>
                            <a:pt x="1277" y="31"/>
                          </a:cubicBezTo>
                          <a:cubicBezTo>
                            <a:pt x="1064" y="92"/>
                            <a:pt x="882" y="92"/>
                            <a:pt x="669" y="92"/>
                          </a:cubicBezTo>
                          <a:cubicBezTo>
                            <a:pt x="517" y="92"/>
                            <a:pt x="365" y="122"/>
                            <a:pt x="213" y="153"/>
                          </a:cubicBezTo>
                          <a:cubicBezTo>
                            <a:pt x="152" y="153"/>
                            <a:pt x="92" y="183"/>
                            <a:pt x="31" y="244"/>
                          </a:cubicBezTo>
                          <a:cubicBezTo>
                            <a:pt x="0" y="274"/>
                            <a:pt x="0" y="305"/>
                            <a:pt x="0" y="366"/>
                          </a:cubicBezTo>
                          <a:cubicBezTo>
                            <a:pt x="0" y="396"/>
                            <a:pt x="31" y="457"/>
                            <a:pt x="61" y="457"/>
                          </a:cubicBezTo>
                          <a:cubicBezTo>
                            <a:pt x="244" y="487"/>
                            <a:pt x="396" y="578"/>
                            <a:pt x="517" y="7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73" name="Google Shape;553;p21">
                      <a:extLst>
                        <a:ext uri="{FF2B5EF4-FFF2-40B4-BE49-F238E27FC236}">
                          <a16:creationId xmlns:a16="http://schemas.microsoft.com/office/drawing/2014/main" id="{62547023-8D4B-610A-E2FB-4A3F3C363A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41200" y="3395150"/>
                      <a:ext cx="20525" cy="448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21" h="1794" extrusionOk="0">
                          <a:moveTo>
                            <a:pt x="0" y="517"/>
                          </a:moveTo>
                          <a:cubicBezTo>
                            <a:pt x="91" y="760"/>
                            <a:pt x="122" y="1034"/>
                            <a:pt x="91" y="1307"/>
                          </a:cubicBezTo>
                          <a:cubicBezTo>
                            <a:pt x="91" y="1702"/>
                            <a:pt x="304" y="1793"/>
                            <a:pt x="669" y="1581"/>
                          </a:cubicBezTo>
                          <a:cubicBezTo>
                            <a:pt x="760" y="1520"/>
                            <a:pt x="821" y="1459"/>
                            <a:pt x="821" y="1368"/>
                          </a:cubicBezTo>
                          <a:lnTo>
                            <a:pt x="821" y="942"/>
                          </a:lnTo>
                          <a:lnTo>
                            <a:pt x="821" y="942"/>
                          </a:lnTo>
                          <a:lnTo>
                            <a:pt x="821" y="699"/>
                          </a:lnTo>
                          <a:cubicBezTo>
                            <a:pt x="821" y="608"/>
                            <a:pt x="821" y="547"/>
                            <a:pt x="821" y="486"/>
                          </a:cubicBezTo>
                          <a:cubicBezTo>
                            <a:pt x="791" y="274"/>
                            <a:pt x="578" y="0"/>
                            <a:pt x="304" y="182"/>
                          </a:cubicBezTo>
                          <a:cubicBezTo>
                            <a:pt x="213" y="243"/>
                            <a:pt x="152" y="274"/>
                            <a:pt x="61" y="334"/>
                          </a:cubicBezTo>
                          <a:cubicBezTo>
                            <a:pt x="0" y="365"/>
                            <a:pt x="0" y="456"/>
                            <a:pt x="0" y="51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74" name="Google Shape;554;p21">
                      <a:extLst>
                        <a:ext uri="{FF2B5EF4-FFF2-40B4-BE49-F238E27FC236}">
                          <a16:creationId xmlns:a16="http://schemas.microsoft.com/office/drawing/2014/main" id="{108B3206-83B2-E00F-DEF7-6C2C31945C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3200" y="2772800"/>
                      <a:ext cx="32700" cy="311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08" h="1247" extrusionOk="0">
                          <a:moveTo>
                            <a:pt x="92" y="760"/>
                          </a:moveTo>
                          <a:cubicBezTo>
                            <a:pt x="92" y="790"/>
                            <a:pt x="92" y="790"/>
                            <a:pt x="92" y="821"/>
                          </a:cubicBezTo>
                          <a:cubicBezTo>
                            <a:pt x="1" y="1003"/>
                            <a:pt x="153" y="1216"/>
                            <a:pt x="366" y="1216"/>
                          </a:cubicBezTo>
                          <a:cubicBezTo>
                            <a:pt x="700" y="1246"/>
                            <a:pt x="1034" y="1034"/>
                            <a:pt x="1186" y="730"/>
                          </a:cubicBezTo>
                          <a:cubicBezTo>
                            <a:pt x="1217" y="608"/>
                            <a:pt x="1247" y="517"/>
                            <a:pt x="1308" y="395"/>
                          </a:cubicBezTo>
                          <a:cubicBezTo>
                            <a:pt x="1308" y="304"/>
                            <a:pt x="1278" y="182"/>
                            <a:pt x="1156" y="122"/>
                          </a:cubicBezTo>
                          <a:cubicBezTo>
                            <a:pt x="1004" y="0"/>
                            <a:pt x="822" y="0"/>
                            <a:pt x="670" y="122"/>
                          </a:cubicBezTo>
                          <a:cubicBezTo>
                            <a:pt x="396" y="274"/>
                            <a:pt x="214" y="486"/>
                            <a:pt x="92" y="76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75" name="Google Shape;555;p21">
                      <a:extLst>
                        <a:ext uri="{FF2B5EF4-FFF2-40B4-BE49-F238E27FC236}">
                          <a16:creationId xmlns:a16="http://schemas.microsoft.com/office/drawing/2014/main" id="{A09CD698-0171-C5AC-DF15-8EE790D274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44050" y="3028875"/>
                      <a:ext cx="19775" cy="501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1" h="2007" extrusionOk="0">
                          <a:moveTo>
                            <a:pt x="365" y="31"/>
                          </a:moveTo>
                          <a:cubicBezTo>
                            <a:pt x="274" y="0"/>
                            <a:pt x="183" y="31"/>
                            <a:pt x="122" y="92"/>
                          </a:cubicBezTo>
                          <a:cubicBezTo>
                            <a:pt x="61" y="183"/>
                            <a:pt x="0" y="304"/>
                            <a:pt x="0" y="426"/>
                          </a:cubicBezTo>
                          <a:cubicBezTo>
                            <a:pt x="0" y="548"/>
                            <a:pt x="31" y="669"/>
                            <a:pt x="31" y="821"/>
                          </a:cubicBezTo>
                          <a:lnTo>
                            <a:pt x="31" y="821"/>
                          </a:lnTo>
                          <a:cubicBezTo>
                            <a:pt x="61" y="912"/>
                            <a:pt x="61" y="1034"/>
                            <a:pt x="61" y="1155"/>
                          </a:cubicBezTo>
                          <a:cubicBezTo>
                            <a:pt x="61" y="1429"/>
                            <a:pt x="152" y="1672"/>
                            <a:pt x="274" y="1915"/>
                          </a:cubicBezTo>
                          <a:cubicBezTo>
                            <a:pt x="304" y="1946"/>
                            <a:pt x="335" y="1976"/>
                            <a:pt x="396" y="1976"/>
                          </a:cubicBezTo>
                          <a:cubicBezTo>
                            <a:pt x="396" y="2007"/>
                            <a:pt x="426" y="2007"/>
                            <a:pt x="456" y="1976"/>
                          </a:cubicBezTo>
                          <a:cubicBezTo>
                            <a:pt x="456" y="1976"/>
                            <a:pt x="487" y="1946"/>
                            <a:pt x="487" y="1946"/>
                          </a:cubicBezTo>
                          <a:cubicBezTo>
                            <a:pt x="396" y="1581"/>
                            <a:pt x="426" y="1216"/>
                            <a:pt x="578" y="882"/>
                          </a:cubicBezTo>
                          <a:cubicBezTo>
                            <a:pt x="639" y="699"/>
                            <a:pt x="730" y="517"/>
                            <a:pt x="791" y="304"/>
                          </a:cubicBezTo>
                          <a:cubicBezTo>
                            <a:pt x="791" y="274"/>
                            <a:pt x="760" y="213"/>
                            <a:pt x="730" y="183"/>
                          </a:cubicBezTo>
                          <a:cubicBezTo>
                            <a:pt x="608" y="122"/>
                            <a:pt x="487" y="61"/>
                            <a:pt x="365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76" name="Google Shape;556;p21">
                      <a:extLst>
                        <a:ext uri="{FF2B5EF4-FFF2-40B4-BE49-F238E27FC236}">
                          <a16:creationId xmlns:a16="http://schemas.microsoft.com/office/drawing/2014/main" id="{306C4F06-0A43-0D1C-C950-BF5CE01949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97525" y="2642850"/>
                      <a:ext cx="33475" cy="31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9" h="1278" extrusionOk="0">
                          <a:moveTo>
                            <a:pt x="92" y="548"/>
                          </a:moveTo>
                          <a:cubicBezTo>
                            <a:pt x="153" y="578"/>
                            <a:pt x="214" y="608"/>
                            <a:pt x="275" y="608"/>
                          </a:cubicBezTo>
                          <a:cubicBezTo>
                            <a:pt x="427" y="608"/>
                            <a:pt x="548" y="700"/>
                            <a:pt x="579" y="821"/>
                          </a:cubicBezTo>
                          <a:cubicBezTo>
                            <a:pt x="639" y="943"/>
                            <a:pt x="670" y="1064"/>
                            <a:pt x="730" y="1216"/>
                          </a:cubicBezTo>
                          <a:cubicBezTo>
                            <a:pt x="761" y="1277"/>
                            <a:pt x="822" y="1277"/>
                            <a:pt x="882" y="1277"/>
                          </a:cubicBezTo>
                          <a:lnTo>
                            <a:pt x="1278" y="1155"/>
                          </a:lnTo>
                          <a:cubicBezTo>
                            <a:pt x="1308" y="1155"/>
                            <a:pt x="1308" y="1125"/>
                            <a:pt x="1338" y="1125"/>
                          </a:cubicBezTo>
                          <a:cubicBezTo>
                            <a:pt x="1338" y="1095"/>
                            <a:pt x="1338" y="1064"/>
                            <a:pt x="1338" y="1064"/>
                          </a:cubicBezTo>
                          <a:cubicBezTo>
                            <a:pt x="1247" y="882"/>
                            <a:pt x="1156" y="730"/>
                            <a:pt x="1095" y="578"/>
                          </a:cubicBezTo>
                          <a:cubicBezTo>
                            <a:pt x="1065" y="365"/>
                            <a:pt x="882" y="183"/>
                            <a:pt x="670" y="183"/>
                          </a:cubicBezTo>
                          <a:cubicBezTo>
                            <a:pt x="579" y="183"/>
                            <a:pt x="487" y="61"/>
                            <a:pt x="396" y="31"/>
                          </a:cubicBezTo>
                          <a:cubicBezTo>
                            <a:pt x="366" y="0"/>
                            <a:pt x="305" y="0"/>
                            <a:pt x="275" y="31"/>
                          </a:cubicBezTo>
                          <a:cubicBezTo>
                            <a:pt x="183" y="92"/>
                            <a:pt x="92" y="213"/>
                            <a:pt x="31" y="335"/>
                          </a:cubicBezTo>
                          <a:cubicBezTo>
                            <a:pt x="1" y="396"/>
                            <a:pt x="31" y="487"/>
                            <a:pt x="92" y="54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77" name="Google Shape;557;p21">
                      <a:extLst>
                        <a:ext uri="{FF2B5EF4-FFF2-40B4-BE49-F238E27FC236}">
                          <a16:creationId xmlns:a16="http://schemas.microsoft.com/office/drawing/2014/main" id="{479EF29F-A56B-2B39-2E24-59FE94275A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19150" y="2415650"/>
                      <a:ext cx="34200" cy="20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68" h="821" extrusionOk="0">
                          <a:moveTo>
                            <a:pt x="1033" y="821"/>
                          </a:moveTo>
                          <a:cubicBezTo>
                            <a:pt x="1155" y="790"/>
                            <a:pt x="1246" y="760"/>
                            <a:pt x="1337" y="669"/>
                          </a:cubicBezTo>
                          <a:cubicBezTo>
                            <a:pt x="1368" y="608"/>
                            <a:pt x="1368" y="547"/>
                            <a:pt x="1337" y="486"/>
                          </a:cubicBezTo>
                          <a:cubicBezTo>
                            <a:pt x="1094" y="213"/>
                            <a:pt x="760" y="61"/>
                            <a:pt x="395" y="0"/>
                          </a:cubicBezTo>
                          <a:cubicBezTo>
                            <a:pt x="243" y="0"/>
                            <a:pt x="91" y="91"/>
                            <a:pt x="30" y="243"/>
                          </a:cubicBezTo>
                          <a:cubicBezTo>
                            <a:pt x="0" y="304"/>
                            <a:pt x="0" y="426"/>
                            <a:pt x="91" y="486"/>
                          </a:cubicBezTo>
                          <a:cubicBezTo>
                            <a:pt x="334" y="638"/>
                            <a:pt x="638" y="760"/>
                            <a:pt x="942" y="82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78" name="Google Shape;558;p21">
                      <a:extLst>
                        <a:ext uri="{FF2B5EF4-FFF2-40B4-BE49-F238E27FC236}">
                          <a16:creationId xmlns:a16="http://schemas.microsoft.com/office/drawing/2014/main" id="{5F7C6047-4FE1-5696-783D-C78E17FEE7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51525" y="2373100"/>
                      <a:ext cx="22825" cy="289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13" h="1156" extrusionOk="0">
                          <a:moveTo>
                            <a:pt x="366" y="122"/>
                          </a:moveTo>
                          <a:lnTo>
                            <a:pt x="366" y="122"/>
                          </a:lnTo>
                          <a:cubicBezTo>
                            <a:pt x="275" y="152"/>
                            <a:pt x="183" y="182"/>
                            <a:pt x="123" y="243"/>
                          </a:cubicBezTo>
                          <a:cubicBezTo>
                            <a:pt x="31" y="274"/>
                            <a:pt x="31" y="304"/>
                            <a:pt x="31" y="334"/>
                          </a:cubicBezTo>
                          <a:cubicBezTo>
                            <a:pt x="1" y="547"/>
                            <a:pt x="1" y="730"/>
                            <a:pt x="92" y="942"/>
                          </a:cubicBezTo>
                          <a:cubicBezTo>
                            <a:pt x="123" y="1003"/>
                            <a:pt x="214" y="1094"/>
                            <a:pt x="275" y="1094"/>
                          </a:cubicBezTo>
                          <a:cubicBezTo>
                            <a:pt x="487" y="1155"/>
                            <a:pt x="700" y="1094"/>
                            <a:pt x="852" y="973"/>
                          </a:cubicBezTo>
                          <a:cubicBezTo>
                            <a:pt x="882" y="912"/>
                            <a:pt x="913" y="851"/>
                            <a:pt x="882" y="790"/>
                          </a:cubicBezTo>
                          <a:lnTo>
                            <a:pt x="852" y="730"/>
                          </a:lnTo>
                          <a:cubicBezTo>
                            <a:pt x="822" y="699"/>
                            <a:pt x="791" y="638"/>
                            <a:pt x="761" y="608"/>
                          </a:cubicBezTo>
                          <a:cubicBezTo>
                            <a:pt x="700" y="517"/>
                            <a:pt x="700" y="517"/>
                            <a:pt x="791" y="395"/>
                          </a:cubicBezTo>
                          <a:cubicBezTo>
                            <a:pt x="882" y="274"/>
                            <a:pt x="913" y="182"/>
                            <a:pt x="852" y="91"/>
                          </a:cubicBezTo>
                          <a:cubicBezTo>
                            <a:pt x="761" y="0"/>
                            <a:pt x="639" y="0"/>
                            <a:pt x="548" y="61"/>
                          </a:cubicBezTo>
                          <a:cubicBezTo>
                            <a:pt x="487" y="91"/>
                            <a:pt x="426" y="91"/>
                            <a:pt x="366" y="12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79" name="Google Shape;559;p21">
                      <a:extLst>
                        <a:ext uri="{FF2B5EF4-FFF2-40B4-BE49-F238E27FC236}">
                          <a16:creationId xmlns:a16="http://schemas.microsoft.com/office/drawing/2014/main" id="{2AC87713-D8DD-6FEF-BA6D-3A7599BFD8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21600" y="2396650"/>
                      <a:ext cx="35725" cy="25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29" h="1004" extrusionOk="0">
                          <a:moveTo>
                            <a:pt x="213" y="882"/>
                          </a:moveTo>
                          <a:cubicBezTo>
                            <a:pt x="395" y="912"/>
                            <a:pt x="578" y="943"/>
                            <a:pt x="730" y="973"/>
                          </a:cubicBezTo>
                          <a:cubicBezTo>
                            <a:pt x="912" y="1003"/>
                            <a:pt x="851" y="882"/>
                            <a:pt x="882" y="791"/>
                          </a:cubicBezTo>
                          <a:cubicBezTo>
                            <a:pt x="912" y="730"/>
                            <a:pt x="851" y="730"/>
                            <a:pt x="821" y="730"/>
                          </a:cubicBezTo>
                          <a:cubicBezTo>
                            <a:pt x="760" y="608"/>
                            <a:pt x="760" y="487"/>
                            <a:pt x="821" y="426"/>
                          </a:cubicBezTo>
                          <a:cubicBezTo>
                            <a:pt x="912" y="335"/>
                            <a:pt x="1034" y="304"/>
                            <a:pt x="1125" y="365"/>
                          </a:cubicBezTo>
                          <a:cubicBezTo>
                            <a:pt x="1216" y="426"/>
                            <a:pt x="1338" y="426"/>
                            <a:pt x="1429" y="395"/>
                          </a:cubicBezTo>
                          <a:cubicBezTo>
                            <a:pt x="1429" y="365"/>
                            <a:pt x="1429" y="304"/>
                            <a:pt x="1398" y="274"/>
                          </a:cubicBezTo>
                          <a:cubicBezTo>
                            <a:pt x="1247" y="122"/>
                            <a:pt x="1064" y="31"/>
                            <a:pt x="882" y="0"/>
                          </a:cubicBezTo>
                          <a:cubicBezTo>
                            <a:pt x="791" y="0"/>
                            <a:pt x="699" y="0"/>
                            <a:pt x="608" y="31"/>
                          </a:cubicBezTo>
                          <a:cubicBezTo>
                            <a:pt x="395" y="152"/>
                            <a:pt x="213" y="335"/>
                            <a:pt x="91" y="547"/>
                          </a:cubicBezTo>
                          <a:cubicBezTo>
                            <a:pt x="0" y="669"/>
                            <a:pt x="61" y="821"/>
                            <a:pt x="213" y="88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80" name="Google Shape;560;p21">
                      <a:extLst>
                        <a:ext uri="{FF2B5EF4-FFF2-40B4-BE49-F238E27FC236}">
                          <a16:creationId xmlns:a16="http://schemas.microsoft.com/office/drawing/2014/main" id="{CE2E2346-2A2C-45FC-E813-7CD6B397E2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43625" y="2416400"/>
                      <a:ext cx="25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31" extrusionOk="0">
                          <a:moveTo>
                            <a:pt x="1" y="1"/>
                          </a:moveTo>
                          <a:lnTo>
                            <a:pt x="1" y="3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81" name="Google Shape;561;p21">
                      <a:extLst>
                        <a:ext uri="{FF2B5EF4-FFF2-40B4-BE49-F238E27FC236}">
                          <a16:creationId xmlns:a16="http://schemas.microsoft.com/office/drawing/2014/main" id="{81E52E93-B8E3-A03C-A052-663B902EE9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24950" y="2400450"/>
                      <a:ext cx="27375" cy="22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95" h="913" extrusionOk="0">
                          <a:moveTo>
                            <a:pt x="61" y="304"/>
                          </a:moveTo>
                          <a:cubicBezTo>
                            <a:pt x="30" y="304"/>
                            <a:pt x="0" y="365"/>
                            <a:pt x="0" y="395"/>
                          </a:cubicBezTo>
                          <a:cubicBezTo>
                            <a:pt x="0" y="547"/>
                            <a:pt x="61" y="730"/>
                            <a:pt x="182" y="821"/>
                          </a:cubicBezTo>
                          <a:cubicBezTo>
                            <a:pt x="243" y="882"/>
                            <a:pt x="334" y="912"/>
                            <a:pt x="426" y="882"/>
                          </a:cubicBezTo>
                          <a:cubicBezTo>
                            <a:pt x="517" y="851"/>
                            <a:pt x="578" y="791"/>
                            <a:pt x="669" y="760"/>
                          </a:cubicBezTo>
                          <a:cubicBezTo>
                            <a:pt x="790" y="760"/>
                            <a:pt x="882" y="669"/>
                            <a:pt x="912" y="578"/>
                          </a:cubicBezTo>
                          <a:cubicBezTo>
                            <a:pt x="942" y="487"/>
                            <a:pt x="973" y="426"/>
                            <a:pt x="1003" y="365"/>
                          </a:cubicBezTo>
                          <a:cubicBezTo>
                            <a:pt x="1094" y="213"/>
                            <a:pt x="1064" y="152"/>
                            <a:pt x="942" y="122"/>
                          </a:cubicBezTo>
                          <a:cubicBezTo>
                            <a:pt x="882" y="61"/>
                            <a:pt x="790" y="31"/>
                            <a:pt x="699" y="0"/>
                          </a:cubicBezTo>
                          <a:lnTo>
                            <a:pt x="578" y="0"/>
                          </a:lnTo>
                          <a:cubicBezTo>
                            <a:pt x="456" y="152"/>
                            <a:pt x="274" y="243"/>
                            <a:pt x="61" y="30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82" name="Google Shape;562;p21">
                      <a:extLst>
                        <a:ext uri="{FF2B5EF4-FFF2-40B4-BE49-F238E27FC236}">
                          <a16:creationId xmlns:a16="http://schemas.microsoft.com/office/drawing/2014/main" id="{ABD91601-9CAE-4191-1E89-9CC0AB9776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9025" y="2344200"/>
                      <a:ext cx="22050" cy="296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82" h="1187" extrusionOk="0">
                          <a:moveTo>
                            <a:pt x="426" y="1186"/>
                          </a:moveTo>
                          <a:cubicBezTo>
                            <a:pt x="486" y="1186"/>
                            <a:pt x="517" y="1186"/>
                            <a:pt x="547" y="1156"/>
                          </a:cubicBezTo>
                          <a:cubicBezTo>
                            <a:pt x="638" y="1034"/>
                            <a:pt x="669" y="822"/>
                            <a:pt x="851" y="730"/>
                          </a:cubicBezTo>
                          <a:cubicBezTo>
                            <a:pt x="851" y="700"/>
                            <a:pt x="882" y="639"/>
                            <a:pt x="882" y="609"/>
                          </a:cubicBezTo>
                          <a:cubicBezTo>
                            <a:pt x="760" y="396"/>
                            <a:pt x="669" y="214"/>
                            <a:pt x="547" y="31"/>
                          </a:cubicBezTo>
                          <a:cubicBezTo>
                            <a:pt x="486" y="1"/>
                            <a:pt x="395" y="1"/>
                            <a:pt x="334" y="31"/>
                          </a:cubicBezTo>
                          <a:cubicBezTo>
                            <a:pt x="243" y="153"/>
                            <a:pt x="182" y="244"/>
                            <a:pt x="91" y="366"/>
                          </a:cubicBezTo>
                          <a:cubicBezTo>
                            <a:pt x="91" y="396"/>
                            <a:pt x="61" y="457"/>
                            <a:pt x="61" y="518"/>
                          </a:cubicBezTo>
                          <a:cubicBezTo>
                            <a:pt x="0" y="822"/>
                            <a:pt x="152" y="1095"/>
                            <a:pt x="426" y="118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83" name="Google Shape;563;p21">
                      <a:extLst>
                        <a:ext uri="{FF2B5EF4-FFF2-40B4-BE49-F238E27FC236}">
                          <a16:creationId xmlns:a16="http://schemas.microsoft.com/office/drawing/2014/main" id="{558F658E-C6A5-3D89-543C-68C268474F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6725" y="2791775"/>
                      <a:ext cx="22075" cy="236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83" h="944" extrusionOk="0">
                          <a:moveTo>
                            <a:pt x="62" y="214"/>
                          </a:moveTo>
                          <a:cubicBezTo>
                            <a:pt x="62" y="275"/>
                            <a:pt x="31" y="335"/>
                            <a:pt x="1" y="457"/>
                          </a:cubicBezTo>
                          <a:cubicBezTo>
                            <a:pt x="1" y="548"/>
                            <a:pt x="62" y="639"/>
                            <a:pt x="92" y="761"/>
                          </a:cubicBezTo>
                          <a:cubicBezTo>
                            <a:pt x="153" y="882"/>
                            <a:pt x="274" y="943"/>
                            <a:pt x="426" y="913"/>
                          </a:cubicBezTo>
                          <a:cubicBezTo>
                            <a:pt x="670" y="822"/>
                            <a:pt x="852" y="609"/>
                            <a:pt x="882" y="366"/>
                          </a:cubicBezTo>
                          <a:cubicBezTo>
                            <a:pt x="882" y="305"/>
                            <a:pt x="852" y="275"/>
                            <a:pt x="822" y="244"/>
                          </a:cubicBezTo>
                          <a:cubicBezTo>
                            <a:pt x="700" y="92"/>
                            <a:pt x="487" y="1"/>
                            <a:pt x="274" y="1"/>
                          </a:cubicBezTo>
                          <a:cubicBezTo>
                            <a:pt x="183" y="31"/>
                            <a:pt x="92" y="123"/>
                            <a:pt x="62" y="21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84" name="Google Shape;564;p21">
                      <a:extLst>
                        <a:ext uri="{FF2B5EF4-FFF2-40B4-BE49-F238E27FC236}">
                          <a16:creationId xmlns:a16="http://schemas.microsoft.com/office/drawing/2014/main" id="{E30DC7D3-5992-CEE0-85F0-E58712FB99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8600" y="2907300"/>
                      <a:ext cx="27375" cy="167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95" h="669" extrusionOk="0">
                          <a:moveTo>
                            <a:pt x="1094" y="213"/>
                          </a:moveTo>
                          <a:cubicBezTo>
                            <a:pt x="1094" y="182"/>
                            <a:pt x="1094" y="152"/>
                            <a:pt x="1094" y="91"/>
                          </a:cubicBezTo>
                          <a:cubicBezTo>
                            <a:pt x="1064" y="61"/>
                            <a:pt x="1034" y="30"/>
                            <a:pt x="1003" y="0"/>
                          </a:cubicBezTo>
                          <a:cubicBezTo>
                            <a:pt x="942" y="0"/>
                            <a:pt x="912" y="0"/>
                            <a:pt x="851" y="0"/>
                          </a:cubicBezTo>
                          <a:lnTo>
                            <a:pt x="517" y="0"/>
                          </a:lnTo>
                          <a:cubicBezTo>
                            <a:pt x="456" y="0"/>
                            <a:pt x="395" y="30"/>
                            <a:pt x="334" y="61"/>
                          </a:cubicBezTo>
                          <a:cubicBezTo>
                            <a:pt x="243" y="122"/>
                            <a:pt x="122" y="243"/>
                            <a:pt x="30" y="334"/>
                          </a:cubicBezTo>
                          <a:cubicBezTo>
                            <a:pt x="0" y="395"/>
                            <a:pt x="0" y="456"/>
                            <a:pt x="30" y="517"/>
                          </a:cubicBezTo>
                          <a:cubicBezTo>
                            <a:pt x="61" y="578"/>
                            <a:pt x="91" y="638"/>
                            <a:pt x="152" y="669"/>
                          </a:cubicBezTo>
                          <a:cubicBezTo>
                            <a:pt x="243" y="669"/>
                            <a:pt x="334" y="669"/>
                            <a:pt x="426" y="669"/>
                          </a:cubicBezTo>
                          <a:cubicBezTo>
                            <a:pt x="669" y="578"/>
                            <a:pt x="912" y="426"/>
                            <a:pt x="1094" y="21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85" name="Google Shape;565;p21">
                      <a:extLst>
                        <a:ext uri="{FF2B5EF4-FFF2-40B4-BE49-F238E27FC236}">
                          <a16:creationId xmlns:a16="http://schemas.microsoft.com/office/drawing/2014/main" id="{0F5DA83E-A7BF-FEBC-607E-6BE89F724C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11850" y="3216575"/>
                      <a:ext cx="30425" cy="19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7" h="791" extrusionOk="0">
                          <a:moveTo>
                            <a:pt x="122" y="0"/>
                          </a:moveTo>
                          <a:cubicBezTo>
                            <a:pt x="122" y="0"/>
                            <a:pt x="61" y="0"/>
                            <a:pt x="31" y="30"/>
                          </a:cubicBezTo>
                          <a:cubicBezTo>
                            <a:pt x="0" y="30"/>
                            <a:pt x="0" y="122"/>
                            <a:pt x="31" y="182"/>
                          </a:cubicBezTo>
                          <a:cubicBezTo>
                            <a:pt x="61" y="243"/>
                            <a:pt x="92" y="243"/>
                            <a:pt x="122" y="274"/>
                          </a:cubicBezTo>
                          <a:cubicBezTo>
                            <a:pt x="213" y="426"/>
                            <a:pt x="365" y="547"/>
                            <a:pt x="517" y="608"/>
                          </a:cubicBezTo>
                          <a:cubicBezTo>
                            <a:pt x="699" y="669"/>
                            <a:pt x="882" y="730"/>
                            <a:pt x="1034" y="760"/>
                          </a:cubicBezTo>
                          <a:cubicBezTo>
                            <a:pt x="1064" y="790"/>
                            <a:pt x="1095" y="790"/>
                            <a:pt x="1095" y="760"/>
                          </a:cubicBezTo>
                          <a:cubicBezTo>
                            <a:pt x="1155" y="760"/>
                            <a:pt x="1186" y="730"/>
                            <a:pt x="1186" y="699"/>
                          </a:cubicBezTo>
                          <a:cubicBezTo>
                            <a:pt x="1216" y="669"/>
                            <a:pt x="1216" y="638"/>
                            <a:pt x="1186" y="638"/>
                          </a:cubicBezTo>
                          <a:cubicBezTo>
                            <a:pt x="943" y="274"/>
                            <a:pt x="547" y="30"/>
                            <a:pt x="122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86" name="Google Shape;566;p21">
                      <a:extLst>
                        <a:ext uri="{FF2B5EF4-FFF2-40B4-BE49-F238E27FC236}">
                          <a16:creationId xmlns:a16="http://schemas.microsoft.com/office/drawing/2014/main" id="{7853B4B5-4FE8-E069-C119-D287E911B7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72500" y="3493175"/>
                      <a:ext cx="27400" cy="167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96" h="669" extrusionOk="0">
                          <a:moveTo>
                            <a:pt x="396" y="638"/>
                          </a:moveTo>
                          <a:cubicBezTo>
                            <a:pt x="548" y="608"/>
                            <a:pt x="669" y="547"/>
                            <a:pt x="791" y="486"/>
                          </a:cubicBezTo>
                          <a:cubicBezTo>
                            <a:pt x="973" y="395"/>
                            <a:pt x="1004" y="213"/>
                            <a:pt x="1095" y="61"/>
                          </a:cubicBezTo>
                          <a:cubicBezTo>
                            <a:pt x="1095" y="30"/>
                            <a:pt x="1034" y="0"/>
                            <a:pt x="1034" y="0"/>
                          </a:cubicBezTo>
                          <a:lnTo>
                            <a:pt x="487" y="91"/>
                          </a:lnTo>
                          <a:cubicBezTo>
                            <a:pt x="335" y="122"/>
                            <a:pt x="183" y="182"/>
                            <a:pt x="62" y="274"/>
                          </a:cubicBezTo>
                          <a:cubicBezTo>
                            <a:pt x="1" y="334"/>
                            <a:pt x="1" y="456"/>
                            <a:pt x="62" y="517"/>
                          </a:cubicBezTo>
                          <a:cubicBezTo>
                            <a:pt x="153" y="608"/>
                            <a:pt x="274" y="669"/>
                            <a:pt x="396" y="63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87" name="Google Shape;567;p21">
                      <a:extLst>
                        <a:ext uri="{FF2B5EF4-FFF2-40B4-BE49-F238E27FC236}">
                          <a16:creationId xmlns:a16="http://schemas.microsoft.com/office/drawing/2014/main" id="{01F16AB7-8404-46AC-BCA8-6A80671393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47850" y="2411075"/>
                      <a:ext cx="29675" cy="19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87" h="792" extrusionOk="0">
                          <a:moveTo>
                            <a:pt x="1186" y="62"/>
                          </a:moveTo>
                          <a:cubicBezTo>
                            <a:pt x="1186" y="62"/>
                            <a:pt x="1186" y="31"/>
                            <a:pt x="1186" y="31"/>
                          </a:cubicBezTo>
                          <a:cubicBezTo>
                            <a:pt x="1125" y="1"/>
                            <a:pt x="1095" y="1"/>
                            <a:pt x="1065" y="1"/>
                          </a:cubicBezTo>
                          <a:cubicBezTo>
                            <a:pt x="700" y="62"/>
                            <a:pt x="366" y="214"/>
                            <a:pt x="92" y="426"/>
                          </a:cubicBezTo>
                          <a:cubicBezTo>
                            <a:pt x="1" y="518"/>
                            <a:pt x="31" y="639"/>
                            <a:pt x="122" y="700"/>
                          </a:cubicBezTo>
                          <a:cubicBezTo>
                            <a:pt x="214" y="761"/>
                            <a:pt x="305" y="791"/>
                            <a:pt x="396" y="730"/>
                          </a:cubicBezTo>
                          <a:cubicBezTo>
                            <a:pt x="639" y="548"/>
                            <a:pt x="913" y="335"/>
                            <a:pt x="1186" y="122"/>
                          </a:cubicBezTo>
                          <a:cubicBezTo>
                            <a:pt x="1186" y="122"/>
                            <a:pt x="1186" y="92"/>
                            <a:pt x="1186" y="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88" name="Google Shape;568;p21">
                      <a:extLst>
                        <a:ext uri="{FF2B5EF4-FFF2-40B4-BE49-F238E27FC236}">
                          <a16:creationId xmlns:a16="http://schemas.microsoft.com/office/drawing/2014/main" id="{E9390F34-6084-A0DC-603E-2BFF949764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45000" y="3369300"/>
                      <a:ext cx="14450" cy="24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8" h="974" extrusionOk="0">
                          <a:moveTo>
                            <a:pt x="426" y="943"/>
                          </a:moveTo>
                          <a:cubicBezTo>
                            <a:pt x="456" y="882"/>
                            <a:pt x="487" y="821"/>
                            <a:pt x="517" y="761"/>
                          </a:cubicBezTo>
                          <a:cubicBezTo>
                            <a:pt x="547" y="639"/>
                            <a:pt x="547" y="517"/>
                            <a:pt x="578" y="396"/>
                          </a:cubicBezTo>
                          <a:lnTo>
                            <a:pt x="578" y="213"/>
                          </a:lnTo>
                          <a:cubicBezTo>
                            <a:pt x="547" y="213"/>
                            <a:pt x="547" y="183"/>
                            <a:pt x="578" y="153"/>
                          </a:cubicBezTo>
                          <a:cubicBezTo>
                            <a:pt x="578" y="61"/>
                            <a:pt x="456" y="1"/>
                            <a:pt x="365" y="31"/>
                          </a:cubicBezTo>
                          <a:cubicBezTo>
                            <a:pt x="304" y="61"/>
                            <a:pt x="213" y="92"/>
                            <a:pt x="152" y="153"/>
                          </a:cubicBezTo>
                          <a:cubicBezTo>
                            <a:pt x="31" y="213"/>
                            <a:pt x="0" y="335"/>
                            <a:pt x="0" y="457"/>
                          </a:cubicBezTo>
                          <a:cubicBezTo>
                            <a:pt x="31" y="639"/>
                            <a:pt x="91" y="791"/>
                            <a:pt x="213" y="943"/>
                          </a:cubicBezTo>
                          <a:cubicBezTo>
                            <a:pt x="274" y="973"/>
                            <a:pt x="365" y="973"/>
                            <a:pt x="426" y="94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89" name="Google Shape;569;p21">
                      <a:extLst>
                        <a:ext uri="{FF2B5EF4-FFF2-40B4-BE49-F238E27FC236}">
                          <a16:creationId xmlns:a16="http://schemas.microsoft.com/office/drawing/2014/main" id="{885F9E89-B65B-212B-B8A3-656FDF66D2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49675" y="3740125"/>
                      <a:ext cx="28150" cy="15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26" h="639" extrusionOk="0">
                          <a:moveTo>
                            <a:pt x="426" y="61"/>
                          </a:moveTo>
                          <a:cubicBezTo>
                            <a:pt x="335" y="61"/>
                            <a:pt x="214" y="61"/>
                            <a:pt x="92" y="122"/>
                          </a:cubicBezTo>
                          <a:cubicBezTo>
                            <a:pt x="31" y="122"/>
                            <a:pt x="1" y="183"/>
                            <a:pt x="31" y="213"/>
                          </a:cubicBezTo>
                          <a:cubicBezTo>
                            <a:pt x="183" y="487"/>
                            <a:pt x="548" y="639"/>
                            <a:pt x="852" y="517"/>
                          </a:cubicBezTo>
                          <a:lnTo>
                            <a:pt x="1034" y="457"/>
                          </a:lnTo>
                          <a:cubicBezTo>
                            <a:pt x="1095" y="426"/>
                            <a:pt x="1125" y="335"/>
                            <a:pt x="1095" y="274"/>
                          </a:cubicBezTo>
                          <a:cubicBezTo>
                            <a:pt x="913" y="92"/>
                            <a:pt x="670" y="1"/>
                            <a:pt x="426" y="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90" name="Google Shape;570;p21">
                      <a:extLst>
                        <a:ext uri="{FF2B5EF4-FFF2-40B4-BE49-F238E27FC236}">
                          <a16:creationId xmlns:a16="http://schemas.microsoft.com/office/drawing/2014/main" id="{94D762CB-FF7F-D46A-C2F9-DB8BEBB2D9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59750" y="2636775"/>
                      <a:ext cx="20550" cy="19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22" h="761" extrusionOk="0">
                          <a:moveTo>
                            <a:pt x="244" y="669"/>
                          </a:moveTo>
                          <a:cubicBezTo>
                            <a:pt x="456" y="760"/>
                            <a:pt x="699" y="669"/>
                            <a:pt x="791" y="456"/>
                          </a:cubicBezTo>
                          <a:cubicBezTo>
                            <a:pt x="821" y="456"/>
                            <a:pt x="821" y="426"/>
                            <a:pt x="791" y="395"/>
                          </a:cubicBezTo>
                          <a:cubicBezTo>
                            <a:pt x="760" y="243"/>
                            <a:pt x="639" y="122"/>
                            <a:pt x="517" y="31"/>
                          </a:cubicBezTo>
                          <a:cubicBezTo>
                            <a:pt x="487" y="31"/>
                            <a:pt x="426" y="0"/>
                            <a:pt x="396" y="31"/>
                          </a:cubicBezTo>
                          <a:cubicBezTo>
                            <a:pt x="152" y="31"/>
                            <a:pt x="0" y="304"/>
                            <a:pt x="122" y="517"/>
                          </a:cubicBezTo>
                          <a:cubicBezTo>
                            <a:pt x="152" y="578"/>
                            <a:pt x="183" y="639"/>
                            <a:pt x="244" y="66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91" name="Google Shape;571;p21">
                      <a:extLst>
                        <a:ext uri="{FF2B5EF4-FFF2-40B4-BE49-F238E27FC236}">
                          <a16:creationId xmlns:a16="http://schemas.microsoft.com/office/drawing/2014/main" id="{C585912A-7CEE-54A3-9038-3C1771D49C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53200" y="3493175"/>
                      <a:ext cx="33475" cy="10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9" h="426" extrusionOk="0">
                          <a:moveTo>
                            <a:pt x="213" y="0"/>
                          </a:moveTo>
                          <a:cubicBezTo>
                            <a:pt x="153" y="0"/>
                            <a:pt x="122" y="0"/>
                            <a:pt x="61" y="30"/>
                          </a:cubicBezTo>
                          <a:cubicBezTo>
                            <a:pt x="31" y="61"/>
                            <a:pt x="1" y="91"/>
                            <a:pt x="1" y="152"/>
                          </a:cubicBezTo>
                          <a:cubicBezTo>
                            <a:pt x="1" y="182"/>
                            <a:pt x="31" y="243"/>
                            <a:pt x="61" y="243"/>
                          </a:cubicBezTo>
                          <a:cubicBezTo>
                            <a:pt x="274" y="334"/>
                            <a:pt x="487" y="365"/>
                            <a:pt x="700" y="426"/>
                          </a:cubicBezTo>
                          <a:lnTo>
                            <a:pt x="761" y="426"/>
                          </a:lnTo>
                          <a:cubicBezTo>
                            <a:pt x="943" y="395"/>
                            <a:pt x="1125" y="395"/>
                            <a:pt x="1308" y="365"/>
                          </a:cubicBezTo>
                          <a:cubicBezTo>
                            <a:pt x="1308" y="365"/>
                            <a:pt x="1338" y="334"/>
                            <a:pt x="1338" y="304"/>
                          </a:cubicBezTo>
                          <a:cubicBezTo>
                            <a:pt x="1338" y="274"/>
                            <a:pt x="1338" y="243"/>
                            <a:pt x="1308" y="213"/>
                          </a:cubicBezTo>
                          <a:cubicBezTo>
                            <a:pt x="1156" y="91"/>
                            <a:pt x="973" y="30"/>
                            <a:pt x="791" y="30"/>
                          </a:cubicBezTo>
                          <a:cubicBezTo>
                            <a:pt x="609" y="61"/>
                            <a:pt x="396" y="30"/>
                            <a:pt x="213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92" name="Google Shape;572;p21">
                      <a:extLst>
                        <a:ext uri="{FF2B5EF4-FFF2-40B4-BE49-F238E27FC236}">
                          <a16:creationId xmlns:a16="http://schemas.microsoft.com/office/drawing/2014/main" id="{D7A05983-1C36-639C-5024-A2C12DFFAA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03950" y="3742400"/>
                      <a:ext cx="24325" cy="122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73" h="488" extrusionOk="0">
                          <a:moveTo>
                            <a:pt x="821" y="62"/>
                          </a:moveTo>
                          <a:cubicBezTo>
                            <a:pt x="699" y="31"/>
                            <a:pt x="608" y="1"/>
                            <a:pt x="517" y="1"/>
                          </a:cubicBezTo>
                          <a:cubicBezTo>
                            <a:pt x="395" y="31"/>
                            <a:pt x="274" y="31"/>
                            <a:pt x="152" y="62"/>
                          </a:cubicBezTo>
                          <a:cubicBezTo>
                            <a:pt x="91" y="62"/>
                            <a:pt x="61" y="153"/>
                            <a:pt x="31" y="214"/>
                          </a:cubicBezTo>
                          <a:cubicBezTo>
                            <a:pt x="0" y="274"/>
                            <a:pt x="61" y="366"/>
                            <a:pt x="122" y="366"/>
                          </a:cubicBezTo>
                          <a:cubicBezTo>
                            <a:pt x="152" y="396"/>
                            <a:pt x="183" y="426"/>
                            <a:pt x="243" y="426"/>
                          </a:cubicBezTo>
                          <a:cubicBezTo>
                            <a:pt x="456" y="487"/>
                            <a:pt x="730" y="426"/>
                            <a:pt x="912" y="274"/>
                          </a:cubicBezTo>
                          <a:cubicBezTo>
                            <a:pt x="973" y="244"/>
                            <a:pt x="973" y="214"/>
                            <a:pt x="912" y="153"/>
                          </a:cubicBezTo>
                          <a:cubicBezTo>
                            <a:pt x="882" y="122"/>
                            <a:pt x="851" y="92"/>
                            <a:pt x="821" y="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93" name="Google Shape;573;p21">
                      <a:extLst>
                        <a:ext uri="{FF2B5EF4-FFF2-40B4-BE49-F238E27FC236}">
                          <a16:creationId xmlns:a16="http://schemas.microsoft.com/office/drawing/2014/main" id="{889B2A08-7BC3-58D4-F95C-1F4DC18434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0225" y="2386775"/>
                      <a:ext cx="11425" cy="258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7" h="1034" extrusionOk="0">
                          <a:moveTo>
                            <a:pt x="92" y="1003"/>
                          </a:moveTo>
                          <a:cubicBezTo>
                            <a:pt x="153" y="1034"/>
                            <a:pt x="214" y="1034"/>
                            <a:pt x="274" y="1003"/>
                          </a:cubicBezTo>
                          <a:cubicBezTo>
                            <a:pt x="396" y="760"/>
                            <a:pt x="457" y="517"/>
                            <a:pt x="457" y="274"/>
                          </a:cubicBezTo>
                          <a:cubicBezTo>
                            <a:pt x="457" y="213"/>
                            <a:pt x="457" y="152"/>
                            <a:pt x="457" y="91"/>
                          </a:cubicBezTo>
                          <a:cubicBezTo>
                            <a:pt x="457" y="61"/>
                            <a:pt x="396" y="0"/>
                            <a:pt x="365" y="0"/>
                          </a:cubicBezTo>
                          <a:cubicBezTo>
                            <a:pt x="335" y="0"/>
                            <a:pt x="305" y="0"/>
                            <a:pt x="274" y="61"/>
                          </a:cubicBezTo>
                          <a:cubicBezTo>
                            <a:pt x="183" y="213"/>
                            <a:pt x="92" y="395"/>
                            <a:pt x="31" y="578"/>
                          </a:cubicBezTo>
                          <a:cubicBezTo>
                            <a:pt x="1" y="669"/>
                            <a:pt x="1" y="760"/>
                            <a:pt x="31" y="851"/>
                          </a:cubicBezTo>
                          <a:cubicBezTo>
                            <a:pt x="31" y="912"/>
                            <a:pt x="62" y="973"/>
                            <a:pt x="92" y="100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94" name="Google Shape;574;p21">
                      <a:extLst>
                        <a:ext uri="{FF2B5EF4-FFF2-40B4-BE49-F238E27FC236}">
                          <a16:creationId xmlns:a16="http://schemas.microsoft.com/office/drawing/2014/main" id="{51DF8B50-4E0B-4013-5097-BA665A1F4D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6575" y="2922500"/>
                      <a:ext cx="16750" cy="20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70" h="821" extrusionOk="0">
                          <a:moveTo>
                            <a:pt x="335" y="30"/>
                          </a:moveTo>
                          <a:cubicBezTo>
                            <a:pt x="92" y="152"/>
                            <a:pt x="1" y="426"/>
                            <a:pt x="92" y="669"/>
                          </a:cubicBezTo>
                          <a:cubicBezTo>
                            <a:pt x="92" y="730"/>
                            <a:pt x="183" y="760"/>
                            <a:pt x="214" y="790"/>
                          </a:cubicBezTo>
                          <a:cubicBezTo>
                            <a:pt x="244" y="821"/>
                            <a:pt x="305" y="790"/>
                            <a:pt x="335" y="730"/>
                          </a:cubicBezTo>
                          <a:cubicBezTo>
                            <a:pt x="426" y="638"/>
                            <a:pt x="487" y="517"/>
                            <a:pt x="578" y="426"/>
                          </a:cubicBezTo>
                          <a:cubicBezTo>
                            <a:pt x="609" y="365"/>
                            <a:pt x="609" y="334"/>
                            <a:pt x="639" y="304"/>
                          </a:cubicBezTo>
                          <a:cubicBezTo>
                            <a:pt x="670" y="213"/>
                            <a:pt x="639" y="122"/>
                            <a:pt x="578" y="61"/>
                          </a:cubicBezTo>
                          <a:cubicBezTo>
                            <a:pt x="487" y="0"/>
                            <a:pt x="396" y="0"/>
                            <a:pt x="335" y="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95" name="Google Shape;575;p21">
                      <a:extLst>
                        <a:ext uri="{FF2B5EF4-FFF2-40B4-BE49-F238E27FC236}">
                          <a16:creationId xmlns:a16="http://schemas.microsoft.com/office/drawing/2014/main" id="{3215FC6C-0586-7923-FBF4-B534782E4E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06525" y="3286475"/>
                      <a:ext cx="77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1" extrusionOk="0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31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96" name="Google Shape;576;p21">
                      <a:extLst>
                        <a:ext uri="{FF2B5EF4-FFF2-40B4-BE49-F238E27FC236}">
                          <a16:creationId xmlns:a16="http://schemas.microsoft.com/office/drawing/2014/main" id="{3137C1DA-595B-6CDC-F6C6-D36057D07D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01200" y="3274325"/>
                      <a:ext cx="23600" cy="19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44" h="761" extrusionOk="0">
                          <a:moveTo>
                            <a:pt x="609" y="760"/>
                          </a:moveTo>
                          <a:lnTo>
                            <a:pt x="882" y="760"/>
                          </a:lnTo>
                          <a:cubicBezTo>
                            <a:pt x="913" y="365"/>
                            <a:pt x="943" y="456"/>
                            <a:pt x="609" y="304"/>
                          </a:cubicBezTo>
                          <a:cubicBezTo>
                            <a:pt x="426" y="243"/>
                            <a:pt x="244" y="152"/>
                            <a:pt x="92" y="0"/>
                          </a:cubicBezTo>
                          <a:cubicBezTo>
                            <a:pt x="92" y="0"/>
                            <a:pt x="31" y="31"/>
                            <a:pt x="1" y="31"/>
                          </a:cubicBezTo>
                          <a:cubicBezTo>
                            <a:pt x="1" y="61"/>
                            <a:pt x="1" y="91"/>
                            <a:pt x="1" y="91"/>
                          </a:cubicBezTo>
                          <a:cubicBezTo>
                            <a:pt x="62" y="243"/>
                            <a:pt x="153" y="365"/>
                            <a:pt x="214" y="486"/>
                          </a:cubicBezTo>
                          <a:cubicBezTo>
                            <a:pt x="305" y="486"/>
                            <a:pt x="366" y="517"/>
                            <a:pt x="457" y="547"/>
                          </a:cubicBezTo>
                          <a:cubicBezTo>
                            <a:pt x="518" y="578"/>
                            <a:pt x="609" y="669"/>
                            <a:pt x="609" y="76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97" name="Google Shape;577;p21">
                      <a:extLst>
                        <a:ext uri="{FF2B5EF4-FFF2-40B4-BE49-F238E27FC236}">
                          <a16:creationId xmlns:a16="http://schemas.microsoft.com/office/drawing/2014/main" id="{4DCC44ED-37E3-B271-2C3B-9CAE95809E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16400" y="3293325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1" y="0"/>
                          </a:move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98" name="Google Shape;578;p21">
                      <a:extLst>
                        <a:ext uri="{FF2B5EF4-FFF2-40B4-BE49-F238E27FC236}">
                          <a16:creationId xmlns:a16="http://schemas.microsoft.com/office/drawing/2014/main" id="{A52B569F-D186-4681-1502-4C382DF19D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47125" y="2628400"/>
                      <a:ext cx="15225" cy="167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9" h="670" extrusionOk="0">
                          <a:moveTo>
                            <a:pt x="91" y="123"/>
                          </a:moveTo>
                          <a:cubicBezTo>
                            <a:pt x="61" y="183"/>
                            <a:pt x="31" y="244"/>
                            <a:pt x="31" y="305"/>
                          </a:cubicBezTo>
                          <a:cubicBezTo>
                            <a:pt x="0" y="426"/>
                            <a:pt x="61" y="548"/>
                            <a:pt x="152" y="609"/>
                          </a:cubicBezTo>
                          <a:cubicBezTo>
                            <a:pt x="274" y="670"/>
                            <a:pt x="426" y="670"/>
                            <a:pt x="517" y="609"/>
                          </a:cubicBezTo>
                          <a:cubicBezTo>
                            <a:pt x="547" y="578"/>
                            <a:pt x="547" y="548"/>
                            <a:pt x="578" y="548"/>
                          </a:cubicBezTo>
                          <a:cubicBezTo>
                            <a:pt x="578" y="518"/>
                            <a:pt x="608" y="487"/>
                            <a:pt x="578" y="487"/>
                          </a:cubicBezTo>
                          <a:cubicBezTo>
                            <a:pt x="517" y="366"/>
                            <a:pt x="456" y="244"/>
                            <a:pt x="395" y="92"/>
                          </a:cubicBezTo>
                          <a:cubicBezTo>
                            <a:pt x="304" y="1"/>
                            <a:pt x="152" y="1"/>
                            <a:pt x="91" y="12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299" name="Google Shape;579;p21">
                      <a:extLst>
                        <a:ext uri="{FF2B5EF4-FFF2-40B4-BE49-F238E27FC236}">
                          <a16:creationId xmlns:a16="http://schemas.microsoft.com/office/drawing/2014/main" id="{A1938D2A-3475-0005-964B-FA8735BA5A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52575" y="2306225"/>
                      <a:ext cx="15975" cy="167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39" h="669" extrusionOk="0">
                          <a:moveTo>
                            <a:pt x="213" y="639"/>
                          </a:moveTo>
                          <a:cubicBezTo>
                            <a:pt x="274" y="669"/>
                            <a:pt x="365" y="669"/>
                            <a:pt x="396" y="639"/>
                          </a:cubicBezTo>
                          <a:cubicBezTo>
                            <a:pt x="517" y="517"/>
                            <a:pt x="608" y="395"/>
                            <a:pt x="639" y="243"/>
                          </a:cubicBezTo>
                          <a:cubicBezTo>
                            <a:pt x="639" y="213"/>
                            <a:pt x="639" y="152"/>
                            <a:pt x="608" y="122"/>
                          </a:cubicBezTo>
                          <a:cubicBezTo>
                            <a:pt x="548" y="61"/>
                            <a:pt x="456" y="0"/>
                            <a:pt x="365" y="0"/>
                          </a:cubicBezTo>
                          <a:cubicBezTo>
                            <a:pt x="183" y="61"/>
                            <a:pt x="0" y="243"/>
                            <a:pt x="122" y="456"/>
                          </a:cubicBezTo>
                          <a:cubicBezTo>
                            <a:pt x="183" y="517"/>
                            <a:pt x="213" y="578"/>
                            <a:pt x="213" y="63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00" name="Google Shape;580;p21">
                      <a:extLst>
                        <a:ext uri="{FF2B5EF4-FFF2-40B4-BE49-F238E27FC236}">
                          <a16:creationId xmlns:a16="http://schemas.microsoft.com/office/drawing/2014/main" id="{5EBFEDB3-3914-C568-4697-B6B13D8895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3200" y="2438450"/>
                      <a:ext cx="14475" cy="152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9" h="608" extrusionOk="0">
                          <a:moveTo>
                            <a:pt x="1" y="486"/>
                          </a:moveTo>
                          <a:cubicBezTo>
                            <a:pt x="1" y="486"/>
                            <a:pt x="1" y="517"/>
                            <a:pt x="31" y="547"/>
                          </a:cubicBezTo>
                          <a:cubicBezTo>
                            <a:pt x="123" y="608"/>
                            <a:pt x="244" y="608"/>
                            <a:pt x="366" y="547"/>
                          </a:cubicBezTo>
                          <a:cubicBezTo>
                            <a:pt x="457" y="517"/>
                            <a:pt x="518" y="426"/>
                            <a:pt x="548" y="334"/>
                          </a:cubicBezTo>
                          <a:cubicBezTo>
                            <a:pt x="579" y="152"/>
                            <a:pt x="427" y="30"/>
                            <a:pt x="275" y="0"/>
                          </a:cubicBezTo>
                          <a:cubicBezTo>
                            <a:pt x="214" y="30"/>
                            <a:pt x="183" y="30"/>
                            <a:pt x="153" y="61"/>
                          </a:cubicBezTo>
                          <a:cubicBezTo>
                            <a:pt x="62" y="182"/>
                            <a:pt x="1" y="334"/>
                            <a:pt x="1" y="48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01" name="Google Shape;581;p21">
                      <a:extLst>
                        <a:ext uri="{FF2B5EF4-FFF2-40B4-BE49-F238E27FC236}">
                          <a16:creationId xmlns:a16="http://schemas.microsoft.com/office/drawing/2014/main" id="{87FD9E61-0C5E-AF51-336E-DB63E3A392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7475" y="2388275"/>
                      <a:ext cx="14450" cy="12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8" h="518" extrusionOk="0">
                          <a:moveTo>
                            <a:pt x="31" y="274"/>
                          </a:moveTo>
                          <a:cubicBezTo>
                            <a:pt x="91" y="426"/>
                            <a:pt x="213" y="518"/>
                            <a:pt x="395" y="518"/>
                          </a:cubicBezTo>
                          <a:cubicBezTo>
                            <a:pt x="486" y="518"/>
                            <a:pt x="578" y="426"/>
                            <a:pt x="578" y="305"/>
                          </a:cubicBezTo>
                          <a:cubicBezTo>
                            <a:pt x="547" y="153"/>
                            <a:pt x="426" y="1"/>
                            <a:pt x="243" y="1"/>
                          </a:cubicBezTo>
                          <a:cubicBezTo>
                            <a:pt x="91" y="1"/>
                            <a:pt x="0" y="123"/>
                            <a:pt x="31" y="27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02" name="Google Shape;582;p21">
                      <a:extLst>
                        <a:ext uri="{FF2B5EF4-FFF2-40B4-BE49-F238E27FC236}">
                          <a16:creationId xmlns:a16="http://schemas.microsoft.com/office/drawing/2014/main" id="{54D9D55D-0E88-9B5A-609F-3CF51639F6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54250" y="2344200"/>
                      <a:ext cx="52450" cy="410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8" h="1643" extrusionOk="0">
                          <a:moveTo>
                            <a:pt x="335" y="639"/>
                          </a:moveTo>
                          <a:lnTo>
                            <a:pt x="335" y="639"/>
                          </a:lnTo>
                          <a:lnTo>
                            <a:pt x="365" y="639"/>
                          </a:lnTo>
                          <a:cubicBezTo>
                            <a:pt x="335" y="700"/>
                            <a:pt x="304" y="791"/>
                            <a:pt x="274" y="882"/>
                          </a:cubicBezTo>
                          <a:cubicBezTo>
                            <a:pt x="213" y="974"/>
                            <a:pt x="243" y="1095"/>
                            <a:pt x="304" y="1217"/>
                          </a:cubicBezTo>
                          <a:cubicBezTo>
                            <a:pt x="365" y="1308"/>
                            <a:pt x="426" y="1399"/>
                            <a:pt x="487" y="1490"/>
                          </a:cubicBezTo>
                          <a:cubicBezTo>
                            <a:pt x="547" y="1551"/>
                            <a:pt x="638" y="1582"/>
                            <a:pt x="730" y="1612"/>
                          </a:cubicBezTo>
                          <a:cubicBezTo>
                            <a:pt x="821" y="1612"/>
                            <a:pt x="912" y="1612"/>
                            <a:pt x="1003" y="1642"/>
                          </a:cubicBezTo>
                          <a:cubicBezTo>
                            <a:pt x="1155" y="1642"/>
                            <a:pt x="1307" y="1582"/>
                            <a:pt x="1429" y="1460"/>
                          </a:cubicBezTo>
                          <a:cubicBezTo>
                            <a:pt x="1520" y="1369"/>
                            <a:pt x="1581" y="1247"/>
                            <a:pt x="1611" y="1095"/>
                          </a:cubicBezTo>
                          <a:cubicBezTo>
                            <a:pt x="1611" y="1004"/>
                            <a:pt x="1702" y="943"/>
                            <a:pt x="1794" y="913"/>
                          </a:cubicBezTo>
                          <a:cubicBezTo>
                            <a:pt x="1854" y="882"/>
                            <a:pt x="1976" y="791"/>
                            <a:pt x="2067" y="730"/>
                          </a:cubicBezTo>
                          <a:cubicBezTo>
                            <a:pt x="2097" y="700"/>
                            <a:pt x="2097" y="639"/>
                            <a:pt x="2067" y="609"/>
                          </a:cubicBezTo>
                          <a:cubicBezTo>
                            <a:pt x="2037" y="578"/>
                            <a:pt x="2006" y="548"/>
                            <a:pt x="1976" y="518"/>
                          </a:cubicBezTo>
                          <a:cubicBezTo>
                            <a:pt x="1702" y="427"/>
                            <a:pt x="1398" y="366"/>
                            <a:pt x="1125" y="335"/>
                          </a:cubicBezTo>
                          <a:cubicBezTo>
                            <a:pt x="882" y="335"/>
                            <a:pt x="669" y="366"/>
                            <a:pt x="456" y="487"/>
                          </a:cubicBezTo>
                          <a:lnTo>
                            <a:pt x="456" y="487"/>
                          </a:lnTo>
                          <a:lnTo>
                            <a:pt x="456" y="487"/>
                          </a:lnTo>
                          <a:cubicBezTo>
                            <a:pt x="456" y="366"/>
                            <a:pt x="456" y="244"/>
                            <a:pt x="426" y="123"/>
                          </a:cubicBezTo>
                          <a:cubicBezTo>
                            <a:pt x="426" y="62"/>
                            <a:pt x="304" y="1"/>
                            <a:pt x="243" y="1"/>
                          </a:cubicBezTo>
                          <a:cubicBezTo>
                            <a:pt x="152" y="31"/>
                            <a:pt x="61" y="92"/>
                            <a:pt x="31" y="183"/>
                          </a:cubicBezTo>
                          <a:cubicBezTo>
                            <a:pt x="0" y="275"/>
                            <a:pt x="0" y="396"/>
                            <a:pt x="61" y="487"/>
                          </a:cubicBezTo>
                          <a:cubicBezTo>
                            <a:pt x="122" y="578"/>
                            <a:pt x="213" y="639"/>
                            <a:pt x="335" y="63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03" name="Google Shape;583;p21">
                      <a:extLst>
                        <a:ext uri="{FF2B5EF4-FFF2-40B4-BE49-F238E27FC236}">
                          <a16:creationId xmlns:a16="http://schemas.microsoft.com/office/drawing/2014/main" id="{B046A778-759B-DFEA-B735-566A54A8D0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41625" y="3064575"/>
                      <a:ext cx="15225" cy="137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9" h="549" extrusionOk="0">
                          <a:moveTo>
                            <a:pt x="183" y="518"/>
                          </a:moveTo>
                          <a:cubicBezTo>
                            <a:pt x="335" y="487"/>
                            <a:pt x="487" y="396"/>
                            <a:pt x="578" y="275"/>
                          </a:cubicBezTo>
                          <a:cubicBezTo>
                            <a:pt x="609" y="153"/>
                            <a:pt x="487" y="1"/>
                            <a:pt x="365" y="31"/>
                          </a:cubicBezTo>
                          <a:cubicBezTo>
                            <a:pt x="274" y="31"/>
                            <a:pt x="183" y="62"/>
                            <a:pt x="92" y="92"/>
                          </a:cubicBezTo>
                          <a:cubicBezTo>
                            <a:pt x="31" y="123"/>
                            <a:pt x="1" y="214"/>
                            <a:pt x="1" y="305"/>
                          </a:cubicBezTo>
                          <a:cubicBezTo>
                            <a:pt x="1" y="335"/>
                            <a:pt x="1" y="366"/>
                            <a:pt x="1" y="396"/>
                          </a:cubicBezTo>
                          <a:cubicBezTo>
                            <a:pt x="31" y="487"/>
                            <a:pt x="92" y="548"/>
                            <a:pt x="183" y="51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04" name="Google Shape;584;p21">
                      <a:extLst>
                        <a:ext uri="{FF2B5EF4-FFF2-40B4-BE49-F238E27FC236}">
                          <a16:creationId xmlns:a16="http://schemas.microsoft.com/office/drawing/2014/main" id="{3D46C55A-150D-9766-C2A7-08715665DF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12750" y="2541025"/>
                      <a:ext cx="21300" cy="9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2" h="366" extrusionOk="0">
                          <a:moveTo>
                            <a:pt x="578" y="304"/>
                          </a:moveTo>
                          <a:cubicBezTo>
                            <a:pt x="669" y="304"/>
                            <a:pt x="730" y="244"/>
                            <a:pt x="791" y="183"/>
                          </a:cubicBezTo>
                          <a:cubicBezTo>
                            <a:pt x="821" y="183"/>
                            <a:pt x="821" y="122"/>
                            <a:pt x="852" y="92"/>
                          </a:cubicBezTo>
                          <a:cubicBezTo>
                            <a:pt x="852" y="31"/>
                            <a:pt x="821" y="31"/>
                            <a:pt x="791" y="31"/>
                          </a:cubicBezTo>
                          <a:cubicBezTo>
                            <a:pt x="609" y="0"/>
                            <a:pt x="426" y="0"/>
                            <a:pt x="244" y="31"/>
                          </a:cubicBezTo>
                          <a:cubicBezTo>
                            <a:pt x="92" y="31"/>
                            <a:pt x="31" y="152"/>
                            <a:pt x="1" y="274"/>
                          </a:cubicBezTo>
                          <a:cubicBezTo>
                            <a:pt x="183" y="335"/>
                            <a:pt x="365" y="365"/>
                            <a:pt x="578" y="30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05" name="Google Shape;585;p21">
                      <a:extLst>
                        <a:ext uri="{FF2B5EF4-FFF2-40B4-BE49-F238E27FC236}">
                          <a16:creationId xmlns:a16="http://schemas.microsoft.com/office/drawing/2014/main" id="{513F6D54-62C0-ADE5-C55D-FA2B04F2F6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3875" y="2477200"/>
                      <a:ext cx="12950" cy="129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8" h="517" extrusionOk="0">
                          <a:moveTo>
                            <a:pt x="183" y="487"/>
                          </a:moveTo>
                          <a:cubicBezTo>
                            <a:pt x="274" y="517"/>
                            <a:pt x="396" y="456"/>
                            <a:pt x="457" y="365"/>
                          </a:cubicBezTo>
                          <a:cubicBezTo>
                            <a:pt x="517" y="274"/>
                            <a:pt x="517" y="152"/>
                            <a:pt x="457" y="61"/>
                          </a:cubicBezTo>
                          <a:cubicBezTo>
                            <a:pt x="426" y="0"/>
                            <a:pt x="396" y="0"/>
                            <a:pt x="335" y="0"/>
                          </a:cubicBezTo>
                          <a:cubicBezTo>
                            <a:pt x="183" y="31"/>
                            <a:pt x="92" y="152"/>
                            <a:pt x="31" y="304"/>
                          </a:cubicBezTo>
                          <a:cubicBezTo>
                            <a:pt x="1" y="365"/>
                            <a:pt x="92" y="487"/>
                            <a:pt x="183" y="48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06" name="Google Shape;586;p21">
                      <a:extLst>
                        <a:ext uri="{FF2B5EF4-FFF2-40B4-BE49-F238E27FC236}">
                          <a16:creationId xmlns:a16="http://schemas.microsoft.com/office/drawing/2014/main" id="{6AFD04BE-D1D2-C6CC-AE31-33BC6F9EC3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32825" y="2511400"/>
                      <a:ext cx="12950" cy="20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8" h="821" extrusionOk="0">
                          <a:moveTo>
                            <a:pt x="62" y="0"/>
                          </a:moveTo>
                          <a:cubicBezTo>
                            <a:pt x="62" y="30"/>
                            <a:pt x="1" y="91"/>
                            <a:pt x="1" y="122"/>
                          </a:cubicBezTo>
                          <a:cubicBezTo>
                            <a:pt x="31" y="395"/>
                            <a:pt x="214" y="669"/>
                            <a:pt x="457" y="821"/>
                          </a:cubicBezTo>
                          <a:cubicBezTo>
                            <a:pt x="457" y="821"/>
                            <a:pt x="487" y="790"/>
                            <a:pt x="518" y="790"/>
                          </a:cubicBezTo>
                          <a:cubicBezTo>
                            <a:pt x="518" y="760"/>
                            <a:pt x="518" y="730"/>
                            <a:pt x="518" y="730"/>
                          </a:cubicBezTo>
                          <a:cubicBezTo>
                            <a:pt x="396" y="486"/>
                            <a:pt x="274" y="243"/>
                            <a:pt x="122" y="30"/>
                          </a:cubicBezTo>
                          <a:cubicBezTo>
                            <a:pt x="122" y="30"/>
                            <a:pt x="92" y="0"/>
                            <a:pt x="62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07" name="Google Shape;587;p21">
                      <a:extLst>
                        <a:ext uri="{FF2B5EF4-FFF2-40B4-BE49-F238E27FC236}">
                          <a16:creationId xmlns:a16="http://schemas.microsoft.com/office/drawing/2014/main" id="{D530F9A0-91B6-36A4-0104-09BC63E6A8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10025" y="2898175"/>
                      <a:ext cx="12950" cy="121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8" h="487" extrusionOk="0">
                          <a:moveTo>
                            <a:pt x="91" y="61"/>
                          </a:moveTo>
                          <a:cubicBezTo>
                            <a:pt x="0" y="122"/>
                            <a:pt x="31" y="244"/>
                            <a:pt x="122" y="365"/>
                          </a:cubicBezTo>
                          <a:cubicBezTo>
                            <a:pt x="122" y="395"/>
                            <a:pt x="152" y="426"/>
                            <a:pt x="213" y="456"/>
                          </a:cubicBezTo>
                          <a:cubicBezTo>
                            <a:pt x="243" y="487"/>
                            <a:pt x="335" y="487"/>
                            <a:pt x="395" y="456"/>
                          </a:cubicBezTo>
                          <a:cubicBezTo>
                            <a:pt x="426" y="426"/>
                            <a:pt x="456" y="365"/>
                            <a:pt x="517" y="335"/>
                          </a:cubicBezTo>
                          <a:cubicBezTo>
                            <a:pt x="517" y="244"/>
                            <a:pt x="456" y="152"/>
                            <a:pt x="395" y="92"/>
                          </a:cubicBezTo>
                          <a:cubicBezTo>
                            <a:pt x="274" y="61"/>
                            <a:pt x="183" y="0"/>
                            <a:pt x="91" y="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08" name="Google Shape;588;p21">
                      <a:extLst>
                        <a:ext uri="{FF2B5EF4-FFF2-40B4-BE49-F238E27FC236}">
                          <a16:creationId xmlns:a16="http://schemas.microsoft.com/office/drawing/2014/main" id="{7216CEB4-23F4-79AF-4D3E-3C8DCD9D5A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99075" y="3132975"/>
                      <a:ext cx="14475" cy="106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9" h="427" extrusionOk="0">
                          <a:moveTo>
                            <a:pt x="152" y="61"/>
                          </a:moveTo>
                          <a:cubicBezTo>
                            <a:pt x="92" y="92"/>
                            <a:pt x="31" y="153"/>
                            <a:pt x="31" y="213"/>
                          </a:cubicBezTo>
                          <a:cubicBezTo>
                            <a:pt x="1" y="244"/>
                            <a:pt x="31" y="305"/>
                            <a:pt x="61" y="335"/>
                          </a:cubicBezTo>
                          <a:cubicBezTo>
                            <a:pt x="152" y="365"/>
                            <a:pt x="244" y="396"/>
                            <a:pt x="335" y="426"/>
                          </a:cubicBezTo>
                          <a:cubicBezTo>
                            <a:pt x="365" y="426"/>
                            <a:pt x="396" y="426"/>
                            <a:pt x="426" y="426"/>
                          </a:cubicBezTo>
                          <a:cubicBezTo>
                            <a:pt x="487" y="396"/>
                            <a:pt x="517" y="396"/>
                            <a:pt x="548" y="365"/>
                          </a:cubicBezTo>
                          <a:cubicBezTo>
                            <a:pt x="578" y="335"/>
                            <a:pt x="578" y="244"/>
                            <a:pt x="548" y="183"/>
                          </a:cubicBezTo>
                          <a:cubicBezTo>
                            <a:pt x="456" y="61"/>
                            <a:pt x="274" y="1"/>
                            <a:pt x="152" y="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09" name="Google Shape;589;p21">
                      <a:extLst>
                        <a:ext uri="{FF2B5EF4-FFF2-40B4-BE49-F238E27FC236}">
                          <a16:creationId xmlns:a16="http://schemas.microsoft.com/office/drawing/2014/main" id="{6B00CEE3-B61F-23A0-BAE6-E0D63B1084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39625" y="2863225"/>
                      <a:ext cx="15225" cy="11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9" h="457" extrusionOk="0">
                          <a:moveTo>
                            <a:pt x="305" y="61"/>
                          </a:moveTo>
                          <a:cubicBezTo>
                            <a:pt x="183" y="183"/>
                            <a:pt x="62" y="243"/>
                            <a:pt x="1" y="426"/>
                          </a:cubicBezTo>
                          <a:cubicBezTo>
                            <a:pt x="153" y="456"/>
                            <a:pt x="305" y="456"/>
                            <a:pt x="457" y="426"/>
                          </a:cubicBezTo>
                          <a:cubicBezTo>
                            <a:pt x="518" y="395"/>
                            <a:pt x="548" y="365"/>
                            <a:pt x="578" y="335"/>
                          </a:cubicBezTo>
                          <a:cubicBezTo>
                            <a:pt x="609" y="304"/>
                            <a:pt x="578" y="152"/>
                            <a:pt x="548" y="91"/>
                          </a:cubicBezTo>
                          <a:cubicBezTo>
                            <a:pt x="487" y="31"/>
                            <a:pt x="366" y="0"/>
                            <a:pt x="305" y="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10" name="Google Shape;590;p21">
                      <a:extLst>
                        <a:ext uri="{FF2B5EF4-FFF2-40B4-BE49-F238E27FC236}">
                          <a16:creationId xmlns:a16="http://schemas.microsoft.com/office/drawing/2014/main" id="{2BB7478A-C1C3-238F-DC16-4287E9440C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06200" y="2874625"/>
                      <a:ext cx="41050" cy="327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42" h="1308" extrusionOk="0">
                          <a:moveTo>
                            <a:pt x="1338" y="0"/>
                          </a:moveTo>
                          <a:cubicBezTo>
                            <a:pt x="1247" y="61"/>
                            <a:pt x="1156" y="91"/>
                            <a:pt x="1034" y="91"/>
                          </a:cubicBezTo>
                          <a:cubicBezTo>
                            <a:pt x="912" y="30"/>
                            <a:pt x="791" y="91"/>
                            <a:pt x="760" y="213"/>
                          </a:cubicBezTo>
                          <a:cubicBezTo>
                            <a:pt x="760" y="243"/>
                            <a:pt x="700" y="274"/>
                            <a:pt x="669" y="274"/>
                          </a:cubicBezTo>
                          <a:cubicBezTo>
                            <a:pt x="639" y="304"/>
                            <a:pt x="639" y="274"/>
                            <a:pt x="608" y="274"/>
                          </a:cubicBezTo>
                          <a:cubicBezTo>
                            <a:pt x="122" y="365"/>
                            <a:pt x="31" y="486"/>
                            <a:pt x="1" y="942"/>
                          </a:cubicBezTo>
                          <a:cubicBezTo>
                            <a:pt x="31" y="1003"/>
                            <a:pt x="61" y="1064"/>
                            <a:pt x="92" y="1094"/>
                          </a:cubicBezTo>
                          <a:cubicBezTo>
                            <a:pt x="153" y="1155"/>
                            <a:pt x="153" y="1216"/>
                            <a:pt x="213" y="1277"/>
                          </a:cubicBezTo>
                          <a:cubicBezTo>
                            <a:pt x="244" y="1307"/>
                            <a:pt x="274" y="1307"/>
                            <a:pt x="335" y="1307"/>
                          </a:cubicBezTo>
                          <a:cubicBezTo>
                            <a:pt x="548" y="1064"/>
                            <a:pt x="821" y="912"/>
                            <a:pt x="1125" y="790"/>
                          </a:cubicBezTo>
                          <a:cubicBezTo>
                            <a:pt x="1247" y="760"/>
                            <a:pt x="1338" y="608"/>
                            <a:pt x="1490" y="547"/>
                          </a:cubicBezTo>
                          <a:cubicBezTo>
                            <a:pt x="1642" y="486"/>
                            <a:pt x="1612" y="365"/>
                            <a:pt x="1612" y="243"/>
                          </a:cubicBezTo>
                          <a:cubicBezTo>
                            <a:pt x="1581" y="122"/>
                            <a:pt x="1551" y="152"/>
                            <a:pt x="1490" y="91"/>
                          </a:cubicBezTo>
                          <a:cubicBezTo>
                            <a:pt x="1429" y="61"/>
                            <a:pt x="1399" y="30"/>
                            <a:pt x="1368" y="0"/>
                          </a:cubicBezTo>
                          <a:lnTo>
                            <a:pt x="1368" y="0"/>
                          </a:lnTo>
                          <a:lnTo>
                            <a:pt x="1338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11" name="Google Shape;591;p21">
                      <a:extLst>
                        <a:ext uri="{FF2B5EF4-FFF2-40B4-BE49-F238E27FC236}">
                          <a16:creationId xmlns:a16="http://schemas.microsoft.com/office/drawing/2014/main" id="{BA14DBCB-13FB-9939-1914-000A286488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77650" y="3856400"/>
                      <a:ext cx="10675" cy="11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7" h="457" extrusionOk="0">
                          <a:moveTo>
                            <a:pt x="31" y="274"/>
                          </a:moveTo>
                          <a:cubicBezTo>
                            <a:pt x="1" y="365"/>
                            <a:pt x="92" y="456"/>
                            <a:pt x="183" y="456"/>
                          </a:cubicBezTo>
                          <a:cubicBezTo>
                            <a:pt x="304" y="456"/>
                            <a:pt x="396" y="365"/>
                            <a:pt x="426" y="243"/>
                          </a:cubicBezTo>
                          <a:cubicBezTo>
                            <a:pt x="426" y="122"/>
                            <a:pt x="365" y="31"/>
                            <a:pt x="244" y="0"/>
                          </a:cubicBezTo>
                          <a:cubicBezTo>
                            <a:pt x="152" y="0"/>
                            <a:pt x="61" y="61"/>
                            <a:pt x="31" y="152"/>
                          </a:cubicBezTo>
                          <a:cubicBezTo>
                            <a:pt x="31" y="183"/>
                            <a:pt x="31" y="243"/>
                            <a:pt x="31" y="27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12" name="Google Shape;592;p21">
                      <a:extLst>
                        <a:ext uri="{FF2B5EF4-FFF2-40B4-BE49-F238E27FC236}">
                          <a16:creationId xmlns:a16="http://schemas.microsoft.com/office/drawing/2014/main" id="{C0DC9F89-2B4B-2467-7A20-772F342550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50775" y="2364725"/>
                      <a:ext cx="13700" cy="121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48" h="487" extrusionOk="0">
                          <a:moveTo>
                            <a:pt x="396" y="457"/>
                          </a:moveTo>
                          <a:cubicBezTo>
                            <a:pt x="426" y="396"/>
                            <a:pt x="456" y="335"/>
                            <a:pt x="487" y="305"/>
                          </a:cubicBezTo>
                          <a:cubicBezTo>
                            <a:pt x="548" y="183"/>
                            <a:pt x="456" y="61"/>
                            <a:pt x="365" y="31"/>
                          </a:cubicBezTo>
                          <a:cubicBezTo>
                            <a:pt x="274" y="1"/>
                            <a:pt x="183" y="31"/>
                            <a:pt x="92" y="92"/>
                          </a:cubicBezTo>
                          <a:cubicBezTo>
                            <a:pt x="1" y="153"/>
                            <a:pt x="1" y="274"/>
                            <a:pt x="92" y="365"/>
                          </a:cubicBezTo>
                          <a:cubicBezTo>
                            <a:pt x="153" y="457"/>
                            <a:pt x="274" y="487"/>
                            <a:pt x="396" y="45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13" name="Google Shape;593;p21">
                      <a:extLst>
                        <a:ext uri="{FF2B5EF4-FFF2-40B4-BE49-F238E27FC236}">
                          <a16:creationId xmlns:a16="http://schemas.microsoft.com/office/drawing/2014/main" id="{42799795-AE79-F50C-B064-320EFBB50C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5575" y="3838150"/>
                      <a:ext cx="13700" cy="84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48" h="336" extrusionOk="0">
                          <a:moveTo>
                            <a:pt x="305" y="31"/>
                          </a:moveTo>
                          <a:cubicBezTo>
                            <a:pt x="244" y="1"/>
                            <a:pt x="214" y="1"/>
                            <a:pt x="153" y="31"/>
                          </a:cubicBezTo>
                          <a:cubicBezTo>
                            <a:pt x="122" y="61"/>
                            <a:pt x="62" y="92"/>
                            <a:pt x="31" y="122"/>
                          </a:cubicBezTo>
                          <a:cubicBezTo>
                            <a:pt x="1" y="183"/>
                            <a:pt x="92" y="305"/>
                            <a:pt x="183" y="305"/>
                          </a:cubicBezTo>
                          <a:cubicBezTo>
                            <a:pt x="305" y="335"/>
                            <a:pt x="426" y="274"/>
                            <a:pt x="518" y="183"/>
                          </a:cubicBezTo>
                          <a:cubicBezTo>
                            <a:pt x="548" y="122"/>
                            <a:pt x="518" y="92"/>
                            <a:pt x="487" y="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14" name="Google Shape;594;p21">
                      <a:extLst>
                        <a:ext uri="{FF2B5EF4-FFF2-40B4-BE49-F238E27FC236}">
                          <a16:creationId xmlns:a16="http://schemas.microsoft.com/office/drawing/2014/main" id="{2E9BF310-8680-A121-AAB3-97FACCE80D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56375" y="2741625"/>
                      <a:ext cx="15225" cy="12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9" h="518" extrusionOk="0">
                          <a:moveTo>
                            <a:pt x="456" y="31"/>
                          </a:moveTo>
                          <a:cubicBezTo>
                            <a:pt x="426" y="62"/>
                            <a:pt x="365" y="92"/>
                            <a:pt x="335" y="122"/>
                          </a:cubicBezTo>
                          <a:cubicBezTo>
                            <a:pt x="244" y="183"/>
                            <a:pt x="61" y="183"/>
                            <a:pt x="0" y="335"/>
                          </a:cubicBezTo>
                          <a:cubicBezTo>
                            <a:pt x="0" y="366"/>
                            <a:pt x="0" y="396"/>
                            <a:pt x="0" y="457"/>
                          </a:cubicBezTo>
                          <a:cubicBezTo>
                            <a:pt x="0" y="457"/>
                            <a:pt x="31" y="487"/>
                            <a:pt x="61" y="487"/>
                          </a:cubicBezTo>
                          <a:cubicBezTo>
                            <a:pt x="122" y="487"/>
                            <a:pt x="183" y="518"/>
                            <a:pt x="244" y="487"/>
                          </a:cubicBezTo>
                          <a:cubicBezTo>
                            <a:pt x="365" y="396"/>
                            <a:pt x="456" y="335"/>
                            <a:pt x="548" y="244"/>
                          </a:cubicBezTo>
                          <a:cubicBezTo>
                            <a:pt x="608" y="183"/>
                            <a:pt x="608" y="122"/>
                            <a:pt x="578" y="62"/>
                          </a:cubicBezTo>
                          <a:cubicBezTo>
                            <a:pt x="548" y="31"/>
                            <a:pt x="487" y="1"/>
                            <a:pt x="456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15" name="Google Shape;595;p21">
                      <a:extLst>
                        <a:ext uri="{FF2B5EF4-FFF2-40B4-BE49-F238E27FC236}">
                          <a16:creationId xmlns:a16="http://schemas.microsoft.com/office/drawing/2014/main" id="{9CD5CEC8-8BE1-1621-ED78-5C3EF1B9FF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98175" y="2784200"/>
                      <a:ext cx="12175" cy="99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7" h="396" extrusionOk="0">
                          <a:moveTo>
                            <a:pt x="395" y="365"/>
                          </a:moveTo>
                          <a:cubicBezTo>
                            <a:pt x="426" y="365"/>
                            <a:pt x="456" y="304"/>
                            <a:pt x="487" y="274"/>
                          </a:cubicBezTo>
                          <a:cubicBezTo>
                            <a:pt x="487" y="213"/>
                            <a:pt x="487" y="182"/>
                            <a:pt x="456" y="152"/>
                          </a:cubicBezTo>
                          <a:cubicBezTo>
                            <a:pt x="395" y="61"/>
                            <a:pt x="304" y="0"/>
                            <a:pt x="183" y="0"/>
                          </a:cubicBezTo>
                          <a:cubicBezTo>
                            <a:pt x="122" y="0"/>
                            <a:pt x="61" y="61"/>
                            <a:pt x="31" y="122"/>
                          </a:cubicBezTo>
                          <a:cubicBezTo>
                            <a:pt x="0" y="182"/>
                            <a:pt x="31" y="243"/>
                            <a:pt x="91" y="304"/>
                          </a:cubicBezTo>
                          <a:cubicBezTo>
                            <a:pt x="183" y="365"/>
                            <a:pt x="304" y="395"/>
                            <a:pt x="395" y="36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16" name="Google Shape;596;p21">
                      <a:extLst>
                        <a:ext uri="{FF2B5EF4-FFF2-40B4-BE49-F238E27FC236}">
                          <a16:creationId xmlns:a16="http://schemas.microsoft.com/office/drawing/2014/main" id="{990DC697-F570-1F14-CDAE-0FA7A6D986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1375" y="2403475"/>
                      <a:ext cx="14475" cy="9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9" h="366" extrusionOk="0">
                          <a:moveTo>
                            <a:pt x="426" y="31"/>
                          </a:moveTo>
                          <a:cubicBezTo>
                            <a:pt x="366" y="31"/>
                            <a:pt x="274" y="1"/>
                            <a:pt x="214" y="1"/>
                          </a:cubicBezTo>
                          <a:cubicBezTo>
                            <a:pt x="183" y="1"/>
                            <a:pt x="122" y="1"/>
                            <a:pt x="92" y="31"/>
                          </a:cubicBezTo>
                          <a:cubicBezTo>
                            <a:pt x="62" y="62"/>
                            <a:pt x="31" y="92"/>
                            <a:pt x="31" y="153"/>
                          </a:cubicBezTo>
                          <a:cubicBezTo>
                            <a:pt x="1" y="183"/>
                            <a:pt x="31" y="214"/>
                            <a:pt x="92" y="244"/>
                          </a:cubicBezTo>
                          <a:cubicBezTo>
                            <a:pt x="244" y="244"/>
                            <a:pt x="426" y="305"/>
                            <a:pt x="578" y="366"/>
                          </a:cubicBezTo>
                          <a:lnTo>
                            <a:pt x="578" y="214"/>
                          </a:lnTo>
                          <a:cubicBezTo>
                            <a:pt x="548" y="62"/>
                            <a:pt x="548" y="62"/>
                            <a:pt x="426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17" name="Google Shape;597;p21">
                      <a:extLst>
                        <a:ext uri="{FF2B5EF4-FFF2-40B4-BE49-F238E27FC236}">
                          <a16:creationId xmlns:a16="http://schemas.microsoft.com/office/drawing/2014/main" id="{A712E197-78C9-3BFB-A598-54D587141A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5825" y="2412600"/>
                      <a:ext cx="25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31" extrusionOk="0">
                          <a:moveTo>
                            <a:pt x="0" y="1"/>
                          </a:moveTo>
                          <a:lnTo>
                            <a:pt x="0" y="31"/>
                          </a:lnTo>
                          <a:lnTo>
                            <a:pt x="0" y="31"/>
                          </a:lnTo>
                          <a:lnTo>
                            <a:pt x="0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18" name="Google Shape;598;p21">
                      <a:extLst>
                        <a:ext uri="{FF2B5EF4-FFF2-40B4-BE49-F238E27FC236}">
                          <a16:creationId xmlns:a16="http://schemas.microsoft.com/office/drawing/2014/main" id="{BA0E2D9D-C578-C792-583D-4ADE8BAEFF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46350" y="4468875"/>
                      <a:ext cx="25" cy="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extrusionOk="0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0" y="0"/>
                          </a:lnTo>
                          <a:lnTo>
                            <a:pt x="0" y="0"/>
                          </a:lnTo>
                          <a:cubicBezTo>
                            <a:pt x="0" y="0"/>
                            <a:pt x="0" y="0"/>
                            <a:pt x="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19" name="Google Shape;599;p21">
                      <a:extLst>
                        <a:ext uri="{FF2B5EF4-FFF2-40B4-BE49-F238E27FC236}">
                          <a16:creationId xmlns:a16="http://schemas.microsoft.com/office/drawing/2014/main" id="{BE5964F6-6413-EE21-EB71-37B63EB6A4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29625" y="4468875"/>
                      <a:ext cx="16750" cy="167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70" h="669" extrusionOk="0">
                          <a:moveTo>
                            <a:pt x="244" y="274"/>
                          </a:moveTo>
                          <a:cubicBezTo>
                            <a:pt x="183" y="365"/>
                            <a:pt x="122" y="426"/>
                            <a:pt x="61" y="517"/>
                          </a:cubicBezTo>
                          <a:cubicBezTo>
                            <a:pt x="31" y="578"/>
                            <a:pt x="1" y="608"/>
                            <a:pt x="1" y="669"/>
                          </a:cubicBezTo>
                          <a:cubicBezTo>
                            <a:pt x="305" y="638"/>
                            <a:pt x="609" y="395"/>
                            <a:pt x="669" y="61"/>
                          </a:cubicBezTo>
                          <a:cubicBezTo>
                            <a:pt x="669" y="61"/>
                            <a:pt x="669" y="30"/>
                            <a:pt x="669" y="0"/>
                          </a:cubicBezTo>
                          <a:cubicBezTo>
                            <a:pt x="609" y="30"/>
                            <a:pt x="548" y="61"/>
                            <a:pt x="517" y="91"/>
                          </a:cubicBezTo>
                          <a:cubicBezTo>
                            <a:pt x="426" y="152"/>
                            <a:pt x="335" y="213"/>
                            <a:pt x="244" y="27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20" name="Google Shape;600;p21">
                      <a:extLst>
                        <a:ext uri="{FF2B5EF4-FFF2-40B4-BE49-F238E27FC236}">
                          <a16:creationId xmlns:a16="http://schemas.microsoft.com/office/drawing/2014/main" id="{43453EEF-5367-9A4F-A8F4-DE1F3DDA37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5700" y="4475700"/>
                      <a:ext cx="25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31" extrusionOk="0">
                          <a:moveTo>
                            <a:pt x="1" y="1"/>
                          </a:moveTo>
                          <a:lnTo>
                            <a:pt x="1" y="1"/>
                          </a:lnTo>
                          <a:lnTo>
                            <a:pt x="1" y="1"/>
                          </a:lnTo>
                          <a:lnTo>
                            <a:pt x="1" y="3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21" name="Google Shape;601;p21">
                      <a:extLst>
                        <a:ext uri="{FF2B5EF4-FFF2-40B4-BE49-F238E27FC236}">
                          <a16:creationId xmlns:a16="http://schemas.microsoft.com/office/drawing/2014/main" id="{1EBB8ACF-AF07-80C8-2664-EC0EBFBBA7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70825" y="2289500"/>
                      <a:ext cx="10650" cy="99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6" h="396" extrusionOk="0">
                          <a:moveTo>
                            <a:pt x="122" y="365"/>
                          </a:moveTo>
                          <a:cubicBezTo>
                            <a:pt x="152" y="365"/>
                            <a:pt x="213" y="365"/>
                            <a:pt x="274" y="396"/>
                          </a:cubicBezTo>
                          <a:cubicBezTo>
                            <a:pt x="304" y="365"/>
                            <a:pt x="365" y="335"/>
                            <a:pt x="365" y="274"/>
                          </a:cubicBezTo>
                          <a:cubicBezTo>
                            <a:pt x="426" y="183"/>
                            <a:pt x="365" y="61"/>
                            <a:pt x="243" y="31"/>
                          </a:cubicBezTo>
                          <a:cubicBezTo>
                            <a:pt x="183" y="0"/>
                            <a:pt x="92" y="31"/>
                            <a:pt x="31" y="152"/>
                          </a:cubicBezTo>
                          <a:cubicBezTo>
                            <a:pt x="0" y="213"/>
                            <a:pt x="31" y="304"/>
                            <a:pt x="122" y="36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22" name="Google Shape;602;p21">
                      <a:extLst>
                        <a:ext uri="{FF2B5EF4-FFF2-40B4-BE49-F238E27FC236}">
                          <a16:creationId xmlns:a16="http://schemas.microsoft.com/office/drawing/2014/main" id="{B469C0A5-B128-17C0-B893-23B0BB2612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0100" y="2427800"/>
                      <a:ext cx="10675" cy="11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7" h="457" extrusionOk="0">
                          <a:moveTo>
                            <a:pt x="1" y="274"/>
                          </a:moveTo>
                          <a:cubicBezTo>
                            <a:pt x="1" y="304"/>
                            <a:pt x="31" y="365"/>
                            <a:pt x="62" y="396"/>
                          </a:cubicBezTo>
                          <a:cubicBezTo>
                            <a:pt x="183" y="456"/>
                            <a:pt x="305" y="426"/>
                            <a:pt x="396" y="335"/>
                          </a:cubicBezTo>
                          <a:cubicBezTo>
                            <a:pt x="426" y="335"/>
                            <a:pt x="426" y="304"/>
                            <a:pt x="426" y="274"/>
                          </a:cubicBezTo>
                          <a:cubicBezTo>
                            <a:pt x="396" y="213"/>
                            <a:pt x="335" y="122"/>
                            <a:pt x="274" y="61"/>
                          </a:cubicBezTo>
                          <a:cubicBezTo>
                            <a:pt x="214" y="0"/>
                            <a:pt x="153" y="61"/>
                            <a:pt x="62" y="92"/>
                          </a:cubicBezTo>
                          <a:cubicBezTo>
                            <a:pt x="31" y="152"/>
                            <a:pt x="31" y="213"/>
                            <a:pt x="1" y="27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23" name="Google Shape;603;p21">
                      <a:extLst>
                        <a:ext uri="{FF2B5EF4-FFF2-40B4-BE49-F238E27FC236}">
                          <a16:creationId xmlns:a16="http://schemas.microsoft.com/office/drawing/2014/main" id="{4AF5415C-E07F-BB10-4398-62540F7A31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56850" y="2416400"/>
                      <a:ext cx="9900" cy="9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6" h="366" extrusionOk="0">
                          <a:moveTo>
                            <a:pt x="1" y="213"/>
                          </a:moveTo>
                          <a:cubicBezTo>
                            <a:pt x="31" y="305"/>
                            <a:pt x="92" y="365"/>
                            <a:pt x="183" y="365"/>
                          </a:cubicBezTo>
                          <a:cubicBezTo>
                            <a:pt x="305" y="365"/>
                            <a:pt x="396" y="274"/>
                            <a:pt x="365" y="153"/>
                          </a:cubicBezTo>
                          <a:cubicBezTo>
                            <a:pt x="365" y="92"/>
                            <a:pt x="305" y="1"/>
                            <a:pt x="213" y="1"/>
                          </a:cubicBezTo>
                          <a:cubicBezTo>
                            <a:pt x="92" y="1"/>
                            <a:pt x="1" y="92"/>
                            <a:pt x="1" y="21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24" name="Google Shape;604;p21">
                      <a:extLst>
                        <a:ext uri="{FF2B5EF4-FFF2-40B4-BE49-F238E27FC236}">
                          <a16:creationId xmlns:a16="http://schemas.microsoft.com/office/drawing/2014/main" id="{D126E77F-4FB9-A70B-7D20-D0DAB0217A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0625" y="2417150"/>
                      <a:ext cx="14450" cy="84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8" h="336" extrusionOk="0">
                          <a:moveTo>
                            <a:pt x="183" y="305"/>
                          </a:moveTo>
                          <a:cubicBezTo>
                            <a:pt x="335" y="214"/>
                            <a:pt x="456" y="123"/>
                            <a:pt x="578" y="1"/>
                          </a:cubicBezTo>
                          <a:lnTo>
                            <a:pt x="152" y="1"/>
                          </a:lnTo>
                          <a:cubicBezTo>
                            <a:pt x="61" y="1"/>
                            <a:pt x="0" y="92"/>
                            <a:pt x="0" y="183"/>
                          </a:cubicBezTo>
                          <a:cubicBezTo>
                            <a:pt x="0" y="244"/>
                            <a:pt x="31" y="275"/>
                            <a:pt x="61" y="305"/>
                          </a:cubicBezTo>
                          <a:cubicBezTo>
                            <a:pt x="92" y="335"/>
                            <a:pt x="152" y="335"/>
                            <a:pt x="183" y="30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25" name="Google Shape;605;p21">
                      <a:extLst>
                        <a:ext uri="{FF2B5EF4-FFF2-40B4-BE49-F238E27FC236}">
                          <a16:creationId xmlns:a16="http://schemas.microsoft.com/office/drawing/2014/main" id="{34D94E36-A5D0-F3F4-EA1C-F76A9542D8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39175" y="2829775"/>
                      <a:ext cx="25" cy="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32" extrusionOk="0">
                          <a:moveTo>
                            <a:pt x="1" y="31"/>
                          </a:moveTo>
                          <a:lnTo>
                            <a:pt x="1" y="1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26" name="Google Shape;606;p21">
                      <a:extLst>
                        <a:ext uri="{FF2B5EF4-FFF2-40B4-BE49-F238E27FC236}">
                          <a16:creationId xmlns:a16="http://schemas.microsoft.com/office/drawing/2014/main" id="{B4794961-30F9-DA60-AD54-2B94BC5255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1975" y="3092700"/>
                      <a:ext cx="800" cy="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" h="32" extrusionOk="0">
                          <a:moveTo>
                            <a:pt x="1" y="1"/>
                          </a:moveTo>
                          <a:lnTo>
                            <a:pt x="1" y="1"/>
                          </a:lnTo>
                          <a:lnTo>
                            <a:pt x="1" y="31"/>
                          </a:lnTo>
                          <a:lnTo>
                            <a:pt x="31" y="3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27" name="Google Shape;607;p21">
                      <a:extLst>
                        <a:ext uri="{FF2B5EF4-FFF2-40B4-BE49-F238E27FC236}">
                          <a16:creationId xmlns:a16="http://schemas.microsoft.com/office/drawing/2014/main" id="{1DC35F24-95D9-8D74-B92E-AA9891F793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1975" y="3080550"/>
                      <a:ext cx="9150" cy="11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6" h="457" extrusionOk="0">
                          <a:moveTo>
                            <a:pt x="365" y="122"/>
                          </a:moveTo>
                          <a:cubicBezTo>
                            <a:pt x="365" y="61"/>
                            <a:pt x="365" y="31"/>
                            <a:pt x="305" y="0"/>
                          </a:cubicBezTo>
                          <a:cubicBezTo>
                            <a:pt x="274" y="0"/>
                            <a:pt x="274" y="0"/>
                            <a:pt x="244" y="0"/>
                          </a:cubicBezTo>
                          <a:cubicBezTo>
                            <a:pt x="122" y="31"/>
                            <a:pt x="31" y="91"/>
                            <a:pt x="31" y="213"/>
                          </a:cubicBezTo>
                          <a:cubicBezTo>
                            <a:pt x="1" y="304"/>
                            <a:pt x="1" y="395"/>
                            <a:pt x="31" y="456"/>
                          </a:cubicBezTo>
                          <a:cubicBezTo>
                            <a:pt x="62" y="456"/>
                            <a:pt x="92" y="456"/>
                            <a:pt x="122" y="426"/>
                          </a:cubicBezTo>
                          <a:cubicBezTo>
                            <a:pt x="244" y="365"/>
                            <a:pt x="335" y="243"/>
                            <a:pt x="365" y="12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28" name="Google Shape;608;p21">
                      <a:extLst>
                        <a:ext uri="{FF2B5EF4-FFF2-40B4-BE49-F238E27FC236}">
                          <a16:creationId xmlns:a16="http://schemas.microsoft.com/office/drawing/2014/main" id="{0B9B761D-1E14-78BF-8408-FEEF9FC19D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14725" y="2700600"/>
                      <a:ext cx="10675" cy="106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7" h="427" extrusionOk="0">
                          <a:moveTo>
                            <a:pt x="335" y="1"/>
                          </a:moveTo>
                          <a:cubicBezTo>
                            <a:pt x="244" y="31"/>
                            <a:pt x="183" y="61"/>
                            <a:pt x="92" y="122"/>
                          </a:cubicBezTo>
                          <a:cubicBezTo>
                            <a:pt x="31" y="152"/>
                            <a:pt x="1" y="244"/>
                            <a:pt x="31" y="335"/>
                          </a:cubicBezTo>
                          <a:cubicBezTo>
                            <a:pt x="31" y="396"/>
                            <a:pt x="92" y="426"/>
                            <a:pt x="122" y="396"/>
                          </a:cubicBezTo>
                          <a:cubicBezTo>
                            <a:pt x="274" y="335"/>
                            <a:pt x="365" y="213"/>
                            <a:pt x="426" y="61"/>
                          </a:cubicBezTo>
                          <a:cubicBezTo>
                            <a:pt x="426" y="31"/>
                            <a:pt x="426" y="31"/>
                            <a:pt x="396" y="1"/>
                          </a:cubicBezTo>
                          <a:cubicBezTo>
                            <a:pt x="365" y="1"/>
                            <a:pt x="365" y="1"/>
                            <a:pt x="335" y="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29" name="Google Shape;609;p21">
                      <a:extLst>
                        <a:ext uri="{FF2B5EF4-FFF2-40B4-BE49-F238E27FC236}">
                          <a16:creationId xmlns:a16="http://schemas.microsoft.com/office/drawing/2014/main" id="{312DCF63-C789-BC37-8FE4-C1114ABB1C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12600" y="2984050"/>
                      <a:ext cx="7625" cy="7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5" h="305" extrusionOk="0">
                          <a:moveTo>
                            <a:pt x="153" y="30"/>
                          </a:moveTo>
                          <a:cubicBezTo>
                            <a:pt x="92" y="91"/>
                            <a:pt x="62" y="122"/>
                            <a:pt x="1" y="182"/>
                          </a:cubicBezTo>
                          <a:cubicBezTo>
                            <a:pt x="1" y="213"/>
                            <a:pt x="1" y="213"/>
                            <a:pt x="1" y="243"/>
                          </a:cubicBezTo>
                          <a:cubicBezTo>
                            <a:pt x="62" y="274"/>
                            <a:pt x="92" y="304"/>
                            <a:pt x="122" y="304"/>
                          </a:cubicBezTo>
                          <a:cubicBezTo>
                            <a:pt x="183" y="274"/>
                            <a:pt x="244" y="243"/>
                            <a:pt x="274" y="213"/>
                          </a:cubicBezTo>
                          <a:cubicBezTo>
                            <a:pt x="305" y="182"/>
                            <a:pt x="305" y="122"/>
                            <a:pt x="305" y="91"/>
                          </a:cubicBezTo>
                          <a:cubicBezTo>
                            <a:pt x="274" y="30"/>
                            <a:pt x="213" y="0"/>
                            <a:pt x="153" y="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30" name="Google Shape;610;p21">
                      <a:extLst>
                        <a:ext uri="{FF2B5EF4-FFF2-40B4-BE49-F238E27FC236}">
                          <a16:creationId xmlns:a16="http://schemas.microsoft.com/office/drawing/2014/main" id="{05D94FEF-7057-23D1-7190-418D8B9478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49225" y="2434650"/>
                      <a:ext cx="11425" cy="83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7" h="335" extrusionOk="0">
                          <a:moveTo>
                            <a:pt x="457" y="122"/>
                          </a:moveTo>
                          <a:cubicBezTo>
                            <a:pt x="457" y="91"/>
                            <a:pt x="426" y="61"/>
                            <a:pt x="396" y="61"/>
                          </a:cubicBezTo>
                          <a:cubicBezTo>
                            <a:pt x="274" y="0"/>
                            <a:pt x="122" y="30"/>
                            <a:pt x="31" y="122"/>
                          </a:cubicBezTo>
                          <a:cubicBezTo>
                            <a:pt x="1" y="152"/>
                            <a:pt x="1" y="213"/>
                            <a:pt x="31" y="243"/>
                          </a:cubicBezTo>
                          <a:cubicBezTo>
                            <a:pt x="61" y="274"/>
                            <a:pt x="122" y="304"/>
                            <a:pt x="183" y="334"/>
                          </a:cubicBezTo>
                          <a:cubicBezTo>
                            <a:pt x="274" y="274"/>
                            <a:pt x="365" y="213"/>
                            <a:pt x="426" y="152"/>
                          </a:cubicBezTo>
                          <a:cubicBezTo>
                            <a:pt x="457" y="152"/>
                            <a:pt x="457" y="122"/>
                            <a:pt x="457" y="12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31" name="Google Shape;611;p21">
                      <a:extLst>
                        <a:ext uri="{FF2B5EF4-FFF2-40B4-BE49-F238E27FC236}">
                          <a16:creationId xmlns:a16="http://schemas.microsoft.com/office/drawing/2014/main" id="{3A8EA1CF-37D6-FCF9-1471-604050D4EF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53025" y="2442250"/>
                      <a:ext cx="800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" h="1" extrusionOk="0">
                          <a:moveTo>
                            <a:pt x="31" y="0"/>
                          </a:moveTo>
                          <a:lnTo>
                            <a:pt x="1" y="0"/>
                          </a:lnTo>
                          <a:lnTo>
                            <a:pt x="1" y="0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32" name="Google Shape;612;p21">
                      <a:extLst>
                        <a:ext uri="{FF2B5EF4-FFF2-40B4-BE49-F238E27FC236}">
                          <a16:creationId xmlns:a16="http://schemas.microsoft.com/office/drawing/2014/main" id="{774E452C-D95D-A2F3-9D3B-CF08A3078B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8975" y="2823700"/>
                      <a:ext cx="7625" cy="99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5" h="396" extrusionOk="0">
                          <a:moveTo>
                            <a:pt x="92" y="1"/>
                          </a:moveTo>
                          <a:cubicBezTo>
                            <a:pt x="62" y="1"/>
                            <a:pt x="31" y="31"/>
                            <a:pt x="1" y="61"/>
                          </a:cubicBezTo>
                          <a:cubicBezTo>
                            <a:pt x="1" y="92"/>
                            <a:pt x="1" y="153"/>
                            <a:pt x="1" y="183"/>
                          </a:cubicBezTo>
                          <a:cubicBezTo>
                            <a:pt x="62" y="244"/>
                            <a:pt x="123" y="335"/>
                            <a:pt x="183" y="396"/>
                          </a:cubicBezTo>
                          <a:cubicBezTo>
                            <a:pt x="214" y="396"/>
                            <a:pt x="214" y="396"/>
                            <a:pt x="244" y="396"/>
                          </a:cubicBezTo>
                          <a:cubicBezTo>
                            <a:pt x="274" y="365"/>
                            <a:pt x="305" y="335"/>
                            <a:pt x="305" y="305"/>
                          </a:cubicBezTo>
                          <a:cubicBezTo>
                            <a:pt x="274" y="153"/>
                            <a:pt x="214" y="61"/>
                            <a:pt x="92" y="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33" name="Google Shape;613;p21">
                      <a:extLst>
                        <a:ext uri="{FF2B5EF4-FFF2-40B4-BE49-F238E27FC236}">
                          <a16:creationId xmlns:a16="http://schemas.microsoft.com/office/drawing/2014/main" id="{B4BB16EE-E768-849B-01A8-1C24DB3793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56675" y="2959725"/>
                      <a:ext cx="6875" cy="10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5" h="426" extrusionOk="0">
                          <a:moveTo>
                            <a:pt x="213" y="31"/>
                          </a:moveTo>
                          <a:cubicBezTo>
                            <a:pt x="183" y="31"/>
                            <a:pt x="122" y="31"/>
                            <a:pt x="122" y="61"/>
                          </a:cubicBezTo>
                          <a:cubicBezTo>
                            <a:pt x="61" y="92"/>
                            <a:pt x="31" y="152"/>
                            <a:pt x="1" y="213"/>
                          </a:cubicBezTo>
                          <a:cubicBezTo>
                            <a:pt x="1" y="274"/>
                            <a:pt x="31" y="335"/>
                            <a:pt x="61" y="365"/>
                          </a:cubicBezTo>
                          <a:cubicBezTo>
                            <a:pt x="61" y="396"/>
                            <a:pt x="153" y="426"/>
                            <a:pt x="183" y="426"/>
                          </a:cubicBezTo>
                          <a:cubicBezTo>
                            <a:pt x="213" y="365"/>
                            <a:pt x="244" y="335"/>
                            <a:pt x="274" y="274"/>
                          </a:cubicBezTo>
                          <a:cubicBezTo>
                            <a:pt x="274" y="213"/>
                            <a:pt x="274" y="122"/>
                            <a:pt x="244" y="61"/>
                          </a:cubicBezTo>
                          <a:cubicBezTo>
                            <a:pt x="244" y="0"/>
                            <a:pt x="244" y="31"/>
                            <a:pt x="213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34" name="Google Shape;614;p21">
                      <a:extLst>
                        <a:ext uri="{FF2B5EF4-FFF2-40B4-BE49-F238E27FC236}">
                          <a16:creationId xmlns:a16="http://schemas.microsoft.com/office/drawing/2014/main" id="{C88D6B1A-6A5A-BDFC-67D4-CECE5B1172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5825" y="2331300"/>
                      <a:ext cx="9900" cy="68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6" h="274" extrusionOk="0">
                          <a:moveTo>
                            <a:pt x="152" y="274"/>
                          </a:moveTo>
                          <a:cubicBezTo>
                            <a:pt x="183" y="274"/>
                            <a:pt x="213" y="274"/>
                            <a:pt x="244" y="274"/>
                          </a:cubicBezTo>
                          <a:cubicBezTo>
                            <a:pt x="335" y="274"/>
                            <a:pt x="395" y="183"/>
                            <a:pt x="365" y="91"/>
                          </a:cubicBezTo>
                          <a:cubicBezTo>
                            <a:pt x="335" y="31"/>
                            <a:pt x="274" y="0"/>
                            <a:pt x="213" y="0"/>
                          </a:cubicBezTo>
                          <a:cubicBezTo>
                            <a:pt x="122" y="0"/>
                            <a:pt x="0" y="91"/>
                            <a:pt x="31" y="152"/>
                          </a:cubicBezTo>
                          <a:cubicBezTo>
                            <a:pt x="61" y="183"/>
                            <a:pt x="92" y="243"/>
                            <a:pt x="152" y="27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35" name="Google Shape;615;p21">
                      <a:extLst>
                        <a:ext uri="{FF2B5EF4-FFF2-40B4-BE49-F238E27FC236}">
                          <a16:creationId xmlns:a16="http://schemas.microsoft.com/office/drawing/2014/main" id="{15D91485-7C4E-75D1-DF05-D1DB449BB2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58375" y="2332050"/>
                      <a:ext cx="7625" cy="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5" h="244" extrusionOk="0">
                          <a:moveTo>
                            <a:pt x="152" y="244"/>
                          </a:moveTo>
                          <a:cubicBezTo>
                            <a:pt x="244" y="244"/>
                            <a:pt x="304" y="153"/>
                            <a:pt x="274" y="92"/>
                          </a:cubicBezTo>
                          <a:cubicBezTo>
                            <a:pt x="274" y="31"/>
                            <a:pt x="213" y="1"/>
                            <a:pt x="152" y="1"/>
                          </a:cubicBezTo>
                          <a:cubicBezTo>
                            <a:pt x="92" y="1"/>
                            <a:pt x="1" y="92"/>
                            <a:pt x="31" y="153"/>
                          </a:cubicBezTo>
                          <a:cubicBezTo>
                            <a:pt x="61" y="183"/>
                            <a:pt x="122" y="213"/>
                            <a:pt x="152" y="24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36" name="Google Shape;616;p21">
                      <a:extLst>
                        <a:ext uri="{FF2B5EF4-FFF2-40B4-BE49-F238E27FC236}">
                          <a16:creationId xmlns:a16="http://schemas.microsoft.com/office/drawing/2014/main" id="{4421A530-DC67-8DA6-8BC0-63C6C3DC77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29175" y="2390575"/>
                      <a:ext cx="8375" cy="68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5" h="274" extrusionOk="0">
                          <a:moveTo>
                            <a:pt x="0" y="61"/>
                          </a:moveTo>
                          <a:cubicBezTo>
                            <a:pt x="0" y="91"/>
                            <a:pt x="0" y="152"/>
                            <a:pt x="31" y="182"/>
                          </a:cubicBezTo>
                          <a:cubicBezTo>
                            <a:pt x="61" y="243"/>
                            <a:pt x="122" y="274"/>
                            <a:pt x="213" y="274"/>
                          </a:cubicBezTo>
                          <a:cubicBezTo>
                            <a:pt x="274" y="274"/>
                            <a:pt x="334" y="213"/>
                            <a:pt x="334" y="152"/>
                          </a:cubicBezTo>
                          <a:cubicBezTo>
                            <a:pt x="334" y="122"/>
                            <a:pt x="304" y="61"/>
                            <a:pt x="274" y="31"/>
                          </a:cubicBezTo>
                          <a:cubicBezTo>
                            <a:pt x="213" y="0"/>
                            <a:pt x="152" y="0"/>
                            <a:pt x="91" y="0"/>
                          </a:cubicBezTo>
                          <a:cubicBezTo>
                            <a:pt x="61" y="0"/>
                            <a:pt x="0" y="31"/>
                            <a:pt x="0" y="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37" name="Google Shape;617;p21">
                      <a:extLst>
                        <a:ext uri="{FF2B5EF4-FFF2-40B4-BE49-F238E27FC236}">
                          <a16:creationId xmlns:a16="http://schemas.microsoft.com/office/drawing/2014/main" id="{B032BD9E-9D7E-A735-D164-0DC3AA42DA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4425" y="2492400"/>
                      <a:ext cx="12950" cy="83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8" h="335" extrusionOk="0">
                          <a:moveTo>
                            <a:pt x="365" y="213"/>
                          </a:moveTo>
                          <a:lnTo>
                            <a:pt x="517" y="182"/>
                          </a:lnTo>
                          <a:cubicBezTo>
                            <a:pt x="365" y="61"/>
                            <a:pt x="183" y="0"/>
                            <a:pt x="1" y="61"/>
                          </a:cubicBezTo>
                          <a:cubicBezTo>
                            <a:pt x="92" y="334"/>
                            <a:pt x="92" y="334"/>
                            <a:pt x="365" y="21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38" name="Google Shape;618;p21">
                      <a:extLst>
                        <a:ext uri="{FF2B5EF4-FFF2-40B4-BE49-F238E27FC236}">
                          <a16:creationId xmlns:a16="http://schemas.microsoft.com/office/drawing/2014/main" id="{DFC15CBB-F4BC-0006-ED71-C6D6965459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4425" y="2494675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1" y="0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39" name="Google Shape;619;p21">
                      <a:extLst>
                        <a:ext uri="{FF2B5EF4-FFF2-40B4-BE49-F238E27FC236}">
                          <a16:creationId xmlns:a16="http://schemas.microsoft.com/office/drawing/2014/main" id="{1486F1C9-3578-270C-8AC0-465A1AC457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85250" y="3797125"/>
                      <a:ext cx="6100" cy="68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" h="274" extrusionOk="0">
                          <a:moveTo>
                            <a:pt x="183" y="31"/>
                          </a:moveTo>
                          <a:cubicBezTo>
                            <a:pt x="152" y="0"/>
                            <a:pt x="92" y="0"/>
                            <a:pt x="61" y="0"/>
                          </a:cubicBezTo>
                          <a:cubicBezTo>
                            <a:pt x="31" y="31"/>
                            <a:pt x="0" y="92"/>
                            <a:pt x="31" y="122"/>
                          </a:cubicBezTo>
                          <a:cubicBezTo>
                            <a:pt x="31" y="183"/>
                            <a:pt x="92" y="213"/>
                            <a:pt x="122" y="274"/>
                          </a:cubicBezTo>
                          <a:cubicBezTo>
                            <a:pt x="122" y="274"/>
                            <a:pt x="213" y="243"/>
                            <a:pt x="244" y="213"/>
                          </a:cubicBezTo>
                          <a:cubicBezTo>
                            <a:pt x="244" y="152"/>
                            <a:pt x="213" y="92"/>
                            <a:pt x="183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40" name="Google Shape;620;p21">
                      <a:extLst>
                        <a:ext uri="{FF2B5EF4-FFF2-40B4-BE49-F238E27FC236}">
                          <a16:creationId xmlns:a16="http://schemas.microsoft.com/office/drawing/2014/main" id="{A9F89C98-6B9A-9A66-FFA8-51CADCD28D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79925" y="3772800"/>
                      <a:ext cx="7625" cy="68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5" h="275" extrusionOk="0">
                          <a:moveTo>
                            <a:pt x="305" y="92"/>
                          </a:moveTo>
                          <a:cubicBezTo>
                            <a:pt x="274" y="61"/>
                            <a:pt x="244" y="1"/>
                            <a:pt x="213" y="1"/>
                          </a:cubicBezTo>
                          <a:cubicBezTo>
                            <a:pt x="122" y="1"/>
                            <a:pt x="31" y="61"/>
                            <a:pt x="1" y="122"/>
                          </a:cubicBezTo>
                          <a:cubicBezTo>
                            <a:pt x="1" y="183"/>
                            <a:pt x="1" y="213"/>
                            <a:pt x="61" y="244"/>
                          </a:cubicBezTo>
                          <a:cubicBezTo>
                            <a:pt x="153" y="274"/>
                            <a:pt x="274" y="213"/>
                            <a:pt x="305" y="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41" name="Google Shape;621;p21">
                      <a:extLst>
                        <a:ext uri="{FF2B5EF4-FFF2-40B4-BE49-F238E27FC236}">
                          <a16:creationId xmlns:a16="http://schemas.microsoft.com/office/drawing/2014/main" id="{97089759-7409-7BEC-5363-1945A9FC65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6725" y="2895900"/>
                      <a:ext cx="9150" cy="7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6" h="305" extrusionOk="0">
                          <a:moveTo>
                            <a:pt x="92" y="31"/>
                          </a:moveTo>
                          <a:cubicBezTo>
                            <a:pt x="31" y="31"/>
                            <a:pt x="1" y="91"/>
                            <a:pt x="31" y="122"/>
                          </a:cubicBezTo>
                          <a:cubicBezTo>
                            <a:pt x="62" y="213"/>
                            <a:pt x="123" y="274"/>
                            <a:pt x="214" y="304"/>
                          </a:cubicBezTo>
                          <a:cubicBezTo>
                            <a:pt x="244" y="304"/>
                            <a:pt x="305" y="274"/>
                            <a:pt x="366" y="243"/>
                          </a:cubicBezTo>
                          <a:cubicBezTo>
                            <a:pt x="366" y="213"/>
                            <a:pt x="366" y="183"/>
                            <a:pt x="366" y="183"/>
                          </a:cubicBezTo>
                          <a:cubicBezTo>
                            <a:pt x="335" y="61"/>
                            <a:pt x="214" y="0"/>
                            <a:pt x="92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42" name="Google Shape;622;p21">
                      <a:extLst>
                        <a:ext uri="{FF2B5EF4-FFF2-40B4-BE49-F238E27FC236}">
                          <a16:creationId xmlns:a16="http://schemas.microsoft.com/office/drawing/2014/main" id="{EE3E377D-9C67-1D5F-54D3-414E651C12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59550" y="3642875"/>
                      <a:ext cx="6875" cy="76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5" h="304" extrusionOk="0">
                          <a:moveTo>
                            <a:pt x="153" y="0"/>
                          </a:moveTo>
                          <a:cubicBezTo>
                            <a:pt x="62" y="0"/>
                            <a:pt x="1" y="91"/>
                            <a:pt x="1" y="182"/>
                          </a:cubicBezTo>
                          <a:cubicBezTo>
                            <a:pt x="31" y="243"/>
                            <a:pt x="62" y="304"/>
                            <a:pt x="153" y="304"/>
                          </a:cubicBezTo>
                          <a:cubicBezTo>
                            <a:pt x="214" y="304"/>
                            <a:pt x="275" y="243"/>
                            <a:pt x="275" y="182"/>
                          </a:cubicBezTo>
                          <a:cubicBezTo>
                            <a:pt x="244" y="91"/>
                            <a:pt x="214" y="0"/>
                            <a:pt x="153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43" name="Google Shape;623;p21">
                      <a:extLst>
                        <a:ext uri="{FF2B5EF4-FFF2-40B4-BE49-F238E27FC236}">
                          <a16:creationId xmlns:a16="http://schemas.microsoft.com/office/drawing/2014/main" id="{BF5ADD44-35E6-5522-D867-2403B4BB81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4000" y="3613975"/>
                      <a:ext cx="7625" cy="99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5" h="397" extrusionOk="0">
                          <a:moveTo>
                            <a:pt x="183" y="396"/>
                          </a:moveTo>
                          <a:cubicBezTo>
                            <a:pt x="304" y="275"/>
                            <a:pt x="274" y="92"/>
                            <a:pt x="122" y="1"/>
                          </a:cubicBezTo>
                          <a:cubicBezTo>
                            <a:pt x="92" y="1"/>
                            <a:pt x="61" y="1"/>
                            <a:pt x="61" y="31"/>
                          </a:cubicBezTo>
                          <a:cubicBezTo>
                            <a:pt x="0" y="153"/>
                            <a:pt x="31" y="275"/>
                            <a:pt x="122" y="396"/>
                          </a:cubicBezTo>
                          <a:cubicBezTo>
                            <a:pt x="122" y="396"/>
                            <a:pt x="152" y="396"/>
                            <a:pt x="183" y="39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44" name="Google Shape;624;p21">
                      <a:extLst>
                        <a:ext uri="{FF2B5EF4-FFF2-40B4-BE49-F238E27FC236}">
                          <a16:creationId xmlns:a16="http://schemas.microsoft.com/office/drawing/2014/main" id="{EC746C5C-A14B-24A1-0964-771CA4229C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57275" y="3613225"/>
                      <a:ext cx="8400" cy="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6" h="244" extrusionOk="0">
                          <a:moveTo>
                            <a:pt x="1" y="92"/>
                          </a:moveTo>
                          <a:cubicBezTo>
                            <a:pt x="1" y="92"/>
                            <a:pt x="1" y="153"/>
                            <a:pt x="1" y="183"/>
                          </a:cubicBezTo>
                          <a:cubicBezTo>
                            <a:pt x="1" y="244"/>
                            <a:pt x="31" y="213"/>
                            <a:pt x="62" y="213"/>
                          </a:cubicBezTo>
                          <a:cubicBezTo>
                            <a:pt x="153" y="213"/>
                            <a:pt x="244" y="183"/>
                            <a:pt x="305" y="122"/>
                          </a:cubicBezTo>
                          <a:cubicBezTo>
                            <a:pt x="305" y="122"/>
                            <a:pt x="305" y="92"/>
                            <a:pt x="335" y="61"/>
                          </a:cubicBezTo>
                          <a:cubicBezTo>
                            <a:pt x="335" y="31"/>
                            <a:pt x="305" y="31"/>
                            <a:pt x="274" y="31"/>
                          </a:cubicBezTo>
                          <a:cubicBezTo>
                            <a:pt x="183" y="1"/>
                            <a:pt x="92" y="1"/>
                            <a:pt x="1" y="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45" name="Google Shape;625;p21">
                      <a:extLst>
                        <a:ext uri="{FF2B5EF4-FFF2-40B4-BE49-F238E27FC236}">
                          <a16:creationId xmlns:a16="http://schemas.microsoft.com/office/drawing/2014/main" id="{03E11616-A488-D26F-749F-D0FA3506B1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18075" y="3700625"/>
                      <a:ext cx="6850" cy="53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4" h="213" extrusionOk="0">
                          <a:moveTo>
                            <a:pt x="244" y="182"/>
                          </a:moveTo>
                          <a:cubicBezTo>
                            <a:pt x="244" y="182"/>
                            <a:pt x="274" y="152"/>
                            <a:pt x="274" y="152"/>
                          </a:cubicBezTo>
                          <a:cubicBezTo>
                            <a:pt x="274" y="152"/>
                            <a:pt x="274" y="61"/>
                            <a:pt x="244" y="30"/>
                          </a:cubicBezTo>
                          <a:cubicBezTo>
                            <a:pt x="183" y="0"/>
                            <a:pt x="122" y="0"/>
                            <a:pt x="61" y="30"/>
                          </a:cubicBezTo>
                          <a:cubicBezTo>
                            <a:pt x="31" y="61"/>
                            <a:pt x="31" y="91"/>
                            <a:pt x="0" y="152"/>
                          </a:cubicBezTo>
                          <a:cubicBezTo>
                            <a:pt x="0" y="182"/>
                            <a:pt x="92" y="182"/>
                            <a:pt x="122" y="213"/>
                          </a:cubicBezTo>
                          <a:cubicBezTo>
                            <a:pt x="152" y="213"/>
                            <a:pt x="183" y="213"/>
                            <a:pt x="244" y="18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46" name="Google Shape;626;p21">
                      <a:extLst>
                        <a:ext uri="{FF2B5EF4-FFF2-40B4-BE49-F238E27FC236}">
                          <a16:creationId xmlns:a16="http://schemas.microsoft.com/office/drawing/2014/main" id="{C845B386-10CF-BA95-5A3B-B44BE5D702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82975" y="2744675"/>
                      <a:ext cx="6100" cy="68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" h="275" extrusionOk="0">
                          <a:moveTo>
                            <a:pt x="213" y="61"/>
                          </a:moveTo>
                          <a:cubicBezTo>
                            <a:pt x="213" y="31"/>
                            <a:pt x="152" y="0"/>
                            <a:pt x="122" y="0"/>
                          </a:cubicBezTo>
                          <a:cubicBezTo>
                            <a:pt x="61" y="0"/>
                            <a:pt x="0" y="61"/>
                            <a:pt x="0" y="122"/>
                          </a:cubicBezTo>
                          <a:cubicBezTo>
                            <a:pt x="0" y="183"/>
                            <a:pt x="31" y="213"/>
                            <a:pt x="61" y="274"/>
                          </a:cubicBezTo>
                          <a:cubicBezTo>
                            <a:pt x="122" y="244"/>
                            <a:pt x="183" y="244"/>
                            <a:pt x="183" y="213"/>
                          </a:cubicBezTo>
                          <a:cubicBezTo>
                            <a:pt x="213" y="152"/>
                            <a:pt x="243" y="122"/>
                            <a:pt x="213" y="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47" name="Google Shape;627;p21">
                      <a:extLst>
                        <a:ext uri="{FF2B5EF4-FFF2-40B4-BE49-F238E27FC236}">
                          <a16:creationId xmlns:a16="http://schemas.microsoft.com/office/drawing/2014/main" id="{372122DD-5008-F697-46FC-720510DB0E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0875" y="2430075"/>
                      <a:ext cx="25" cy="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32" extrusionOk="0">
                          <a:moveTo>
                            <a:pt x="0" y="1"/>
                          </a:moveTo>
                          <a:lnTo>
                            <a:pt x="0" y="31"/>
                          </a:lnTo>
                          <a:lnTo>
                            <a:pt x="0" y="31"/>
                          </a:lnTo>
                          <a:lnTo>
                            <a:pt x="0" y="3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48" name="Google Shape;628;p21">
                      <a:extLst>
                        <a:ext uri="{FF2B5EF4-FFF2-40B4-BE49-F238E27FC236}">
                          <a16:creationId xmlns:a16="http://schemas.microsoft.com/office/drawing/2014/main" id="{7BEB38C6-4F1D-4D7A-3B69-E94EA558EA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74025" y="2423250"/>
                      <a:ext cx="6875" cy="68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5" h="274" extrusionOk="0">
                          <a:moveTo>
                            <a:pt x="92" y="31"/>
                          </a:moveTo>
                          <a:cubicBezTo>
                            <a:pt x="61" y="31"/>
                            <a:pt x="1" y="61"/>
                            <a:pt x="1" y="91"/>
                          </a:cubicBezTo>
                          <a:cubicBezTo>
                            <a:pt x="1" y="122"/>
                            <a:pt x="31" y="243"/>
                            <a:pt x="61" y="243"/>
                          </a:cubicBezTo>
                          <a:cubicBezTo>
                            <a:pt x="122" y="274"/>
                            <a:pt x="213" y="274"/>
                            <a:pt x="274" y="274"/>
                          </a:cubicBezTo>
                          <a:cubicBezTo>
                            <a:pt x="274" y="182"/>
                            <a:pt x="244" y="122"/>
                            <a:pt x="213" y="61"/>
                          </a:cubicBezTo>
                          <a:cubicBezTo>
                            <a:pt x="183" y="31"/>
                            <a:pt x="122" y="0"/>
                            <a:pt x="92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49" name="Google Shape;629;p21">
                      <a:extLst>
                        <a:ext uri="{FF2B5EF4-FFF2-40B4-BE49-F238E27FC236}">
                          <a16:creationId xmlns:a16="http://schemas.microsoft.com/office/drawing/2014/main" id="{C76A03AC-8440-9918-8980-6A8FE022D2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7500" y="2370050"/>
                      <a:ext cx="5350" cy="83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4" h="335" extrusionOk="0">
                          <a:moveTo>
                            <a:pt x="123" y="335"/>
                          </a:moveTo>
                          <a:cubicBezTo>
                            <a:pt x="153" y="274"/>
                            <a:pt x="183" y="213"/>
                            <a:pt x="214" y="183"/>
                          </a:cubicBezTo>
                          <a:cubicBezTo>
                            <a:pt x="214" y="122"/>
                            <a:pt x="183" y="92"/>
                            <a:pt x="153" y="61"/>
                          </a:cubicBezTo>
                          <a:cubicBezTo>
                            <a:pt x="123" y="0"/>
                            <a:pt x="31" y="61"/>
                            <a:pt x="31" y="152"/>
                          </a:cubicBezTo>
                          <a:cubicBezTo>
                            <a:pt x="1" y="213"/>
                            <a:pt x="62" y="304"/>
                            <a:pt x="123" y="33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50" name="Google Shape;630;p21">
                      <a:extLst>
                        <a:ext uri="{FF2B5EF4-FFF2-40B4-BE49-F238E27FC236}">
                          <a16:creationId xmlns:a16="http://schemas.microsoft.com/office/drawing/2014/main" id="{72CBBA10-ADDD-E8B9-F447-5E2AF9927A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0675" y="2490875"/>
                      <a:ext cx="5350" cy="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4" h="244" extrusionOk="0">
                          <a:moveTo>
                            <a:pt x="92" y="31"/>
                          </a:moveTo>
                          <a:cubicBezTo>
                            <a:pt x="31" y="31"/>
                            <a:pt x="0" y="122"/>
                            <a:pt x="0" y="183"/>
                          </a:cubicBezTo>
                          <a:cubicBezTo>
                            <a:pt x="0" y="183"/>
                            <a:pt x="0" y="213"/>
                            <a:pt x="31" y="213"/>
                          </a:cubicBezTo>
                          <a:cubicBezTo>
                            <a:pt x="61" y="243"/>
                            <a:pt x="122" y="213"/>
                            <a:pt x="152" y="213"/>
                          </a:cubicBezTo>
                          <a:cubicBezTo>
                            <a:pt x="183" y="183"/>
                            <a:pt x="213" y="122"/>
                            <a:pt x="213" y="92"/>
                          </a:cubicBezTo>
                          <a:cubicBezTo>
                            <a:pt x="183" y="0"/>
                            <a:pt x="152" y="0"/>
                            <a:pt x="92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51" name="Google Shape;631;p21">
                      <a:extLst>
                        <a:ext uri="{FF2B5EF4-FFF2-40B4-BE49-F238E27FC236}">
                          <a16:creationId xmlns:a16="http://schemas.microsoft.com/office/drawing/2014/main" id="{AE861EDC-97FD-CB04-4F89-72DF007B6D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6850" y="3447575"/>
                      <a:ext cx="8375" cy="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5" h="244" extrusionOk="0">
                          <a:moveTo>
                            <a:pt x="244" y="61"/>
                          </a:moveTo>
                          <a:cubicBezTo>
                            <a:pt x="213" y="61"/>
                            <a:pt x="183" y="31"/>
                            <a:pt x="183" y="31"/>
                          </a:cubicBezTo>
                          <a:cubicBezTo>
                            <a:pt x="153" y="0"/>
                            <a:pt x="92" y="0"/>
                            <a:pt x="61" y="31"/>
                          </a:cubicBezTo>
                          <a:cubicBezTo>
                            <a:pt x="31" y="61"/>
                            <a:pt x="1" y="92"/>
                            <a:pt x="31" y="122"/>
                          </a:cubicBezTo>
                          <a:cubicBezTo>
                            <a:pt x="31" y="183"/>
                            <a:pt x="61" y="213"/>
                            <a:pt x="92" y="213"/>
                          </a:cubicBezTo>
                          <a:cubicBezTo>
                            <a:pt x="153" y="244"/>
                            <a:pt x="244" y="244"/>
                            <a:pt x="335" y="213"/>
                          </a:cubicBezTo>
                          <a:lnTo>
                            <a:pt x="335" y="92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52" name="Google Shape;632;p21">
                      <a:extLst>
                        <a:ext uri="{FF2B5EF4-FFF2-40B4-BE49-F238E27FC236}">
                          <a16:creationId xmlns:a16="http://schemas.microsoft.com/office/drawing/2014/main" id="{1714909A-ACF1-0BD4-7E8D-0560F621C5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15200" y="3452900"/>
                      <a:ext cx="25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31" extrusionOk="0">
                          <a:moveTo>
                            <a:pt x="1" y="31"/>
                          </a:moveTo>
                          <a:lnTo>
                            <a:pt x="1" y="31"/>
                          </a:lnTo>
                          <a:lnTo>
                            <a:pt x="1" y="0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53" name="Google Shape;633;p21">
                      <a:extLst>
                        <a:ext uri="{FF2B5EF4-FFF2-40B4-BE49-F238E27FC236}">
                          <a16:creationId xmlns:a16="http://schemas.microsoft.com/office/drawing/2014/main" id="{F32F7188-7F45-5429-AA54-6238A732A9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53025" y="4708225"/>
                      <a:ext cx="6100" cy="68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" h="275" extrusionOk="0">
                          <a:moveTo>
                            <a:pt x="213" y="274"/>
                          </a:moveTo>
                          <a:cubicBezTo>
                            <a:pt x="213" y="274"/>
                            <a:pt x="244" y="244"/>
                            <a:pt x="244" y="213"/>
                          </a:cubicBezTo>
                          <a:cubicBezTo>
                            <a:pt x="244" y="122"/>
                            <a:pt x="183" y="31"/>
                            <a:pt x="122" y="1"/>
                          </a:cubicBezTo>
                          <a:cubicBezTo>
                            <a:pt x="92" y="31"/>
                            <a:pt x="31" y="31"/>
                            <a:pt x="31" y="61"/>
                          </a:cubicBezTo>
                          <a:cubicBezTo>
                            <a:pt x="1" y="153"/>
                            <a:pt x="31" y="213"/>
                            <a:pt x="153" y="274"/>
                          </a:cubicBezTo>
                          <a:cubicBezTo>
                            <a:pt x="153" y="274"/>
                            <a:pt x="183" y="274"/>
                            <a:pt x="213" y="27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54" name="Google Shape;634;p21">
                      <a:extLst>
                        <a:ext uri="{FF2B5EF4-FFF2-40B4-BE49-F238E27FC236}">
                          <a16:creationId xmlns:a16="http://schemas.microsoft.com/office/drawing/2014/main" id="{F95F6F31-6366-5212-1757-C5A4E4DAD2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2700" y="2313825"/>
                      <a:ext cx="6875" cy="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5" h="244" extrusionOk="0">
                          <a:moveTo>
                            <a:pt x="183" y="243"/>
                          </a:moveTo>
                          <a:cubicBezTo>
                            <a:pt x="183" y="243"/>
                            <a:pt x="213" y="213"/>
                            <a:pt x="244" y="213"/>
                          </a:cubicBezTo>
                          <a:cubicBezTo>
                            <a:pt x="274" y="122"/>
                            <a:pt x="213" y="31"/>
                            <a:pt x="122" y="0"/>
                          </a:cubicBezTo>
                          <a:cubicBezTo>
                            <a:pt x="92" y="0"/>
                            <a:pt x="92" y="0"/>
                            <a:pt x="61" y="0"/>
                          </a:cubicBezTo>
                          <a:cubicBezTo>
                            <a:pt x="1" y="61"/>
                            <a:pt x="1" y="122"/>
                            <a:pt x="61" y="183"/>
                          </a:cubicBezTo>
                          <a:cubicBezTo>
                            <a:pt x="92" y="213"/>
                            <a:pt x="153" y="243"/>
                            <a:pt x="183" y="24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55" name="Google Shape;635;p21">
                      <a:extLst>
                        <a:ext uri="{FF2B5EF4-FFF2-40B4-BE49-F238E27FC236}">
                          <a16:creationId xmlns:a16="http://schemas.microsoft.com/office/drawing/2014/main" id="{92A90B54-8875-8BCC-4008-967AF932D9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00175" y="2734800"/>
                      <a:ext cx="9150" cy="7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6" h="305" extrusionOk="0">
                          <a:moveTo>
                            <a:pt x="122" y="0"/>
                          </a:moveTo>
                          <a:cubicBezTo>
                            <a:pt x="61" y="31"/>
                            <a:pt x="31" y="31"/>
                            <a:pt x="0" y="61"/>
                          </a:cubicBezTo>
                          <a:lnTo>
                            <a:pt x="0" y="122"/>
                          </a:lnTo>
                          <a:cubicBezTo>
                            <a:pt x="61" y="183"/>
                            <a:pt x="122" y="243"/>
                            <a:pt x="183" y="304"/>
                          </a:cubicBezTo>
                          <a:cubicBezTo>
                            <a:pt x="213" y="304"/>
                            <a:pt x="274" y="304"/>
                            <a:pt x="304" y="304"/>
                          </a:cubicBezTo>
                          <a:cubicBezTo>
                            <a:pt x="335" y="304"/>
                            <a:pt x="365" y="183"/>
                            <a:pt x="304" y="122"/>
                          </a:cubicBezTo>
                          <a:cubicBezTo>
                            <a:pt x="274" y="61"/>
                            <a:pt x="183" y="0"/>
                            <a:pt x="122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56" name="Google Shape;636;p21">
                      <a:extLst>
                        <a:ext uri="{FF2B5EF4-FFF2-40B4-BE49-F238E27FC236}">
                          <a16:creationId xmlns:a16="http://schemas.microsoft.com/office/drawing/2014/main" id="{25CFF91A-61FD-8FBC-4222-E2E492E21D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87525" y="3810800"/>
                      <a:ext cx="3075" cy="3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" h="153" extrusionOk="0">
                          <a:moveTo>
                            <a:pt x="122" y="92"/>
                          </a:moveTo>
                          <a:cubicBezTo>
                            <a:pt x="122" y="31"/>
                            <a:pt x="92" y="0"/>
                            <a:pt x="31" y="31"/>
                          </a:cubicBezTo>
                          <a:cubicBezTo>
                            <a:pt x="31" y="31"/>
                            <a:pt x="1" y="31"/>
                            <a:pt x="1" y="61"/>
                          </a:cubicBezTo>
                          <a:cubicBezTo>
                            <a:pt x="1" y="122"/>
                            <a:pt x="1" y="152"/>
                            <a:pt x="61" y="152"/>
                          </a:cubicBezTo>
                          <a:cubicBezTo>
                            <a:pt x="92" y="152"/>
                            <a:pt x="92" y="92"/>
                            <a:pt x="122" y="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57" name="Google Shape;637;p21">
                      <a:extLst>
                        <a:ext uri="{FF2B5EF4-FFF2-40B4-BE49-F238E27FC236}">
                          <a16:creationId xmlns:a16="http://schemas.microsoft.com/office/drawing/2014/main" id="{63588C88-477A-09C2-DBDD-56B5BD057E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91775" y="2486300"/>
                      <a:ext cx="6875" cy="5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5" h="214" extrusionOk="0">
                          <a:moveTo>
                            <a:pt x="183" y="1"/>
                          </a:moveTo>
                          <a:cubicBezTo>
                            <a:pt x="92" y="1"/>
                            <a:pt x="1" y="62"/>
                            <a:pt x="31" y="183"/>
                          </a:cubicBezTo>
                          <a:cubicBezTo>
                            <a:pt x="31" y="183"/>
                            <a:pt x="62" y="214"/>
                            <a:pt x="92" y="214"/>
                          </a:cubicBezTo>
                          <a:cubicBezTo>
                            <a:pt x="153" y="214"/>
                            <a:pt x="274" y="123"/>
                            <a:pt x="214" y="62"/>
                          </a:cubicBezTo>
                          <a:cubicBezTo>
                            <a:pt x="214" y="31"/>
                            <a:pt x="183" y="1"/>
                            <a:pt x="183" y="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58" name="Google Shape;638;p21">
                      <a:extLst>
                        <a:ext uri="{FF2B5EF4-FFF2-40B4-BE49-F238E27FC236}">
                          <a16:creationId xmlns:a16="http://schemas.microsoft.com/office/drawing/2014/main" id="{FC2F1A94-6871-AC91-7432-C0C275BBBA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80375" y="2700600"/>
                      <a:ext cx="9900" cy="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6" h="244" extrusionOk="0">
                          <a:moveTo>
                            <a:pt x="31" y="61"/>
                          </a:moveTo>
                          <a:cubicBezTo>
                            <a:pt x="1" y="122"/>
                            <a:pt x="62" y="183"/>
                            <a:pt x="122" y="213"/>
                          </a:cubicBezTo>
                          <a:cubicBezTo>
                            <a:pt x="244" y="244"/>
                            <a:pt x="366" y="183"/>
                            <a:pt x="396" y="61"/>
                          </a:cubicBezTo>
                          <a:cubicBezTo>
                            <a:pt x="305" y="61"/>
                            <a:pt x="214" y="31"/>
                            <a:pt x="153" y="1"/>
                          </a:cubicBezTo>
                          <a:cubicBezTo>
                            <a:pt x="92" y="1"/>
                            <a:pt x="62" y="31"/>
                            <a:pt x="31" y="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59" name="Google Shape;639;p21">
                      <a:extLst>
                        <a:ext uri="{FF2B5EF4-FFF2-40B4-BE49-F238E27FC236}">
                          <a16:creationId xmlns:a16="http://schemas.microsoft.com/office/drawing/2014/main" id="{148620C5-094E-36CC-17A5-C42D1B05FC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90275" y="2702125"/>
                      <a:ext cx="0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h="1" extrusionOk="0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60" name="Google Shape;640;p21">
                      <a:extLst>
                        <a:ext uri="{FF2B5EF4-FFF2-40B4-BE49-F238E27FC236}">
                          <a16:creationId xmlns:a16="http://schemas.microsoft.com/office/drawing/2014/main" id="{AF1274D1-6365-9B02-7F14-4E916D2983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44825" y="2484025"/>
                      <a:ext cx="7625" cy="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5" h="244" extrusionOk="0">
                          <a:moveTo>
                            <a:pt x="244" y="92"/>
                          </a:moveTo>
                          <a:cubicBezTo>
                            <a:pt x="213" y="31"/>
                            <a:pt x="153" y="1"/>
                            <a:pt x="61" y="31"/>
                          </a:cubicBezTo>
                          <a:cubicBezTo>
                            <a:pt x="61" y="31"/>
                            <a:pt x="31" y="62"/>
                            <a:pt x="31" y="62"/>
                          </a:cubicBezTo>
                          <a:cubicBezTo>
                            <a:pt x="1" y="92"/>
                            <a:pt x="1" y="122"/>
                            <a:pt x="31" y="122"/>
                          </a:cubicBezTo>
                          <a:cubicBezTo>
                            <a:pt x="31" y="183"/>
                            <a:pt x="122" y="244"/>
                            <a:pt x="183" y="214"/>
                          </a:cubicBezTo>
                          <a:cubicBezTo>
                            <a:pt x="213" y="214"/>
                            <a:pt x="244" y="183"/>
                            <a:pt x="274" y="153"/>
                          </a:cubicBezTo>
                          <a:cubicBezTo>
                            <a:pt x="305" y="122"/>
                            <a:pt x="274" y="92"/>
                            <a:pt x="244" y="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61" name="Google Shape;641;p21">
                      <a:extLst>
                        <a:ext uri="{FF2B5EF4-FFF2-40B4-BE49-F238E27FC236}">
                          <a16:creationId xmlns:a16="http://schemas.microsoft.com/office/drawing/2014/main" id="{533AC478-FCB7-D3BB-5E9A-B05C92C90A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68400" y="3417925"/>
                      <a:ext cx="3825" cy="3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" h="153" extrusionOk="0">
                          <a:moveTo>
                            <a:pt x="122" y="123"/>
                          </a:moveTo>
                          <a:cubicBezTo>
                            <a:pt x="153" y="62"/>
                            <a:pt x="122" y="31"/>
                            <a:pt x="92" y="1"/>
                          </a:cubicBezTo>
                          <a:cubicBezTo>
                            <a:pt x="61" y="1"/>
                            <a:pt x="31" y="1"/>
                            <a:pt x="31" y="1"/>
                          </a:cubicBezTo>
                          <a:cubicBezTo>
                            <a:pt x="1" y="31"/>
                            <a:pt x="1" y="92"/>
                            <a:pt x="31" y="123"/>
                          </a:cubicBezTo>
                          <a:cubicBezTo>
                            <a:pt x="61" y="153"/>
                            <a:pt x="92" y="153"/>
                            <a:pt x="122" y="12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62" name="Google Shape;642;p21">
                      <a:extLst>
                        <a:ext uri="{FF2B5EF4-FFF2-40B4-BE49-F238E27FC236}">
                          <a16:creationId xmlns:a16="http://schemas.microsoft.com/office/drawing/2014/main" id="{899A8389-82B9-3C84-268C-D7F445C869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53925" y="3007600"/>
                      <a:ext cx="4575" cy="68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" h="274" extrusionOk="0">
                          <a:moveTo>
                            <a:pt x="183" y="152"/>
                          </a:moveTo>
                          <a:cubicBezTo>
                            <a:pt x="183" y="61"/>
                            <a:pt x="122" y="0"/>
                            <a:pt x="61" y="31"/>
                          </a:cubicBezTo>
                          <a:cubicBezTo>
                            <a:pt x="31" y="61"/>
                            <a:pt x="1" y="122"/>
                            <a:pt x="31" y="183"/>
                          </a:cubicBezTo>
                          <a:cubicBezTo>
                            <a:pt x="61" y="274"/>
                            <a:pt x="92" y="243"/>
                            <a:pt x="122" y="243"/>
                          </a:cubicBezTo>
                          <a:cubicBezTo>
                            <a:pt x="153" y="213"/>
                            <a:pt x="153" y="183"/>
                            <a:pt x="183" y="15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63" name="Google Shape;643;p21">
                      <a:extLst>
                        <a:ext uri="{FF2B5EF4-FFF2-40B4-BE49-F238E27FC236}">
                          <a16:creationId xmlns:a16="http://schemas.microsoft.com/office/drawing/2014/main" id="{D8CFB0F0-B9E6-76C3-8905-09CB3D5C91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55150" y="2522025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1" y="1"/>
                          </a:move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64" name="Google Shape;644;p21">
                      <a:extLst>
                        <a:ext uri="{FF2B5EF4-FFF2-40B4-BE49-F238E27FC236}">
                          <a16:creationId xmlns:a16="http://schemas.microsoft.com/office/drawing/2014/main" id="{347C5749-DA87-32DE-551B-398A663C51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49850" y="2522025"/>
                      <a:ext cx="5325" cy="5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3" h="214" extrusionOk="0">
                          <a:moveTo>
                            <a:pt x="61" y="213"/>
                          </a:moveTo>
                          <a:cubicBezTo>
                            <a:pt x="91" y="213"/>
                            <a:pt x="152" y="213"/>
                            <a:pt x="182" y="183"/>
                          </a:cubicBezTo>
                          <a:cubicBezTo>
                            <a:pt x="182" y="122"/>
                            <a:pt x="213" y="61"/>
                            <a:pt x="213" y="1"/>
                          </a:cubicBezTo>
                          <a:cubicBezTo>
                            <a:pt x="152" y="1"/>
                            <a:pt x="91" y="1"/>
                            <a:pt x="31" y="61"/>
                          </a:cubicBezTo>
                          <a:cubicBezTo>
                            <a:pt x="0" y="122"/>
                            <a:pt x="0" y="213"/>
                            <a:pt x="61" y="21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65" name="Google Shape;645;p21">
                      <a:extLst>
                        <a:ext uri="{FF2B5EF4-FFF2-40B4-BE49-F238E27FC236}">
                          <a16:creationId xmlns:a16="http://schemas.microsoft.com/office/drawing/2014/main" id="{CDE1A4D2-D57C-AB4C-4A2D-60A137600C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4775" y="2769750"/>
                      <a:ext cx="3825" cy="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" h="244" extrusionOk="0">
                          <a:moveTo>
                            <a:pt x="152" y="61"/>
                          </a:moveTo>
                          <a:cubicBezTo>
                            <a:pt x="122" y="31"/>
                            <a:pt x="91" y="1"/>
                            <a:pt x="31" y="31"/>
                          </a:cubicBezTo>
                          <a:cubicBezTo>
                            <a:pt x="31" y="31"/>
                            <a:pt x="0" y="61"/>
                            <a:pt x="0" y="61"/>
                          </a:cubicBezTo>
                          <a:lnTo>
                            <a:pt x="0" y="183"/>
                          </a:lnTo>
                          <a:cubicBezTo>
                            <a:pt x="31" y="213"/>
                            <a:pt x="91" y="213"/>
                            <a:pt x="152" y="244"/>
                          </a:cubicBezTo>
                          <a:lnTo>
                            <a:pt x="152" y="152"/>
                          </a:lnTo>
                          <a:cubicBezTo>
                            <a:pt x="152" y="122"/>
                            <a:pt x="152" y="92"/>
                            <a:pt x="152" y="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66" name="Google Shape;646;p21">
                      <a:extLst>
                        <a:ext uri="{FF2B5EF4-FFF2-40B4-BE49-F238E27FC236}">
                          <a16:creationId xmlns:a16="http://schemas.microsoft.com/office/drawing/2014/main" id="{FD6A504D-A56F-7E82-8983-0BFC884A77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59875" y="4721900"/>
                      <a:ext cx="5325" cy="84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3" h="336" extrusionOk="0">
                          <a:moveTo>
                            <a:pt x="183" y="62"/>
                          </a:moveTo>
                          <a:cubicBezTo>
                            <a:pt x="152" y="31"/>
                            <a:pt x="122" y="1"/>
                            <a:pt x="61" y="1"/>
                          </a:cubicBezTo>
                          <a:cubicBezTo>
                            <a:pt x="31" y="1"/>
                            <a:pt x="0" y="62"/>
                            <a:pt x="0" y="92"/>
                          </a:cubicBezTo>
                          <a:cubicBezTo>
                            <a:pt x="31" y="153"/>
                            <a:pt x="61" y="244"/>
                            <a:pt x="61" y="335"/>
                          </a:cubicBezTo>
                          <a:cubicBezTo>
                            <a:pt x="122" y="274"/>
                            <a:pt x="152" y="244"/>
                            <a:pt x="183" y="183"/>
                          </a:cubicBezTo>
                          <a:cubicBezTo>
                            <a:pt x="213" y="153"/>
                            <a:pt x="213" y="122"/>
                            <a:pt x="183" y="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67" name="Google Shape;647;p21">
                      <a:extLst>
                        <a:ext uri="{FF2B5EF4-FFF2-40B4-BE49-F238E27FC236}">
                          <a16:creationId xmlns:a16="http://schemas.microsoft.com/office/drawing/2014/main" id="{F5DF072A-7803-6937-CD34-EDADD60925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1375" y="4730275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1" y="0"/>
                          </a:move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68" name="Google Shape;648;p21">
                      <a:extLst>
                        <a:ext uri="{FF2B5EF4-FFF2-40B4-BE49-F238E27FC236}">
                          <a16:creationId xmlns:a16="http://schemas.microsoft.com/office/drawing/2014/main" id="{BADFF626-8B67-0773-5905-883EC2EF75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54875" y="2293300"/>
                      <a:ext cx="5325" cy="45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3" h="183" extrusionOk="0">
                          <a:moveTo>
                            <a:pt x="122" y="183"/>
                          </a:moveTo>
                          <a:cubicBezTo>
                            <a:pt x="182" y="183"/>
                            <a:pt x="213" y="122"/>
                            <a:pt x="182" y="92"/>
                          </a:cubicBezTo>
                          <a:cubicBezTo>
                            <a:pt x="152" y="61"/>
                            <a:pt x="122" y="31"/>
                            <a:pt x="91" y="0"/>
                          </a:cubicBezTo>
                          <a:lnTo>
                            <a:pt x="30" y="0"/>
                          </a:lnTo>
                          <a:cubicBezTo>
                            <a:pt x="0" y="0"/>
                            <a:pt x="0" y="61"/>
                            <a:pt x="30" y="92"/>
                          </a:cubicBezTo>
                          <a:cubicBezTo>
                            <a:pt x="61" y="122"/>
                            <a:pt x="91" y="152"/>
                            <a:pt x="122" y="18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69" name="Google Shape;649;p21">
                      <a:extLst>
                        <a:ext uri="{FF2B5EF4-FFF2-40B4-BE49-F238E27FC236}">
                          <a16:creationId xmlns:a16="http://schemas.microsoft.com/office/drawing/2014/main" id="{63A9CC50-47ED-C34E-3C08-2C554E9B3C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66425" y="2376875"/>
                      <a:ext cx="3825" cy="46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" h="184" extrusionOk="0">
                          <a:moveTo>
                            <a:pt x="92" y="153"/>
                          </a:moveTo>
                          <a:cubicBezTo>
                            <a:pt x="122" y="153"/>
                            <a:pt x="153" y="123"/>
                            <a:pt x="153" y="123"/>
                          </a:cubicBezTo>
                          <a:cubicBezTo>
                            <a:pt x="153" y="62"/>
                            <a:pt x="122" y="1"/>
                            <a:pt x="92" y="1"/>
                          </a:cubicBezTo>
                          <a:cubicBezTo>
                            <a:pt x="31" y="1"/>
                            <a:pt x="1" y="31"/>
                            <a:pt x="1" y="92"/>
                          </a:cubicBezTo>
                          <a:cubicBezTo>
                            <a:pt x="1" y="153"/>
                            <a:pt x="61" y="183"/>
                            <a:pt x="92" y="15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70" name="Google Shape;650;p21">
                      <a:extLst>
                        <a:ext uri="{FF2B5EF4-FFF2-40B4-BE49-F238E27FC236}">
                          <a16:creationId xmlns:a16="http://schemas.microsoft.com/office/drawing/2014/main" id="{B2F46B58-87AB-B28C-4105-463CA5F291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5175" y="4819175"/>
                      <a:ext cx="5350" cy="68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4" h="274" extrusionOk="0">
                          <a:moveTo>
                            <a:pt x="62" y="61"/>
                          </a:moveTo>
                          <a:cubicBezTo>
                            <a:pt x="1" y="92"/>
                            <a:pt x="1" y="183"/>
                            <a:pt x="62" y="213"/>
                          </a:cubicBezTo>
                          <a:cubicBezTo>
                            <a:pt x="123" y="244"/>
                            <a:pt x="153" y="244"/>
                            <a:pt x="214" y="274"/>
                          </a:cubicBezTo>
                          <a:lnTo>
                            <a:pt x="214" y="0"/>
                          </a:lnTo>
                          <a:cubicBezTo>
                            <a:pt x="153" y="0"/>
                            <a:pt x="123" y="31"/>
                            <a:pt x="62" y="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71" name="Google Shape;651;p21">
                      <a:extLst>
                        <a:ext uri="{FF2B5EF4-FFF2-40B4-BE49-F238E27FC236}">
                          <a16:creationId xmlns:a16="http://schemas.microsoft.com/office/drawing/2014/main" id="{2D03B6BE-1791-1D0B-B1C9-040B180332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90400" y="2708200"/>
                      <a:ext cx="4600" cy="3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4" h="153" extrusionOk="0">
                          <a:moveTo>
                            <a:pt x="31" y="122"/>
                          </a:moveTo>
                          <a:cubicBezTo>
                            <a:pt x="31" y="122"/>
                            <a:pt x="62" y="152"/>
                            <a:pt x="92" y="152"/>
                          </a:cubicBezTo>
                          <a:cubicBezTo>
                            <a:pt x="123" y="152"/>
                            <a:pt x="183" y="122"/>
                            <a:pt x="183" y="92"/>
                          </a:cubicBezTo>
                          <a:cubicBezTo>
                            <a:pt x="183" y="31"/>
                            <a:pt x="123" y="0"/>
                            <a:pt x="92" y="0"/>
                          </a:cubicBezTo>
                          <a:cubicBezTo>
                            <a:pt x="31" y="31"/>
                            <a:pt x="1" y="61"/>
                            <a:pt x="31" y="12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72" name="Google Shape;652;p21">
                      <a:extLst>
                        <a:ext uri="{FF2B5EF4-FFF2-40B4-BE49-F238E27FC236}">
                          <a16:creationId xmlns:a16="http://schemas.microsoft.com/office/drawing/2014/main" id="{78880540-6A62-4899-CDA6-D1501F4EC5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41025" y="3601825"/>
                      <a:ext cx="4600" cy="46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4" h="184" extrusionOk="0">
                          <a:moveTo>
                            <a:pt x="31" y="92"/>
                          </a:moveTo>
                          <a:cubicBezTo>
                            <a:pt x="1" y="122"/>
                            <a:pt x="1" y="153"/>
                            <a:pt x="31" y="183"/>
                          </a:cubicBezTo>
                          <a:lnTo>
                            <a:pt x="92" y="183"/>
                          </a:lnTo>
                          <a:cubicBezTo>
                            <a:pt x="123" y="153"/>
                            <a:pt x="153" y="122"/>
                            <a:pt x="183" y="92"/>
                          </a:cubicBezTo>
                          <a:lnTo>
                            <a:pt x="123" y="1"/>
                          </a:lnTo>
                          <a:cubicBezTo>
                            <a:pt x="92" y="31"/>
                            <a:pt x="62" y="61"/>
                            <a:pt x="31" y="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73" name="Google Shape;653;p21">
                      <a:extLst>
                        <a:ext uri="{FF2B5EF4-FFF2-40B4-BE49-F238E27FC236}">
                          <a16:creationId xmlns:a16="http://schemas.microsoft.com/office/drawing/2014/main" id="{D480FFF1-D951-D7C9-67F2-67EF83A3F2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96800" y="3652750"/>
                      <a:ext cx="3050" cy="3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2" h="153" extrusionOk="0">
                          <a:moveTo>
                            <a:pt x="122" y="91"/>
                          </a:moveTo>
                          <a:lnTo>
                            <a:pt x="31" y="0"/>
                          </a:lnTo>
                          <a:cubicBezTo>
                            <a:pt x="31" y="61"/>
                            <a:pt x="0" y="91"/>
                            <a:pt x="0" y="122"/>
                          </a:cubicBezTo>
                          <a:cubicBezTo>
                            <a:pt x="0" y="122"/>
                            <a:pt x="31" y="152"/>
                            <a:pt x="61" y="152"/>
                          </a:cubicBezTo>
                          <a:cubicBezTo>
                            <a:pt x="61" y="152"/>
                            <a:pt x="122" y="152"/>
                            <a:pt x="122" y="9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74" name="Google Shape;654;p21">
                      <a:extLst>
                        <a:ext uri="{FF2B5EF4-FFF2-40B4-BE49-F238E27FC236}">
                          <a16:creationId xmlns:a16="http://schemas.microsoft.com/office/drawing/2014/main" id="{B4F80B55-2A80-73DC-78CD-AB48C51BDD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64875" y="3656550"/>
                      <a:ext cx="3825" cy="53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" h="213" extrusionOk="0">
                          <a:moveTo>
                            <a:pt x="92" y="183"/>
                          </a:moveTo>
                          <a:cubicBezTo>
                            <a:pt x="122" y="183"/>
                            <a:pt x="122" y="122"/>
                            <a:pt x="153" y="91"/>
                          </a:cubicBezTo>
                          <a:lnTo>
                            <a:pt x="62" y="0"/>
                          </a:lnTo>
                          <a:cubicBezTo>
                            <a:pt x="62" y="31"/>
                            <a:pt x="1" y="61"/>
                            <a:pt x="1" y="91"/>
                          </a:cubicBezTo>
                          <a:cubicBezTo>
                            <a:pt x="1" y="122"/>
                            <a:pt x="62" y="213"/>
                            <a:pt x="92" y="18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75" name="Google Shape;655;p21">
                      <a:extLst>
                        <a:ext uri="{FF2B5EF4-FFF2-40B4-BE49-F238E27FC236}">
                          <a16:creationId xmlns:a16="http://schemas.microsoft.com/office/drawing/2014/main" id="{6E3FBE4A-F7D3-402C-2DBD-52BB6BDC4D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12750" y="3678575"/>
                      <a:ext cx="25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31" extrusionOk="0">
                          <a:moveTo>
                            <a:pt x="1" y="1"/>
                          </a:moveTo>
                          <a:lnTo>
                            <a:pt x="1" y="1"/>
                          </a:lnTo>
                          <a:lnTo>
                            <a:pt x="1" y="1"/>
                          </a:lnTo>
                          <a:lnTo>
                            <a:pt x="1" y="3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76" name="Google Shape;656;p21">
                      <a:extLst>
                        <a:ext uri="{FF2B5EF4-FFF2-40B4-BE49-F238E27FC236}">
                          <a16:creationId xmlns:a16="http://schemas.microsoft.com/office/drawing/2014/main" id="{348D3FDD-B81B-D2AE-D4B8-CE0B1F92AC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12750" y="3678575"/>
                      <a:ext cx="4600" cy="45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4" h="183" extrusionOk="0">
                          <a:moveTo>
                            <a:pt x="153" y="122"/>
                          </a:moveTo>
                          <a:cubicBezTo>
                            <a:pt x="153" y="122"/>
                            <a:pt x="183" y="92"/>
                            <a:pt x="183" y="61"/>
                          </a:cubicBezTo>
                          <a:cubicBezTo>
                            <a:pt x="183" y="31"/>
                            <a:pt x="183" y="1"/>
                            <a:pt x="122" y="1"/>
                          </a:cubicBezTo>
                          <a:cubicBezTo>
                            <a:pt x="92" y="1"/>
                            <a:pt x="31" y="1"/>
                            <a:pt x="1" y="1"/>
                          </a:cubicBezTo>
                          <a:cubicBezTo>
                            <a:pt x="1" y="31"/>
                            <a:pt x="31" y="61"/>
                            <a:pt x="31" y="92"/>
                          </a:cubicBezTo>
                          <a:cubicBezTo>
                            <a:pt x="61" y="153"/>
                            <a:pt x="122" y="183"/>
                            <a:pt x="153" y="12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77" name="Google Shape;657;p21">
                      <a:extLst>
                        <a:ext uri="{FF2B5EF4-FFF2-40B4-BE49-F238E27FC236}">
                          <a16:creationId xmlns:a16="http://schemas.microsoft.com/office/drawing/2014/main" id="{2783A016-D32D-62BB-0F78-0289A54A0F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7300" y="2726425"/>
                      <a:ext cx="3825" cy="46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" h="184" extrusionOk="0">
                          <a:moveTo>
                            <a:pt x="152" y="123"/>
                          </a:moveTo>
                          <a:cubicBezTo>
                            <a:pt x="152" y="62"/>
                            <a:pt x="152" y="31"/>
                            <a:pt x="122" y="1"/>
                          </a:cubicBezTo>
                          <a:cubicBezTo>
                            <a:pt x="91" y="1"/>
                            <a:pt x="61" y="31"/>
                            <a:pt x="31" y="62"/>
                          </a:cubicBezTo>
                          <a:cubicBezTo>
                            <a:pt x="0" y="92"/>
                            <a:pt x="31" y="123"/>
                            <a:pt x="61" y="153"/>
                          </a:cubicBezTo>
                          <a:cubicBezTo>
                            <a:pt x="91" y="183"/>
                            <a:pt x="152" y="153"/>
                            <a:pt x="152" y="12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78" name="Google Shape;658;p21">
                      <a:extLst>
                        <a:ext uri="{FF2B5EF4-FFF2-40B4-BE49-F238E27FC236}">
                          <a16:creationId xmlns:a16="http://schemas.microsoft.com/office/drawing/2014/main" id="{7E7D2044-4011-2AD8-EED8-8D45C80570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88900" y="3689225"/>
                      <a:ext cx="4575" cy="53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" h="213" extrusionOk="0">
                          <a:moveTo>
                            <a:pt x="0" y="91"/>
                          </a:moveTo>
                          <a:cubicBezTo>
                            <a:pt x="0" y="122"/>
                            <a:pt x="0" y="183"/>
                            <a:pt x="61" y="183"/>
                          </a:cubicBezTo>
                          <a:cubicBezTo>
                            <a:pt x="91" y="213"/>
                            <a:pt x="152" y="183"/>
                            <a:pt x="183" y="152"/>
                          </a:cubicBezTo>
                          <a:cubicBezTo>
                            <a:pt x="183" y="122"/>
                            <a:pt x="152" y="61"/>
                            <a:pt x="122" y="31"/>
                          </a:cubicBezTo>
                          <a:cubicBezTo>
                            <a:pt x="91" y="0"/>
                            <a:pt x="31" y="31"/>
                            <a:pt x="0" y="9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79" name="Google Shape;659;p21">
                      <a:extLst>
                        <a:ext uri="{FF2B5EF4-FFF2-40B4-BE49-F238E27FC236}">
                          <a16:creationId xmlns:a16="http://schemas.microsoft.com/office/drawing/2014/main" id="{8D8125E8-27CF-FF09-DCCD-AA5502469F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08800" y="3820675"/>
                      <a:ext cx="3825" cy="30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" h="123" extrusionOk="0">
                          <a:moveTo>
                            <a:pt x="31" y="31"/>
                          </a:moveTo>
                          <a:cubicBezTo>
                            <a:pt x="1" y="61"/>
                            <a:pt x="31" y="122"/>
                            <a:pt x="92" y="122"/>
                          </a:cubicBezTo>
                          <a:cubicBezTo>
                            <a:pt x="92" y="122"/>
                            <a:pt x="122" y="92"/>
                            <a:pt x="153" y="92"/>
                          </a:cubicBezTo>
                          <a:cubicBezTo>
                            <a:pt x="153" y="61"/>
                            <a:pt x="153" y="1"/>
                            <a:pt x="62" y="1"/>
                          </a:cubicBezTo>
                          <a:cubicBezTo>
                            <a:pt x="1" y="1"/>
                            <a:pt x="31" y="1"/>
                            <a:pt x="31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80" name="Google Shape;660;p21">
                      <a:extLst>
                        <a:ext uri="{FF2B5EF4-FFF2-40B4-BE49-F238E27FC236}">
                          <a16:creationId xmlns:a16="http://schemas.microsoft.com/office/drawing/2014/main" id="{A542231E-78F3-FB00-88A1-A8F0886217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73850" y="2732525"/>
                      <a:ext cx="3825" cy="3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" h="153" extrusionOk="0">
                          <a:moveTo>
                            <a:pt x="122" y="61"/>
                          </a:moveTo>
                          <a:cubicBezTo>
                            <a:pt x="122" y="0"/>
                            <a:pt x="61" y="0"/>
                            <a:pt x="31" y="61"/>
                          </a:cubicBezTo>
                          <a:lnTo>
                            <a:pt x="1" y="91"/>
                          </a:lnTo>
                          <a:lnTo>
                            <a:pt x="92" y="152"/>
                          </a:lnTo>
                          <a:cubicBezTo>
                            <a:pt x="122" y="122"/>
                            <a:pt x="153" y="91"/>
                            <a:pt x="122" y="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81" name="Google Shape;661;p21">
                      <a:extLst>
                        <a:ext uri="{FF2B5EF4-FFF2-40B4-BE49-F238E27FC236}">
                          <a16:creationId xmlns:a16="http://schemas.microsoft.com/office/drawing/2014/main" id="{DDBD5069-7C07-0FBD-5F25-42AD740711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5350" y="2548625"/>
                      <a:ext cx="3075" cy="30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" h="122" extrusionOk="0">
                          <a:moveTo>
                            <a:pt x="31" y="122"/>
                          </a:moveTo>
                          <a:lnTo>
                            <a:pt x="122" y="31"/>
                          </a:lnTo>
                          <a:cubicBezTo>
                            <a:pt x="122" y="31"/>
                            <a:pt x="122" y="0"/>
                            <a:pt x="92" y="0"/>
                          </a:cubicBezTo>
                          <a:cubicBezTo>
                            <a:pt x="61" y="0"/>
                            <a:pt x="31" y="31"/>
                            <a:pt x="1" y="61"/>
                          </a:cubicBezTo>
                          <a:cubicBezTo>
                            <a:pt x="1" y="61"/>
                            <a:pt x="31" y="122"/>
                            <a:pt x="31" y="12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82" name="Google Shape;662;p21">
                      <a:extLst>
                        <a:ext uri="{FF2B5EF4-FFF2-40B4-BE49-F238E27FC236}">
                          <a16:creationId xmlns:a16="http://schemas.microsoft.com/office/drawing/2014/main" id="{7261D402-26CA-3B1F-3F80-90B32DF6F8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1200" y="2368525"/>
                      <a:ext cx="3050" cy="46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2" h="184" extrusionOk="0">
                          <a:moveTo>
                            <a:pt x="122" y="92"/>
                          </a:moveTo>
                          <a:cubicBezTo>
                            <a:pt x="122" y="61"/>
                            <a:pt x="91" y="31"/>
                            <a:pt x="61" y="1"/>
                          </a:cubicBezTo>
                          <a:cubicBezTo>
                            <a:pt x="61" y="31"/>
                            <a:pt x="0" y="61"/>
                            <a:pt x="0" y="92"/>
                          </a:cubicBezTo>
                          <a:cubicBezTo>
                            <a:pt x="0" y="122"/>
                            <a:pt x="30" y="153"/>
                            <a:pt x="61" y="183"/>
                          </a:cubicBezTo>
                          <a:cubicBezTo>
                            <a:pt x="91" y="153"/>
                            <a:pt x="122" y="122"/>
                            <a:pt x="122" y="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83" name="Google Shape;663;p21">
                      <a:extLst>
                        <a:ext uri="{FF2B5EF4-FFF2-40B4-BE49-F238E27FC236}">
                          <a16:creationId xmlns:a16="http://schemas.microsoft.com/office/drawing/2014/main" id="{B52C2AB1-6087-7CE0-F447-E18DAE0C77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31025" y="2369300"/>
                      <a:ext cx="6100" cy="68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" h="274" extrusionOk="0">
                          <a:moveTo>
                            <a:pt x="183" y="30"/>
                          </a:moveTo>
                          <a:cubicBezTo>
                            <a:pt x="152" y="30"/>
                            <a:pt x="91" y="0"/>
                            <a:pt x="61" y="30"/>
                          </a:cubicBezTo>
                          <a:cubicBezTo>
                            <a:pt x="0" y="30"/>
                            <a:pt x="0" y="61"/>
                            <a:pt x="0" y="122"/>
                          </a:cubicBezTo>
                          <a:cubicBezTo>
                            <a:pt x="31" y="152"/>
                            <a:pt x="61" y="213"/>
                            <a:pt x="91" y="274"/>
                          </a:cubicBezTo>
                          <a:lnTo>
                            <a:pt x="243" y="274"/>
                          </a:lnTo>
                          <a:cubicBezTo>
                            <a:pt x="213" y="182"/>
                            <a:pt x="213" y="91"/>
                            <a:pt x="183" y="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84" name="Google Shape;664;p21">
                      <a:extLst>
                        <a:ext uri="{FF2B5EF4-FFF2-40B4-BE49-F238E27FC236}">
                          <a16:creationId xmlns:a16="http://schemas.microsoft.com/office/drawing/2014/main" id="{D6615AC5-F8DA-4837-AA7B-C786C7FC75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22625" y="2579025"/>
                      <a:ext cx="4600" cy="53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4" h="213" extrusionOk="0">
                          <a:moveTo>
                            <a:pt x="92" y="0"/>
                          </a:moveTo>
                          <a:cubicBezTo>
                            <a:pt x="62" y="0"/>
                            <a:pt x="31" y="31"/>
                            <a:pt x="1" y="61"/>
                          </a:cubicBezTo>
                          <a:cubicBezTo>
                            <a:pt x="1" y="122"/>
                            <a:pt x="31" y="152"/>
                            <a:pt x="31" y="183"/>
                          </a:cubicBezTo>
                          <a:cubicBezTo>
                            <a:pt x="92" y="213"/>
                            <a:pt x="183" y="152"/>
                            <a:pt x="153" y="91"/>
                          </a:cubicBezTo>
                          <a:cubicBezTo>
                            <a:pt x="153" y="31"/>
                            <a:pt x="122" y="31"/>
                            <a:pt x="92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85" name="Google Shape;665;p21">
                      <a:extLst>
                        <a:ext uri="{FF2B5EF4-FFF2-40B4-BE49-F238E27FC236}">
                          <a16:creationId xmlns:a16="http://schemas.microsoft.com/office/drawing/2014/main" id="{7CEF1F36-C7E1-05B6-8047-403706C655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9825" y="2827500"/>
                      <a:ext cx="4575" cy="5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" h="214" extrusionOk="0">
                          <a:moveTo>
                            <a:pt x="61" y="31"/>
                          </a:moveTo>
                          <a:cubicBezTo>
                            <a:pt x="31" y="31"/>
                            <a:pt x="31" y="61"/>
                            <a:pt x="0" y="61"/>
                          </a:cubicBezTo>
                          <a:cubicBezTo>
                            <a:pt x="0" y="153"/>
                            <a:pt x="61" y="213"/>
                            <a:pt x="122" y="183"/>
                          </a:cubicBezTo>
                          <a:cubicBezTo>
                            <a:pt x="183" y="183"/>
                            <a:pt x="152" y="183"/>
                            <a:pt x="152" y="153"/>
                          </a:cubicBezTo>
                          <a:cubicBezTo>
                            <a:pt x="183" y="122"/>
                            <a:pt x="92" y="1"/>
                            <a:pt x="61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86" name="Google Shape;666;p21">
                      <a:extLst>
                        <a:ext uri="{FF2B5EF4-FFF2-40B4-BE49-F238E27FC236}">
                          <a16:creationId xmlns:a16="http://schemas.microsoft.com/office/drawing/2014/main" id="{C3322AD5-2B03-818E-5F9B-E1FE5DB75D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86800" y="2845750"/>
                      <a:ext cx="4575" cy="3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" h="153" extrusionOk="0">
                          <a:moveTo>
                            <a:pt x="30" y="152"/>
                          </a:moveTo>
                          <a:cubicBezTo>
                            <a:pt x="30" y="152"/>
                            <a:pt x="91" y="152"/>
                            <a:pt x="91" y="122"/>
                          </a:cubicBezTo>
                          <a:cubicBezTo>
                            <a:pt x="91" y="91"/>
                            <a:pt x="152" y="30"/>
                            <a:pt x="182" y="0"/>
                          </a:cubicBezTo>
                          <a:cubicBezTo>
                            <a:pt x="152" y="0"/>
                            <a:pt x="91" y="30"/>
                            <a:pt x="30" y="30"/>
                          </a:cubicBezTo>
                          <a:cubicBezTo>
                            <a:pt x="0" y="61"/>
                            <a:pt x="0" y="122"/>
                            <a:pt x="30" y="15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87" name="Google Shape;667;p21">
                      <a:extLst>
                        <a:ext uri="{FF2B5EF4-FFF2-40B4-BE49-F238E27FC236}">
                          <a16:creationId xmlns:a16="http://schemas.microsoft.com/office/drawing/2014/main" id="{DB5058D9-8978-5A59-B959-AAC6C2C62B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91350" y="2845750"/>
                      <a:ext cx="1550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1" extrusionOk="0">
                          <a:moveTo>
                            <a:pt x="0" y="0"/>
                          </a:moveTo>
                          <a:lnTo>
                            <a:pt x="61" y="0"/>
                          </a:lnTo>
                          <a:lnTo>
                            <a:pt x="61" y="0"/>
                          </a:lnTo>
                          <a:lnTo>
                            <a:pt x="31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88" name="Google Shape;668;p21">
                      <a:extLst>
                        <a:ext uri="{FF2B5EF4-FFF2-40B4-BE49-F238E27FC236}">
                          <a16:creationId xmlns:a16="http://schemas.microsoft.com/office/drawing/2014/main" id="{26884B8E-E2C4-1E8A-7A6B-7A5FFF6E5A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42875" y="2916400"/>
                      <a:ext cx="3825" cy="23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" h="93" extrusionOk="0">
                          <a:moveTo>
                            <a:pt x="0" y="31"/>
                          </a:moveTo>
                          <a:lnTo>
                            <a:pt x="92" y="92"/>
                          </a:lnTo>
                          <a:cubicBezTo>
                            <a:pt x="92" y="92"/>
                            <a:pt x="122" y="92"/>
                            <a:pt x="122" y="92"/>
                          </a:cubicBezTo>
                          <a:cubicBezTo>
                            <a:pt x="152" y="31"/>
                            <a:pt x="92" y="1"/>
                            <a:pt x="61" y="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89" name="Google Shape;669;p21">
                      <a:extLst>
                        <a:ext uri="{FF2B5EF4-FFF2-40B4-BE49-F238E27FC236}">
                          <a16:creationId xmlns:a16="http://schemas.microsoft.com/office/drawing/2014/main" id="{3DA4ABCE-9504-0CF4-54A2-0D5D1CA04C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99675" y="2927800"/>
                      <a:ext cx="5350" cy="5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4" h="214" extrusionOk="0">
                          <a:moveTo>
                            <a:pt x="92" y="1"/>
                          </a:moveTo>
                          <a:cubicBezTo>
                            <a:pt x="62" y="1"/>
                            <a:pt x="1" y="62"/>
                            <a:pt x="1" y="92"/>
                          </a:cubicBezTo>
                          <a:cubicBezTo>
                            <a:pt x="31" y="122"/>
                            <a:pt x="31" y="153"/>
                            <a:pt x="92" y="183"/>
                          </a:cubicBezTo>
                          <a:cubicBezTo>
                            <a:pt x="123" y="214"/>
                            <a:pt x="183" y="183"/>
                            <a:pt x="183" y="122"/>
                          </a:cubicBezTo>
                          <a:cubicBezTo>
                            <a:pt x="183" y="92"/>
                            <a:pt x="214" y="62"/>
                            <a:pt x="214" y="31"/>
                          </a:cubicBezTo>
                          <a:cubicBezTo>
                            <a:pt x="183" y="1"/>
                            <a:pt x="123" y="1"/>
                            <a:pt x="92" y="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90" name="Google Shape;670;p21">
                      <a:extLst>
                        <a:ext uri="{FF2B5EF4-FFF2-40B4-BE49-F238E27FC236}">
                          <a16:creationId xmlns:a16="http://schemas.microsoft.com/office/drawing/2014/main" id="{DDC6C417-EF7A-04ED-F669-F0C185C473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69775" y="3423250"/>
                      <a:ext cx="5325" cy="46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3" h="184" extrusionOk="0">
                          <a:moveTo>
                            <a:pt x="213" y="92"/>
                          </a:moveTo>
                          <a:cubicBezTo>
                            <a:pt x="213" y="61"/>
                            <a:pt x="182" y="61"/>
                            <a:pt x="152" y="31"/>
                          </a:cubicBezTo>
                          <a:cubicBezTo>
                            <a:pt x="122" y="1"/>
                            <a:pt x="0" y="122"/>
                            <a:pt x="30" y="153"/>
                          </a:cubicBezTo>
                          <a:cubicBezTo>
                            <a:pt x="61" y="183"/>
                            <a:pt x="122" y="183"/>
                            <a:pt x="152" y="183"/>
                          </a:cubicBezTo>
                          <a:cubicBezTo>
                            <a:pt x="182" y="183"/>
                            <a:pt x="213" y="153"/>
                            <a:pt x="213" y="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91" name="Google Shape;671;p21">
                      <a:extLst>
                        <a:ext uri="{FF2B5EF4-FFF2-40B4-BE49-F238E27FC236}">
                          <a16:creationId xmlns:a16="http://schemas.microsoft.com/office/drawing/2014/main" id="{78D9F5D7-E297-0A6D-3ED9-0091FCFD9F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07925" y="3482525"/>
                      <a:ext cx="6100" cy="45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" h="183" extrusionOk="0">
                          <a:moveTo>
                            <a:pt x="122" y="153"/>
                          </a:moveTo>
                          <a:cubicBezTo>
                            <a:pt x="152" y="122"/>
                            <a:pt x="183" y="92"/>
                            <a:pt x="213" y="61"/>
                          </a:cubicBezTo>
                          <a:cubicBezTo>
                            <a:pt x="243" y="31"/>
                            <a:pt x="152" y="1"/>
                            <a:pt x="122" y="1"/>
                          </a:cubicBezTo>
                          <a:cubicBezTo>
                            <a:pt x="31" y="1"/>
                            <a:pt x="0" y="61"/>
                            <a:pt x="31" y="122"/>
                          </a:cubicBezTo>
                          <a:cubicBezTo>
                            <a:pt x="31" y="153"/>
                            <a:pt x="61" y="153"/>
                            <a:pt x="61" y="183"/>
                          </a:cubicBezTo>
                          <a:cubicBezTo>
                            <a:pt x="91" y="183"/>
                            <a:pt x="122" y="183"/>
                            <a:pt x="122" y="15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92" name="Google Shape;672;p21">
                      <a:extLst>
                        <a:ext uri="{FF2B5EF4-FFF2-40B4-BE49-F238E27FC236}">
                          <a16:creationId xmlns:a16="http://schemas.microsoft.com/office/drawing/2014/main" id="{3742DAE4-600C-C4C4-1A4A-D2A69ABC0E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09100" y="3571425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1" y="1"/>
                          </a:move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93" name="Google Shape;673;p21">
                      <a:extLst>
                        <a:ext uri="{FF2B5EF4-FFF2-40B4-BE49-F238E27FC236}">
                          <a16:creationId xmlns:a16="http://schemas.microsoft.com/office/drawing/2014/main" id="{9544103F-9B5E-2BE0-945F-CC0FD854B3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08350" y="3571425"/>
                      <a:ext cx="5325" cy="3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3" h="153" extrusionOk="0">
                          <a:moveTo>
                            <a:pt x="122" y="153"/>
                          </a:moveTo>
                          <a:cubicBezTo>
                            <a:pt x="152" y="153"/>
                            <a:pt x="213" y="153"/>
                            <a:pt x="213" y="92"/>
                          </a:cubicBezTo>
                          <a:cubicBezTo>
                            <a:pt x="213" y="62"/>
                            <a:pt x="213" y="62"/>
                            <a:pt x="183" y="31"/>
                          </a:cubicBezTo>
                          <a:cubicBezTo>
                            <a:pt x="122" y="31"/>
                            <a:pt x="61" y="1"/>
                            <a:pt x="0" y="1"/>
                          </a:cubicBezTo>
                          <a:cubicBezTo>
                            <a:pt x="0" y="62"/>
                            <a:pt x="61" y="122"/>
                            <a:pt x="122" y="15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94" name="Google Shape;674;p21">
                      <a:extLst>
                        <a:ext uri="{FF2B5EF4-FFF2-40B4-BE49-F238E27FC236}">
                          <a16:creationId xmlns:a16="http://schemas.microsoft.com/office/drawing/2014/main" id="{9D5A6B97-7BB3-53CB-EE38-C92CD17935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4425" y="2530375"/>
                      <a:ext cx="1550" cy="23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93" extrusionOk="0">
                          <a:moveTo>
                            <a:pt x="61" y="62"/>
                          </a:moveTo>
                          <a:lnTo>
                            <a:pt x="61" y="1"/>
                          </a:lnTo>
                          <a:cubicBezTo>
                            <a:pt x="61" y="1"/>
                            <a:pt x="31" y="1"/>
                            <a:pt x="31" y="1"/>
                          </a:cubicBezTo>
                          <a:cubicBezTo>
                            <a:pt x="1" y="1"/>
                            <a:pt x="31" y="92"/>
                            <a:pt x="61" y="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95" name="Google Shape;675;p21">
                      <a:extLst>
                        <a:ext uri="{FF2B5EF4-FFF2-40B4-BE49-F238E27FC236}">
                          <a16:creationId xmlns:a16="http://schemas.microsoft.com/office/drawing/2014/main" id="{63E7873B-D0A0-C8DA-9885-454AF2EEE0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16250" y="2531900"/>
                      <a:ext cx="2300" cy="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" h="32" extrusionOk="0">
                          <a:moveTo>
                            <a:pt x="31" y="31"/>
                          </a:moveTo>
                          <a:lnTo>
                            <a:pt x="61" y="31"/>
                          </a:lnTo>
                          <a:cubicBezTo>
                            <a:pt x="92" y="31"/>
                            <a:pt x="61" y="1"/>
                            <a:pt x="61" y="1"/>
                          </a:cubicBezTo>
                          <a:cubicBezTo>
                            <a:pt x="61" y="1"/>
                            <a:pt x="0" y="31"/>
                            <a:pt x="31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96" name="Google Shape;676;p21">
                      <a:extLst>
                        <a:ext uri="{FF2B5EF4-FFF2-40B4-BE49-F238E27FC236}">
                          <a16:creationId xmlns:a16="http://schemas.microsoft.com/office/drawing/2014/main" id="{9599900D-7A65-EF20-2BB3-A4ED2B3157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825" y="2569150"/>
                      <a:ext cx="77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1" extrusionOk="0">
                          <a:moveTo>
                            <a:pt x="31" y="0"/>
                          </a:moveTo>
                          <a:lnTo>
                            <a:pt x="1" y="0"/>
                          </a:lnTo>
                          <a:lnTo>
                            <a:pt x="1" y="0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97" name="Google Shape;677;p21">
                      <a:extLst>
                        <a:ext uri="{FF2B5EF4-FFF2-40B4-BE49-F238E27FC236}">
                          <a16:creationId xmlns:a16="http://schemas.microsoft.com/office/drawing/2014/main" id="{C55FEFD7-0884-2E99-0FD2-88F9C10B37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00575" y="2566100"/>
                      <a:ext cx="3825" cy="30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" h="123" extrusionOk="0">
                          <a:moveTo>
                            <a:pt x="153" y="92"/>
                          </a:moveTo>
                          <a:lnTo>
                            <a:pt x="153" y="31"/>
                          </a:lnTo>
                          <a:cubicBezTo>
                            <a:pt x="153" y="31"/>
                            <a:pt x="62" y="0"/>
                            <a:pt x="62" y="31"/>
                          </a:cubicBezTo>
                          <a:cubicBezTo>
                            <a:pt x="31" y="92"/>
                            <a:pt x="1" y="92"/>
                            <a:pt x="1" y="122"/>
                          </a:cubicBezTo>
                          <a:cubicBezTo>
                            <a:pt x="31" y="122"/>
                            <a:pt x="62" y="122"/>
                            <a:pt x="92" y="122"/>
                          </a:cubicBezTo>
                          <a:cubicBezTo>
                            <a:pt x="123" y="122"/>
                            <a:pt x="153" y="122"/>
                            <a:pt x="153" y="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98" name="Google Shape;678;p21">
                      <a:extLst>
                        <a:ext uri="{FF2B5EF4-FFF2-40B4-BE49-F238E27FC236}">
                          <a16:creationId xmlns:a16="http://schemas.microsoft.com/office/drawing/2014/main" id="{13698B0F-C0F3-2CEF-F066-F9C4C4F6F6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200" y="3418700"/>
                      <a:ext cx="3075" cy="30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" h="122" extrusionOk="0">
                          <a:moveTo>
                            <a:pt x="122" y="31"/>
                          </a:moveTo>
                          <a:cubicBezTo>
                            <a:pt x="92" y="0"/>
                            <a:pt x="61" y="0"/>
                            <a:pt x="61" y="31"/>
                          </a:cubicBezTo>
                          <a:cubicBezTo>
                            <a:pt x="1" y="61"/>
                            <a:pt x="1" y="92"/>
                            <a:pt x="61" y="92"/>
                          </a:cubicBezTo>
                          <a:cubicBezTo>
                            <a:pt x="92" y="122"/>
                            <a:pt x="92" y="92"/>
                            <a:pt x="122" y="92"/>
                          </a:cubicBezTo>
                          <a:cubicBezTo>
                            <a:pt x="122" y="61"/>
                            <a:pt x="122" y="31"/>
                            <a:pt x="122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99" name="Google Shape;679;p21">
                      <a:extLst>
                        <a:ext uri="{FF2B5EF4-FFF2-40B4-BE49-F238E27FC236}">
                          <a16:creationId xmlns:a16="http://schemas.microsoft.com/office/drawing/2014/main" id="{1DD05714-C89A-FF6E-AB53-88142A1BC9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55625" y="2769750"/>
                      <a:ext cx="775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31" extrusionOk="0">
                          <a:moveTo>
                            <a:pt x="30" y="31"/>
                          </a:moveTo>
                          <a:lnTo>
                            <a:pt x="30" y="1"/>
                          </a:lnTo>
                          <a:lnTo>
                            <a:pt x="0" y="3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00" name="Google Shape;680;p21">
                      <a:extLst>
                        <a:ext uri="{FF2B5EF4-FFF2-40B4-BE49-F238E27FC236}">
                          <a16:creationId xmlns:a16="http://schemas.microsoft.com/office/drawing/2014/main" id="{A45BE41E-9512-70DC-6AD2-90E76376A4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29500" y="2349525"/>
                      <a:ext cx="3825" cy="3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" h="153" extrusionOk="0">
                          <a:moveTo>
                            <a:pt x="122" y="122"/>
                          </a:moveTo>
                          <a:cubicBezTo>
                            <a:pt x="152" y="92"/>
                            <a:pt x="122" y="31"/>
                            <a:pt x="92" y="1"/>
                          </a:cubicBezTo>
                          <a:cubicBezTo>
                            <a:pt x="92" y="1"/>
                            <a:pt x="31" y="31"/>
                            <a:pt x="31" y="62"/>
                          </a:cubicBezTo>
                          <a:cubicBezTo>
                            <a:pt x="0" y="92"/>
                            <a:pt x="31" y="153"/>
                            <a:pt x="61" y="153"/>
                          </a:cubicBezTo>
                          <a:cubicBezTo>
                            <a:pt x="61" y="153"/>
                            <a:pt x="122" y="153"/>
                            <a:pt x="122" y="12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01" name="Google Shape;681;p21">
                      <a:extLst>
                        <a:ext uri="{FF2B5EF4-FFF2-40B4-BE49-F238E27FC236}">
                          <a16:creationId xmlns:a16="http://schemas.microsoft.com/office/drawing/2014/main" id="{10CBD562-AA05-8CE4-E52D-4063E96EAA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32675" y="2591175"/>
                      <a:ext cx="2300" cy="5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" h="214" extrusionOk="0">
                          <a:moveTo>
                            <a:pt x="1" y="1"/>
                          </a:moveTo>
                          <a:lnTo>
                            <a:pt x="1" y="213"/>
                          </a:lnTo>
                          <a:cubicBezTo>
                            <a:pt x="92" y="92"/>
                            <a:pt x="92" y="92"/>
                            <a:pt x="1" y="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02" name="Google Shape;682;p21">
                      <a:extLst>
                        <a:ext uri="{FF2B5EF4-FFF2-40B4-BE49-F238E27FC236}">
                          <a16:creationId xmlns:a16="http://schemas.microsoft.com/office/drawing/2014/main" id="{FA58F9AA-823D-92C8-E6C8-FC208D7CDD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5825" y="2370800"/>
                      <a:ext cx="3075" cy="30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" h="123" extrusionOk="0">
                          <a:moveTo>
                            <a:pt x="31" y="122"/>
                          </a:moveTo>
                          <a:cubicBezTo>
                            <a:pt x="122" y="122"/>
                            <a:pt x="92" y="62"/>
                            <a:pt x="92" y="1"/>
                          </a:cubicBezTo>
                          <a:cubicBezTo>
                            <a:pt x="61" y="31"/>
                            <a:pt x="31" y="62"/>
                            <a:pt x="31" y="92"/>
                          </a:cubicBezTo>
                          <a:cubicBezTo>
                            <a:pt x="0" y="92"/>
                            <a:pt x="31" y="122"/>
                            <a:pt x="31" y="12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03" name="Google Shape;683;p21">
                      <a:extLst>
                        <a:ext uri="{FF2B5EF4-FFF2-40B4-BE49-F238E27FC236}">
                          <a16:creationId xmlns:a16="http://schemas.microsoft.com/office/drawing/2014/main" id="{2C788485-416A-C687-F5ED-4272AEFD18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1300" y="2379175"/>
                      <a:ext cx="2325" cy="45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" h="183" extrusionOk="0">
                          <a:moveTo>
                            <a:pt x="92" y="122"/>
                          </a:moveTo>
                          <a:cubicBezTo>
                            <a:pt x="92" y="122"/>
                            <a:pt x="92" y="91"/>
                            <a:pt x="92" y="61"/>
                          </a:cubicBezTo>
                          <a:cubicBezTo>
                            <a:pt x="62" y="61"/>
                            <a:pt x="31" y="31"/>
                            <a:pt x="1" y="0"/>
                          </a:cubicBezTo>
                          <a:lnTo>
                            <a:pt x="1" y="91"/>
                          </a:lnTo>
                          <a:cubicBezTo>
                            <a:pt x="31" y="152"/>
                            <a:pt x="31" y="183"/>
                            <a:pt x="92" y="12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04" name="Google Shape;684;p21">
                      <a:extLst>
                        <a:ext uri="{FF2B5EF4-FFF2-40B4-BE49-F238E27FC236}">
                          <a16:creationId xmlns:a16="http://schemas.microsoft.com/office/drawing/2014/main" id="{F4126B6C-E6B4-A5BF-781F-7A83FCA444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1300" y="2378400"/>
                      <a:ext cx="25" cy="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32" extrusionOk="0">
                          <a:moveTo>
                            <a:pt x="1" y="31"/>
                          </a:moveTo>
                          <a:lnTo>
                            <a:pt x="1" y="1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05" name="Google Shape;685;p21">
                      <a:extLst>
                        <a:ext uri="{FF2B5EF4-FFF2-40B4-BE49-F238E27FC236}">
                          <a16:creationId xmlns:a16="http://schemas.microsoft.com/office/drawing/2014/main" id="{3B89F09F-56D6-2E6B-F067-45708F521A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7550" y="2784200"/>
                      <a:ext cx="1550" cy="1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61" extrusionOk="0">
                          <a:moveTo>
                            <a:pt x="1" y="61"/>
                          </a:moveTo>
                          <a:lnTo>
                            <a:pt x="62" y="30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06" name="Google Shape;686;p21">
                      <a:extLst>
                        <a:ext uri="{FF2B5EF4-FFF2-40B4-BE49-F238E27FC236}">
                          <a16:creationId xmlns:a16="http://schemas.microsoft.com/office/drawing/2014/main" id="{7C064FF9-B125-61BF-E6A9-16ABD9F30B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41325" y="2651975"/>
                      <a:ext cx="2300" cy="23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" h="92" extrusionOk="0">
                          <a:moveTo>
                            <a:pt x="61" y="91"/>
                          </a:moveTo>
                          <a:cubicBezTo>
                            <a:pt x="61" y="91"/>
                            <a:pt x="61" y="61"/>
                            <a:pt x="61" y="61"/>
                          </a:cubicBezTo>
                          <a:cubicBezTo>
                            <a:pt x="92" y="31"/>
                            <a:pt x="61" y="0"/>
                            <a:pt x="31" y="0"/>
                          </a:cubicBezTo>
                          <a:cubicBezTo>
                            <a:pt x="0" y="0"/>
                            <a:pt x="0" y="0"/>
                            <a:pt x="0" y="31"/>
                          </a:cubicBezTo>
                          <a:cubicBezTo>
                            <a:pt x="0" y="61"/>
                            <a:pt x="0" y="91"/>
                            <a:pt x="61" y="9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07" name="Google Shape;687;p21">
                      <a:extLst>
                        <a:ext uri="{FF2B5EF4-FFF2-40B4-BE49-F238E27FC236}">
                          <a16:creationId xmlns:a16="http://schemas.microsoft.com/office/drawing/2014/main" id="{87921F4F-BD88-BE82-123A-EA5471FB8C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54100" y="2398925"/>
                      <a:ext cx="1550" cy="45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183" extrusionOk="0">
                          <a:moveTo>
                            <a:pt x="61" y="122"/>
                          </a:moveTo>
                          <a:cubicBezTo>
                            <a:pt x="61" y="92"/>
                            <a:pt x="61" y="92"/>
                            <a:pt x="61" y="61"/>
                          </a:cubicBezTo>
                          <a:cubicBezTo>
                            <a:pt x="31" y="31"/>
                            <a:pt x="31" y="31"/>
                            <a:pt x="0" y="0"/>
                          </a:cubicBezTo>
                          <a:cubicBezTo>
                            <a:pt x="0" y="31"/>
                            <a:pt x="0" y="61"/>
                            <a:pt x="0" y="92"/>
                          </a:cubicBezTo>
                          <a:cubicBezTo>
                            <a:pt x="0" y="152"/>
                            <a:pt x="31" y="183"/>
                            <a:pt x="61" y="12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08" name="Google Shape;688;p21">
                      <a:extLst>
                        <a:ext uri="{FF2B5EF4-FFF2-40B4-BE49-F238E27FC236}">
                          <a16:creationId xmlns:a16="http://schemas.microsoft.com/office/drawing/2014/main" id="{C70D4728-A786-5FEF-0072-1571C3DB11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5825" y="2413350"/>
                      <a:ext cx="5350" cy="3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4" h="153" extrusionOk="0">
                          <a:moveTo>
                            <a:pt x="213" y="62"/>
                          </a:moveTo>
                          <a:cubicBezTo>
                            <a:pt x="183" y="31"/>
                            <a:pt x="152" y="31"/>
                            <a:pt x="122" y="1"/>
                          </a:cubicBezTo>
                          <a:cubicBezTo>
                            <a:pt x="92" y="1"/>
                            <a:pt x="31" y="1"/>
                            <a:pt x="0" y="1"/>
                          </a:cubicBezTo>
                          <a:lnTo>
                            <a:pt x="0" y="153"/>
                          </a:lnTo>
                          <a:cubicBezTo>
                            <a:pt x="31" y="153"/>
                            <a:pt x="92" y="153"/>
                            <a:pt x="122" y="153"/>
                          </a:cubicBezTo>
                          <a:cubicBezTo>
                            <a:pt x="152" y="123"/>
                            <a:pt x="183" y="92"/>
                            <a:pt x="213" y="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09" name="Google Shape;689;p21">
                      <a:extLst>
                        <a:ext uri="{FF2B5EF4-FFF2-40B4-BE49-F238E27FC236}">
                          <a16:creationId xmlns:a16="http://schemas.microsoft.com/office/drawing/2014/main" id="{E31E4DE1-F09E-76AB-974E-366AAF457A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5050" y="2416400"/>
                      <a:ext cx="1550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31" extrusionOk="0">
                          <a:moveTo>
                            <a:pt x="62" y="1"/>
                          </a:moveTo>
                          <a:lnTo>
                            <a:pt x="31" y="1"/>
                          </a:lnTo>
                          <a:lnTo>
                            <a:pt x="1" y="31"/>
                          </a:lnTo>
                          <a:lnTo>
                            <a:pt x="62" y="3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10" name="Google Shape;690;p21">
                      <a:extLst>
                        <a:ext uri="{FF2B5EF4-FFF2-40B4-BE49-F238E27FC236}">
                          <a16:creationId xmlns:a16="http://schemas.microsoft.com/office/drawing/2014/main" id="{C7BBC5E8-E878-C3DB-C87F-513F5F41E9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11075" y="2413350"/>
                      <a:ext cx="2325" cy="30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" h="123" extrusionOk="0">
                          <a:moveTo>
                            <a:pt x="92" y="123"/>
                          </a:moveTo>
                          <a:cubicBezTo>
                            <a:pt x="92" y="123"/>
                            <a:pt x="92" y="62"/>
                            <a:pt x="92" y="62"/>
                          </a:cubicBezTo>
                          <a:lnTo>
                            <a:pt x="1" y="1"/>
                          </a:lnTo>
                          <a:cubicBezTo>
                            <a:pt x="31" y="31"/>
                            <a:pt x="31" y="92"/>
                            <a:pt x="92" y="12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11" name="Google Shape;691;p21">
                      <a:extLst>
                        <a:ext uri="{FF2B5EF4-FFF2-40B4-BE49-F238E27FC236}">
                          <a16:creationId xmlns:a16="http://schemas.microsoft.com/office/drawing/2014/main" id="{789B00BB-0B7E-BF17-5EF7-F268F4E3C2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15675" y="2428550"/>
                      <a:ext cx="3825" cy="30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" h="123" extrusionOk="0">
                          <a:moveTo>
                            <a:pt x="152" y="62"/>
                          </a:moveTo>
                          <a:cubicBezTo>
                            <a:pt x="152" y="62"/>
                            <a:pt x="122" y="31"/>
                            <a:pt x="91" y="1"/>
                          </a:cubicBezTo>
                          <a:lnTo>
                            <a:pt x="0" y="1"/>
                          </a:lnTo>
                          <a:cubicBezTo>
                            <a:pt x="0" y="31"/>
                            <a:pt x="30" y="62"/>
                            <a:pt x="61" y="92"/>
                          </a:cubicBezTo>
                          <a:cubicBezTo>
                            <a:pt x="122" y="122"/>
                            <a:pt x="152" y="122"/>
                            <a:pt x="152" y="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12" name="Google Shape;692;p21">
                      <a:extLst>
                        <a:ext uri="{FF2B5EF4-FFF2-40B4-BE49-F238E27FC236}">
                          <a16:creationId xmlns:a16="http://schemas.microsoft.com/office/drawing/2014/main" id="{3C1B0126-00F4-5C0C-8E99-C5FDBC6601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14900" y="2428550"/>
                      <a:ext cx="800" cy="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" h="32" extrusionOk="0">
                          <a:moveTo>
                            <a:pt x="31" y="31"/>
                          </a:moveTo>
                          <a:lnTo>
                            <a:pt x="31" y="31"/>
                          </a:lnTo>
                          <a:lnTo>
                            <a:pt x="1" y="1"/>
                          </a:lnTo>
                          <a:lnTo>
                            <a:pt x="1" y="3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13" name="Google Shape;693;p21">
                      <a:extLst>
                        <a:ext uri="{FF2B5EF4-FFF2-40B4-BE49-F238E27FC236}">
                          <a16:creationId xmlns:a16="http://schemas.microsoft.com/office/drawing/2014/main" id="{3E1D9D1B-0F3C-FAF4-7AC3-D60DDC3D01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19275" y="2683125"/>
                      <a:ext cx="800" cy="15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" h="62" extrusionOk="0">
                          <a:moveTo>
                            <a:pt x="1" y="61"/>
                          </a:moveTo>
                          <a:lnTo>
                            <a:pt x="1" y="31"/>
                          </a:lnTo>
                          <a:cubicBezTo>
                            <a:pt x="31" y="0"/>
                            <a:pt x="1" y="31"/>
                            <a:pt x="1" y="31"/>
                          </a:cubicBezTo>
                          <a:lnTo>
                            <a:pt x="1" y="3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14" name="Google Shape;694;p21">
                      <a:extLst>
                        <a:ext uri="{FF2B5EF4-FFF2-40B4-BE49-F238E27FC236}">
                          <a16:creationId xmlns:a16="http://schemas.microsoft.com/office/drawing/2014/main" id="{90CB3C24-E817-6E21-DAB7-B6FB5D0406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17000" y="2683875"/>
                      <a:ext cx="1550" cy="46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184" extrusionOk="0">
                          <a:moveTo>
                            <a:pt x="62" y="183"/>
                          </a:moveTo>
                          <a:lnTo>
                            <a:pt x="62" y="122"/>
                          </a:lnTo>
                          <a:cubicBezTo>
                            <a:pt x="62" y="92"/>
                            <a:pt x="62" y="31"/>
                            <a:pt x="62" y="1"/>
                          </a:cubicBezTo>
                          <a:cubicBezTo>
                            <a:pt x="31" y="31"/>
                            <a:pt x="31" y="62"/>
                            <a:pt x="1" y="92"/>
                          </a:cubicBezTo>
                          <a:cubicBezTo>
                            <a:pt x="1" y="153"/>
                            <a:pt x="31" y="183"/>
                            <a:pt x="62" y="18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15" name="Google Shape;695;p21">
                      <a:extLst>
                        <a:ext uri="{FF2B5EF4-FFF2-40B4-BE49-F238E27FC236}">
                          <a16:creationId xmlns:a16="http://schemas.microsoft.com/office/drawing/2014/main" id="{BA4B33F9-0F52-EFEF-D674-716BF8EE8A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93775" y="3066875"/>
                      <a:ext cx="1550" cy="3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153" extrusionOk="0">
                          <a:moveTo>
                            <a:pt x="61" y="91"/>
                          </a:moveTo>
                          <a:cubicBezTo>
                            <a:pt x="61" y="31"/>
                            <a:pt x="31" y="0"/>
                            <a:pt x="0" y="91"/>
                          </a:cubicBezTo>
                          <a:cubicBezTo>
                            <a:pt x="0" y="152"/>
                            <a:pt x="0" y="122"/>
                            <a:pt x="31" y="12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16" name="Google Shape;696;p21">
                      <a:extLst>
                        <a:ext uri="{FF2B5EF4-FFF2-40B4-BE49-F238E27FC236}">
                          <a16:creationId xmlns:a16="http://schemas.microsoft.com/office/drawing/2014/main" id="{2FD33CE3-7489-129E-CA35-C34E195588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83725" y="3788000"/>
                      <a:ext cx="2300" cy="23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" h="92" extrusionOk="0">
                          <a:moveTo>
                            <a:pt x="61" y="92"/>
                          </a:moveTo>
                          <a:cubicBezTo>
                            <a:pt x="61" y="92"/>
                            <a:pt x="61" y="61"/>
                            <a:pt x="92" y="31"/>
                          </a:cubicBezTo>
                          <a:cubicBezTo>
                            <a:pt x="92" y="31"/>
                            <a:pt x="92" y="1"/>
                            <a:pt x="61" y="1"/>
                          </a:cubicBezTo>
                          <a:cubicBezTo>
                            <a:pt x="31" y="1"/>
                            <a:pt x="1" y="1"/>
                            <a:pt x="1" y="31"/>
                          </a:cubicBezTo>
                          <a:cubicBezTo>
                            <a:pt x="1" y="61"/>
                            <a:pt x="1" y="92"/>
                            <a:pt x="61" y="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17" name="Google Shape;697;p21">
                      <a:extLst>
                        <a:ext uri="{FF2B5EF4-FFF2-40B4-BE49-F238E27FC236}">
                          <a16:creationId xmlns:a16="http://schemas.microsoft.com/office/drawing/2014/main" id="{E7018739-9BA4-E0D9-75A3-A88B863CE9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14450" y="3457450"/>
                      <a:ext cx="77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1" extrusionOk="0">
                          <a:moveTo>
                            <a:pt x="0" y="1"/>
                          </a:moveTo>
                          <a:lnTo>
                            <a:pt x="31" y="1"/>
                          </a:lnTo>
                          <a:lnTo>
                            <a:pt x="31" y="1"/>
                          </a:lnTo>
                          <a:lnTo>
                            <a:pt x="3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18" name="Google Shape;698;p21">
                      <a:extLst>
                        <a:ext uri="{FF2B5EF4-FFF2-40B4-BE49-F238E27FC236}">
                          <a16:creationId xmlns:a16="http://schemas.microsoft.com/office/drawing/2014/main" id="{89406D42-9779-179D-7857-65553736A0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12175" y="3457450"/>
                      <a:ext cx="2300" cy="15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" h="62" extrusionOk="0">
                          <a:moveTo>
                            <a:pt x="0" y="61"/>
                          </a:moveTo>
                          <a:cubicBezTo>
                            <a:pt x="0" y="61"/>
                            <a:pt x="31" y="61"/>
                            <a:pt x="31" y="61"/>
                          </a:cubicBezTo>
                          <a:lnTo>
                            <a:pt x="91" y="1"/>
                          </a:lnTo>
                          <a:cubicBezTo>
                            <a:pt x="61" y="1"/>
                            <a:pt x="0" y="1"/>
                            <a:pt x="0" y="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19" name="Google Shape;699;p21">
                      <a:extLst>
                        <a:ext uri="{FF2B5EF4-FFF2-40B4-BE49-F238E27FC236}">
                          <a16:creationId xmlns:a16="http://schemas.microsoft.com/office/drawing/2014/main" id="{09C31460-C7F7-194F-E85F-2EFCBC1278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2500" y="2718075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0" y="1"/>
                          </a:moveTo>
                          <a:lnTo>
                            <a:pt x="0" y="1"/>
                          </a:lnTo>
                          <a:lnTo>
                            <a:pt x="0" y="1"/>
                          </a:lnTo>
                          <a:lnTo>
                            <a:pt x="0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20" name="Google Shape;700;p21">
                      <a:extLst>
                        <a:ext uri="{FF2B5EF4-FFF2-40B4-BE49-F238E27FC236}">
                          <a16:creationId xmlns:a16="http://schemas.microsoft.com/office/drawing/2014/main" id="{F6A22673-1849-F400-8D10-5CA9F4BAC4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67175" y="2715050"/>
                      <a:ext cx="5350" cy="30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4" h="122" extrusionOk="0">
                          <a:moveTo>
                            <a:pt x="91" y="0"/>
                          </a:moveTo>
                          <a:cubicBezTo>
                            <a:pt x="61" y="0"/>
                            <a:pt x="31" y="30"/>
                            <a:pt x="0" y="61"/>
                          </a:cubicBezTo>
                          <a:cubicBezTo>
                            <a:pt x="31" y="91"/>
                            <a:pt x="61" y="91"/>
                            <a:pt x="91" y="122"/>
                          </a:cubicBezTo>
                          <a:cubicBezTo>
                            <a:pt x="122" y="122"/>
                            <a:pt x="183" y="122"/>
                            <a:pt x="213" y="122"/>
                          </a:cubicBezTo>
                          <a:lnTo>
                            <a:pt x="213" y="0"/>
                          </a:lnTo>
                          <a:cubicBezTo>
                            <a:pt x="183" y="0"/>
                            <a:pt x="122" y="0"/>
                            <a:pt x="91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21" name="Google Shape;701;p21">
                      <a:extLst>
                        <a:ext uri="{FF2B5EF4-FFF2-40B4-BE49-F238E27FC236}">
                          <a16:creationId xmlns:a16="http://schemas.microsoft.com/office/drawing/2014/main" id="{79362E99-DA0C-AF64-9400-B227287530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9275" y="2485550"/>
                      <a:ext cx="3050" cy="30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2" h="123" extrusionOk="0">
                          <a:moveTo>
                            <a:pt x="122" y="61"/>
                          </a:moveTo>
                          <a:cubicBezTo>
                            <a:pt x="91" y="31"/>
                            <a:pt x="61" y="31"/>
                            <a:pt x="30" y="1"/>
                          </a:cubicBezTo>
                          <a:cubicBezTo>
                            <a:pt x="30" y="1"/>
                            <a:pt x="0" y="31"/>
                            <a:pt x="0" y="31"/>
                          </a:cubicBezTo>
                          <a:cubicBezTo>
                            <a:pt x="0" y="61"/>
                            <a:pt x="30" y="122"/>
                            <a:pt x="91" y="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22" name="Google Shape;702;p21">
                      <a:extLst>
                        <a:ext uri="{FF2B5EF4-FFF2-40B4-BE49-F238E27FC236}">
                          <a16:creationId xmlns:a16="http://schemas.microsoft.com/office/drawing/2014/main" id="{0107BC63-7F5F-5231-CE08-BE887ED8DE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6000" y="3468850"/>
                      <a:ext cx="775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31" extrusionOk="0">
                          <a:moveTo>
                            <a:pt x="31" y="31"/>
                          </a:moveTo>
                          <a:lnTo>
                            <a:pt x="31" y="0"/>
                          </a:lnTo>
                          <a:lnTo>
                            <a:pt x="1" y="3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23" name="Google Shape;703;p21">
                      <a:extLst>
                        <a:ext uri="{FF2B5EF4-FFF2-40B4-BE49-F238E27FC236}">
                          <a16:creationId xmlns:a16="http://schemas.microsoft.com/office/drawing/2014/main" id="{BAC8D0F9-E5A0-95C5-CBB7-86E83692C2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99825" y="3669450"/>
                      <a:ext cx="1550" cy="30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123" extrusionOk="0">
                          <a:moveTo>
                            <a:pt x="62" y="1"/>
                          </a:moveTo>
                          <a:cubicBezTo>
                            <a:pt x="62" y="1"/>
                            <a:pt x="31" y="31"/>
                            <a:pt x="1" y="62"/>
                          </a:cubicBezTo>
                          <a:cubicBezTo>
                            <a:pt x="1" y="62"/>
                            <a:pt x="1" y="92"/>
                            <a:pt x="31" y="92"/>
                          </a:cubicBezTo>
                          <a:cubicBezTo>
                            <a:pt x="62" y="122"/>
                            <a:pt x="62" y="62"/>
                            <a:pt x="62" y="62"/>
                          </a:cubicBezTo>
                          <a:cubicBezTo>
                            <a:pt x="62" y="31"/>
                            <a:pt x="62" y="31"/>
                            <a:pt x="62" y="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24" name="Google Shape;704;p21">
                      <a:extLst>
                        <a:ext uri="{FF2B5EF4-FFF2-40B4-BE49-F238E27FC236}">
                          <a16:creationId xmlns:a16="http://schemas.microsoft.com/office/drawing/2014/main" id="{A62EAF4F-3A0E-53BD-212E-292BD3269C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71600" y="3368550"/>
                      <a:ext cx="77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1" extrusionOk="0">
                          <a:moveTo>
                            <a:pt x="0" y="0"/>
                          </a:move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25" name="Google Shape;705;p21">
                      <a:extLst>
                        <a:ext uri="{FF2B5EF4-FFF2-40B4-BE49-F238E27FC236}">
                          <a16:creationId xmlns:a16="http://schemas.microsoft.com/office/drawing/2014/main" id="{91FFAB29-A683-8C2F-2AE3-9E63DD2985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68550" y="3367775"/>
                      <a:ext cx="3075" cy="23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" h="92" extrusionOk="0">
                          <a:moveTo>
                            <a:pt x="61" y="62"/>
                          </a:moveTo>
                          <a:cubicBezTo>
                            <a:pt x="92" y="31"/>
                            <a:pt x="122" y="31"/>
                            <a:pt x="122" y="1"/>
                          </a:cubicBezTo>
                          <a:cubicBezTo>
                            <a:pt x="92" y="1"/>
                            <a:pt x="31" y="1"/>
                            <a:pt x="1" y="62"/>
                          </a:cubicBezTo>
                          <a:cubicBezTo>
                            <a:pt x="1" y="92"/>
                            <a:pt x="61" y="62"/>
                            <a:pt x="61" y="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26" name="Google Shape;706;p21">
                      <a:extLst>
                        <a:ext uri="{FF2B5EF4-FFF2-40B4-BE49-F238E27FC236}">
                          <a16:creationId xmlns:a16="http://schemas.microsoft.com/office/drawing/2014/main" id="{C6CFB8B7-DF58-0865-E987-2B14869D20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0250" y="2509100"/>
                      <a:ext cx="3075" cy="3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" h="153" extrusionOk="0">
                          <a:moveTo>
                            <a:pt x="1" y="31"/>
                          </a:moveTo>
                          <a:cubicBezTo>
                            <a:pt x="1" y="92"/>
                            <a:pt x="31" y="122"/>
                            <a:pt x="31" y="153"/>
                          </a:cubicBezTo>
                          <a:cubicBezTo>
                            <a:pt x="31" y="153"/>
                            <a:pt x="92" y="122"/>
                            <a:pt x="92" y="122"/>
                          </a:cubicBezTo>
                          <a:cubicBezTo>
                            <a:pt x="122" y="62"/>
                            <a:pt x="92" y="1"/>
                            <a:pt x="61" y="1"/>
                          </a:cubicBezTo>
                          <a:cubicBezTo>
                            <a:pt x="31" y="1"/>
                            <a:pt x="1" y="31"/>
                            <a:pt x="1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27" name="Google Shape;707;p21">
                      <a:extLst>
                        <a:ext uri="{FF2B5EF4-FFF2-40B4-BE49-F238E27FC236}">
                          <a16:creationId xmlns:a16="http://schemas.microsoft.com/office/drawing/2014/main" id="{79B3DBD4-787B-029A-CD4B-46AC0FF4ED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61850" y="3130700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28" name="Google Shape;708;p21">
                      <a:extLst>
                        <a:ext uri="{FF2B5EF4-FFF2-40B4-BE49-F238E27FC236}">
                          <a16:creationId xmlns:a16="http://schemas.microsoft.com/office/drawing/2014/main" id="{A6DBF230-4195-7BD7-07BE-F737CDA610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8050" y="3130700"/>
                      <a:ext cx="3825" cy="30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" h="122" extrusionOk="0">
                          <a:moveTo>
                            <a:pt x="1" y="61"/>
                          </a:moveTo>
                          <a:cubicBezTo>
                            <a:pt x="1" y="92"/>
                            <a:pt x="62" y="122"/>
                            <a:pt x="92" y="92"/>
                          </a:cubicBezTo>
                          <a:cubicBezTo>
                            <a:pt x="122" y="92"/>
                            <a:pt x="122" y="31"/>
                            <a:pt x="153" y="0"/>
                          </a:cubicBezTo>
                          <a:cubicBezTo>
                            <a:pt x="92" y="0"/>
                            <a:pt x="62" y="0"/>
                            <a:pt x="31" y="0"/>
                          </a:cubicBezTo>
                          <a:cubicBezTo>
                            <a:pt x="31" y="0"/>
                            <a:pt x="1" y="31"/>
                            <a:pt x="1" y="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29" name="Google Shape;709;p21">
                      <a:extLst>
                        <a:ext uri="{FF2B5EF4-FFF2-40B4-BE49-F238E27FC236}">
                          <a16:creationId xmlns:a16="http://schemas.microsoft.com/office/drawing/2014/main" id="{C49C1DC7-2CBF-5DA9-1C64-46632E2151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79175" y="3836625"/>
                      <a:ext cx="1550" cy="23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93" extrusionOk="0">
                          <a:moveTo>
                            <a:pt x="0" y="62"/>
                          </a:moveTo>
                          <a:cubicBezTo>
                            <a:pt x="31" y="92"/>
                            <a:pt x="61" y="92"/>
                            <a:pt x="61" y="31"/>
                          </a:cubicBezTo>
                          <a:cubicBezTo>
                            <a:pt x="61" y="1"/>
                            <a:pt x="31" y="31"/>
                            <a:pt x="0" y="31"/>
                          </a:cubicBezTo>
                          <a:cubicBezTo>
                            <a:pt x="0" y="31"/>
                            <a:pt x="0" y="62"/>
                            <a:pt x="0" y="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30" name="Google Shape;710;p21">
                      <a:extLst>
                        <a:ext uri="{FF2B5EF4-FFF2-40B4-BE49-F238E27FC236}">
                          <a16:creationId xmlns:a16="http://schemas.microsoft.com/office/drawing/2014/main" id="{32AF5EEF-43DC-893F-2F21-B81CE9EB45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45575" y="2943775"/>
                      <a:ext cx="1550" cy="3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153" extrusionOk="0">
                          <a:moveTo>
                            <a:pt x="61" y="152"/>
                          </a:moveTo>
                          <a:lnTo>
                            <a:pt x="61" y="91"/>
                          </a:lnTo>
                          <a:lnTo>
                            <a:pt x="61" y="0"/>
                          </a:lnTo>
                          <a:cubicBezTo>
                            <a:pt x="31" y="30"/>
                            <a:pt x="31" y="61"/>
                            <a:pt x="0" y="91"/>
                          </a:cubicBezTo>
                          <a:cubicBezTo>
                            <a:pt x="0" y="122"/>
                            <a:pt x="0" y="152"/>
                            <a:pt x="61" y="15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31" name="Google Shape;711;p21">
                      <a:extLst>
                        <a:ext uri="{FF2B5EF4-FFF2-40B4-BE49-F238E27FC236}">
                          <a16:creationId xmlns:a16="http://schemas.microsoft.com/office/drawing/2014/main" id="{34AF9545-8B9F-8D2E-0D44-73AF164F86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8750" y="4008375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0" y="0"/>
                          </a:move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32" name="Google Shape;712;p21">
                      <a:extLst>
                        <a:ext uri="{FF2B5EF4-FFF2-40B4-BE49-F238E27FC236}">
                          <a16:creationId xmlns:a16="http://schemas.microsoft.com/office/drawing/2014/main" id="{38EA87E4-4DAE-4EE4-EA9B-343E8E441E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8750" y="4007600"/>
                      <a:ext cx="6100" cy="3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" h="153" extrusionOk="0">
                          <a:moveTo>
                            <a:pt x="244" y="153"/>
                          </a:moveTo>
                          <a:cubicBezTo>
                            <a:pt x="213" y="62"/>
                            <a:pt x="122" y="1"/>
                            <a:pt x="0" y="31"/>
                          </a:cubicBezTo>
                          <a:cubicBezTo>
                            <a:pt x="61" y="153"/>
                            <a:pt x="152" y="153"/>
                            <a:pt x="244" y="15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33" name="Google Shape;713;p21">
                      <a:extLst>
                        <a:ext uri="{FF2B5EF4-FFF2-40B4-BE49-F238E27FC236}">
                          <a16:creationId xmlns:a16="http://schemas.microsoft.com/office/drawing/2014/main" id="{8686200F-B901-A121-CBB7-CCAB48E1D5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77050" y="3161850"/>
                      <a:ext cx="3825" cy="23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" h="92" extrusionOk="0">
                          <a:moveTo>
                            <a:pt x="92" y="31"/>
                          </a:moveTo>
                          <a:cubicBezTo>
                            <a:pt x="92" y="1"/>
                            <a:pt x="62" y="1"/>
                            <a:pt x="31" y="31"/>
                          </a:cubicBezTo>
                          <a:cubicBezTo>
                            <a:pt x="1" y="61"/>
                            <a:pt x="31" y="61"/>
                            <a:pt x="92" y="92"/>
                          </a:cubicBezTo>
                          <a:cubicBezTo>
                            <a:pt x="122" y="92"/>
                            <a:pt x="122" y="61"/>
                            <a:pt x="122" y="61"/>
                          </a:cubicBezTo>
                          <a:cubicBezTo>
                            <a:pt x="153" y="61"/>
                            <a:pt x="122" y="31"/>
                            <a:pt x="92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34" name="Google Shape;714;p21">
                      <a:extLst>
                        <a:ext uri="{FF2B5EF4-FFF2-40B4-BE49-F238E27FC236}">
                          <a16:creationId xmlns:a16="http://schemas.microsoft.com/office/drawing/2014/main" id="{5DD4B0EC-DE3F-6420-3F04-52667BD0B9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33600" y="2800900"/>
                      <a:ext cx="3825" cy="23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" h="92" extrusionOk="0">
                          <a:moveTo>
                            <a:pt x="92" y="1"/>
                          </a:moveTo>
                          <a:cubicBezTo>
                            <a:pt x="92" y="1"/>
                            <a:pt x="61" y="1"/>
                            <a:pt x="61" y="1"/>
                          </a:cubicBezTo>
                          <a:cubicBezTo>
                            <a:pt x="31" y="31"/>
                            <a:pt x="1" y="62"/>
                            <a:pt x="1" y="92"/>
                          </a:cubicBezTo>
                          <a:lnTo>
                            <a:pt x="92" y="92"/>
                          </a:lnTo>
                          <a:cubicBezTo>
                            <a:pt x="153" y="62"/>
                            <a:pt x="153" y="31"/>
                            <a:pt x="92" y="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35" name="Google Shape;715;p21">
                      <a:extLst>
                        <a:ext uri="{FF2B5EF4-FFF2-40B4-BE49-F238E27FC236}">
                          <a16:creationId xmlns:a16="http://schemas.microsoft.com/office/drawing/2014/main" id="{A5FD277D-B24B-D228-326B-567FE82EB2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32850" y="2803175"/>
                      <a:ext cx="77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1" extrusionOk="0">
                          <a:moveTo>
                            <a:pt x="31" y="1"/>
                          </a:moveTo>
                          <a:lnTo>
                            <a:pt x="0" y="1"/>
                          </a:lnTo>
                          <a:lnTo>
                            <a:pt x="0" y="1"/>
                          </a:lnTo>
                          <a:lnTo>
                            <a:pt x="0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36" name="Google Shape;716;p21">
                      <a:extLst>
                        <a:ext uri="{FF2B5EF4-FFF2-40B4-BE49-F238E27FC236}">
                          <a16:creationId xmlns:a16="http://schemas.microsoft.com/office/drawing/2014/main" id="{A730B7B7-0593-AB42-B1BF-516F62258B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47575" y="2793300"/>
                      <a:ext cx="2300" cy="30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" h="123" extrusionOk="0">
                          <a:moveTo>
                            <a:pt x="31" y="92"/>
                          </a:moveTo>
                          <a:lnTo>
                            <a:pt x="92" y="62"/>
                          </a:lnTo>
                          <a:cubicBezTo>
                            <a:pt x="92" y="1"/>
                            <a:pt x="61" y="1"/>
                            <a:pt x="31" y="62"/>
                          </a:cubicBezTo>
                          <a:cubicBezTo>
                            <a:pt x="1" y="122"/>
                            <a:pt x="31" y="92"/>
                            <a:pt x="31" y="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37" name="Google Shape;717;p21">
                      <a:extLst>
                        <a:ext uri="{FF2B5EF4-FFF2-40B4-BE49-F238E27FC236}">
                          <a16:creationId xmlns:a16="http://schemas.microsoft.com/office/drawing/2014/main" id="{0271087F-38EF-DD9E-7198-AC13B1241E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26275" y="4906550"/>
                      <a:ext cx="3075" cy="15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" h="62" extrusionOk="0">
                          <a:moveTo>
                            <a:pt x="62" y="62"/>
                          </a:moveTo>
                          <a:cubicBezTo>
                            <a:pt x="62" y="62"/>
                            <a:pt x="92" y="62"/>
                            <a:pt x="92" y="31"/>
                          </a:cubicBezTo>
                          <a:cubicBezTo>
                            <a:pt x="122" y="1"/>
                            <a:pt x="62" y="1"/>
                            <a:pt x="62" y="1"/>
                          </a:cubicBezTo>
                          <a:cubicBezTo>
                            <a:pt x="31" y="1"/>
                            <a:pt x="1" y="31"/>
                            <a:pt x="62" y="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38" name="Google Shape;718;p21">
                      <a:extLst>
                        <a:ext uri="{FF2B5EF4-FFF2-40B4-BE49-F238E27FC236}">
                          <a16:creationId xmlns:a16="http://schemas.microsoft.com/office/drawing/2014/main" id="{F58AB986-06F1-06F6-5586-65B2BE8504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47400" y="2694525"/>
                      <a:ext cx="2325" cy="30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" h="122" extrusionOk="0">
                          <a:moveTo>
                            <a:pt x="31" y="31"/>
                          </a:moveTo>
                          <a:cubicBezTo>
                            <a:pt x="1" y="61"/>
                            <a:pt x="31" y="92"/>
                            <a:pt x="62" y="92"/>
                          </a:cubicBezTo>
                          <a:cubicBezTo>
                            <a:pt x="92" y="122"/>
                            <a:pt x="62" y="31"/>
                            <a:pt x="62" y="0"/>
                          </a:cubicBezTo>
                          <a:cubicBezTo>
                            <a:pt x="31" y="0"/>
                            <a:pt x="31" y="0"/>
                            <a:pt x="31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39" name="Google Shape;719;p21">
                      <a:extLst>
                        <a:ext uri="{FF2B5EF4-FFF2-40B4-BE49-F238E27FC236}">
                          <a16:creationId xmlns:a16="http://schemas.microsoft.com/office/drawing/2014/main" id="{48247B8C-DB13-E846-236D-40316CEA7F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4325" y="2736325"/>
                      <a:ext cx="800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" h="1" extrusionOk="0">
                          <a:moveTo>
                            <a:pt x="31" y="0"/>
                          </a:moveTo>
                          <a:lnTo>
                            <a:pt x="1" y="0"/>
                          </a:lnTo>
                          <a:lnTo>
                            <a:pt x="1" y="0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40" name="Google Shape;720;p21">
                      <a:extLst>
                        <a:ext uri="{FF2B5EF4-FFF2-40B4-BE49-F238E27FC236}">
                          <a16:creationId xmlns:a16="http://schemas.microsoft.com/office/drawing/2014/main" id="{BC9179A7-AE26-9FE5-0A96-64E859CEC8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1025" y="2777350"/>
                      <a:ext cx="77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1" extrusionOk="0">
                          <a:moveTo>
                            <a:pt x="30" y="0"/>
                          </a:moveTo>
                          <a:lnTo>
                            <a:pt x="0" y="0"/>
                          </a:lnTo>
                          <a:lnTo>
                            <a:pt x="0" y="0"/>
                          </a:lnTo>
                          <a:cubicBezTo>
                            <a:pt x="0" y="0"/>
                            <a:pt x="30" y="0"/>
                            <a:pt x="3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41" name="Google Shape;721;p21">
                      <a:extLst>
                        <a:ext uri="{FF2B5EF4-FFF2-40B4-BE49-F238E27FC236}">
                          <a16:creationId xmlns:a16="http://schemas.microsoft.com/office/drawing/2014/main" id="{B2E64255-D7D9-EE7A-D8B6-2B7E30D34F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1775" y="2776600"/>
                      <a:ext cx="1550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31" extrusionOk="0">
                          <a:moveTo>
                            <a:pt x="0" y="0"/>
                          </a:moveTo>
                          <a:lnTo>
                            <a:pt x="0" y="30"/>
                          </a:lnTo>
                          <a:cubicBezTo>
                            <a:pt x="31" y="0"/>
                            <a:pt x="61" y="0"/>
                            <a:pt x="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42" name="Google Shape;722;p21">
                      <a:extLst>
                        <a:ext uri="{FF2B5EF4-FFF2-40B4-BE49-F238E27FC236}">
                          <a16:creationId xmlns:a16="http://schemas.microsoft.com/office/drawing/2014/main" id="{EF633000-5C0F-F226-AD17-FDCF060459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6000" y="3412625"/>
                      <a:ext cx="1550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31" extrusionOk="0">
                          <a:moveTo>
                            <a:pt x="31" y="0"/>
                          </a:moveTo>
                          <a:lnTo>
                            <a:pt x="1" y="31"/>
                          </a:lnTo>
                          <a:lnTo>
                            <a:pt x="61" y="3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43" name="Google Shape;723;p21">
                      <a:extLst>
                        <a:ext uri="{FF2B5EF4-FFF2-40B4-BE49-F238E27FC236}">
                          <a16:creationId xmlns:a16="http://schemas.microsoft.com/office/drawing/2014/main" id="{1C36D258-4252-C480-5F4D-22E4BE0950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27050" y="3488600"/>
                      <a:ext cx="1550" cy="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32" extrusionOk="0">
                          <a:moveTo>
                            <a:pt x="1" y="31"/>
                          </a:moveTo>
                          <a:lnTo>
                            <a:pt x="62" y="31"/>
                          </a:lnTo>
                          <a:lnTo>
                            <a:pt x="3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44" name="Google Shape;724;p21">
                      <a:extLst>
                        <a:ext uri="{FF2B5EF4-FFF2-40B4-BE49-F238E27FC236}">
                          <a16:creationId xmlns:a16="http://schemas.microsoft.com/office/drawing/2014/main" id="{C59BF0CA-0FAE-B3B4-66E8-69E5689196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12000" y="3677050"/>
                      <a:ext cx="775" cy="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32" extrusionOk="0">
                          <a:moveTo>
                            <a:pt x="0" y="31"/>
                          </a:moveTo>
                          <a:lnTo>
                            <a:pt x="31" y="31"/>
                          </a:lnTo>
                          <a:cubicBezTo>
                            <a:pt x="0" y="1"/>
                            <a:pt x="0" y="1"/>
                            <a:pt x="0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45" name="Google Shape;725;p21">
                      <a:extLst>
                        <a:ext uri="{FF2B5EF4-FFF2-40B4-BE49-F238E27FC236}">
                          <a16:creationId xmlns:a16="http://schemas.microsoft.com/office/drawing/2014/main" id="{40CCFF2E-20D2-50E3-D1E5-A57E5BD771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0175" y="3748500"/>
                      <a:ext cx="1550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31" extrusionOk="0">
                          <a:moveTo>
                            <a:pt x="61" y="30"/>
                          </a:moveTo>
                          <a:lnTo>
                            <a:pt x="31" y="0"/>
                          </a:lnTo>
                          <a:lnTo>
                            <a:pt x="0" y="3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46" name="Google Shape;726;p21">
                      <a:extLst>
                        <a:ext uri="{FF2B5EF4-FFF2-40B4-BE49-F238E27FC236}">
                          <a16:creationId xmlns:a16="http://schemas.microsoft.com/office/drawing/2014/main" id="{BCD6E7AC-1FD6-AC44-9C92-DD1E6BCDE0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6850" y="3436175"/>
                      <a:ext cx="1550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31" extrusionOk="0">
                          <a:moveTo>
                            <a:pt x="0" y="31"/>
                          </a:moveTo>
                          <a:lnTo>
                            <a:pt x="61" y="3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47" name="Google Shape;727;p21">
                      <a:extLst>
                        <a:ext uri="{FF2B5EF4-FFF2-40B4-BE49-F238E27FC236}">
                          <a16:creationId xmlns:a16="http://schemas.microsoft.com/office/drawing/2014/main" id="{CC19C54E-102E-A805-E5CF-F46559A0C4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33125" y="2277350"/>
                      <a:ext cx="2300" cy="1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" h="61" extrusionOk="0">
                          <a:moveTo>
                            <a:pt x="1" y="0"/>
                          </a:moveTo>
                          <a:cubicBezTo>
                            <a:pt x="1" y="31"/>
                            <a:pt x="1" y="61"/>
                            <a:pt x="62" y="61"/>
                          </a:cubicBezTo>
                          <a:cubicBezTo>
                            <a:pt x="92" y="61"/>
                            <a:pt x="62" y="31"/>
                            <a:pt x="62" y="31"/>
                          </a:cubicBezTo>
                          <a:cubicBezTo>
                            <a:pt x="62" y="0"/>
                            <a:pt x="31" y="0"/>
                            <a:pt x="1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48" name="Google Shape;728;p21">
                      <a:extLst>
                        <a:ext uri="{FF2B5EF4-FFF2-40B4-BE49-F238E27FC236}">
                          <a16:creationId xmlns:a16="http://schemas.microsoft.com/office/drawing/2014/main" id="{B9650376-5299-7614-ECDF-CD692A9B01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68200" y="2904250"/>
                      <a:ext cx="25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31" extrusionOk="0">
                          <a:moveTo>
                            <a:pt x="1" y="31"/>
                          </a:moveTo>
                          <a:lnTo>
                            <a:pt x="1" y="1"/>
                          </a:lnTo>
                          <a:lnTo>
                            <a:pt x="1" y="1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49" name="Google Shape;729;p21">
                      <a:extLst>
                        <a:ext uri="{FF2B5EF4-FFF2-40B4-BE49-F238E27FC236}">
                          <a16:creationId xmlns:a16="http://schemas.microsoft.com/office/drawing/2014/main" id="{815C8261-F446-1D04-37EB-3038341907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6525" y="2365500"/>
                      <a:ext cx="1550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31" extrusionOk="0">
                          <a:moveTo>
                            <a:pt x="1" y="0"/>
                          </a:moveTo>
                          <a:lnTo>
                            <a:pt x="31" y="30"/>
                          </a:lnTo>
                          <a:lnTo>
                            <a:pt x="31" y="30"/>
                          </a:lnTo>
                          <a:lnTo>
                            <a:pt x="62" y="3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50" name="Google Shape;730;p21">
                      <a:extLst>
                        <a:ext uri="{FF2B5EF4-FFF2-40B4-BE49-F238E27FC236}">
                          <a16:creationId xmlns:a16="http://schemas.microsoft.com/office/drawing/2014/main" id="{249EEA22-95F8-8AE6-78DD-EF8E9BD557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37100" y="2394375"/>
                      <a:ext cx="1550" cy="1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61" extrusionOk="0">
                          <a:moveTo>
                            <a:pt x="0" y="0"/>
                          </a:moveTo>
                          <a:lnTo>
                            <a:pt x="31" y="61"/>
                          </a:lnTo>
                          <a:lnTo>
                            <a:pt x="61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51" name="Google Shape;731;p21">
                      <a:extLst>
                        <a:ext uri="{FF2B5EF4-FFF2-40B4-BE49-F238E27FC236}">
                          <a16:creationId xmlns:a16="http://schemas.microsoft.com/office/drawing/2014/main" id="{640025E3-F9E8-FE10-7426-E3F2F49D92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7475" y="2442250"/>
                      <a:ext cx="15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" h="1" extrusionOk="0">
                          <a:moveTo>
                            <a:pt x="61" y="0"/>
                          </a:moveTo>
                          <a:lnTo>
                            <a:pt x="0" y="0"/>
                          </a:lnTo>
                          <a:lnTo>
                            <a:pt x="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52" name="Google Shape;732;p21">
                      <a:extLst>
                        <a:ext uri="{FF2B5EF4-FFF2-40B4-BE49-F238E27FC236}">
                          <a16:creationId xmlns:a16="http://schemas.microsoft.com/office/drawing/2014/main" id="{ED300E92-C06C-E4B1-C7D6-04E2EBBB81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0250" y="2452125"/>
                      <a:ext cx="800" cy="1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" h="61" extrusionOk="0">
                          <a:moveTo>
                            <a:pt x="1" y="0"/>
                          </a:moveTo>
                          <a:lnTo>
                            <a:pt x="1" y="31"/>
                          </a:lnTo>
                          <a:cubicBezTo>
                            <a:pt x="1" y="61"/>
                            <a:pt x="31" y="0"/>
                            <a:pt x="1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53" name="Google Shape;733;p21">
                      <a:extLst>
                        <a:ext uri="{FF2B5EF4-FFF2-40B4-BE49-F238E27FC236}">
                          <a16:creationId xmlns:a16="http://schemas.microsoft.com/office/drawing/2014/main" id="{320DD5FB-E9F0-214B-4A15-822C487B5D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9500" y="2452875"/>
                      <a:ext cx="77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1" extrusionOk="0">
                          <a:moveTo>
                            <a:pt x="31" y="1"/>
                          </a:moveTo>
                          <a:lnTo>
                            <a:pt x="0" y="1"/>
                          </a:lnTo>
                          <a:lnTo>
                            <a:pt x="0" y="1"/>
                          </a:lnTo>
                          <a:lnTo>
                            <a:pt x="0" y="1"/>
                          </a:lnTo>
                          <a:cubicBezTo>
                            <a:pt x="0" y="1"/>
                            <a:pt x="31" y="1"/>
                            <a:pt x="31" y="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54" name="Google Shape;734;p21">
                      <a:extLst>
                        <a:ext uri="{FF2B5EF4-FFF2-40B4-BE49-F238E27FC236}">
                          <a16:creationId xmlns:a16="http://schemas.microsoft.com/office/drawing/2014/main" id="{FCDDB2EF-B908-4921-831F-B26D111DED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35375" y="2830550"/>
                      <a:ext cx="25" cy="1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61" extrusionOk="0">
                          <a:moveTo>
                            <a:pt x="1" y="31"/>
                          </a:moveTo>
                          <a:cubicBezTo>
                            <a:pt x="1" y="31"/>
                            <a:pt x="1" y="61"/>
                            <a:pt x="1" y="61"/>
                          </a:cubicBezTo>
                          <a:lnTo>
                            <a:pt x="1" y="0"/>
                          </a:lnTo>
                          <a:cubicBezTo>
                            <a:pt x="1" y="31"/>
                            <a:pt x="1" y="31"/>
                            <a:pt x="1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55" name="Google Shape;735;p21">
                      <a:extLst>
                        <a:ext uri="{FF2B5EF4-FFF2-40B4-BE49-F238E27FC236}">
                          <a16:creationId xmlns:a16="http://schemas.microsoft.com/office/drawing/2014/main" id="{DCFEF7F5-03AE-070D-083F-7AEC8A66EE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29300" y="2831300"/>
                      <a:ext cx="15225" cy="121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9" h="487" extrusionOk="0">
                          <a:moveTo>
                            <a:pt x="244" y="31"/>
                          </a:moveTo>
                          <a:lnTo>
                            <a:pt x="244" y="122"/>
                          </a:lnTo>
                          <a:lnTo>
                            <a:pt x="244" y="122"/>
                          </a:lnTo>
                          <a:cubicBezTo>
                            <a:pt x="183" y="183"/>
                            <a:pt x="122" y="244"/>
                            <a:pt x="61" y="304"/>
                          </a:cubicBezTo>
                          <a:cubicBezTo>
                            <a:pt x="1" y="396"/>
                            <a:pt x="1" y="456"/>
                            <a:pt x="61" y="487"/>
                          </a:cubicBezTo>
                          <a:cubicBezTo>
                            <a:pt x="153" y="487"/>
                            <a:pt x="183" y="487"/>
                            <a:pt x="183" y="487"/>
                          </a:cubicBezTo>
                          <a:cubicBezTo>
                            <a:pt x="335" y="396"/>
                            <a:pt x="487" y="244"/>
                            <a:pt x="578" y="92"/>
                          </a:cubicBezTo>
                          <a:cubicBezTo>
                            <a:pt x="609" y="61"/>
                            <a:pt x="578" y="31"/>
                            <a:pt x="517" y="1"/>
                          </a:cubicBezTo>
                          <a:cubicBezTo>
                            <a:pt x="457" y="1"/>
                            <a:pt x="426" y="1"/>
                            <a:pt x="396" y="1"/>
                          </a:cubicBezTo>
                          <a:lnTo>
                            <a:pt x="244" y="122"/>
                          </a:lnTo>
                          <a:cubicBezTo>
                            <a:pt x="244" y="122"/>
                            <a:pt x="244" y="61"/>
                            <a:pt x="244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56" name="Google Shape;736;p21">
                      <a:extLst>
                        <a:ext uri="{FF2B5EF4-FFF2-40B4-BE49-F238E27FC236}">
                          <a16:creationId xmlns:a16="http://schemas.microsoft.com/office/drawing/2014/main" id="{4567D836-323B-33F4-FFD1-3DAAD70E4E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2675" y="3091175"/>
                      <a:ext cx="2300" cy="23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" h="93" extrusionOk="0">
                          <a:moveTo>
                            <a:pt x="1" y="62"/>
                          </a:moveTo>
                          <a:lnTo>
                            <a:pt x="62" y="92"/>
                          </a:lnTo>
                          <a:cubicBezTo>
                            <a:pt x="62" y="62"/>
                            <a:pt x="92" y="1"/>
                            <a:pt x="1" y="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57" name="Google Shape;737;p21">
                      <a:extLst>
                        <a:ext uri="{FF2B5EF4-FFF2-40B4-BE49-F238E27FC236}">
                          <a16:creationId xmlns:a16="http://schemas.microsoft.com/office/drawing/2014/main" id="{7FF26DAA-3C64-38D8-10A1-2C84CB139A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25075" y="2826750"/>
                      <a:ext cx="1550" cy="23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92" extrusionOk="0">
                          <a:moveTo>
                            <a:pt x="0" y="0"/>
                          </a:moveTo>
                          <a:lnTo>
                            <a:pt x="0" y="91"/>
                          </a:lnTo>
                          <a:cubicBezTo>
                            <a:pt x="61" y="61"/>
                            <a:pt x="61" y="61"/>
                            <a:pt x="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58" name="Google Shape;738;p21">
                      <a:extLst>
                        <a:ext uri="{FF2B5EF4-FFF2-40B4-BE49-F238E27FC236}">
                          <a16:creationId xmlns:a16="http://schemas.microsoft.com/office/drawing/2014/main" id="{B7C8AB7F-7BA6-C8EC-46D8-24C6250C61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55150" y="2519750"/>
                      <a:ext cx="2325" cy="23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" h="92" extrusionOk="0">
                          <a:moveTo>
                            <a:pt x="62" y="0"/>
                          </a:moveTo>
                          <a:cubicBezTo>
                            <a:pt x="1" y="31"/>
                            <a:pt x="1" y="61"/>
                            <a:pt x="1" y="92"/>
                          </a:cubicBezTo>
                          <a:lnTo>
                            <a:pt x="92" y="61"/>
                          </a:lnTo>
                          <a:cubicBezTo>
                            <a:pt x="92" y="61"/>
                            <a:pt x="62" y="0"/>
                            <a:pt x="62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59" name="Google Shape;739;p21">
                      <a:extLst>
                        <a:ext uri="{FF2B5EF4-FFF2-40B4-BE49-F238E27FC236}">
                          <a16:creationId xmlns:a16="http://schemas.microsoft.com/office/drawing/2014/main" id="{9BFCAF80-0525-0211-0328-90249AE8C2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40875" y="2525075"/>
                      <a:ext cx="1550" cy="1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61" extrusionOk="0">
                          <a:moveTo>
                            <a:pt x="61" y="61"/>
                          </a:moveTo>
                          <a:lnTo>
                            <a:pt x="31" y="0"/>
                          </a:lnTo>
                          <a:lnTo>
                            <a:pt x="0" y="6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60" name="Google Shape;740;p21">
                      <a:extLst>
                        <a:ext uri="{FF2B5EF4-FFF2-40B4-BE49-F238E27FC236}">
                          <a16:creationId xmlns:a16="http://schemas.microsoft.com/office/drawing/2014/main" id="{3534D9F6-ADF4-D3E9-DD93-77BEA9B57D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4450" y="4901250"/>
                      <a:ext cx="800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" h="1" extrusionOk="0">
                          <a:moveTo>
                            <a:pt x="1" y="0"/>
                          </a:moveTo>
                          <a:lnTo>
                            <a:pt x="31" y="0"/>
                          </a:lnTo>
                          <a:lnTo>
                            <a:pt x="31" y="0"/>
                          </a:lnTo>
                          <a:lnTo>
                            <a:pt x="31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61" name="Google Shape;741;p21">
                      <a:extLst>
                        <a:ext uri="{FF2B5EF4-FFF2-40B4-BE49-F238E27FC236}">
                          <a16:creationId xmlns:a16="http://schemas.microsoft.com/office/drawing/2014/main" id="{7E929804-9FB3-5168-39A4-9919B1845B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2175" y="4901250"/>
                      <a:ext cx="2300" cy="1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" h="61" extrusionOk="0">
                          <a:moveTo>
                            <a:pt x="92" y="0"/>
                          </a:moveTo>
                          <a:lnTo>
                            <a:pt x="1" y="0"/>
                          </a:lnTo>
                          <a:cubicBezTo>
                            <a:pt x="31" y="61"/>
                            <a:pt x="61" y="61"/>
                            <a:pt x="92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62" name="Google Shape;742;p21">
                      <a:extLst>
                        <a:ext uri="{FF2B5EF4-FFF2-40B4-BE49-F238E27FC236}">
                          <a16:creationId xmlns:a16="http://schemas.microsoft.com/office/drawing/2014/main" id="{256D780C-7CDA-955A-D5FB-24A7B1F8D1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54425" y="3091175"/>
                      <a:ext cx="12925" cy="19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7" h="761" extrusionOk="0">
                          <a:moveTo>
                            <a:pt x="61" y="639"/>
                          </a:moveTo>
                          <a:cubicBezTo>
                            <a:pt x="91" y="670"/>
                            <a:pt x="122" y="700"/>
                            <a:pt x="152" y="730"/>
                          </a:cubicBezTo>
                          <a:cubicBezTo>
                            <a:pt x="183" y="761"/>
                            <a:pt x="274" y="730"/>
                            <a:pt x="304" y="639"/>
                          </a:cubicBezTo>
                          <a:cubicBezTo>
                            <a:pt x="456" y="457"/>
                            <a:pt x="517" y="244"/>
                            <a:pt x="456" y="31"/>
                          </a:cubicBezTo>
                          <a:cubicBezTo>
                            <a:pt x="335" y="1"/>
                            <a:pt x="213" y="31"/>
                            <a:pt x="152" y="122"/>
                          </a:cubicBezTo>
                          <a:cubicBezTo>
                            <a:pt x="61" y="214"/>
                            <a:pt x="0" y="366"/>
                            <a:pt x="31" y="518"/>
                          </a:cubicBezTo>
                          <a:cubicBezTo>
                            <a:pt x="31" y="548"/>
                            <a:pt x="61" y="578"/>
                            <a:pt x="61" y="63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63" name="Google Shape;743;p21">
                      <a:extLst>
                        <a:ext uri="{FF2B5EF4-FFF2-40B4-BE49-F238E27FC236}">
                          <a16:creationId xmlns:a16="http://schemas.microsoft.com/office/drawing/2014/main" id="{BEA02442-5FD9-9158-94D9-61213F5AE0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68850" y="3032675"/>
                      <a:ext cx="7625" cy="83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5" h="335" extrusionOk="0">
                          <a:moveTo>
                            <a:pt x="183" y="304"/>
                          </a:moveTo>
                          <a:cubicBezTo>
                            <a:pt x="183" y="335"/>
                            <a:pt x="214" y="335"/>
                            <a:pt x="244" y="304"/>
                          </a:cubicBezTo>
                          <a:cubicBezTo>
                            <a:pt x="305" y="274"/>
                            <a:pt x="305" y="213"/>
                            <a:pt x="274" y="152"/>
                          </a:cubicBezTo>
                          <a:cubicBezTo>
                            <a:pt x="244" y="92"/>
                            <a:pt x="214" y="31"/>
                            <a:pt x="153" y="0"/>
                          </a:cubicBezTo>
                          <a:cubicBezTo>
                            <a:pt x="122" y="0"/>
                            <a:pt x="92" y="31"/>
                            <a:pt x="92" y="31"/>
                          </a:cubicBezTo>
                          <a:cubicBezTo>
                            <a:pt x="31" y="92"/>
                            <a:pt x="1" y="152"/>
                            <a:pt x="31" y="213"/>
                          </a:cubicBezTo>
                          <a:cubicBezTo>
                            <a:pt x="62" y="274"/>
                            <a:pt x="122" y="304"/>
                            <a:pt x="183" y="30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64" name="Google Shape;744;p21">
                      <a:extLst>
                        <a:ext uri="{FF2B5EF4-FFF2-40B4-BE49-F238E27FC236}">
                          <a16:creationId xmlns:a16="http://schemas.microsoft.com/office/drawing/2014/main" id="{51044354-4F9D-F68E-BE89-E7C8AABB79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15675" y="3143625"/>
                      <a:ext cx="4575" cy="45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" h="183" extrusionOk="0">
                          <a:moveTo>
                            <a:pt x="122" y="182"/>
                          </a:moveTo>
                          <a:cubicBezTo>
                            <a:pt x="122" y="182"/>
                            <a:pt x="152" y="152"/>
                            <a:pt x="182" y="122"/>
                          </a:cubicBezTo>
                          <a:cubicBezTo>
                            <a:pt x="152" y="91"/>
                            <a:pt x="122" y="61"/>
                            <a:pt x="122" y="31"/>
                          </a:cubicBezTo>
                          <a:cubicBezTo>
                            <a:pt x="91" y="0"/>
                            <a:pt x="30" y="0"/>
                            <a:pt x="30" y="31"/>
                          </a:cubicBezTo>
                          <a:cubicBezTo>
                            <a:pt x="0" y="61"/>
                            <a:pt x="0" y="91"/>
                            <a:pt x="30" y="122"/>
                          </a:cubicBezTo>
                          <a:cubicBezTo>
                            <a:pt x="30" y="152"/>
                            <a:pt x="91" y="152"/>
                            <a:pt x="122" y="18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65" name="Google Shape;745;p21">
                      <a:extLst>
                        <a:ext uri="{FF2B5EF4-FFF2-40B4-BE49-F238E27FC236}">
                          <a16:creationId xmlns:a16="http://schemas.microsoft.com/office/drawing/2014/main" id="{77BF015F-AB7C-782A-7E76-38749FD1C3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5325" y="3063825"/>
                      <a:ext cx="6100" cy="68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" h="275" extrusionOk="0">
                          <a:moveTo>
                            <a:pt x="92" y="213"/>
                          </a:moveTo>
                          <a:cubicBezTo>
                            <a:pt x="153" y="274"/>
                            <a:pt x="214" y="213"/>
                            <a:pt x="244" y="153"/>
                          </a:cubicBezTo>
                          <a:cubicBezTo>
                            <a:pt x="244" y="122"/>
                            <a:pt x="244" y="122"/>
                            <a:pt x="244" y="92"/>
                          </a:cubicBezTo>
                          <a:cubicBezTo>
                            <a:pt x="244" y="61"/>
                            <a:pt x="122" y="1"/>
                            <a:pt x="62" y="31"/>
                          </a:cubicBezTo>
                          <a:cubicBezTo>
                            <a:pt x="31" y="61"/>
                            <a:pt x="1" y="92"/>
                            <a:pt x="1" y="122"/>
                          </a:cubicBezTo>
                          <a:cubicBezTo>
                            <a:pt x="31" y="183"/>
                            <a:pt x="31" y="213"/>
                            <a:pt x="92" y="21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66" name="Google Shape;746;p21">
                      <a:extLst>
                        <a:ext uri="{FF2B5EF4-FFF2-40B4-BE49-F238E27FC236}">
                          <a16:creationId xmlns:a16="http://schemas.microsoft.com/office/drawing/2014/main" id="{631668D2-14DF-C1AF-85A0-295D986368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65825" y="3091175"/>
                      <a:ext cx="77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1" extrusionOk="0">
                          <a:moveTo>
                            <a:pt x="31" y="1"/>
                          </a:moveTo>
                          <a:lnTo>
                            <a:pt x="0" y="1"/>
                          </a:lnTo>
                          <a:lnTo>
                            <a:pt x="0" y="1"/>
                          </a:lnTo>
                          <a:lnTo>
                            <a:pt x="0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67" name="Google Shape;747;p21">
                      <a:extLst>
                        <a:ext uri="{FF2B5EF4-FFF2-40B4-BE49-F238E27FC236}">
                          <a16:creationId xmlns:a16="http://schemas.microsoft.com/office/drawing/2014/main" id="{D2816569-4285-5295-4563-16463107F1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3050" y="3085100"/>
                      <a:ext cx="775" cy="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32" extrusionOk="0">
                          <a:moveTo>
                            <a:pt x="1" y="31"/>
                          </a:moveTo>
                          <a:lnTo>
                            <a:pt x="31" y="1"/>
                          </a:lnTo>
                          <a:lnTo>
                            <a:pt x="31" y="1"/>
                          </a:lnTo>
                          <a:lnTo>
                            <a:pt x="3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68" name="Google Shape;748;p21">
                      <a:extLst>
                        <a:ext uri="{FF2B5EF4-FFF2-40B4-BE49-F238E27FC236}">
                          <a16:creationId xmlns:a16="http://schemas.microsoft.com/office/drawing/2014/main" id="{C657E398-5953-E9C9-3190-E58B6C040D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8375" y="2996950"/>
                      <a:ext cx="354900" cy="354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196" h="14166" fill="none" extrusionOk="0">
                          <a:moveTo>
                            <a:pt x="13982" y="6688"/>
                          </a:moveTo>
                          <a:cubicBezTo>
                            <a:pt x="14195" y="10518"/>
                            <a:pt x="11277" y="13770"/>
                            <a:pt x="7478" y="13952"/>
                          </a:cubicBezTo>
                          <a:cubicBezTo>
                            <a:pt x="3678" y="14165"/>
                            <a:pt x="426" y="11278"/>
                            <a:pt x="213" y="7478"/>
                          </a:cubicBezTo>
                          <a:cubicBezTo>
                            <a:pt x="0" y="3648"/>
                            <a:pt x="2918" y="396"/>
                            <a:pt x="6718" y="183"/>
                          </a:cubicBezTo>
                          <a:cubicBezTo>
                            <a:pt x="10517" y="1"/>
                            <a:pt x="13770" y="2888"/>
                            <a:pt x="13982" y="6688"/>
                          </a:cubicBezTo>
                          <a:close/>
                        </a:path>
                      </a:pathLst>
                    </a:custGeom>
                    <a:grpFill/>
                    <a:ln w="9125" cap="rnd" cmpd="sng">
                      <a:solidFill>
                        <a:srgbClr val="87868A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69" name="Google Shape;749;p21">
                      <a:extLst>
                        <a:ext uri="{FF2B5EF4-FFF2-40B4-BE49-F238E27FC236}">
                          <a16:creationId xmlns:a16="http://schemas.microsoft.com/office/drawing/2014/main" id="{5D3DB98C-DEAE-BDBE-5039-A1D50337FC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63400" y="3154250"/>
                      <a:ext cx="35725" cy="43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29" h="1734" extrusionOk="0">
                          <a:moveTo>
                            <a:pt x="1368" y="791"/>
                          </a:moveTo>
                          <a:cubicBezTo>
                            <a:pt x="1429" y="1733"/>
                            <a:pt x="0" y="1733"/>
                            <a:pt x="61" y="791"/>
                          </a:cubicBezTo>
                          <a:cubicBezTo>
                            <a:pt x="122" y="1"/>
                            <a:pt x="1307" y="1"/>
                            <a:pt x="1368" y="79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0" name="Google Shape;750;p21">
                      <a:extLst>
                        <a:ext uri="{FF2B5EF4-FFF2-40B4-BE49-F238E27FC236}">
                          <a16:creationId xmlns:a16="http://schemas.microsoft.com/office/drawing/2014/main" id="{1B2EB678-0EAA-E05F-E2EC-B5F4F837D8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92425" y="3859000"/>
                      <a:ext cx="77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1" extrusionOk="0">
                          <a:moveTo>
                            <a:pt x="31" y="1"/>
                          </a:moveTo>
                          <a:lnTo>
                            <a:pt x="31" y="1"/>
                          </a:lnTo>
                          <a:lnTo>
                            <a:pt x="1" y="1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1" name="Google Shape;751;p21">
                      <a:extLst>
                        <a:ext uri="{FF2B5EF4-FFF2-40B4-BE49-F238E27FC236}">
                          <a16:creationId xmlns:a16="http://schemas.microsoft.com/office/drawing/2014/main" id="{7888DE51-46DE-F2B3-5370-690E9A6795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69025" y="4748075"/>
                      <a:ext cx="775" cy="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32" extrusionOk="0">
                          <a:moveTo>
                            <a:pt x="0" y="31"/>
                          </a:moveTo>
                          <a:lnTo>
                            <a:pt x="0" y="31"/>
                          </a:lnTo>
                          <a:lnTo>
                            <a:pt x="31" y="31"/>
                          </a:lnTo>
                          <a:lnTo>
                            <a:pt x="3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2" name="Google Shape;752;p21">
                      <a:extLst>
                        <a:ext uri="{FF2B5EF4-FFF2-40B4-BE49-F238E27FC236}">
                          <a16:creationId xmlns:a16="http://schemas.microsoft.com/office/drawing/2014/main" id="{314C97E5-94AA-15CD-623D-FB72C100A1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96375" y="4769350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0" y="1"/>
                          </a:move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3" name="Google Shape;753;p21">
                      <a:extLst>
                        <a:ext uri="{FF2B5EF4-FFF2-40B4-BE49-F238E27FC236}">
                          <a16:creationId xmlns:a16="http://schemas.microsoft.com/office/drawing/2014/main" id="{454D41F4-028A-2D50-1B72-C88D40676D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72950" y="3003375"/>
                      <a:ext cx="25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31" extrusionOk="0">
                          <a:moveTo>
                            <a:pt x="1" y="0"/>
                          </a:moveTo>
                          <a:lnTo>
                            <a:pt x="1" y="0"/>
                          </a:lnTo>
                          <a:lnTo>
                            <a:pt x="1" y="31"/>
                          </a:lnTo>
                          <a:lnTo>
                            <a:pt x="1" y="31"/>
                          </a:lnTo>
                          <a:cubicBezTo>
                            <a:pt x="1" y="31"/>
                            <a:pt x="1" y="0"/>
                            <a:pt x="1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4" name="Google Shape;754;p21">
                      <a:extLst>
                        <a:ext uri="{FF2B5EF4-FFF2-40B4-BE49-F238E27FC236}">
                          <a16:creationId xmlns:a16="http://schemas.microsoft.com/office/drawing/2014/main" id="{4E6C7B3D-838B-2C40-7B47-1C2634F49B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97275" y="3587725"/>
                      <a:ext cx="28150" cy="15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26" h="639" extrusionOk="0">
                          <a:moveTo>
                            <a:pt x="426" y="61"/>
                          </a:moveTo>
                          <a:cubicBezTo>
                            <a:pt x="335" y="61"/>
                            <a:pt x="214" y="61"/>
                            <a:pt x="92" y="122"/>
                          </a:cubicBezTo>
                          <a:cubicBezTo>
                            <a:pt x="31" y="122"/>
                            <a:pt x="1" y="183"/>
                            <a:pt x="31" y="213"/>
                          </a:cubicBezTo>
                          <a:cubicBezTo>
                            <a:pt x="183" y="487"/>
                            <a:pt x="548" y="639"/>
                            <a:pt x="852" y="517"/>
                          </a:cubicBezTo>
                          <a:lnTo>
                            <a:pt x="1034" y="457"/>
                          </a:lnTo>
                          <a:cubicBezTo>
                            <a:pt x="1095" y="426"/>
                            <a:pt x="1125" y="335"/>
                            <a:pt x="1095" y="274"/>
                          </a:cubicBezTo>
                          <a:cubicBezTo>
                            <a:pt x="913" y="92"/>
                            <a:pt x="670" y="1"/>
                            <a:pt x="426" y="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5" name="Google Shape;755;p21">
                      <a:extLst>
                        <a:ext uri="{FF2B5EF4-FFF2-40B4-BE49-F238E27FC236}">
                          <a16:creationId xmlns:a16="http://schemas.microsoft.com/office/drawing/2014/main" id="{78CE00D4-FD8B-917D-605B-7C9E355B0D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89225" y="2912175"/>
                      <a:ext cx="15225" cy="137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9" h="549" extrusionOk="0">
                          <a:moveTo>
                            <a:pt x="183" y="518"/>
                          </a:moveTo>
                          <a:cubicBezTo>
                            <a:pt x="335" y="487"/>
                            <a:pt x="487" y="396"/>
                            <a:pt x="578" y="275"/>
                          </a:cubicBezTo>
                          <a:cubicBezTo>
                            <a:pt x="609" y="153"/>
                            <a:pt x="487" y="1"/>
                            <a:pt x="365" y="31"/>
                          </a:cubicBezTo>
                          <a:cubicBezTo>
                            <a:pt x="274" y="31"/>
                            <a:pt x="183" y="62"/>
                            <a:pt x="92" y="92"/>
                          </a:cubicBezTo>
                          <a:cubicBezTo>
                            <a:pt x="31" y="123"/>
                            <a:pt x="1" y="214"/>
                            <a:pt x="1" y="305"/>
                          </a:cubicBezTo>
                          <a:cubicBezTo>
                            <a:pt x="1" y="335"/>
                            <a:pt x="1" y="366"/>
                            <a:pt x="1" y="396"/>
                          </a:cubicBezTo>
                          <a:cubicBezTo>
                            <a:pt x="31" y="487"/>
                            <a:pt x="92" y="548"/>
                            <a:pt x="183" y="51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6" name="Google Shape;756;p21">
                      <a:extLst>
                        <a:ext uri="{FF2B5EF4-FFF2-40B4-BE49-F238E27FC236}">
                          <a16:creationId xmlns:a16="http://schemas.microsoft.com/office/drawing/2014/main" id="{73DA3A52-B41C-4FBD-DC8B-BBFBE22FB3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46675" y="2980575"/>
                      <a:ext cx="14475" cy="106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9" h="427" extrusionOk="0">
                          <a:moveTo>
                            <a:pt x="152" y="61"/>
                          </a:moveTo>
                          <a:cubicBezTo>
                            <a:pt x="92" y="92"/>
                            <a:pt x="31" y="153"/>
                            <a:pt x="31" y="213"/>
                          </a:cubicBezTo>
                          <a:cubicBezTo>
                            <a:pt x="1" y="244"/>
                            <a:pt x="31" y="305"/>
                            <a:pt x="61" y="335"/>
                          </a:cubicBezTo>
                          <a:cubicBezTo>
                            <a:pt x="152" y="365"/>
                            <a:pt x="244" y="396"/>
                            <a:pt x="335" y="426"/>
                          </a:cubicBezTo>
                          <a:cubicBezTo>
                            <a:pt x="365" y="426"/>
                            <a:pt x="396" y="426"/>
                            <a:pt x="426" y="426"/>
                          </a:cubicBezTo>
                          <a:cubicBezTo>
                            <a:pt x="487" y="396"/>
                            <a:pt x="517" y="396"/>
                            <a:pt x="548" y="365"/>
                          </a:cubicBezTo>
                          <a:cubicBezTo>
                            <a:pt x="578" y="335"/>
                            <a:pt x="578" y="244"/>
                            <a:pt x="548" y="183"/>
                          </a:cubicBezTo>
                          <a:cubicBezTo>
                            <a:pt x="456" y="61"/>
                            <a:pt x="274" y="1"/>
                            <a:pt x="152" y="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7" name="Google Shape;757;p21">
                      <a:extLst>
                        <a:ext uri="{FF2B5EF4-FFF2-40B4-BE49-F238E27FC236}">
                          <a16:creationId xmlns:a16="http://schemas.microsoft.com/office/drawing/2014/main" id="{86A3428C-EF26-F1CB-1018-3745DD9125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25250" y="3704000"/>
                      <a:ext cx="10675" cy="11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7" h="457" extrusionOk="0">
                          <a:moveTo>
                            <a:pt x="31" y="274"/>
                          </a:moveTo>
                          <a:cubicBezTo>
                            <a:pt x="1" y="365"/>
                            <a:pt x="92" y="456"/>
                            <a:pt x="183" y="456"/>
                          </a:cubicBezTo>
                          <a:cubicBezTo>
                            <a:pt x="304" y="456"/>
                            <a:pt x="396" y="365"/>
                            <a:pt x="426" y="243"/>
                          </a:cubicBezTo>
                          <a:cubicBezTo>
                            <a:pt x="426" y="122"/>
                            <a:pt x="365" y="31"/>
                            <a:pt x="244" y="0"/>
                          </a:cubicBezTo>
                          <a:cubicBezTo>
                            <a:pt x="152" y="0"/>
                            <a:pt x="61" y="61"/>
                            <a:pt x="31" y="152"/>
                          </a:cubicBezTo>
                          <a:cubicBezTo>
                            <a:pt x="31" y="183"/>
                            <a:pt x="31" y="243"/>
                            <a:pt x="31" y="27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8" name="Google Shape;758;p21">
                      <a:extLst>
                        <a:ext uri="{FF2B5EF4-FFF2-40B4-BE49-F238E27FC236}">
                          <a16:creationId xmlns:a16="http://schemas.microsoft.com/office/drawing/2014/main" id="{D8CD596B-2DF9-4495-166D-A293B238CB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33175" y="3685750"/>
                      <a:ext cx="13700" cy="84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48" h="336" extrusionOk="0">
                          <a:moveTo>
                            <a:pt x="305" y="31"/>
                          </a:moveTo>
                          <a:cubicBezTo>
                            <a:pt x="244" y="1"/>
                            <a:pt x="214" y="1"/>
                            <a:pt x="153" y="31"/>
                          </a:cubicBezTo>
                          <a:cubicBezTo>
                            <a:pt x="122" y="61"/>
                            <a:pt x="62" y="92"/>
                            <a:pt x="31" y="122"/>
                          </a:cubicBezTo>
                          <a:cubicBezTo>
                            <a:pt x="1" y="183"/>
                            <a:pt x="92" y="305"/>
                            <a:pt x="183" y="305"/>
                          </a:cubicBezTo>
                          <a:cubicBezTo>
                            <a:pt x="305" y="335"/>
                            <a:pt x="426" y="274"/>
                            <a:pt x="518" y="183"/>
                          </a:cubicBezTo>
                          <a:cubicBezTo>
                            <a:pt x="548" y="122"/>
                            <a:pt x="518" y="92"/>
                            <a:pt x="487" y="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9" name="Google Shape;759;p21">
                      <a:extLst>
                        <a:ext uri="{FF2B5EF4-FFF2-40B4-BE49-F238E27FC236}">
                          <a16:creationId xmlns:a16="http://schemas.microsoft.com/office/drawing/2014/main" id="{E8A1B025-629F-B741-B072-9BAA8D981A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93950" y="4316475"/>
                      <a:ext cx="25" cy="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extrusionOk="0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0" y="0"/>
                          </a:lnTo>
                          <a:lnTo>
                            <a:pt x="0" y="0"/>
                          </a:lnTo>
                          <a:cubicBezTo>
                            <a:pt x="0" y="0"/>
                            <a:pt x="0" y="0"/>
                            <a:pt x="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80" name="Google Shape;760;p21">
                      <a:extLst>
                        <a:ext uri="{FF2B5EF4-FFF2-40B4-BE49-F238E27FC236}">
                          <a16:creationId xmlns:a16="http://schemas.microsoft.com/office/drawing/2014/main" id="{911507B3-F7AA-6177-3B0C-87A960C784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77225" y="4316475"/>
                      <a:ext cx="16750" cy="167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70" h="669" extrusionOk="0">
                          <a:moveTo>
                            <a:pt x="244" y="274"/>
                          </a:moveTo>
                          <a:cubicBezTo>
                            <a:pt x="183" y="365"/>
                            <a:pt x="122" y="426"/>
                            <a:pt x="61" y="517"/>
                          </a:cubicBezTo>
                          <a:cubicBezTo>
                            <a:pt x="31" y="578"/>
                            <a:pt x="1" y="608"/>
                            <a:pt x="1" y="669"/>
                          </a:cubicBezTo>
                          <a:cubicBezTo>
                            <a:pt x="305" y="638"/>
                            <a:pt x="609" y="395"/>
                            <a:pt x="669" y="61"/>
                          </a:cubicBezTo>
                          <a:cubicBezTo>
                            <a:pt x="669" y="61"/>
                            <a:pt x="669" y="30"/>
                            <a:pt x="669" y="0"/>
                          </a:cubicBezTo>
                          <a:cubicBezTo>
                            <a:pt x="609" y="30"/>
                            <a:pt x="548" y="61"/>
                            <a:pt x="517" y="91"/>
                          </a:cubicBezTo>
                          <a:cubicBezTo>
                            <a:pt x="426" y="152"/>
                            <a:pt x="335" y="213"/>
                            <a:pt x="244" y="27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81" name="Google Shape;761;p21">
                      <a:extLst>
                        <a:ext uri="{FF2B5EF4-FFF2-40B4-BE49-F238E27FC236}">
                          <a16:creationId xmlns:a16="http://schemas.microsoft.com/office/drawing/2014/main" id="{7C42E30E-993F-BE24-904C-058E6C3752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83300" y="4323300"/>
                      <a:ext cx="25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31" extrusionOk="0">
                          <a:moveTo>
                            <a:pt x="1" y="1"/>
                          </a:moveTo>
                          <a:lnTo>
                            <a:pt x="1" y="1"/>
                          </a:lnTo>
                          <a:lnTo>
                            <a:pt x="1" y="1"/>
                          </a:lnTo>
                          <a:lnTo>
                            <a:pt x="1" y="3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82" name="Google Shape;762;p21">
                      <a:extLst>
                        <a:ext uri="{FF2B5EF4-FFF2-40B4-BE49-F238E27FC236}">
                          <a16:creationId xmlns:a16="http://schemas.microsoft.com/office/drawing/2014/main" id="{264EEB54-4E7D-1110-2AB8-E3BD75A33E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2850" y="3644725"/>
                      <a:ext cx="6100" cy="68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" h="274" extrusionOk="0">
                          <a:moveTo>
                            <a:pt x="183" y="31"/>
                          </a:moveTo>
                          <a:cubicBezTo>
                            <a:pt x="152" y="0"/>
                            <a:pt x="92" y="0"/>
                            <a:pt x="61" y="0"/>
                          </a:cubicBezTo>
                          <a:cubicBezTo>
                            <a:pt x="31" y="31"/>
                            <a:pt x="0" y="92"/>
                            <a:pt x="31" y="122"/>
                          </a:cubicBezTo>
                          <a:cubicBezTo>
                            <a:pt x="31" y="183"/>
                            <a:pt x="92" y="213"/>
                            <a:pt x="122" y="274"/>
                          </a:cubicBezTo>
                          <a:cubicBezTo>
                            <a:pt x="122" y="274"/>
                            <a:pt x="213" y="243"/>
                            <a:pt x="244" y="213"/>
                          </a:cubicBezTo>
                          <a:cubicBezTo>
                            <a:pt x="244" y="152"/>
                            <a:pt x="213" y="92"/>
                            <a:pt x="183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83" name="Google Shape;763;p21">
                      <a:extLst>
                        <a:ext uri="{FF2B5EF4-FFF2-40B4-BE49-F238E27FC236}">
                          <a16:creationId xmlns:a16="http://schemas.microsoft.com/office/drawing/2014/main" id="{6CF19D59-AF0B-1A61-17AC-D393F7E118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27525" y="3620400"/>
                      <a:ext cx="7625" cy="68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5" h="275" extrusionOk="0">
                          <a:moveTo>
                            <a:pt x="305" y="92"/>
                          </a:moveTo>
                          <a:cubicBezTo>
                            <a:pt x="274" y="61"/>
                            <a:pt x="244" y="1"/>
                            <a:pt x="213" y="1"/>
                          </a:cubicBezTo>
                          <a:cubicBezTo>
                            <a:pt x="122" y="1"/>
                            <a:pt x="31" y="61"/>
                            <a:pt x="1" y="122"/>
                          </a:cubicBezTo>
                          <a:cubicBezTo>
                            <a:pt x="1" y="183"/>
                            <a:pt x="1" y="213"/>
                            <a:pt x="61" y="244"/>
                          </a:cubicBezTo>
                          <a:cubicBezTo>
                            <a:pt x="153" y="274"/>
                            <a:pt x="274" y="213"/>
                            <a:pt x="305" y="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84" name="Google Shape;764;p21">
                      <a:extLst>
                        <a:ext uri="{FF2B5EF4-FFF2-40B4-BE49-F238E27FC236}">
                          <a16:creationId xmlns:a16="http://schemas.microsoft.com/office/drawing/2014/main" id="{B9A416BD-E5DF-3D2B-9694-DA54F6D1F0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07150" y="3490475"/>
                      <a:ext cx="6875" cy="76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5" h="304" extrusionOk="0">
                          <a:moveTo>
                            <a:pt x="153" y="0"/>
                          </a:moveTo>
                          <a:cubicBezTo>
                            <a:pt x="62" y="0"/>
                            <a:pt x="1" y="91"/>
                            <a:pt x="1" y="182"/>
                          </a:cubicBezTo>
                          <a:cubicBezTo>
                            <a:pt x="31" y="243"/>
                            <a:pt x="62" y="304"/>
                            <a:pt x="153" y="304"/>
                          </a:cubicBezTo>
                          <a:cubicBezTo>
                            <a:pt x="214" y="304"/>
                            <a:pt x="275" y="243"/>
                            <a:pt x="275" y="182"/>
                          </a:cubicBezTo>
                          <a:cubicBezTo>
                            <a:pt x="244" y="91"/>
                            <a:pt x="214" y="0"/>
                            <a:pt x="153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85" name="Google Shape;765;p21">
                      <a:extLst>
                        <a:ext uri="{FF2B5EF4-FFF2-40B4-BE49-F238E27FC236}">
                          <a16:creationId xmlns:a16="http://schemas.microsoft.com/office/drawing/2014/main" id="{D8D9A1E9-766E-C7B4-B004-8B66F03486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1600" y="3461575"/>
                      <a:ext cx="7625" cy="99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5" h="397" extrusionOk="0">
                          <a:moveTo>
                            <a:pt x="183" y="396"/>
                          </a:moveTo>
                          <a:cubicBezTo>
                            <a:pt x="304" y="275"/>
                            <a:pt x="274" y="92"/>
                            <a:pt x="122" y="1"/>
                          </a:cubicBezTo>
                          <a:cubicBezTo>
                            <a:pt x="92" y="1"/>
                            <a:pt x="61" y="1"/>
                            <a:pt x="61" y="31"/>
                          </a:cubicBezTo>
                          <a:cubicBezTo>
                            <a:pt x="0" y="153"/>
                            <a:pt x="31" y="275"/>
                            <a:pt x="122" y="396"/>
                          </a:cubicBezTo>
                          <a:cubicBezTo>
                            <a:pt x="122" y="396"/>
                            <a:pt x="152" y="396"/>
                            <a:pt x="183" y="39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86" name="Google Shape;766;p21">
                      <a:extLst>
                        <a:ext uri="{FF2B5EF4-FFF2-40B4-BE49-F238E27FC236}">
                          <a16:creationId xmlns:a16="http://schemas.microsoft.com/office/drawing/2014/main" id="{365A416C-40BC-1C53-CCEE-9529D3AAE1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04875" y="3460825"/>
                      <a:ext cx="8400" cy="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6" h="244" extrusionOk="0">
                          <a:moveTo>
                            <a:pt x="1" y="92"/>
                          </a:moveTo>
                          <a:cubicBezTo>
                            <a:pt x="1" y="92"/>
                            <a:pt x="1" y="153"/>
                            <a:pt x="1" y="183"/>
                          </a:cubicBezTo>
                          <a:cubicBezTo>
                            <a:pt x="1" y="244"/>
                            <a:pt x="31" y="213"/>
                            <a:pt x="62" y="213"/>
                          </a:cubicBezTo>
                          <a:cubicBezTo>
                            <a:pt x="153" y="213"/>
                            <a:pt x="244" y="183"/>
                            <a:pt x="305" y="122"/>
                          </a:cubicBezTo>
                          <a:cubicBezTo>
                            <a:pt x="305" y="122"/>
                            <a:pt x="305" y="92"/>
                            <a:pt x="335" y="61"/>
                          </a:cubicBezTo>
                          <a:cubicBezTo>
                            <a:pt x="335" y="31"/>
                            <a:pt x="305" y="31"/>
                            <a:pt x="274" y="31"/>
                          </a:cubicBezTo>
                          <a:cubicBezTo>
                            <a:pt x="183" y="1"/>
                            <a:pt x="92" y="1"/>
                            <a:pt x="1" y="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87" name="Google Shape;767;p21">
                      <a:extLst>
                        <a:ext uri="{FF2B5EF4-FFF2-40B4-BE49-F238E27FC236}">
                          <a16:creationId xmlns:a16="http://schemas.microsoft.com/office/drawing/2014/main" id="{48BC0087-FC4A-E701-0A05-5B9EC8326F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65675" y="3548225"/>
                      <a:ext cx="6850" cy="53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4" h="213" extrusionOk="0">
                          <a:moveTo>
                            <a:pt x="244" y="182"/>
                          </a:moveTo>
                          <a:cubicBezTo>
                            <a:pt x="244" y="182"/>
                            <a:pt x="274" y="152"/>
                            <a:pt x="274" y="152"/>
                          </a:cubicBezTo>
                          <a:cubicBezTo>
                            <a:pt x="274" y="152"/>
                            <a:pt x="274" y="61"/>
                            <a:pt x="244" y="30"/>
                          </a:cubicBezTo>
                          <a:cubicBezTo>
                            <a:pt x="183" y="0"/>
                            <a:pt x="122" y="0"/>
                            <a:pt x="61" y="30"/>
                          </a:cubicBezTo>
                          <a:cubicBezTo>
                            <a:pt x="31" y="61"/>
                            <a:pt x="31" y="91"/>
                            <a:pt x="0" y="152"/>
                          </a:cubicBezTo>
                          <a:cubicBezTo>
                            <a:pt x="0" y="182"/>
                            <a:pt x="92" y="182"/>
                            <a:pt x="122" y="213"/>
                          </a:cubicBezTo>
                          <a:cubicBezTo>
                            <a:pt x="152" y="213"/>
                            <a:pt x="183" y="213"/>
                            <a:pt x="244" y="18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88" name="Google Shape;768;p21">
                      <a:extLst>
                        <a:ext uri="{FF2B5EF4-FFF2-40B4-BE49-F238E27FC236}">
                          <a16:creationId xmlns:a16="http://schemas.microsoft.com/office/drawing/2014/main" id="{63F10B1E-60F8-D7D8-B774-2A5DC85197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0625" y="4555825"/>
                      <a:ext cx="6100" cy="68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" h="275" extrusionOk="0">
                          <a:moveTo>
                            <a:pt x="213" y="274"/>
                          </a:moveTo>
                          <a:cubicBezTo>
                            <a:pt x="213" y="274"/>
                            <a:pt x="244" y="244"/>
                            <a:pt x="244" y="213"/>
                          </a:cubicBezTo>
                          <a:cubicBezTo>
                            <a:pt x="244" y="122"/>
                            <a:pt x="183" y="31"/>
                            <a:pt x="122" y="1"/>
                          </a:cubicBezTo>
                          <a:cubicBezTo>
                            <a:pt x="92" y="31"/>
                            <a:pt x="31" y="31"/>
                            <a:pt x="31" y="61"/>
                          </a:cubicBezTo>
                          <a:cubicBezTo>
                            <a:pt x="1" y="153"/>
                            <a:pt x="31" y="213"/>
                            <a:pt x="153" y="274"/>
                          </a:cubicBezTo>
                          <a:cubicBezTo>
                            <a:pt x="153" y="274"/>
                            <a:pt x="183" y="274"/>
                            <a:pt x="213" y="27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89" name="Google Shape;769;p21">
                      <a:extLst>
                        <a:ext uri="{FF2B5EF4-FFF2-40B4-BE49-F238E27FC236}">
                          <a16:creationId xmlns:a16="http://schemas.microsoft.com/office/drawing/2014/main" id="{24BDEF9C-E2F5-A456-CAD0-21DF1D20AD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125" y="3658400"/>
                      <a:ext cx="3075" cy="3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" h="153" extrusionOk="0">
                          <a:moveTo>
                            <a:pt x="122" y="92"/>
                          </a:moveTo>
                          <a:cubicBezTo>
                            <a:pt x="122" y="31"/>
                            <a:pt x="92" y="0"/>
                            <a:pt x="31" y="31"/>
                          </a:cubicBezTo>
                          <a:cubicBezTo>
                            <a:pt x="31" y="31"/>
                            <a:pt x="1" y="31"/>
                            <a:pt x="1" y="61"/>
                          </a:cubicBezTo>
                          <a:cubicBezTo>
                            <a:pt x="1" y="122"/>
                            <a:pt x="1" y="152"/>
                            <a:pt x="61" y="152"/>
                          </a:cubicBezTo>
                          <a:cubicBezTo>
                            <a:pt x="92" y="152"/>
                            <a:pt x="92" y="92"/>
                            <a:pt x="122" y="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90" name="Google Shape;770;p21">
                      <a:extLst>
                        <a:ext uri="{FF2B5EF4-FFF2-40B4-BE49-F238E27FC236}">
                          <a16:creationId xmlns:a16="http://schemas.microsoft.com/office/drawing/2014/main" id="{47781F66-235C-2033-42FC-C9695C2317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7475" y="4569500"/>
                      <a:ext cx="5325" cy="84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3" h="336" extrusionOk="0">
                          <a:moveTo>
                            <a:pt x="183" y="62"/>
                          </a:moveTo>
                          <a:cubicBezTo>
                            <a:pt x="152" y="31"/>
                            <a:pt x="122" y="1"/>
                            <a:pt x="61" y="1"/>
                          </a:cubicBezTo>
                          <a:cubicBezTo>
                            <a:pt x="31" y="1"/>
                            <a:pt x="0" y="62"/>
                            <a:pt x="0" y="92"/>
                          </a:cubicBezTo>
                          <a:cubicBezTo>
                            <a:pt x="31" y="153"/>
                            <a:pt x="61" y="244"/>
                            <a:pt x="61" y="335"/>
                          </a:cubicBezTo>
                          <a:cubicBezTo>
                            <a:pt x="122" y="274"/>
                            <a:pt x="152" y="244"/>
                            <a:pt x="183" y="183"/>
                          </a:cubicBezTo>
                          <a:cubicBezTo>
                            <a:pt x="213" y="153"/>
                            <a:pt x="213" y="122"/>
                            <a:pt x="183" y="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91" name="Google Shape;771;p21">
                      <a:extLst>
                        <a:ext uri="{FF2B5EF4-FFF2-40B4-BE49-F238E27FC236}">
                          <a16:creationId xmlns:a16="http://schemas.microsoft.com/office/drawing/2014/main" id="{98DFCF51-E466-E03D-825B-CD75597E0A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8975" y="4577875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1" y="0"/>
                          </a:move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92" name="Google Shape;772;p21">
                      <a:extLst>
                        <a:ext uri="{FF2B5EF4-FFF2-40B4-BE49-F238E27FC236}">
                          <a16:creationId xmlns:a16="http://schemas.microsoft.com/office/drawing/2014/main" id="{23FB0176-E077-D6DA-5080-C198FA3B23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12775" y="4666775"/>
                      <a:ext cx="5350" cy="68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4" h="274" extrusionOk="0">
                          <a:moveTo>
                            <a:pt x="62" y="61"/>
                          </a:moveTo>
                          <a:cubicBezTo>
                            <a:pt x="1" y="92"/>
                            <a:pt x="1" y="183"/>
                            <a:pt x="62" y="213"/>
                          </a:cubicBezTo>
                          <a:cubicBezTo>
                            <a:pt x="123" y="244"/>
                            <a:pt x="153" y="244"/>
                            <a:pt x="214" y="274"/>
                          </a:cubicBezTo>
                          <a:lnTo>
                            <a:pt x="214" y="0"/>
                          </a:lnTo>
                          <a:cubicBezTo>
                            <a:pt x="153" y="0"/>
                            <a:pt x="123" y="31"/>
                            <a:pt x="62" y="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93" name="Google Shape;773;p21">
                      <a:extLst>
                        <a:ext uri="{FF2B5EF4-FFF2-40B4-BE49-F238E27FC236}">
                          <a16:creationId xmlns:a16="http://schemas.microsoft.com/office/drawing/2014/main" id="{708A32B8-779C-0000-C01C-F1BE9475D6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88625" y="3449425"/>
                      <a:ext cx="4600" cy="46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4" h="184" extrusionOk="0">
                          <a:moveTo>
                            <a:pt x="31" y="92"/>
                          </a:moveTo>
                          <a:cubicBezTo>
                            <a:pt x="1" y="122"/>
                            <a:pt x="1" y="153"/>
                            <a:pt x="31" y="183"/>
                          </a:cubicBezTo>
                          <a:lnTo>
                            <a:pt x="92" y="183"/>
                          </a:lnTo>
                          <a:cubicBezTo>
                            <a:pt x="123" y="153"/>
                            <a:pt x="153" y="122"/>
                            <a:pt x="183" y="92"/>
                          </a:cubicBezTo>
                          <a:lnTo>
                            <a:pt x="123" y="1"/>
                          </a:lnTo>
                          <a:cubicBezTo>
                            <a:pt x="92" y="31"/>
                            <a:pt x="62" y="61"/>
                            <a:pt x="31" y="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94" name="Google Shape;774;p21">
                      <a:extLst>
                        <a:ext uri="{FF2B5EF4-FFF2-40B4-BE49-F238E27FC236}">
                          <a16:creationId xmlns:a16="http://schemas.microsoft.com/office/drawing/2014/main" id="{E67CD19E-B2D2-815E-4E4F-F834A463B7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44400" y="3500350"/>
                      <a:ext cx="3050" cy="3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2" h="153" extrusionOk="0">
                          <a:moveTo>
                            <a:pt x="122" y="91"/>
                          </a:moveTo>
                          <a:lnTo>
                            <a:pt x="31" y="0"/>
                          </a:lnTo>
                          <a:cubicBezTo>
                            <a:pt x="31" y="61"/>
                            <a:pt x="0" y="91"/>
                            <a:pt x="0" y="122"/>
                          </a:cubicBezTo>
                          <a:cubicBezTo>
                            <a:pt x="0" y="122"/>
                            <a:pt x="31" y="152"/>
                            <a:pt x="61" y="152"/>
                          </a:cubicBezTo>
                          <a:cubicBezTo>
                            <a:pt x="61" y="152"/>
                            <a:pt x="122" y="152"/>
                            <a:pt x="122" y="9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95" name="Google Shape;775;p21">
                      <a:extLst>
                        <a:ext uri="{FF2B5EF4-FFF2-40B4-BE49-F238E27FC236}">
                          <a16:creationId xmlns:a16="http://schemas.microsoft.com/office/drawing/2014/main" id="{2908EDA4-2726-5E34-F167-364CBDCE4B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60350" y="3526175"/>
                      <a:ext cx="25" cy="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31" extrusionOk="0">
                          <a:moveTo>
                            <a:pt x="1" y="1"/>
                          </a:moveTo>
                          <a:lnTo>
                            <a:pt x="1" y="1"/>
                          </a:lnTo>
                          <a:lnTo>
                            <a:pt x="1" y="1"/>
                          </a:lnTo>
                          <a:lnTo>
                            <a:pt x="1" y="3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96" name="Google Shape;776;p21">
                      <a:extLst>
                        <a:ext uri="{FF2B5EF4-FFF2-40B4-BE49-F238E27FC236}">
                          <a16:creationId xmlns:a16="http://schemas.microsoft.com/office/drawing/2014/main" id="{F515D008-5B5D-686A-1022-ABF9C5BB35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60350" y="3526175"/>
                      <a:ext cx="4600" cy="45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4" h="183" extrusionOk="0">
                          <a:moveTo>
                            <a:pt x="153" y="122"/>
                          </a:moveTo>
                          <a:cubicBezTo>
                            <a:pt x="153" y="122"/>
                            <a:pt x="183" y="92"/>
                            <a:pt x="183" y="61"/>
                          </a:cubicBezTo>
                          <a:cubicBezTo>
                            <a:pt x="183" y="31"/>
                            <a:pt x="183" y="1"/>
                            <a:pt x="122" y="1"/>
                          </a:cubicBezTo>
                          <a:cubicBezTo>
                            <a:pt x="92" y="1"/>
                            <a:pt x="31" y="1"/>
                            <a:pt x="1" y="1"/>
                          </a:cubicBezTo>
                          <a:cubicBezTo>
                            <a:pt x="1" y="31"/>
                            <a:pt x="31" y="61"/>
                            <a:pt x="31" y="92"/>
                          </a:cubicBezTo>
                          <a:cubicBezTo>
                            <a:pt x="61" y="153"/>
                            <a:pt x="122" y="183"/>
                            <a:pt x="153" y="12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97" name="Google Shape;777;p21">
                      <a:extLst>
                        <a:ext uri="{FF2B5EF4-FFF2-40B4-BE49-F238E27FC236}">
                          <a16:creationId xmlns:a16="http://schemas.microsoft.com/office/drawing/2014/main" id="{F543AE15-4F82-9739-2538-C0650189B6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36500" y="3536825"/>
                      <a:ext cx="4575" cy="53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" h="213" extrusionOk="0">
                          <a:moveTo>
                            <a:pt x="0" y="91"/>
                          </a:moveTo>
                          <a:cubicBezTo>
                            <a:pt x="0" y="122"/>
                            <a:pt x="0" y="183"/>
                            <a:pt x="61" y="183"/>
                          </a:cubicBezTo>
                          <a:cubicBezTo>
                            <a:pt x="91" y="213"/>
                            <a:pt x="152" y="183"/>
                            <a:pt x="183" y="152"/>
                          </a:cubicBezTo>
                          <a:cubicBezTo>
                            <a:pt x="183" y="122"/>
                            <a:pt x="152" y="61"/>
                            <a:pt x="122" y="31"/>
                          </a:cubicBezTo>
                          <a:cubicBezTo>
                            <a:pt x="91" y="0"/>
                            <a:pt x="31" y="31"/>
                            <a:pt x="0" y="9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98" name="Google Shape;778;p21">
                      <a:extLst>
                        <a:ext uri="{FF2B5EF4-FFF2-40B4-BE49-F238E27FC236}">
                          <a16:creationId xmlns:a16="http://schemas.microsoft.com/office/drawing/2014/main" id="{D51AB952-8F8D-4477-D74F-BACD543C1A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56400" y="3668275"/>
                      <a:ext cx="3825" cy="30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" h="123" extrusionOk="0">
                          <a:moveTo>
                            <a:pt x="31" y="31"/>
                          </a:moveTo>
                          <a:cubicBezTo>
                            <a:pt x="1" y="61"/>
                            <a:pt x="31" y="122"/>
                            <a:pt x="92" y="122"/>
                          </a:cubicBezTo>
                          <a:cubicBezTo>
                            <a:pt x="92" y="122"/>
                            <a:pt x="122" y="92"/>
                            <a:pt x="153" y="92"/>
                          </a:cubicBezTo>
                          <a:cubicBezTo>
                            <a:pt x="153" y="61"/>
                            <a:pt x="153" y="1"/>
                            <a:pt x="62" y="1"/>
                          </a:cubicBezTo>
                          <a:cubicBezTo>
                            <a:pt x="1" y="1"/>
                            <a:pt x="31" y="1"/>
                            <a:pt x="31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99" name="Google Shape;779;p21">
                      <a:extLst>
                        <a:ext uri="{FF2B5EF4-FFF2-40B4-BE49-F238E27FC236}">
                          <a16:creationId xmlns:a16="http://schemas.microsoft.com/office/drawing/2014/main" id="{BCC90000-DF68-B53D-34F3-74CECC3116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6700" y="3419025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1" y="1"/>
                          </a:move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00" name="Google Shape;780;p21">
                      <a:extLst>
                        <a:ext uri="{FF2B5EF4-FFF2-40B4-BE49-F238E27FC236}">
                          <a16:creationId xmlns:a16="http://schemas.microsoft.com/office/drawing/2014/main" id="{BD902E01-3E36-A731-6700-5B65B425FA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50" y="3419025"/>
                      <a:ext cx="5325" cy="3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3" h="153" extrusionOk="0">
                          <a:moveTo>
                            <a:pt x="122" y="153"/>
                          </a:moveTo>
                          <a:cubicBezTo>
                            <a:pt x="152" y="153"/>
                            <a:pt x="213" y="153"/>
                            <a:pt x="213" y="92"/>
                          </a:cubicBezTo>
                          <a:cubicBezTo>
                            <a:pt x="213" y="62"/>
                            <a:pt x="213" y="62"/>
                            <a:pt x="183" y="31"/>
                          </a:cubicBezTo>
                          <a:cubicBezTo>
                            <a:pt x="122" y="31"/>
                            <a:pt x="61" y="1"/>
                            <a:pt x="0" y="1"/>
                          </a:cubicBezTo>
                          <a:cubicBezTo>
                            <a:pt x="0" y="62"/>
                            <a:pt x="61" y="122"/>
                            <a:pt x="122" y="15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01" name="Google Shape;781;p21">
                      <a:extLst>
                        <a:ext uri="{FF2B5EF4-FFF2-40B4-BE49-F238E27FC236}">
                          <a16:creationId xmlns:a16="http://schemas.microsoft.com/office/drawing/2014/main" id="{A64C79AC-0834-A8D1-1D61-3DFD1B9746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1325" y="3635600"/>
                      <a:ext cx="2300" cy="23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" h="92" extrusionOk="0">
                          <a:moveTo>
                            <a:pt x="61" y="92"/>
                          </a:moveTo>
                          <a:cubicBezTo>
                            <a:pt x="61" y="92"/>
                            <a:pt x="61" y="61"/>
                            <a:pt x="92" y="31"/>
                          </a:cubicBezTo>
                          <a:cubicBezTo>
                            <a:pt x="92" y="31"/>
                            <a:pt x="92" y="1"/>
                            <a:pt x="61" y="1"/>
                          </a:cubicBezTo>
                          <a:cubicBezTo>
                            <a:pt x="31" y="1"/>
                            <a:pt x="1" y="1"/>
                            <a:pt x="1" y="31"/>
                          </a:cubicBezTo>
                          <a:cubicBezTo>
                            <a:pt x="1" y="61"/>
                            <a:pt x="1" y="92"/>
                            <a:pt x="61" y="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02" name="Google Shape;782;p21">
                      <a:extLst>
                        <a:ext uri="{FF2B5EF4-FFF2-40B4-BE49-F238E27FC236}">
                          <a16:creationId xmlns:a16="http://schemas.microsoft.com/office/drawing/2014/main" id="{8CAAA994-9455-ED52-03D4-8AD0A69B0A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26775" y="3684225"/>
                      <a:ext cx="1550" cy="23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93" extrusionOk="0">
                          <a:moveTo>
                            <a:pt x="0" y="62"/>
                          </a:moveTo>
                          <a:cubicBezTo>
                            <a:pt x="31" y="92"/>
                            <a:pt x="61" y="92"/>
                            <a:pt x="61" y="31"/>
                          </a:cubicBezTo>
                          <a:cubicBezTo>
                            <a:pt x="61" y="1"/>
                            <a:pt x="31" y="31"/>
                            <a:pt x="0" y="31"/>
                          </a:cubicBezTo>
                          <a:cubicBezTo>
                            <a:pt x="0" y="31"/>
                            <a:pt x="0" y="62"/>
                            <a:pt x="0" y="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03" name="Google Shape;783;p21">
                      <a:extLst>
                        <a:ext uri="{FF2B5EF4-FFF2-40B4-BE49-F238E27FC236}">
                          <a16:creationId xmlns:a16="http://schemas.microsoft.com/office/drawing/2014/main" id="{6B9B8749-08E0-9F1C-2611-65259A19D6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93175" y="2791375"/>
                      <a:ext cx="1550" cy="3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" h="153" extrusionOk="0">
                          <a:moveTo>
                            <a:pt x="61" y="152"/>
                          </a:moveTo>
                          <a:lnTo>
                            <a:pt x="61" y="91"/>
                          </a:lnTo>
                          <a:lnTo>
                            <a:pt x="61" y="0"/>
                          </a:lnTo>
                          <a:cubicBezTo>
                            <a:pt x="31" y="30"/>
                            <a:pt x="31" y="61"/>
                            <a:pt x="0" y="91"/>
                          </a:cubicBezTo>
                          <a:cubicBezTo>
                            <a:pt x="0" y="122"/>
                            <a:pt x="0" y="152"/>
                            <a:pt x="61" y="15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04" name="Google Shape;784;p21">
                      <a:extLst>
                        <a:ext uri="{FF2B5EF4-FFF2-40B4-BE49-F238E27FC236}">
                          <a16:creationId xmlns:a16="http://schemas.microsoft.com/office/drawing/2014/main" id="{95DD2013-2ECB-9D64-7B31-0D71133A93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86350" y="3855975"/>
                      <a:ext cx="2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" h="1" extrusionOk="0">
                          <a:moveTo>
                            <a:pt x="0" y="0"/>
                          </a:move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05" name="Google Shape;785;p21">
                      <a:extLst>
                        <a:ext uri="{FF2B5EF4-FFF2-40B4-BE49-F238E27FC236}">
                          <a16:creationId xmlns:a16="http://schemas.microsoft.com/office/drawing/2014/main" id="{453B13F0-F8F1-74B1-2F2C-9FBB180F88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86350" y="3855200"/>
                      <a:ext cx="6100" cy="3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" h="153" extrusionOk="0">
                          <a:moveTo>
                            <a:pt x="244" y="153"/>
                          </a:moveTo>
                          <a:cubicBezTo>
                            <a:pt x="213" y="62"/>
                            <a:pt x="122" y="1"/>
                            <a:pt x="0" y="31"/>
                          </a:cubicBezTo>
                          <a:cubicBezTo>
                            <a:pt x="61" y="153"/>
                            <a:pt x="152" y="153"/>
                            <a:pt x="244" y="15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06" name="Google Shape;786;p21">
                      <a:extLst>
                        <a:ext uri="{FF2B5EF4-FFF2-40B4-BE49-F238E27FC236}">
                          <a16:creationId xmlns:a16="http://schemas.microsoft.com/office/drawing/2014/main" id="{4B741DB6-96CE-5571-3638-2AD0847A13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3875" y="4754150"/>
                      <a:ext cx="3075" cy="15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" h="62" extrusionOk="0">
                          <a:moveTo>
                            <a:pt x="62" y="62"/>
                          </a:moveTo>
                          <a:cubicBezTo>
                            <a:pt x="62" y="62"/>
                            <a:pt x="92" y="62"/>
                            <a:pt x="92" y="31"/>
                          </a:cubicBezTo>
                          <a:cubicBezTo>
                            <a:pt x="122" y="1"/>
                            <a:pt x="62" y="1"/>
                            <a:pt x="62" y="1"/>
                          </a:cubicBezTo>
                          <a:cubicBezTo>
                            <a:pt x="31" y="1"/>
                            <a:pt x="1" y="31"/>
                            <a:pt x="62" y="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07" name="Google Shape;787;p21">
                      <a:extLst>
                        <a:ext uri="{FF2B5EF4-FFF2-40B4-BE49-F238E27FC236}">
                          <a16:creationId xmlns:a16="http://schemas.microsoft.com/office/drawing/2014/main" id="{F6F06635-7238-3D8E-B1A2-CE69C82F21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59600" y="3524650"/>
                      <a:ext cx="775" cy="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32" extrusionOk="0">
                          <a:moveTo>
                            <a:pt x="0" y="31"/>
                          </a:moveTo>
                          <a:lnTo>
                            <a:pt x="31" y="31"/>
                          </a:lnTo>
                          <a:cubicBezTo>
                            <a:pt x="0" y="1"/>
                            <a:pt x="0" y="1"/>
                            <a:pt x="0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08" name="Google Shape;788;p21">
                      <a:extLst>
                        <a:ext uri="{FF2B5EF4-FFF2-40B4-BE49-F238E27FC236}">
                          <a16:creationId xmlns:a16="http://schemas.microsoft.com/office/drawing/2014/main" id="{42C702FD-00C3-AE32-E1E7-F2E7922EA7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96975" y="2404250"/>
                      <a:ext cx="2405825" cy="2125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233" h="85017" extrusionOk="0">
                          <a:moveTo>
                            <a:pt x="95898" y="4955"/>
                          </a:moveTo>
                          <a:cubicBezTo>
                            <a:pt x="95807" y="4955"/>
                            <a:pt x="95777" y="4833"/>
                            <a:pt x="95746" y="4742"/>
                          </a:cubicBezTo>
                          <a:cubicBezTo>
                            <a:pt x="95746" y="4712"/>
                            <a:pt x="95746" y="4651"/>
                            <a:pt x="95746" y="4620"/>
                          </a:cubicBezTo>
                          <a:cubicBezTo>
                            <a:pt x="95777" y="4408"/>
                            <a:pt x="95686" y="4195"/>
                            <a:pt x="95503" y="4104"/>
                          </a:cubicBezTo>
                          <a:cubicBezTo>
                            <a:pt x="95412" y="4012"/>
                            <a:pt x="95351" y="3952"/>
                            <a:pt x="95291" y="3860"/>
                          </a:cubicBezTo>
                          <a:cubicBezTo>
                            <a:pt x="95199" y="3739"/>
                            <a:pt x="95199" y="3708"/>
                            <a:pt x="95291" y="3617"/>
                          </a:cubicBezTo>
                          <a:cubicBezTo>
                            <a:pt x="95443" y="3496"/>
                            <a:pt x="95534" y="3313"/>
                            <a:pt x="95594" y="3101"/>
                          </a:cubicBezTo>
                          <a:cubicBezTo>
                            <a:pt x="95625" y="3040"/>
                            <a:pt x="95594" y="2979"/>
                            <a:pt x="95564" y="2918"/>
                          </a:cubicBezTo>
                          <a:cubicBezTo>
                            <a:pt x="95382" y="2705"/>
                            <a:pt x="95291" y="2432"/>
                            <a:pt x="95291" y="2158"/>
                          </a:cubicBezTo>
                          <a:cubicBezTo>
                            <a:pt x="95291" y="2067"/>
                            <a:pt x="95260" y="2037"/>
                            <a:pt x="95169" y="2037"/>
                          </a:cubicBezTo>
                          <a:cubicBezTo>
                            <a:pt x="95078" y="2037"/>
                            <a:pt x="95078" y="2067"/>
                            <a:pt x="95047" y="2067"/>
                          </a:cubicBezTo>
                          <a:cubicBezTo>
                            <a:pt x="94804" y="1976"/>
                            <a:pt x="94561" y="1915"/>
                            <a:pt x="94318" y="1885"/>
                          </a:cubicBezTo>
                          <a:cubicBezTo>
                            <a:pt x="94227" y="1885"/>
                            <a:pt x="94166" y="1794"/>
                            <a:pt x="94075" y="1763"/>
                          </a:cubicBezTo>
                          <a:cubicBezTo>
                            <a:pt x="93953" y="1672"/>
                            <a:pt x="93801" y="1702"/>
                            <a:pt x="93710" y="1824"/>
                          </a:cubicBezTo>
                          <a:cubicBezTo>
                            <a:pt x="93588" y="1976"/>
                            <a:pt x="93406" y="2098"/>
                            <a:pt x="93224" y="2158"/>
                          </a:cubicBezTo>
                          <a:cubicBezTo>
                            <a:pt x="93163" y="2158"/>
                            <a:pt x="93163" y="2219"/>
                            <a:pt x="93132" y="2250"/>
                          </a:cubicBezTo>
                          <a:cubicBezTo>
                            <a:pt x="93072" y="2341"/>
                            <a:pt x="93072" y="2432"/>
                            <a:pt x="93132" y="2493"/>
                          </a:cubicBezTo>
                          <a:cubicBezTo>
                            <a:pt x="93224" y="2614"/>
                            <a:pt x="93345" y="2736"/>
                            <a:pt x="93436" y="2888"/>
                          </a:cubicBezTo>
                          <a:cubicBezTo>
                            <a:pt x="93467" y="2949"/>
                            <a:pt x="93467" y="3070"/>
                            <a:pt x="93436" y="3131"/>
                          </a:cubicBezTo>
                          <a:cubicBezTo>
                            <a:pt x="93406" y="3192"/>
                            <a:pt x="93376" y="3192"/>
                            <a:pt x="93315" y="3222"/>
                          </a:cubicBezTo>
                          <a:lnTo>
                            <a:pt x="93254" y="3222"/>
                          </a:lnTo>
                          <a:cubicBezTo>
                            <a:pt x="93132" y="2888"/>
                            <a:pt x="92768" y="2705"/>
                            <a:pt x="92616" y="2371"/>
                          </a:cubicBezTo>
                          <a:cubicBezTo>
                            <a:pt x="92403" y="2128"/>
                            <a:pt x="92069" y="1976"/>
                            <a:pt x="91765" y="2037"/>
                          </a:cubicBezTo>
                          <a:cubicBezTo>
                            <a:pt x="91643" y="2067"/>
                            <a:pt x="91491" y="2067"/>
                            <a:pt x="91369" y="2037"/>
                          </a:cubicBezTo>
                          <a:cubicBezTo>
                            <a:pt x="91187" y="1976"/>
                            <a:pt x="90974" y="1946"/>
                            <a:pt x="90762" y="1946"/>
                          </a:cubicBezTo>
                          <a:cubicBezTo>
                            <a:pt x="90518" y="1946"/>
                            <a:pt x="90275" y="1915"/>
                            <a:pt x="90032" y="1854"/>
                          </a:cubicBezTo>
                          <a:cubicBezTo>
                            <a:pt x="89819" y="1763"/>
                            <a:pt x="89576" y="1763"/>
                            <a:pt x="89363" y="1854"/>
                          </a:cubicBezTo>
                          <a:cubicBezTo>
                            <a:pt x="89211" y="1915"/>
                            <a:pt x="89059" y="1885"/>
                            <a:pt x="88938" y="1763"/>
                          </a:cubicBezTo>
                          <a:cubicBezTo>
                            <a:pt x="88816" y="1642"/>
                            <a:pt x="88664" y="1581"/>
                            <a:pt x="88512" y="1581"/>
                          </a:cubicBezTo>
                          <a:cubicBezTo>
                            <a:pt x="88026" y="1459"/>
                            <a:pt x="87509" y="1398"/>
                            <a:pt x="87023" y="1398"/>
                          </a:cubicBezTo>
                          <a:cubicBezTo>
                            <a:pt x="86962" y="1398"/>
                            <a:pt x="86871" y="1398"/>
                            <a:pt x="86810" y="1368"/>
                          </a:cubicBezTo>
                          <a:cubicBezTo>
                            <a:pt x="86506" y="1307"/>
                            <a:pt x="86172" y="1338"/>
                            <a:pt x="85898" y="1490"/>
                          </a:cubicBezTo>
                          <a:cubicBezTo>
                            <a:pt x="85685" y="1611"/>
                            <a:pt x="85473" y="1672"/>
                            <a:pt x="85260" y="1733"/>
                          </a:cubicBezTo>
                          <a:cubicBezTo>
                            <a:pt x="85017" y="1733"/>
                            <a:pt x="84774" y="1824"/>
                            <a:pt x="84500" y="1824"/>
                          </a:cubicBezTo>
                          <a:cubicBezTo>
                            <a:pt x="84409" y="1824"/>
                            <a:pt x="84287" y="1824"/>
                            <a:pt x="84166" y="1854"/>
                          </a:cubicBezTo>
                          <a:cubicBezTo>
                            <a:pt x="84105" y="1854"/>
                            <a:pt x="84105" y="1885"/>
                            <a:pt x="84105" y="1946"/>
                          </a:cubicBezTo>
                          <a:cubicBezTo>
                            <a:pt x="84135" y="2189"/>
                            <a:pt x="84348" y="2341"/>
                            <a:pt x="84287" y="2584"/>
                          </a:cubicBezTo>
                          <a:cubicBezTo>
                            <a:pt x="84287" y="2645"/>
                            <a:pt x="84378" y="2705"/>
                            <a:pt x="84439" y="2736"/>
                          </a:cubicBezTo>
                          <a:cubicBezTo>
                            <a:pt x="84622" y="2766"/>
                            <a:pt x="84774" y="2857"/>
                            <a:pt x="84895" y="2979"/>
                          </a:cubicBezTo>
                          <a:cubicBezTo>
                            <a:pt x="85047" y="3131"/>
                            <a:pt x="85169" y="3283"/>
                            <a:pt x="85290" y="3465"/>
                          </a:cubicBezTo>
                          <a:cubicBezTo>
                            <a:pt x="85351" y="3526"/>
                            <a:pt x="85351" y="3648"/>
                            <a:pt x="85290" y="3708"/>
                          </a:cubicBezTo>
                          <a:cubicBezTo>
                            <a:pt x="85230" y="3769"/>
                            <a:pt x="85138" y="3830"/>
                            <a:pt x="85078" y="3891"/>
                          </a:cubicBezTo>
                          <a:cubicBezTo>
                            <a:pt x="84956" y="3982"/>
                            <a:pt x="84834" y="3982"/>
                            <a:pt x="84774" y="3860"/>
                          </a:cubicBezTo>
                          <a:cubicBezTo>
                            <a:pt x="84652" y="3617"/>
                            <a:pt x="84409" y="3465"/>
                            <a:pt x="84135" y="3465"/>
                          </a:cubicBezTo>
                          <a:cubicBezTo>
                            <a:pt x="84075" y="3465"/>
                            <a:pt x="84044" y="3435"/>
                            <a:pt x="83983" y="3435"/>
                          </a:cubicBezTo>
                          <a:cubicBezTo>
                            <a:pt x="83923" y="3405"/>
                            <a:pt x="83862" y="3344"/>
                            <a:pt x="83831" y="3313"/>
                          </a:cubicBezTo>
                          <a:cubicBezTo>
                            <a:pt x="83771" y="3222"/>
                            <a:pt x="83740" y="3161"/>
                            <a:pt x="83679" y="3070"/>
                          </a:cubicBezTo>
                          <a:cubicBezTo>
                            <a:pt x="83679" y="3040"/>
                            <a:pt x="83679" y="2979"/>
                            <a:pt x="83710" y="2949"/>
                          </a:cubicBezTo>
                          <a:cubicBezTo>
                            <a:pt x="83831" y="2857"/>
                            <a:pt x="83862" y="2645"/>
                            <a:pt x="83740" y="2523"/>
                          </a:cubicBezTo>
                          <a:cubicBezTo>
                            <a:pt x="83649" y="2401"/>
                            <a:pt x="83467" y="2341"/>
                            <a:pt x="83315" y="2371"/>
                          </a:cubicBezTo>
                          <a:cubicBezTo>
                            <a:pt x="83193" y="2401"/>
                            <a:pt x="83132" y="2493"/>
                            <a:pt x="83102" y="2584"/>
                          </a:cubicBezTo>
                          <a:lnTo>
                            <a:pt x="83102" y="3131"/>
                          </a:lnTo>
                          <a:cubicBezTo>
                            <a:pt x="83071" y="3253"/>
                            <a:pt x="83011" y="3344"/>
                            <a:pt x="82889" y="3374"/>
                          </a:cubicBezTo>
                          <a:cubicBezTo>
                            <a:pt x="82646" y="3405"/>
                            <a:pt x="82433" y="3435"/>
                            <a:pt x="82220" y="3496"/>
                          </a:cubicBezTo>
                          <a:cubicBezTo>
                            <a:pt x="82068" y="3557"/>
                            <a:pt x="81886" y="3557"/>
                            <a:pt x="81734" y="3526"/>
                          </a:cubicBezTo>
                          <a:cubicBezTo>
                            <a:pt x="81704" y="3496"/>
                            <a:pt x="81643" y="3496"/>
                            <a:pt x="81612" y="3526"/>
                          </a:cubicBezTo>
                          <a:cubicBezTo>
                            <a:pt x="81339" y="3648"/>
                            <a:pt x="81096" y="3800"/>
                            <a:pt x="80853" y="3952"/>
                          </a:cubicBezTo>
                          <a:cubicBezTo>
                            <a:pt x="80518" y="4164"/>
                            <a:pt x="80093" y="4256"/>
                            <a:pt x="79698" y="4225"/>
                          </a:cubicBezTo>
                          <a:cubicBezTo>
                            <a:pt x="79606" y="4195"/>
                            <a:pt x="79515" y="4134"/>
                            <a:pt x="79485" y="4073"/>
                          </a:cubicBezTo>
                          <a:cubicBezTo>
                            <a:pt x="79485" y="4043"/>
                            <a:pt x="79454" y="4012"/>
                            <a:pt x="79454" y="3982"/>
                          </a:cubicBezTo>
                          <a:cubicBezTo>
                            <a:pt x="79394" y="3587"/>
                            <a:pt x="79120" y="3222"/>
                            <a:pt x="78755" y="3040"/>
                          </a:cubicBezTo>
                          <a:cubicBezTo>
                            <a:pt x="78725" y="3009"/>
                            <a:pt x="78694" y="2979"/>
                            <a:pt x="78664" y="2949"/>
                          </a:cubicBezTo>
                          <a:cubicBezTo>
                            <a:pt x="78269" y="2675"/>
                            <a:pt x="77843" y="2523"/>
                            <a:pt x="77387" y="2766"/>
                          </a:cubicBezTo>
                          <a:cubicBezTo>
                            <a:pt x="77296" y="2827"/>
                            <a:pt x="77235" y="2857"/>
                            <a:pt x="77144" y="2857"/>
                          </a:cubicBezTo>
                          <a:cubicBezTo>
                            <a:pt x="76780" y="3009"/>
                            <a:pt x="76415" y="3161"/>
                            <a:pt x="76111" y="3405"/>
                          </a:cubicBezTo>
                          <a:cubicBezTo>
                            <a:pt x="75959" y="3526"/>
                            <a:pt x="75776" y="3617"/>
                            <a:pt x="75594" y="3739"/>
                          </a:cubicBezTo>
                          <a:cubicBezTo>
                            <a:pt x="75473" y="3800"/>
                            <a:pt x="75321" y="3769"/>
                            <a:pt x="75260" y="3648"/>
                          </a:cubicBezTo>
                          <a:cubicBezTo>
                            <a:pt x="75199" y="3496"/>
                            <a:pt x="75077" y="3374"/>
                            <a:pt x="74925" y="3313"/>
                          </a:cubicBezTo>
                          <a:lnTo>
                            <a:pt x="74621" y="3161"/>
                          </a:lnTo>
                          <a:cubicBezTo>
                            <a:pt x="74500" y="3101"/>
                            <a:pt x="74378" y="3131"/>
                            <a:pt x="74318" y="3222"/>
                          </a:cubicBezTo>
                          <a:cubicBezTo>
                            <a:pt x="74196" y="3313"/>
                            <a:pt x="74196" y="3313"/>
                            <a:pt x="74105" y="3222"/>
                          </a:cubicBezTo>
                          <a:cubicBezTo>
                            <a:pt x="74044" y="3161"/>
                            <a:pt x="73953" y="3131"/>
                            <a:pt x="73862" y="3131"/>
                          </a:cubicBezTo>
                          <a:cubicBezTo>
                            <a:pt x="73801" y="3161"/>
                            <a:pt x="73710" y="3161"/>
                            <a:pt x="73649" y="3131"/>
                          </a:cubicBezTo>
                          <a:cubicBezTo>
                            <a:pt x="73558" y="3040"/>
                            <a:pt x="73436" y="2979"/>
                            <a:pt x="73284" y="2949"/>
                          </a:cubicBezTo>
                          <a:cubicBezTo>
                            <a:pt x="73254" y="2949"/>
                            <a:pt x="73254" y="2888"/>
                            <a:pt x="73284" y="2857"/>
                          </a:cubicBezTo>
                          <a:cubicBezTo>
                            <a:pt x="73406" y="2645"/>
                            <a:pt x="73406" y="2553"/>
                            <a:pt x="73284" y="2432"/>
                          </a:cubicBezTo>
                          <a:cubicBezTo>
                            <a:pt x="73254" y="2432"/>
                            <a:pt x="73254" y="2401"/>
                            <a:pt x="73223" y="2401"/>
                          </a:cubicBezTo>
                          <a:cubicBezTo>
                            <a:pt x="72980" y="2219"/>
                            <a:pt x="72676" y="2128"/>
                            <a:pt x="72403" y="2189"/>
                          </a:cubicBezTo>
                          <a:cubicBezTo>
                            <a:pt x="72251" y="2219"/>
                            <a:pt x="72129" y="2250"/>
                            <a:pt x="72007" y="2280"/>
                          </a:cubicBezTo>
                          <a:cubicBezTo>
                            <a:pt x="71916" y="2310"/>
                            <a:pt x="71855" y="2341"/>
                            <a:pt x="71764" y="2432"/>
                          </a:cubicBezTo>
                          <a:cubicBezTo>
                            <a:pt x="71673" y="2584"/>
                            <a:pt x="71430" y="2645"/>
                            <a:pt x="71248" y="2553"/>
                          </a:cubicBezTo>
                          <a:cubicBezTo>
                            <a:pt x="71004" y="2523"/>
                            <a:pt x="70731" y="2493"/>
                            <a:pt x="70488" y="2523"/>
                          </a:cubicBezTo>
                          <a:cubicBezTo>
                            <a:pt x="70184" y="2523"/>
                            <a:pt x="69910" y="2553"/>
                            <a:pt x="69606" y="2584"/>
                          </a:cubicBezTo>
                          <a:cubicBezTo>
                            <a:pt x="69302" y="2645"/>
                            <a:pt x="68998" y="2645"/>
                            <a:pt x="68725" y="2553"/>
                          </a:cubicBezTo>
                          <a:cubicBezTo>
                            <a:pt x="68664" y="2553"/>
                            <a:pt x="68603" y="2584"/>
                            <a:pt x="68542" y="2614"/>
                          </a:cubicBezTo>
                          <a:cubicBezTo>
                            <a:pt x="68512" y="2645"/>
                            <a:pt x="68482" y="2705"/>
                            <a:pt x="68482" y="2736"/>
                          </a:cubicBezTo>
                          <a:cubicBezTo>
                            <a:pt x="68482" y="2736"/>
                            <a:pt x="68512" y="2797"/>
                            <a:pt x="68512" y="2797"/>
                          </a:cubicBezTo>
                          <a:cubicBezTo>
                            <a:pt x="68634" y="2827"/>
                            <a:pt x="68725" y="2857"/>
                            <a:pt x="68846" y="2918"/>
                          </a:cubicBezTo>
                          <a:cubicBezTo>
                            <a:pt x="68877" y="2949"/>
                            <a:pt x="68907" y="2979"/>
                            <a:pt x="68937" y="3009"/>
                          </a:cubicBezTo>
                          <a:cubicBezTo>
                            <a:pt x="68937" y="3040"/>
                            <a:pt x="68877" y="3131"/>
                            <a:pt x="68816" y="3161"/>
                          </a:cubicBezTo>
                          <a:cubicBezTo>
                            <a:pt x="68755" y="3192"/>
                            <a:pt x="68694" y="3222"/>
                            <a:pt x="68634" y="3253"/>
                          </a:cubicBezTo>
                          <a:cubicBezTo>
                            <a:pt x="68512" y="3313"/>
                            <a:pt x="68451" y="3435"/>
                            <a:pt x="68451" y="3587"/>
                          </a:cubicBezTo>
                          <a:cubicBezTo>
                            <a:pt x="68451" y="3708"/>
                            <a:pt x="68542" y="3800"/>
                            <a:pt x="68664" y="3830"/>
                          </a:cubicBezTo>
                          <a:lnTo>
                            <a:pt x="68937" y="3830"/>
                          </a:lnTo>
                          <a:cubicBezTo>
                            <a:pt x="68937" y="3800"/>
                            <a:pt x="68937" y="3800"/>
                            <a:pt x="68937" y="3800"/>
                          </a:cubicBezTo>
                          <a:lnTo>
                            <a:pt x="68937" y="3769"/>
                          </a:lnTo>
                          <a:lnTo>
                            <a:pt x="68937" y="3830"/>
                          </a:lnTo>
                          <a:lnTo>
                            <a:pt x="68937" y="3830"/>
                          </a:lnTo>
                          <a:cubicBezTo>
                            <a:pt x="68907" y="3921"/>
                            <a:pt x="68907" y="4043"/>
                            <a:pt x="68968" y="4134"/>
                          </a:cubicBezTo>
                          <a:cubicBezTo>
                            <a:pt x="69089" y="4286"/>
                            <a:pt x="69211" y="4408"/>
                            <a:pt x="69363" y="4529"/>
                          </a:cubicBezTo>
                          <a:cubicBezTo>
                            <a:pt x="69424" y="4560"/>
                            <a:pt x="69424" y="4620"/>
                            <a:pt x="69363" y="4712"/>
                          </a:cubicBezTo>
                          <a:cubicBezTo>
                            <a:pt x="69302" y="4772"/>
                            <a:pt x="69241" y="4803"/>
                            <a:pt x="69181" y="4772"/>
                          </a:cubicBezTo>
                          <a:cubicBezTo>
                            <a:pt x="69059" y="4651"/>
                            <a:pt x="68877" y="4651"/>
                            <a:pt x="68755" y="4742"/>
                          </a:cubicBezTo>
                          <a:cubicBezTo>
                            <a:pt x="68664" y="4803"/>
                            <a:pt x="68542" y="4864"/>
                            <a:pt x="68451" y="4924"/>
                          </a:cubicBezTo>
                          <a:cubicBezTo>
                            <a:pt x="68360" y="5016"/>
                            <a:pt x="68208" y="5046"/>
                            <a:pt x="68086" y="5016"/>
                          </a:cubicBezTo>
                          <a:cubicBezTo>
                            <a:pt x="67965" y="4985"/>
                            <a:pt x="67843" y="4985"/>
                            <a:pt x="67752" y="5016"/>
                          </a:cubicBezTo>
                          <a:cubicBezTo>
                            <a:pt x="67570" y="5016"/>
                            <a:pt x="67418" y="5107"/>
                            <a:pt x="67357" y="5289"/>
                          </a:cubicBezTo>
                          <a:cubicBezTo>
                            <a:pt x="67326" y="5441"/>
                            <a:pt x="67175" y="5532"/>
                            <a:pt x="67023" y="5532"/>
                          </a:cubicBezTo>
                          <a:cubicBezTo>
                            <a:pt x="66719" y="5593"/>
                            <a:pt x="66384" y="5471"/>
                            <a:pt x="66141" y="5259"/>
                          </a:cubicBezTo>
                          <a:cubicBezTo>
                            <a:pt x="66141" y="5228"/>
                            <a:pt x="66111" y="5228"/>
                            <a:pt x="66111" y="5228"/>
                          </a:cubicBezTo>
                          <a:cubicBezTo>
                            <a:pt x="66080" y="5228"/>
                            <a:pt x="66050" y="5228"/>
                            <a:pt x="66050" y="5228"/>
                          </a:cubicBezTo>
                          <a:cubicBezTo>
                            <a:pt x="66019" y="5228"/>
                            <a:pt x="66019" y="5259"/>
                            <a:pt x="65989" y="5289"/>
                          </a:cubicBezTo>
                          <a:cubicBezTo>
                            <a:pt x="65989" y="5471"/>
                            <a:pt x="66050" y="5684"/>
                            <a:pt x="66141" y="5867"/>
                          </a:cubicBezTo>
                          <a:cubicBezTo>
                            <a:pt x="66263" y="6110"/>
                            <a:pt x="66323" y="6353"/>
                            <a:pt x="66384" y="6626"/>
                          </a:cubicBezTo>
                          <a:cubicBezTo>
                            <a:pt x="66384" y="6718"/>
                            <a:pt x="66354" y="6748"/>
                            <a:pt x="66263" y="6748"/>
                          </a:cubicBezTo>
                          <a:cubicBezTo>
                            <a:pt x="66141" y="6718"/>
                            <a:pt x="65989" y="6687"/>
                            <a:pt x="65867" y="6657"/>
                          </a:cubicBezTo>
                          <a:cubicBezTo>
                            <a:pt x="65503" y="6474"/>
                            <a:pt x="65168" y="6262"/>
                            <a:pt x="64895" y="5988"/>
                          </a:cubicBezTo>
                          <a:lnTo>
                            <a:pt x="64895" y="5897"/>
                          </a:lnTo>
                          <a:cubicBezTo>
                            <a:pt x="64834" y="5745"/>
                            <a:pt x="64834" y="5745"/>
                            <a:pt x="64682" y="5836"/>
                          </a:cubicBezTo>
                          <a:cubicBezTo>
                            <a:pt x="64530" y="5927"/>
                            <a:pt x="64469" y="5897"/>
                            <a:pt x="64378" y="5836"/>
                          </a:cubicBezTo>
                          <a:cubicBezTo>
                            <a:pt x="64348" y="5775"/>
                            <a:pt x="64317" y="5715"/>
                            <a:pt x="64287" y="5654"/>
                          </a:cubicBezTo>
                          <a:lnTo>
                            <a:pt x="64287" y="5654"/>
                          </a:lnTo>
                          <a:lnTo>
                            <a:pt x="64287" y="5654"/>
                          </a:lnTo>
                          <a:cubicBezTo>
                            <a:pt x="64226" y="5654"/>
                            <a:pt x="64196" y="5654"/>
                            <a:pt x="64165" y="5593"/>
                          </a:cubicBezTo>
                          <a:cubicBezTo>
                            <a:pt x="64135" y="5563"/>
                            <a:pt x="64196" y="5563"/>
                            <a:pt x="64196" y="5593"/>
                          </a:cubicBezTo>
                          <a:cubicBezTo>
                            <a:pt x="64226" y="5623"/>
                            <a:pt x="64257" y="5654"/>
                            <a:pt x="64287" y="5684"/>
                          </a:cubicBezTo>
                          <a:lnTo>
                            <a:pt x="64317" y="5684"/>
                          </a:lnTo>
                          <a:lnTo>
                            <a:pt x="64317" y="5684"/>
                          </a:lnTo>
                          <a:cubicBezTo>
                            <a:pt x="64378" y="5623"/>
                            <a:pt x="64439" y="5563"/>
                            <a:pt x="64500" y="5502"/>
                          </a:cubicBezTo>
                          <a:cubicBezTo>
                            <a:pt x="64530" y="5471"/>
                            <a:pt x="64530" y="5441"/>
                            <a:pt x="64530" y="5380"/>
                          </a:cubicBezTo>
                          <a:cubicBezTo>
                            <a:pt x="64500" y="5228"/>
                            <a:pt x="64439" y="5076"/>
                            <a:pt x="64317" y="4985"/>
                          </a:cubicBezTo>
                          <a:cubicBezTo>
                            <a:pt x="64226" y="4894"/>
                            <a:pt x="64105" y="4864"/>
                            <a:pt x="63983" y="4864"/>
                          </a:cubicBezTo>
                          <a:cubicBezTo>
                            <a:pt x="63892" y="4864"/>
                            <a:pt x="63861" y="4833"/>
                            <a:pt x="63892" y="4742"/>
                          </a:cubicBezTo>
                          <a:cubicBezTo>
                            <a:pt x="63922" y="4651"/>
                            <a:pt x="63953" y="4590"/>
                            <a:pt x="63892" y="4499"/>
                          </a:cubicBezTo>
                          <a:cubicBezTo>
                            <a:pt x="63740" y="4316"/>
                            <a:pt x="63557" y="4134"/>
                            <a:pt x="63375" y="3982"/>
                          </a:cubicBezTo>
                          <a:cubicBezTo>
                            <a:pt x="63071" y="3800"/>
                            <a:pt x="62767" y="3708"/>
                            <a:pt x="62402" y="3678"/>
                          </a:cubicBezTo>
                          <a:cubicBezTo>
                            <a:pt x="62372" y="3678"/>
                            <a:pt x="62342" y="3678"/>
                            <a:pt x="62281" y="3708"/>
                          </a:cubicBezTo>
                          <a:cubicBezTo>
                            <a:pt x="62190" y="3769"/>
                            <a:pt x="62098" y="3800"/>
                            <a:pt x="61977" y="3769"/>
                          </a:cubicBezTo>
                          <a:cubicBezTo>
                            <a:pt x="61703" y="3678"/>
                            <a:pt x="61399" y="3648"/>
                            <a:pt x="61126" y="3708"/>
                          </a:cubicBezTo>
                          <a:cubicBezTo>
                            <a:pt x="61035" y="3739"/>
                            <a:pt x="60943" y="3769"/>
                            <a:pt x="60883" y="3830"/>
                          </a:cubicBezTo>
                          <a:cubicBezTo>
                            <a:pt x="60761" y="3891"/>
                            <a:pt x="60700" y="4073"/>
                            <a:pt x="60791" y="4195"/>
                          </a:cubicBezTo>
                          <a:cubicBezTo>
                            <a:pt x="60852" y="4347"/>
                            <a:pt x="60974" y="4499"/>
                            <a:pt x="61065" y="4651"/>
                          </a:cubicBezTo>
                          <a:cubicBezTo>
                            <a:pt x="61095" y="4712"/>
                            <a:pt x="61065" y="4803"/>
                            <a:pt x="61004" y="4833"/>
                          </a:cubicBezTo>
                          <a:cubicBezTo>
                            <a:pt x="60731" y="4955"/>
                            <a:pt x="60487" y="5046"/>
                            <a:pt x="60214" y="5167"/>
                          </a:cubicBezTo>
                          <a:cubicBezTo>
                            <a:pt x="60032" y="5228"/>
                            <a:pt x="59819" y="5167"/>
                            <a:pt x="59697" y="5046"/>
                          </a:cubicBezTo>
                          <a:cubicBezTo>
                            <a:pt x="59606" y="4955"/>
                            <a:pt x="59576" y="4955"/>
                            <a:pt x="59454" y="5046"/>
                          </a:cubicBezTo>
                          <a:cubicBezTo>
                            <a:pt x="59150" y="5259"/>
                            <a:pt x="58876" y="5167"/>
                            <a:pt x="58816" y="4833"/>
                          </a:cubicBezTo>
                          <a:lnTo>
                            <a:pt x="58816" y="4681"/>
                          </a:lnTo>
                          <a:cubicBezTo>
                            <a:pt x="58785" y="4590"/>
                            <a:pt x="58664" y="4499"/>
                            <a:pt x="58573" y="4529"/>
                          </a:cubicBezTo>
                          <a:cubicBezTo>
                            <a:pt x="58208" y="4590"/>
                            <a:pt x="57843" y="4681"/>
                            <a:pt x="57509" y="4742"/>
                          </a:cubicBezTo>
                          <a:cubicBezTo>
                            <a:pt x="57357" y="4772"/>
                            <a:pt x="57235" y="4803"/>
                            <a:pt x="57114" y="4864"/>
                          </a:cubicBezTo>
                          <a:cubicBezTo>
                            <a:pt x="56992" y="4924"/>
                            <a:pt x="56840" y="5016"/>
                            <a:pt x="56718" y="5107"/>
                          </a:cubicBezTo>
                          <a:lnTo>
                            <a:pt x="56293" y="4894"/>
                          </a:lnTo>
                          <a:cubicBezTo>
                            <a:pt x="56262" y="4894"/>
                            <a:pt x="56262" y="4894"/>
                            <a:pt x="56232" y="4894"/>
                          </a:cubicBezTo>
                          <a:cubicBezTo>
                            <a:pt x="56232" y="4955"/>
                            <a:pt x="56232" y="4985"/>
                            <a:pt x="56202" y="5016"/>
                          </a:cubicBezTo>
                          <a:cubicBezTo>
                            <a:pt x="56141" y="5259"/>
                            <a:pt x="55837" y="5350"/>
                            <a:pt x="55685" y="5167"/>
                          </a:cubicBezTo>
                          <a:cubicBezTo>
                            <a:pt x="55624" y="5107"/>
                            <a:pt x="55563" y="5046"/>
                            <a:pt x="55533" y="4955"/>
                          </a:cubicBezTo>
                          <a:cubicBezTo>
                            <a:pt x="55503" y="4894"/>
                            <a:pt x="55442" y="4833"/>
                            <a:pt x="55381" y="4894"/>
                          </a:cubicBezTo>
                          <a:cubicBezTo>
                            <a:pt x="55259" y="4924"/>
                            <a:pt x="55168" y="4955"/>
                            <a:pt x="55047" y="4924"/>
                          </a:cubicBezTo>
                          <a:cubicBezTo>
                            <a:pt x="54925" y="4924"/>
                            <a:pt x="54834" y="4985"/>
                            <a:pt x="54803" y="5107"/>
                          </a:cubicBezTo>
                          <a:cubicBezTo>
                            <a:pt x="54773" y="5167"/>
                            <a:pt x="54773" y="5259"/>
                            <a:pt x="54773" y="5319"/>
                          </a:cubicBezTo>
                          <a:cubicBezTo>
                            <a:pt x="54743" y="5411"/>
                            <a:pt x="54803" y="5502"/>
                            <a:pt x="54895" y="5532"/>
                          </a:cubicBezTo>
                          <a:cubicBezTo>
                            <a:pt x="54955" y="5563"/>
                            <a:pt x="55047" y="5563"/>
                            <a:pt x="55138" y="5593"/>
                          </a:cubicBezTo>
                          <a:lnTo>
                            <a:pt x="55138" y="5593"/>
                          </a:lnTo>
                          <a:lnTo>
                            <a:pt x="55138" y="5593"/>
                          </a:lnTo>
                          <a:cubicBezTo>
                            <a:pt x="55138" y="5563"/>
                            <a:pt x="55138" y="5532"/>
                            <a:pt x="55138" y="5502"/>
                          </a:cubicBezTo>
                          <a:cubicBezTo>
                            <a:pt x="55138" y="5471"/>
                            <a:pt x="55199" y="5441"/>
                            <a:pt x="55229" y="5441"/>
                          </a:cubicBezTo>
                          <a:cubicBezTo>
                            <a:pt x="55229" y="5441"/>
                            <a:pt x="55229" y="5471"/>
                            <a:pt x="55229" y="5471"/>
                          </a:cubicBezTo>
                          <a:cubicBezTo>
                            <a:pt x="55229" y="5502"/>
                            <a:pt x="55229" y="5532"/>
                            <a:pt x="55199" y="5532"/>
                          </a:cubicBezTo>
                          <a:cubicBezTo>
                            <a:pt x="55168" y="5563"/>
                            <a:pt x="55138" y="5563"/>
                            <a:pt x="55107" y="5593"/>
                          </a:cubicBezTo>
                          <a:lnTo>
                            <a:pt x="55107" y="5623"/>
                          </a:lnTo>
                          <a:lnTo>
                            <a:pt x="55107" y="5623"/>
                          </a:lnTo>
                          <a:cubicBezTo>
                            <a:pt x="55107" y="5684"/>
                            <a:pt x="55077" y="5745"/>
                            <a:pt x="55047" y="5806"/>
                          </a:cubicBezTo>
                          <a:cubicBezTo>
                            <a:pt x="54925" y="5897"/>
                            <a:pt x="54834" y="6019"/>
                            <a:pt x="54743" y="6171"/>
                          </a:cubicBezTo>
                          <a:cubicBezTo>
                            <a:pt x="54621" y="6414"/>
                            <a:pt x="54348" y="6566"/>
                            <a:pt x="54074" y="6566"/>
                          </a:cubicBezTo>
                          <a:cubicBezTo>
                            <a:pt x="53983" y="6566"/>
                            <a:pt x="53922" y="6535"/>
                            <a:pt x="53983" y="6444"/>
                          </a:cubicBezTo>
                          <a:cubicBezTo>
                            <a:pt x="54044" y="6323"/>
                            <a:pt x="54074" y="6201"/>
                            <a:pt x="54074" y="6049"/>
                          </a:cubicBezTo>
                          <a:cubicBezTo>
                            <a:pt x="54074" y="5897"/>
                            <a:pt x="54287" y="5897"/>
                            <a:pt x="54348" y="5775"/>
                          </a:cubicBezTo>
                          <a:cubicBezTo>
                            <a:pt x="54348" y="5715"/>
                            <a:pt x="54408" y="5623"/>
                            <a:pt x="54408" y="5563"/>
                          </a:cubicBezTo>
                          <a:cubicBezTo>
                            <a:pt x="54348" y="5380"/>
                            <a:pt x="54378" y="5167"/>
                            <a:pt x="54500" y="4985"/>
                          </a:cubicBezTo>
                          <a:cubicBezTo>
                            <a:pt x="54560" y="4894"/>
                            <a:pt x="54560" y="4803"/>
                            <a:pt x="54560" y="4712"/>
                          </a:cubicBezTo>
                          <a:cubicBezTo>
                            <a:pt x="54530" y="4620"/>
                            <a:pt x="54530" y="4529"/>
                            <a:pt x="54591" y="4468"/>
                          </a:cubicBezTo>
                          <a:cubicBezTo>
                            <a:pt x="54682" y="4256"/>
                            <a:pt x="54773" y="4043"/>
                            <a:pt x="54834" y="3830"/>
                          </a:cubicBezTo>
                          <a:cubicBezTo>
                            <a:pt x="54895" y="3617"/>
                            <a:pt x="54925" y="3374"/>
                            <a:pt x="54986" y="3161"/>
                          </a:cubicBezTo>
                          <a:cubicBezTo>
                            <a:pt x="55077" y="2979"/>
                            <a:pt x="55047" y="2766"/>
                            <a:pt x="54955" y="2584"/>
                          </a:cubicBezTo>
                          <a:cubicBezTo>
                            <a:pt x="54864" y="2371"/>
                            <a:pt x="54773" y="2189"/>
                            <a:pt x="54682" y="1946"/>
                          </a:cubicBezTo>
                          <a:cubicBezTo>
                            <a:pt x="54682" y="1915"/>
                            <a:pt x="54651" y="1885"/>
                            <a:pt x="54621" y="1854"/>
                          </a:cubicBezTo>
                          <a:cubicBezTo>
                            <a:pt x="54378" y="1733"/>
                            <a:pt x="54256" y="1520"/>
                            <a:pt x="54104" y="1338"/>
                          </a:cubicBezTo>
                          <a:cubicBezTo>
                            <a:pt x="54044" y="1277"/>
                            <a:pt x="53952" y="1277"/>
                            <a:pt x="53922" y="1338"/>
                          </a:cubicBezTo>
                          <a:cubicBezTo>
                            <a:pt x="53892" y="1368"/>
                            <a:pt x="53892" y="1550"/>
                            <a:pt x="53770" y="1398"/>
                          </a:cubicBezTo>
                          <a:cubicBezTo>
                            <a:pt x="53648" y="1246"/>
                            <a:pt x="53466" y="1094"/>
                            <a:pt x="53284" y="1003"/>
                          </a:cubicBezTo>
                          <a:cubicBezTo>
                            <a:pt x="53132" y="942"/>
                            <a:pt x="52949" y="851"/>
                            <a:pt x="52797" y="760"/>
                          </a:cubicBezTo>
                          <a:cubicBezTo>
                            <a:pt x="52676" y="669"/>
                            <a:pt x="52493" y="639"/>
                            <a:pt x="52372" y="730"/>
                          </a:cubicBezTo>
                          <a:cubicBezTo>
                            <a:pt x="52098" y="912"/>
                            <a:pt x="51794" y="1034"/>
                            <a:pt x="51490" y="1125"/>
                          </a:cubicBezTo>
                          <a:cubicBezTo>
                            <a:pt x="51430" y="1155"/>
                            <a:pt x="51399" y="1216"/>
                            <a:pt x="51430" y="1277"/>
                          </a:cubicBezTo>
                          <a:cubicBezTo>
                            <a:pt x="51460" y="1338"/>
                            <a:pt x="51490" y="1398"/>
                            <a:pt x="51521" y="1459"/>
                          </a:cubicBezTo>
                          <a:cubicBezTo>
                            <a:pt x="51551" y="1581"/>
                            <a:pt x="51521" y="1702"/>
                            <a:pt x="51399" y="1763"/>
                          </a:cubicBezTo>
                          <a:cubicBezTo>
                            <a:pt x="51278" y="1854"/>
                            <a:pt x="51095" y="1763"/>
                            <a:pt x="51095" y="1611"/>
                          </a:cubicBezTo>
                          <a:lnTo>
                            <a:pt x="51095" y="1277"/>
                          </a:lnTo>
                          <a:cubicBezTo>
                            <a:pt x="51095" y="1155"/>
                            <a:pt x="51065" y="1064"/>
                            <a:pt x="51065" y="942"/>
                          </a:cubicBezTo>
                          <a:cubicBezTo>
                            <a:pt x="51004" y="821"/>
                            <a:pt x="50913" y="760"/>
                            <a:pt x="50791" y="760"/>
                          </a:cubicBezTo>
                          <a:lnTo>
                            <a:pt x="50518" y="851"/>
                          </a:lnTo>
                          <a:cubicBezTo>
                            <a:pt x="50396" y="882"/>
                            <a:pt x="50275" y="851"/>
                            <a:pt x="50153" y="791"/>
                          </a:cubicBezTo>
                          <a:cubicBezTo>
                            <a:pt x="50062" y="730"/>
                            <a:pt x="50001" y="669"/>
                            <a:pt x="50031" y="578"/>
                          </a:cubicBezTo>
                          <a:cubicBezTo>
                            <a:pt x="50062" y="365"/>
                            <a:pt x="49940" y="243"/>
                            <a:pt x="49788" y="122"/>
                          </a:cubicBezTo>
                          <a:cubicBezTo>
                            <a:pt x="49515" y="152"/>
                            <a:pt x="49302" y="0"/>
                            <a:pt x="49059" y="0"/>
                          </a:cubicBezTo>
                          <a:cubicBezTo>
                            <a:pt x="48998" y="0"/>
                            <a:pt x="48937" y="31"/>
                            <a:pt x="48876" y="91"/>
                          </a:cubicBezTo>
                          <a:cubicBezTo>
                            <a:pt x="48846" y="91"/>
                            <a:pt x="48816" y="152"/>
                            <a:pt x="48785" y="183"/>
                          </a:cubicBezTo>
                          <a:cubicBezTo>
                            <a:pt x="48603" y="547"/>
                            <a:pt x="48512" y="973"/>
                            <a:pt x="48542" y="1368"/>
                          </a:cubicBezTo>
                          <a:cubicBezTo>
                            <a:pt x="48572" y="1611"/>
                            <a:pt x="48542" y="1915"/>
                            <a:pt x="48846" y="2098"/>
                          </a:cubicBezTo>
                          <a:cubicBezTo>
                            <a:pt x="48998" y="2158"/>
                            <a:pt x="48937" y="2341"/>
                            <a:pt x="48998" y="2462"/>
                          </a:cubicBezTo>
                          <a:cubicBezTo>
                            <a:pt x="49028" y="2584"/>
                            <a:pt x="49028" y="2645"/>
                            <a:pt x="48907" y="2645"/>
                          </a:cubicBezTo>
                          <a:cubicBezTo>
                            <a:pt x="48755" y="2645"/>
                            <a:pt x="48603" y="2675"/>
                            <a:pt x="48451" y="2736"/>
                          </a:cubicBezTo>
                          <a:cubicBezTo>
                            <a:pt x="48390" y="2766"/>
                            <a:pt x="48360" y="2827"/>
                            <a:pt x="48360" y="2918"/>
                          </a:cubicBezTo>
                          <a:cubicBezTo>
                            <a:pt x="48360" y="2979"/>
                            <a:pt x="48420" y="3040"/>
                            <a:pt x="48390" y="3101"/>
                          </a:cubicBezTo>
                          <a:cubicBezTo>
                            <a:pt x="48329" y="3253"/>
                            <a:pt x="48238" y="3374"/>
                            <a:pt x="48147" y="3496"/>
                          </a:cubicBezTo>
                          <a:cubicBezTo>
                            <a:pt x="48116" y="3557"/>
                            <a:pt x="48086" y="3587"/>
                            <a:pt x="48025" y="3587"/>
                          </a:cubicBezTo>
                          <a:cubicBezTo>
                            <a:pt x="47904" y="3648"/>
                            <a:pt x="47752" y="3708"/>
                            <a:pt x="47600" y="3739"/>
                          </a:cubicBezTo>
                          <a:cubicBezTo>
                            <a:pt x="47569" y="3739"/>
                            <a:pt x="47539" y="3708"/>
                            <a:pt x="47569" y="3648"/>
                          </a:cubicBezTo>
                          <a:cubicBezTo>
                            <a:pt x="47569" y="3587"/>
                            <a:pt x="47600" y="3496"/>
                            <a:pt x="47630" y="3405"/>
                          </a:cubicBezTo>
                          <a:cubicBezTo>
                            <a:pt x="47721" y="3253"/>
                            <a:pt x="47508" y="3101"/>
                            <a:pt x="47387" y="3222"/>
                          </a:cubicBezTo>
                          <a:cubicBezTo>
                            <a:pt x="47265" y="3222"/>
                            <a:pt x="47113" y="3283"/>
                            <a:pt x="47083" y="3435"/>
                          </a:cubicBezTo>
                          <a:cubicBezTo>
                            <a:pt x="47053" y="3587"/>
                            <a:pt x="47022" y="3587"/>
                            <a:pt x="46931" y="3587"/>
                          </a:cubicBezTo>
                          <a:cubicBezTo>
                            <a:pt x="46809" y="3617"/>
                            <a:pt x="46749" y="3648"/>
                            <a:pt x="46657" y="3648"/>
                          </a:cubicBezTo>
                          <a:cubicBezTo>
                            <a:pt x="46505" y="3648"/>
                            <a:pt x="46384" y="3739"/>
                            <a:pt x="46323" y="3830"/>
                          </a:cubicBezTo>
                          <a:cubicBezTo>
                            <a:pt x="46201" y="3952"/>
                            <a:pt x="46171" y="4043"/>
                            <a:pt x="46323" y="4195"/>
                          </a:cubicBezTo>
                          <a:cubicBezTo>
                            <a:pt x="46353" y="4256"/>
                            <a:pt x="46353" y="4347"/>
                            <a:pt x="46323" y="4377"/>
                          </a:cubicBezTo>
                          <a:cubicBezTo>
                            <a:pt x="46141" y="4468"/>
                            <a:pt x="45958" y="4590"/>
                            <a:pt x="45776" y="4681"/>
                          </a:cubicBezTo>
                          <a:cubicBezTo>
                            <a:pt x="45624" y="4742"/>
                            <a:pt x="45472" y="4833"/>
                            <a:pt x="45350" y="4985"/>
                          </a:cubicBezTo>
                          <a:cubicBezTo>
                            <a:pt x="45259" y="5107"/>
                            <a:pt x="45077" y="5198"/>
                            <a:pt x="45016" y="5411"/>
                          </a:cubicBezTo>
                          <a:cubicBezTo>
                            <a:pt x="44986" y="5532"/>
                            <a:pt x="44894" y="5654"/>
                            <a:pt x="44742" y="5684"/>
                          </a:cubicBezTo>
                          <a:cubicBezTo>
                            <a:pt x="44560" y="5745"/>
                            <a:pt x="44621" y="5958"/>
                            <a:pt x="44469" y="6049"/>
                          </a:cubicBezTo>
                          <a:cubicBezTo>
                            <a:pt x="44408" y="6110"/>
                            <a:pt x="44347" y="6171"/>
                            <a:pt x="44317" y="6262"/>
                          </a:cubicBezTo>
                          <a:cubicBezTo>
                            <a:pt x="44256" y="6414"/>
                            <a:pt x="44256" y="6566"/>
                            <a:pt x="44317" y="6718"/>
                          </a:cubicBezTo>
                          <a:cubicBezTo>
                            <a:pt x="44347" y="6809"/>
                            <a:pt x="44378" y="6870"/>
                            <a:pt x="44469" y="6930"/>
                          </a:cubicBezTo>
                          <a:cubicBezTo>
                            <a:pt x="44621" y="7052"/>
                            <a:pt x="44773" y="7174"/>
                            <a:pt x="44986" y="7265"/>
                          </a:cubicBezTo>
                          <a:cubicBezTo>
                            <a:pt x="45198" y="7295"/>
                            <a:pt x="45381" y="7417"/>
                            <a:pt x="45563" y="7599"/>
                          </a:cubicBezTo>
                          <a:cubicBezTo>
                            <a:pt x="45563" y="7630"/>
                            <a:pt x="45594" y="7690"/>
                            <a:pt x="45594" y="7721"/>
                          </a:cubicBezTo>
                          <a:cubicBezTo>
                            <a:pt x="45563" y="7751"/>
                            <a:pt x="45533" y="7812"/>
                            <a:pt x="45502" y="7842"/>
                          </a:cubicBezTo>
                          <a:cubicBezTo>
                            <a:pt x="45411" y="7873"/>
                            <a:pt x="45411" y="7812"/>
                            <a:pt x="45381" y="7751"/>
                          </a:cubicBezTo>
                          <a:cubicBezTo>
                            <a:pt x="45350" y="7690"/>
                            <a:pt x="45320" y="7599"/>
                            <a:pt x="45229" y="7630"/>
                          </a:cubicBezTo>
                          <a:cubicBezTo>
                            <a:pt x="45138" y="7630"/>
                            <a:pt x="45046" y="7630"/>
                            <a:pt x="44986" y="7690"/>
                          </a:cubicBezTo>
                          <a:cubicBezTo>
                            <a:pt x="44742" y="7842"/>
                            <a:pt x="44499" y="7964"/>
                            <a:pt x="44256" y="8055"/>
                          </a:cubicBezTo>
                          <a:cubicBezTo>
                            <a:pt x="44013" y="8177"/>
                            <a:pt x="43739" y="8268"/>
                            <a:pt x="43496" y="8329"/>
                          </a:cubicBezTo>
                          <a:cubicBezTo>
                            <a:pt x="43405" y="8359"/>
                            <a:pt x="43314" y="8389"/>
                            <a:pt x="43223" y="8420"/>
                          </a:cubicBezTo>
                          <a:cubicBezTo>
                            <a:pt x="42980" y="8481"/>
                            <a:pt x="42888" y="8754"/>
                            <a:pt x="43040" y="8967"/>
                          </a:cubicBezTo>
                          <a:cubicBezTo>
                            <a:pt x="43101" y="9058"/>
                            <a:pt x="43162" y="9149"/>
                            <a:pt x="43223" y="9240"/>
                          </a:cubicBezTo>
                          <a:cubicBezTo>
                            <a:pt x="43344" y="9362"/>
                            <a:pt x="43405" y="9514"/>
                            <a:pt x="43435" y="9666"/>
                          </a:cubicBezTo>
                          <a:cubicBezTo>
                            <a:pt x="43466" y="9757"/>
                            <a:pt x="43496" y="9848"/>
                            <a:pt x="43557" y="9909"/>
                          </a:cubicBezTo>
                          <a:cubicBezTo>
                            <a:pt x="43587" y="9970"/>
                            <a:pt x="43648" y="10031"/>
                            <a:pt x="43739" y="10092"/>
                          </a:cubicBezTo>
                          <a:cubicBezTo>
                            <a:pt x="43922" y="10152"/>
                            <a:pt x="44104" y="10152"/>
                            <a:pt x="44287" y="10152"/>
                          </a:cubicBezTo>
                          <a:cubicBezTo>
                            <a:pt x="44408" y="10304"/>
                            <a:pt x="44560" y="10426"/>
                            <a:pt x="44712" y="10578"/>
                          </a:cubicBezTo>
                          <a:cubicBezTo>
                            <a:pt x="44742" y="10578"/>
                            <a:pt x="44803" y="10608"/>
                            <a:pt x="44834" y="10608"/>
                          </a:cubicBezTo>
                          <a:cubicBezTo>
                            <a:pt x="44955" y="10669"/>
                            <a:pt x="45046" y="10699"/>
                            <a:pt x="45138" y="10760"/>
                          </a:cubicBezTo>
                          <a:cubicBezTo>
                            <a:pt x="45229" y="10791"/>
                            <a:pt x="45290" y="10851"/>
                            <a:pt x="45320" y="10943"/>
                          </a:cubicBezTo>
                          <a:cubicBezTo>
                            <a:pt x="45350" y="11247"/>
                            <a:pt x="45472" y="11520"/>
                            <a:pt x="45624" y="11763"/>
                          </a:cubicBezTo>
                          <a:cubicBezTo>
                            <a:pt x="45685" y="11824"/>
                            <a:pt x="45624" y="11885"/>
                            <a:pt x="45563" y="11946"/>
                          </a:cubicBezTo>
                          <a:lnTo>
                            <a:pt x="45320" y="12067"/>
                          </a:lnTo>
                          <a:lnTo>
                            <a:pt x="45320" y="12098"/>
                          </a:lnTo>
                          <a:cubicBezTo>
                            <a:pt x="45320" y="12098"/>
                            <a:pt x="45320" y="12128"/>
                            <a:pt x="45290" y="12128"/>
                          </a:cubicBezTo>
                          <a:cubicBezTo>
                            <a:pt x="45290" y="12158"/>
                            <a:pt x="45290" y="12158"/>
                            <a:pt x="45290" y="12189"/>
                          </a:cubicBezTo>
                          <a:cubicBezTo>
                            <a:pt x="45290" y="12158"/>
                            <a:pt x="45320" y="12098"/>
                            <a:pt x="45320" y="12067"/>
                          </a:cubicBezTo>
                          <a:lnTo>
                            <a:pt x="45320" y="12067"/>
                          </a:lnTo>
                          <a:cubicBezTo>
                            <a:pt x="45320" y="12037"/>
                            <a:pt x="45290" y="12006"/>
                            <a:pt x="45259" y="11976"/>
                          </a:cubicBezTo>
                          <a:cubicBezTo>
                            <a:pt x="45077" y="11763"/>
                            <a:pt x="45046" y="11459"/>
                            <a:pt x="45168" y="11216"/>
                          </a:cubicBezTo>
                          <a:cubicBezTo>
                            <a:pt x="45198" y="11155"/>
                            <a:pt x="45198" y="11125"/>
                            <a:pt x="45198" y="11064"/>
                          </a:cubicBezTo>
                          <a:cubicBezTo>
                            <a:pt x="45198" y="10943"/>
                            <a:pt x="45107" y="10821"/>
                            <a:pt x="44955" y="10821"/>
                          </a:cubicBezTo>
                          <a:cubicBezTo>
                            <a:pt x="44834" y="10821"/>
                            <a:pt x="44742" y="10821"/>
                            <a:pt x="44621" y="10851"/>
                          </a:cubicBezTo>
                          <a:cubicBezTo>
                            <a:pt x="44408" y="10912"/>
                            <a:pt x="44195" y="10851"/>
                            <a:pt x="44043" y="10730"/>
                          </a:cubicBezTo>
                          <a:cubicBezTo>
                            <a:pt x="43952" y="10608"/>
                            <a:pt x="43831" y="10547"/>
                            <a:pt x="43709" y="10487"/>
                          </a:cubicBezTo>
                          <a:cubicBezTo>
                            <a:pt x="43527" y="10365"/>
                            <a:pt x="43314" y="10274"/>
                            <a:pt x="43101" y="10213"/>
                          </a:cubicBezTo>
                          <a:cubicBezTo>
                            <a:pt x="42888" y="10183"/>
                            <a:pt x="42676" y="10092"/>
                            <a:pt x="42463" y="10031"/>
                          </a:cubicBezTo>
                          <a:cubicBezTo>
                            <a:pt x="42372" y="10031"/>
                            <a:pt x="42311" y="10031"/>
                            <a:pt x="42280" y="10092"/>
                          </a:cubicBezTo>
                          <a:cubicBezTo>
                            <a:pt x="42159" y="10152"/>
                            <a:pt x="42098" y="10304"/>
                            <a:pt x="42098" y="10426"/>
                          </a:cubicBezTo>
                          <a:cubicBezTo>
                            <a:pt x="42098" y="10487"/>
                            <a:pt x="42128" y="10517"/>
                            <a:pt x="42159" y="10547"/>
                          </a:cubicBezTo>
                          <a:cubicBezTo>
                            <a:pt x="42220" y="10578"/>
                            <a:pt x="42280" y="10578"/>
                            <a:pt x="42341" y="10578"/>
                          </a:cubicBezTo>
                          <a:lnTo>
                            <a:pt x="42341" y="10578"/>
                          </a:lnTo>
                          <a:lnTo>
                            <a:pt x="42372" y="10547"/>
                          </a:lnTo>
                          <a:lnTo>
                            <a:pt x="42372" y="10608"/>
                          </a:lnTo>
                          <a:cubicBezTo>
                            <a:pt x="42402" y="10639"/>
                            <a:pt x="42463" y="10699"/>
                            <a:pt x="42493" y="10730"/>
                          </a:cubicBezTo>
                          <a:cubicBezTo>
                            <a:pt x="42554" y="10760"/>
                            <a:pt x="42615" y="10760"/>
                            <a:pt x="42706" y="10791"/>
                          </a:cubicBezTo>
                          <a:cubicBezTo>
                            <a:pt x="42767" y="10821"/>
                            <a:pt x="42797" y="10943"/>
                            <a:pt x="42767" y="11003"/>
                          </a:cubicBezTo>
                          <a:cubicBezTo>
                            <a:pt x="42736" y="11064"/>
                            <a:pt x="42645" y="11125"/>
                            <a:pt x="42584" y="11095"/>
                          </a:cubicBezTo>
                          <a:cubicBezTo>
                            <a:pt x="42493" y="11064"/>
                            <a:pt x="42432" y="11034"/>
                            <a:pt x="42341" y="11003"/>
                          </a:cubicBezTo>
                          <a:cubicBezTo>
                            <a:pt x="42280" y="10973"/>
                            <a:pt x="42220" y="10943"/>
                            <a:pt x="42159" y="10912"/>
                          </a:cubicBezTo>
                          <a:cubicBezTo>
                            <a:pt x="42068" y="10882"/>
                            <a:pt x="41976" y="10943"/>
                            <a:pt x="41916" y="11003"/>
                          </a:cubicBezTo>
                          <a:cubicBezTo>
                            <a:pt x="41885" y="11064"/>
                            <a:pt x="41855" y="11125"/>
                            <a:pt x="41885" y="11186"/>
                          </a:cubicBezTo>
                          <a:cubicBezTo>
                            <a:pt x="41976" y="11459"/>
                            <a:pt x="42189" y="11672"/>
                            <a:pt x="42463" y="11733"/>
                          </a:cubicBezTo>
                          <a:cubicBezTo>
                            <a:pt x="42615" y="11794"/>
                            <a:pt x="42767" y="11824"/>
                            <a:pt x="42919" y="11855"/>
                          </a:cubicBezTo>
                          <a:cubicBezTo>
                            <a:pt x="42980" y="11855"/>
                            <a:pt x="43040" y="11885"/>
                            <a:pt x="43101" y="11885"/>
                          </a:cubicBezTo>
                          <a:cubicBezTo>
                            <a:pt x="43132" y="11915"/>
                            <a:pt x="43132" y="11915"/>
                            <a:pt x="43162" y="11946"/>
                          </a:cubicBezTo>
                          <a:cubicBezTo>
                            <a:pt x="43162" y="12006"/>
                            <a:pt x="43162" y="12037"/>
                            <a:pt x="43101" y="12006"/>
                          </a:cubicBezTo>
                          <a:cubicBezTo>
                            <a:pt x="42980" y="11946"/>
                            <a:pt x="42858" y="11915"/>
                            <a:pt x="42767" y="11946"/>
                          </a:cubicBezTo>
                          <a:cubicBezTo>
                            <a:pt x="42554" y="11976"/>
                            <a:pt x="42341" y="11976"/>
                            <a:pt x="42159" y="11946"/>
                          </a:cubicBezTo>
                          <a:cubicBezTo>
                            <a:pt x="42037" y="11946"/>
                            <a:pt x="41916" y="11885"/>
                            <a:pt x="41885" y="11763"/>
                          </a:cubicBezTo>
                          <a:cubicBezTo>
                            <a:pt x="41855" y="11733"/>
                            <a:pt x="41824" y="11703"/>
                            <a:pt x="41824" y="11642"/>
                          </a:cubicBezTo>
                          <a:cubicBezTo>
                            <a:pt x="41642" y="11429"/>
                            <a:pt x="41551" y="11155"/>
                            <a:pt x="41521" y="10882"/>
                          </a:cubicBezTo>
                          <a:cubicBezTo>
                            <a:pt x="41490" y="10669"/>
                            <a:pt x="41429" y="10456"/>
                            <a:pt x="41277" y="10274"/>
                          </a:cubicBezTo>
                          <a:cubicBezTo>
                            <a:pt x="41217" y="10213"/>
                            <a:pt x="41186" y="10183"/>
                            <a:pt x="41125" y="10152"/>
                          </a:cubicBezTo>
                          <a:lnTo>
                            <a:pt x="41065" y="10152"/>
                          </a:lnTo>
                          <a:cubicBezTo>
                            <a:pt x="41034" y="10152"/>
                            <a:pt x="41034" y="10183"/>
                            <a:pt x="41034" y="10183"/>
                          </a:cubicBezTo>
                          <a:cubicBezTo>
                            <a:pt x="41065" y="10365"/>
                            <a:pt x="41125" y="10517"/>
                            <a:pt x="41186" y="10699"/>
                          </a:cubicBezTo>
                          <a:cubicBezTo>
                            <a:pt x="41217" y="10821"/>
                            <a:pt x="41186" y="10973"/>
                            <a:pt x="41125" y="11095"/>
                          </a:cubicBezTo>
                          <a:cubicBezTo>
                            <a:pt x="41095" y="11125"/>
                            <a:pt x="41095" y="11155"/>
                            <a:pt x="41065" y="11186"/>
                          </a:cubicBezTo>
                          <a:cubicBezTo>
                            <a:pt x="40943" y="11307"/>
                            <a:pt x="40882" y="11490"/>
                            <a:pt x="40943" y="11642"/>
                          </a:cubicBezTo>
                          <a:cubicBezTo>
                            <a:pt x="40973" y="11794"/>
                            <a:pt x="40882" y="11976"/>
                            <a:pt x="40973" y="12098"/>
                          </a:cubicBezTo>
                          <a:cubicBezTo>
                            <a:pt x="41095" y="12219"/>
                            <a:pt x="41186" y="12341"/>
                            <a:pt x="41308" y="12432"/>
                          </a:cubicBezTo>
                          <a:cubicBezTo>
                            <a:pt x="41399" y="12523"/>
                            <a:pt x="41490" y="12584"/>
                            <a:pt x="41581" y="12645"/>
                          </a:cubicBezTo>
                          <a:cubicBezTo>
                            <a:pt x="41703" y="12766"/>
                            <a:pt x="41764" y="12918"/>
                            <a:pt x="41764" y="13070"/>
                          </a:cubicBezTo>
                          <a:cubicBezTo>
                            <a:pt x="41764" y="13253"/>
                            <a:pt x="41764" y="13435"/>
                            <a:pt x="41794" y="13617"/>
                          </a:cubicBezTo>
                          <a:cubicBezTo>
                            <a:pt x="41885" y="13952"/>
                            <a:pt x="42007" y="14256"/>
                            <a:pt x="42189" y="14560"/>
                          </a:cubicBezTo>
                          <a:cubicBezTo>
                            <a:pt x="42220" y="14621"/>
                            <a:pt x="42311" y="14681"/>
                            <a:pt x="42402" y="14651"/>
                          </a:cubicBezTo>
                          <a:cubicBezTo>
                            <a:pt x="42584" y="14681"/>
                            <a:pt x="42767" y="14590"/>
                            <a:pt x="42888" y="14469"/>
                          </a:cubicBezTo>
                          <a:cubicBezTo>
                            <a:pt x="43040" y="14286"/>
                            <a:pt x="43223" y="14347"/>
                            <a:pt x="43375" y="14438"/>
                          </a:cubicBezTo>
                          <a:cubicBezTo>
                            <a:pt x="43405" y="14438"/>
                            <a:pt x="43435" y="14469"/>
                            <a:pt x="43435" y="14469"/>
                          </a:cubicBezTo>
                          <a:cubicBezTo>
                            <a:pt x="43435" y="14469"/>
                            <a:pt x="43405" y="14499"/>
                            <a:pt x="43375" y="14529"/>
                          </a:cubicBezTo>
                          <a:cubicBezTo>
                            <a:pt x="43192" y="14651"/>
                            <a:pt x="43010" y="14772"/>
                            <a:pt x="42828" y="14924"/>
                          </a:cubicBezTo>
                          <a:cubicBezTo>
                            <a:pt x="42676" y="15076"/>
                            <a:pt x="42645" y="15320"/>
                            <a:pt x="42767" y="15472"/>
                          </a:cubicBezTo>
                          <a:cubicBezTo>
                            <a:pt x="42858" y="15563"/>
                            <a:pt x="42949" y="15654"/>
                            <a:pt x="43010" y="15745"/>
                          </a:cubicBezTo>
                          <a:cubicBezTo>
                            <a:pt x="43101" y="15867"/>
                            <a:pt x="43132" y="16049"/>
                            <a:pt x="43071" y="16201"/>
                          </a:cubicBezTo>
                          <a:cubicBezTo>
                            <a:pt x="43010" y="16414"/>
                            <a:pt x="42949" y="16627"/>
                            <a:pt x="42980" y="16870"/>
                          </a:cubicBezTo>
                          <a:cubicBezTo>
                            <a:pt x="42949" y="16961"/>
                            <a:pt x="42919" y="17083"/>
                            <a:pt x="42858" y="17174"/>
                          </a:cubicBezTo>
                          <a:cubicBezTo>
                            <a:pt x="42706" y="17356"/>
                            <a:pt x="42584" y="17599"/>
                            <a:pt x="42524" y="17842"/>
                          </a:cubicBezTo>
                          <a:cubicBezTo>
                            <a:pt x="42524" y="17873"/>
                            <a:pt x="42463" y="17903"/>
                            <a:pt x="42432" y="17903"/>
                          </a:cubicBezTo>
                          <a:cubicBezTo>
                            <a:pt x="42159" y="17873"/>
                            <a:pt x="41885" y="17842"/>
                            <a:pt x="41612" y="17782"/>
                          </a:cubicBezTo>
                          <a:cubicBezTo>
                            <a:pt x="41581" y="17782"/>
                            <a:pt x="41490" y="17751"/>
                            <a:pt x="41490" y="17751"/>
                          </a:cubicBezTo>
                          <a:cubicBezTo>
                            <a:pt x="41490" y="17690"/>
                            <a:pt x="41490" y="17599"/>
                            <a:pt x="41490" y="17538"/>
                          </a:cubicBezTo>
                          <a:lnTo>
                            <a:pt x="41490" y="17538"/>
                          </a:lnTo>
                          <a:cubicBezTo>
                            <a:pt x="41460" y="17538"/>
                            <a:pt x="41429" y="17538"/>
                            <a:pt x="41490" y="17508"/>
                          </a:cubicBezTo>
                          <a:lnTo>
                            <a:pt x="41521" y="17538"/>
                          </a:lnTo>
                          <a:lnTo>
                            <a:pt x="41521" y="17538"/>
                          </a:lnTo>
                          <a:cubicBezTo>
                            <a:pt x="41581" y="17569"/>
                            <a:pt x="41642" y="17599"/>
                            <a:pt x="41703" y="17630"/>
                          </a:cubicBezTo>
                          <a:cubicBezTo>
                            <a:pt x="41885" y="17751"/>
                            <a:pt x="42128" y="17630"/>
                            <a:pt x="42189" y="17417"/>
                          </a:cubicBezTo>
                          <a:cubicBezTo>
                            <a:pt x="42341" y="17022"/>
                            <a:pt x="42463" y="16596"/>
                            <a:pt x="42524" y="16171"/>
                          </a:cubicBezTo>
                          <a:cubicBezTo>
                            <a:pt x="42524" y="16110"/>
                            <a:pt x="42524" y="16049"/>
                            <a:pt x="42493" y="15988"/>
                          </a:cubicBezTo>
                          <a:cubicBezTo>
                            <a:pt x="42402" y="15836"/>
                            <a:pt x="42341" y="15654"/>
                            <a:pt x="42372" y="15472"/>
                          </a:cubicBezTo>
                          <a:cubicBezTo>
                            <a:pt x="42402" y="15350"/>
                            <a:pt x="42341" y="15228"/>
                            <a:pt x="42250" y="15168"/>
                          </a:cubicBezTo>
                          <a:lnTo>
                            <a:pt x="41976" y="14985"/>
                          </a:lnTo>
                          <a:cubicBezTo>
                            <a:pt x="41824" y="14894"/>
                            <a:pt x="41733" y="14742"/>
                            <a:pt x="41703" y="14590"/>
                          </a:cubicBezTo>
                          <a:cubicBezTo>
                            <a:pt x="41521" y="14073"/>
                            <a:pt x="41308" y="13557"/>
                            <a:pt x="41186" y="13040"/>
                          </a:cubicBezTo>
                          <a:cubicBezTo>
                            <a:pt x="41095" y="12736"/>
                            <a:pt x="40913" y="12462"/>
                            <a:pt x="40639" y="12280"/>
                          </a:cubicBezTo>
                          <a:cubicBezTo>
                            <a:pt x="40517" y="12189"/>
                            <a:pt x="40426" y="12037"/>
                            <a:pt x="40457" y="11885"/>
                          </a:cubicBezTo>
                          <a:cubicBezTo>
                            <a:pt x="40457" y="11429"/>
                            <a:pt x="40396" y="10973"/>
                            <a:pt x="40274" y="10517"/>
                          </a:cubicBezTo>
                          <a:cubicBezTo>
                            <a:pt x="40244" y="10426"/>
                            <a:pt x="40183" y="10365"/>
                            <a:pt x="40092" y="10335"/>
                          </a:cubicBezTo>
                          <a:cubicBezTo>
                            <a:pt x="39758" y="10152"/>
                            <a:pt x="39393" y="10122"/>
                            <a:pt x="39028" y="10213"/>
                          </a:cubicBezTo>
                          <a:cubicBezTo>
                            <a:pt x="38967" y="10244"/>
                            <a:pt x="38846" y="10213"/>
                            <a:pt x="38755" y="10213"/>
                          </a:cubicBezTo>
                          <a:cubicBezTo>
                            <a:pt x="38694" y="10244"/>
                            <a:pt x="38663" y="10304"/>
                            <a:pt x="38633" y="10365"/>
                          </a:cubicBezTo>
                          <a:cubicBezTo>
                            <a:pt x="38603" y="10487"/>
                            <a:pt x="38603" y="10578"/>
                            <a:pt x="38633" y="10699"/>
                          </a:cubicBezTo>
                          <a:cubicBezTo>
                            <a:pt x="38633" y="11064"/>
                            <a:pt x="38633" y="11429"/>
                            <a:pt x="38663" y="11794"/>
                          </a:cubicBezTo>
                          <a:cubicBezTo>
                            <a:pt x="38694" y="11976"/>
                            <a:pt x="38633" y="12158"/>
                            <a:pt x="38511" y="12280"/>
                          </a:cubicBezTo>
                          <a:cubicBezTo>
                            <a:pt x="38359" y="12462"/>
                            <a:pt x="38299" y="12645"/>
                            <a:pt x="38329" y="12858"/>
                          </a:cubicBezTo>
                          <a:cubicBezTo>
                            <a:pt x="38299" y="13010"/>
                            <a:pt x="38359" y="13131"/>
                            <a:pt x="38481" y="13222"/>
                          </a:cubicBezTo>
                          <a:cubicBezTo>
                            <a:pt x="38603" y="13283"/>
                            <a:pt x="38694" y="13405"/>
                            <a:pt x="38724" y="13526"/>
                          </a:cubicBezTo>
                          <a:cubicBezTo>
                            <a:pt x="38755" y="13739"/>
                            <a:pt x="38907" y="13921"/>
                            <a:pt x="38785" y="14134"/>
                          </a:cubicBezTo>
                          <a:cubicBezTo>
                            <a:pt x="38785" y="14165"/>
                            <a:pt x="38785" y="14225"/>
                            <a:pt x="38785" y="14256"/>
                          </a:cubicBezTo>
                          <a:cubicBezTo>
                            <a:pt x="38907" y="14438"/>
                            <a:pt x="38998" y="14621"/>
                            <a:pt x="39119" y="14772"/>
                          </a:cubicBezTo>
                          <a:lnTo>
                            <a:pt x="39210" y="14772"/>
                          </a:lnTo>
                          <a:cubicBezTo>
                            <a:pt x="39302" y="14712"/>
                            <a:pt x="39454" y="14712"/>
                            <a:pt x="39514" y="14803"/>
                          </a:cubicBezTo>
                          <a:cubicBezTo>
                            <a:pt x="39666" y="15046"/>
                            <a:pt x="39910" y="15198"/>
                            <a:pt x="40153" y="15289"/>
                          </a:cubicBezTo>
                          <a:cubicBezTo>
                            <a:pt x="40183" y="15289"/>
                            <a:pt x="40214" y="15380"/>
                            <a:pt x="40214" y="15411"/>
                          </a:cubicBezTo>
                          <a:cubicBezTo>
                            <a:pt x="40214" y="15532"/>
                            <a:pt x="40214" y="15654"/>
                            <a:pt x="40214" y="15745"/>
                          </a:cubicBezTo>
                          <a:cubicBezTo>
                            <a:pt x="40214" y="15836"/>
                            <a:pt x="40122" y="15867"/>
                            <a:pt x="40062" y="15806"/>
                          </a:cubicBezTo>
                          <a:lnTo>
                            <a:pt x="39697" y="15563"/>
                          </a:lnTo>
                          <a:cubicBezTo>
                            <a:pt x="39606" y="15502"/>
                            <a:pt x="39484" y="15441"/>
                            <a:pt x="39393" y="15380"/>
                          </a:cubicBezTo>
                          <a:cubicBezTo>
                            <a:pt x="39241" y="15289"/>
                            <a:pt x="39058" y="15259"/>
                            <a:pt x="38876" y="15168"/>
                          </a:cubicBezTo>
                          <a:cubicBezTo>
                            <a:pt x="38724" y="15107"/>
                            <a:pt x="38603" y="15046"/>
                            <a:pt x="38451" y="14985"/>
                          </a:cubicBezTo>
                          <a:cubicBezTo>
                            <a:pt x="38238" y="15016"/>
                            <a:pt x="38147" y="14833"/>
                            <a:pt x="37995" y="14742"/>
                          </a:cubicBezTo>
                          <a:cubicBezTo>
                            <a:pt x="37691" y="14590"/>
                            <a:pt x="37326" y="14529"/>
                            <a:pt x="36992" y="14590"/>
                          </a:cubicBezTo>
                          <a:cubicBezTo>
                            <a:pt x="36961" y="14590"/>
                            <a:pt x="36900" y="14590"/>
                            <a:pt x="36870" y="14590"/>
                          </a:cubicBezTo>
                          <a:cubicBezTo>
                            <a:pt x="36475" y="14621"/>
                            <a:pt x="36080" y="14499"/>
                            <a:pt x="35776" y="14256"/>
                          </a:cubicBezTo>
                          <a:cubicBezTo>
                            <a:pt x="35624" y="14134"/>
                            <a:pt x="35441" y="14013"/>
                            <a:pt x="35289" y="13891"/>
                          </a:cubicBezTo>
                          <a:cubicBezTo>
                            <a:pt x="35198" y="13891"/>
                            <a:pt x="35137" y="13921"/>
                            <a:pt x="35107" y="13952"/>
                          </a:cubicBezTo>
                          <a:cubicBezTo>
                            <a:pt x="35077" y="13982"/>
                            <a:pt x="35077" y="14013"/>
                            <a:pt x="35077" y="14013"/>
                          </a:cubicBezTo>
                          <a:cubicBezTo>
                            <a:pt x="35016" y="14195"/>
                            <a:pt x="35077" y="14408"/>
                            <a:pt x="35229" y="14499"/>
                          </a:cubicBezTo>
                          <a:cubicBezTo>
                            <a:pt x="35381" y="14651"/>
                            <a:pt x="35654" y="14651"/>
                            <a:pt x="35776" y="14864"/>
                          </a:cubicBezTo>
                          <a:cubicBezTo>
                            <a:pt x="35806" y="14894"/>
                            <a:pt x="35867" y="14894"/>
                            <a:pt x="35928" y="14894"/>
                          </a:cubicBezTo>
                          <a:cubicBezTo>
                            <a:pt x="36019" y="14924"/>
                            <a:pt x="36080" y="14955"/>
                            <a:pt x="36141" y="15046"/>
                          </a:cubicBezTo>
                          <a:cubicBezTo>
                            <a:pt x="36262" y="15198"/>
                            <a:pt x="36384" y="15350"/>
                            <a:pt x="36536" y="15532"/>
                          </a:cubicBezTo>
                          <a:cubicBezTo>
                            <a:pt x="36596" y="15593"/>
                            <a:pt x="36566" y="15715"/>
                            <a:pt x="36505" y="15776"/>
                          </a:cubicBezTo>
                          <a:cubicBezTo>
                            <a:pt x="36353" y="15897"/>
                            <a:pt x="36201" y="15958"/>
                            <a:pt x="36141" y="16140"/>
                          </a:cubicBezTo>
                          <a:cubicBezTo>
                            <a:pt x="36141" y="16171"/>
                            <a:pt x="36110" y="16171"/>
                            <a:pt x="36110" y="16171"/>
                          </a:cubicBezTo>
                          <a:cubicBezTo>
                            <a:pt x="36049" y="16171"/>
                            <a:pt x="36019" y="16140"/>
                            <a:pt x="36019" y="16110"/>
                          </a:cubicBezTo>
                          <a:cubicBezTo>
                            <a:pt x="35989" y="16079"/>
                            <a:pt x="35958" y="15928"/>
                            <a:pt x="35928" y="15836"/>
                          </a:cubicBezTo>
                          <a:cubicBezTo>
                            <a:pt x="35897" y="15745"/>
                            <a:pt x="35776" y="15684"/>
                            <a:pt x="35654" y="15715"/>
                          </a:cubicBezTo>
                          <a:cubicBezTo>
                            <a:pt x="35502" y="15776"/>
                            <a:pt x="35350" y="15897"/>
                            <a:pt x="35168" y="15867"/>
                          </a:cubicBezTo>
                          <a:cubicBezTo>
                            <a:pt x="35137" y="15897"/>
                            <a:pt x="35107" y="15897"/>
                            <a:pt x="35107" y="15928"/>
                          </a:cubicBezTo>
                          <a:cubicBezTo>
                            <a:pt x="35046" y="16079"/>
                            <a:pt x="34894" y="16140"/>
                            <a:pt x="34712" y="16110"/>
                          </a:cubicBezTo>
                          <a:cubicBezTo>
                            <a:pt x="34560" y="16110"/>
                            <a:pt x="34408" y="16171"/>
                            <a:pt x="34286" y="16292"/>
                          </a:cubicBezTo>
                          <a:cubicBezTo>
                            <a:pt x="34165" y="16444"/>
                            <a:pt x="33982" y="16475"/>
                            <a:pt x="33830" y="16566"/>
                          </a:cubicBezTo>
                          <a:cubicBezTo>
                            <a:pt x="33800" y="16596"/>
                            <a:pt x="33709" y="16566"/>
                            <a:pt x="33648" y="16566"/>
                          </a:cubicBezTo>
                          <a:cubicBezTo>
                            <a:pt x="33648" y="16535"/>
                            <a:pt x="33648" y="16475"/>
                            <a:pt x="33648" y="16444"/>
                          </a:cubicBezTo>
                          <a:cubicBezTo>
                            <a:pt x="33678" y="16262"/>
                            <a:pt x="33618" y="16079"/>
                            <a:pt x="33496" y="15958"/>
                          </a:cubicBezTo>
                          <a:cubicBezTo>
                            <a:pt x="33344" y="15928"/>
                            <a:pt x="33223" y="15988"/>
                            <a:pt x="33162" y="16140"/>
                          </a:cubicBezTo>
                          <a:cubicBezTo>
                            <a:pt x="33162" y="16171"/>
                            <a:pt x="33101" y="16231"/>
                            <a:pt x="33071" y="16231"/>
                          </a:cubicBezTo>
                          <a:cubicBezTo>
                            <a:pt x="32949" y="16231"/>
                            <a:pt x="32919" y="16353"/>
                            <a:pt x="32827" y="16383"/>
                          </a:cubicBezTo>
                          <a:cubicBezTo>
                            <a:pt x="32706" y="16444"/>
                            <a:pt x="32615" y="16475"/>
                            <a:pt x="32493" y="16475"/>
                          </a:cubicBezTo>
                          <a:cubicBezTo>
                            <a:pt x="32341" y="16535"/>
                            <a:pt x="32219" y="16627"/>
                            <a:pt x="32098" y="16748"/>
                          </a:cubicBezTo>
                          <a:cubicBezTo>
                            <a:pt x="31885" y="17052"/>
                            <a:pt x="31581" y="17326"/>
                            <a:pt x="31277" y="17538"/>
                          </a:cubicBezTo>
                          <a:cubicBezTo>
                            <a:pt x="31186" y="17599"/>
                            <a:pt x="31156" y="17660"/>
                            <a:pt x="31125" y="17751"/>
                          </a:cubicBezTo>
                          <a:cubicBezTo>
                            <a:pt x="31125" y="17873"/>
                            <a:pt x="31095" y="17994"/>
                            <a:pt x="31064" y="18086"/>
                          </a:cubicBezTo>
                          <a:cubicBezTo>
                            <a:pt x="31064" y="18146"/>
                            <a:pt x="31034" y="18177"/>
                            <a:pt x="31004" y="18207"/>
                          </a:cubicBezTo>
                          <a:cubicBezTo>
                            <a:pt x="30821" y="18390"/>
                            <a:pt x="30548" y="18390"/>
                            <a:pt x="30335" y="18238"/>
                          </a:cubicBezTo>
                          <a:cubicBezTo>
                            <a:pt x="30244" y="18146"/>
                            <a:pt x="30122" y="18055"/>
                            <a:pt x="30031" y="17964"/>
                          </a:cubicBezTo>
                          <a:cubicBezTo>
                            <a:pt x="29940" y="17873"/>
                            <a:pt x="29940" y="17721"/>
                            <a:pt x="30031" y="17660"/>
                          </a:cubicBezTo>
                          <a:cubicBezTo>
                            <a:pt x="30153" y="17569"/>
                            <a:pt x="30274" y="17508"/>
                            <a:pt x="30365" y="17417"/>
                          </a:cubicBezTo>
                          <a:cubicBezTo>
                            <a:pt x="30457" y="17356"/>
                            <a:pt x="30457" y="17265"/>
                            <a:pt x="30396" y="17174"/>
                          </a:cubicBezTo>
                          <a:cubicBezTo>
                            <a:pt x="30305" y="17083"/>
                            <a:pt x="30213" y="16991"/>
                            <a:pt x="30122" y="16870"/>
                          </a:cubicBezTo>
                          <a:cubicBezTo>
                            <a:pt x="30001" y="16687"/>
                            <a:pt x="29788" y="16596"/>
                            <a:pt x="29545" y="16627"/>
                          </a:cubicBezTo>
                          <a:cubicBezTo>
                            <a:pt x="29362" y="16657"/>
                            <a:pt x="29180" y="16657"/>
                            <a:pt x="28998" y="16627"/>
                          </a:cubicBezTo>
                          <a:cubicBezTo>
                            <a:pt x="28998" y="16627"/>
                            <a:pt x="28967" y="16657"/>
                            <a:pt x="28967" y="16657"/>
                          </a:cubicBezTo>
                          <a:cubicBezTo>
                            <a:pt x="28906" y="16687"/>
                            <a:pt x="28906" y="16748"/>
                            <a:pt x="28967" y="16779"/>
                          </a:cubicBezTo>
                          <a:cubicBezTo>
                            <a:pt x="29271" y="16991"/>
                            <a:pt x="29393" y="17386"/>
                            <a:pt x="29301" y="17751"/>
                          </a:cubicBezTo>
                          <a:cubicBezTo>
                            <a:pt x="29301" y="17842"/>
                            <a:pt x="29301" y="17934"/>
                            <a:pt x="29301" y="18025"/>
                          </a:cubicBezTo>
                          <a:cubicBezTo>
                            <a:pt x="29271" y="18116"/>
                            <a:pt x="29332" y="18207"/>
                            <a:pt x="29423" y="18238"/>
                          </a:cubicBezTo>
                          <a:cubicBezTo>
                            <a:pt x="29575" y="18298"/>
                            <a:pt x="29636" y="18450"/>
                            <a:pt x="29636" y="18633"/>
                          </a:cubicBezTo>
                          <a:cubicBezTo>
                            <a:pt x="29636" y="18724"/>
                            <a:pt x="29636" y="18815"/>
                            <a:pt x="29605" y="18876"/>
                          </a:cubicBezTo>
                          <a:cubicBezTo>
                            <a:pt x="29605" y="18997"/>
                            <a:pt x="29514" y="19058"/>
                            <a:pt x="29423" y="19058"/>
                          </a:cubicBezTo>
                          <a:cubicBezTo>
                            <a:pt x="29301" y="19028"/>
                            <a:pt x="29149" y="18997"/>
                            <a:pt x="29028" y="18967"/>
                          </a:cubicBezTo>
                          <a:cubicBezTo>
                            <a:pt x="28876" y="18876"/>
                            <a:pt x="28663" y="18937"/>
                            <a:pt x="28572" y="19119"/>
                          </a:cubicBezTo>
                          <a:cubicBezTo>
                            <a:pt x="28511" y="19210"/>
                            <a:pt x="28420" y="19271"/>
                            <a:pt x="28329" y="19332"/>
                          </a:cubicBezTo>
                          <a:cubicBezTo>
                            <a:pt x="28207" y="19453"/>
                            <a:pt x="28086" y="19545"/>
                            <a:pt x="27994" y="19697"/>
                          </a:cubicBezTo>
                          <a:cubicBezTo>
                            <a:pt x="27812" y="19970"/>
                            <a:pt x="27660" y="20061"/>
                            <a:pt x="27994" y="20456"/>
                          </a:cubicBezTo>
                          <a:cubicBezTo>
                            <a:pt x="28025" y="20487"/>
                            <a:pt x="28055" y="20517"/>
                            <a:pt x="28086" y="20578"/>
                          </a:cubicBezTo>
                          <a:cubicBezTo>
                            <a:pt x="28116" y="20639"/>
                            <a:pt x="28086" y="20760"/>
                            <a:pt x="28025" y="20821"/>
                          </a:cubicBezTo>
                          <a:cubicBezTo>
                            <a:pt x="27994" y="20912"/>
                            <a:pt x="27873" y="20943"/>
                            <a:pt x="27782" y="20912"/>
                          </a:cubicBezTo>
                          <a:cubicBezTo>
                            <a:pt x="27447" y="20791"/>
                            <a:pt x="27143" y="20639"/>
                            <a:pt x="26809" y="20426"/>
                          </a:cubicBezTo>
                          <a:cubicBezTo>
                            <a:pt x="26779" y="20396"/>
                            <a:pt x="26687" y="20396"/>
                            <a:pt x="26627" y="20365"/>
                          </a:cubicBezTo>
                          <a:cubicBezTo>
                            <a:pt x="26566" y="20365"/>
                            <a:pt x="26505" y="20396"/>
                            <a:pt x="26475" y="20456"/>
                          </a:cubicBezTo>
                          <a:cubicBezTo>
                            <a:pt x="26414" y="20517"/>
                            <a:pt x="26383" y="20608"/>
                            <a:pt x="26353" y="20700"/>
                          </a:cubicBezTo>
                          <a:cubicBezTo>
                            <a:pt x="26323" y="20791"/>
                            <a:pt x="26353" y="20882"/>
                            <a:pt x="26414" y="20943"/>
                          </a:cubicBezTo>
                          <a:cubicBezTo>
                            <a:pt x="26535" y="21125"/>
                            <a:pt x="26718" y="21247"/>
                            <a:pt x="26931" y="21247"/>
                          </a:cubicBezTo>
                          <a:cubicBezTo>
                            <a:pt x="26961" y="21277"/>
                            <a:pt x="27022" y="21277"/>
                            <a:pt x="27052" y="21308"/>
                          </a:cubicBezTo>
                          <a:cubicBezTo>
                            <a:pt x="27113" y="21338"/>
                            <a:pt x="27143" y="21399"/>
                            <a:pt x="27113" y="21460"/>
                          </a:cubicBezTo>
                          <a:cubicBezTo>
                            <a:pt x="27113" y="21581"/>
                            <a:pt x="27022" y="21672"/>
                            <a:pt x="26900" y="21672"/>
                          </a:cubicBezTo>
                          <a:cubicBezTo>
                            <a:pt x="26687" y="21672"/>
                            <a:pt x="26444" y="21581"/>
                            <a:pt x="26292" y="21399"/>
                          </a:cubicBezTo>
                          <a:cubicBezTo>
                            <a:pt x="26201" y="21308"/>
                            <a:pt x="26080" y="21247"/>
                            <a:pt x="25928" y="21216"/>
                          </a:cubicBezTo>
                          <a:cubicBezTo>
                            <a:pt x="25836" y="21216"/>
                            <a:pt x="25776" y="21156"/>
                            <a:pt x="25745" y="21095"/>
                          </a:cubicBezTo>
                          <a:cubicBezTo>
                            <a:pt x="25715" y="20882"/>
                            <a:pt x="25624" y="20700"/>
                            <a:pt x="25502" y="20517"/>
                          </a:cubicBezTo>
                          <a:cubicBezTo>
                            <a:pt x="25441" y="20396"/>
                            <a:pt x="25441" y="20274"/>
                            <a:pt x="25472" y="20152"/>
                          </a:cubicBezTo>
                          <a:cubicBezTo>
                            <a:pt x="25532" y="19849"/>
                            <a:pt x="25350" y="19575"/>
                            <a:pt x="25076" y="19514"/>
                          </a:cubicBezTo>
                          <a:cubicBezTo>
                            <a:pt x="24955" y="19453"/>
                            <a:pt x="24833" y="19393"/>
                            <a:pt x="24742" y="19301"/>
                          </a:cubicBezTo>
                          <a:cubicBezTo>
                            <a:pt x="24651" y="19180"/>
                            <a:pt x="24499" y="19119"/>
                            <a:pt x="24438" y="18967"/>
                          </a:cubicBezTo>
                          <a:lnTo>
                            <a:pt x="24408" y="18967"/>
                          </a:lnTo>
                          <a:lnTo>
                            <a:pt x="24408" y="18937"/>
                          </a:lnTo>
                          <a:lnTo>
                            <a:pt x="24438" y="18937"/>
                          </a:lnTo>
                          <a:lnTo>
                            <a:pt x="24438" y="18937"/>
                          </a:lnTo>
                          <a:cubicBezTo>
                            <a:pt x="24621" y="18937"/>
                            <a:pt x="24833" y="18997"/>
                            <a:pt x="24985" y="19089"/>
                          </a:cubicBezTo>
                          <a:cubicBezTo>
                            <a:pt x="25472" y="19271"/>
                            <a:pt x="25988" y="19393"/>
                            <a:pt x="26505" y="19484"/>
                          </a:cubicBezTo>
                          <a:cubicBezTo>
                            <a:pt x="26870" y="19575"/>
                            <a:pt x="27265" y="19514"/>
                            <a:pt x="27630" y="19362"/>
                          </a:cubicBezTo>
                          <a:cubicBezTo>
                            <a:pt x="27690" y="19332"/>
                            <a:pt x="27751" y="19301"/>
                            <a:pt x="27812" y="19241"/>
                          </a:cubicBezTo>
                          <a:cubicBezTo>
                            <a:pt x="28025" y="19028"/>
                            <a:pt x="28177" y="18724"/>
                            <a:pt x="28238" y="18420"/>
                          </a:cubicBezTo>
                          <a:cubicBezTo>
                            <a:pt x="28238" y="18329"/>
                            <a:pt x="28238" y="18238"/>
                            <a:pt x="28177" y="18146"/>
                          </a:cubicBezTo>
                          <a:cubicBezTo>
                            <a:pt x="28055" y="17964"/>
                            <a:pt x="27934" y="17721"/>
                            <a:pt x="27690" y="17599"/>
                          </a:cubicBezTo>
                          <a:cubicBezTo>
                            <a:pt x="27599" y="17538"/>
                            <a:pt x="27508" y="17478"/>
                            <a:pt x="27447" y="17386"/>
                          </a:cubicBezTo>
                          <a:cubicBezTo>
                            <a:pt x="27326" y="17295"/>
                            <a:pt x="27204" y="17235"/>
                            <a:pt x="27083" y="17204"/>
                          </a:cubicBezTo>
                          <a:cubicBezTo>
                            <a:pt x="26870" y="17174"/>
                            <a:pt x="26657" y="17083"/>
                            <a:pt x="26475" y="16931"/>
                          </a:cubicBezTo>
                          <a:cubicBezTo>
                            <a:pt x="26292" y="16779"/>
                            <a:pt x="26110" y="16657"/>
                            <a:pt x="25928" y="16535"/>
                          </a:cubicBezTo>
                          <a:cubicBezTo>
                            <a:pt x="25532" y="16262"/>
                            <a:pt x="25046" y="16110"/>
                            <a:pt x="24560" y="16171"/>
                          </a:cubicBezTo>
                          <a:cubicBezTo>
                            <a:pt x="24469" y="16171"/>
                            <a:pt x="24408" y="16201"/>
                            <a:pt x="24317" y="16201"/>
                          </a:cubicBezTo>
                          <a:cubicBezTo>
                            <a:pt x="24195" y="16201"/>
                            <a:pt x="24073" y="16171"/>
                            <a:pt x="23982" y="16171"/>
                          </a:cubicBezTo>
                          <a:cubicBezTo>
                            <a:pt x="23861" y="16140"/>
                            <a:pt x="23921" y="16079"/>
                            <a:pt x="23921" y="16019"/>
                          </a:cubicBezTo>
                          <a:cubicBezTo>
                            <a:pt x="23952" y="15928"/>
                            <a:pt x="23952" y="15867"/>
                            <a:pt x="23891" y="15836"/>
                          </a:cubicBezTo>
                          <a:cubicBezTo>
                            <a:pt x="23800" y="15776"/>
                            <a:pt x="23739" y="15715"/>
                            <a:pt x="23648" y="15684"/>
                          </a:cubicBezTo>
                          <a:cubicBezTo>
                            <a:pt x="23557" y="15624"/>
                            <a:pt x="23465" y="15654"/>
                            <a:pt x="23405" y="15715"/>
                          </a:cubicBezTo>
                          <a:cubicBezTo>
                            <a:pt x="23314" y="15836"/>
                            <a:pt x="23162" y="15897"/>
                            <a:pt x="23040" y="15836"/>
                          </a:cubicBezTo>
                          <a:cubicBezTo>
                            <a:pt x="22918" y="15776"/>
                            <a:pt x="22766" y="15776"/>
                            <a:pt x="22645" y="15806"/>
                          </a:cubicBezTo>
                          <a:cubicBezTo>
                            <a:pt x="22584" y="15806"/>
                            <a:pt x="22523" y="15776"/>
                            <a:pt x="22462" y="15745"/>
                          </a:cubicBezTo>
                          <a:cubicBezTo>
                            <a:pt x="22432" y="15715"/>
                            <a:pt x="22402" y="15654"/>
                            <a:pt x="22402" y="15624"/>
                          </a:cubicBezTo>
                          <a:cubicBezTo>
                            <a:pt x="22402" y="15593"/>
                            <a:pt x="22432" y="15563"/>
                            <a:pt x="22493" y="15563"/>
                          </a:cubicBezTo>
                          <a:cubicBezTo>
                            <a:pt x="22614" y="15563"/>
                            <a:pt x="22706" y="15502"/>
                            <a:pt x="22797" y="15441"/>
                          </a:cubicBezTo>
                          <a:lnTo>
                            <a:pt x="23070" y="15228"/>
                          </a:lnTo>
                          <a:cubicBezTo>
                            <a:pt x="23101" y="15168"/>
                            <a:pt x="23101" y="15076"/>
                            <a:pt x="23040" y="15046"/>
                          </a:cubicBezTo>
                          <a:cubicBezTo>
                            <a:pt x="22736" y="14894"/>
                            <a:pt x="22432" y="14772"/>
                            <a:pt x="22098" y="14681"/>
                          </a:cubicBezTo>
                          <a:cubicBezTo>
                            <a:pt x="22037" y="14681"/>
                            <a:pt x="21976" y="14712"/>
                            <a:pt x="21915" y="14742"/>
                          </a:cubicBezTo>
                          <a:cubicBezTo>
                            <a:pt x="21885" y="14772"/>
                            <a:pt x="21855" y="14833"/>
                            <a:pt x="21855" y="14864"/>
                          </a:cubicBezTo>
                          <a:cubicBezTo>
                            <a:pt x="21824" y="14924"/>
                            <a:pt x="21763" y="14924"/>
                            <a:pt x="21733" y="14894"/>
                          </a:cubicBezTo>
                          <a:cubicBezTo>
                            <a:pt x="21733" y="14894"/>
                            <a:pt x="21733" y="14864"/>
                            <a:pt x="21733" y="14833"/>
                          </a:cubicBezTo>
                          <a:lnTo>
                            <a:pt x="21733" y="14651"/>
                          </a:lnTo>
                          <a:cubicBezTo>
                            <a:pt x="21733" y="14529"/>
                            <a:pt x="21642" y="14408"/>
                            <a:pt x="21551" y="14377"/>
                          </a:cubicBezTo>
                          <a:cubicBezTo>
                            <a:pt x="21459" y="14347"/>
                            <a:pt x="21338" y="14377"/>
                            <a:pt x="21277" y="14469"/>
                          </a:cubicBezTo>
                          <a:cubicBezTo>
                            <a:pt x="21216" y="14499"/>
                            <a:pt x="21155" y="14590"/>
                            <a:pt x="21155" y="14681"/>
                          </a:cubicBezTo>
                          <a:cubicBezTo>
                            <a:pt x="21155" y="14742"/>
                            <a:pt x="21125" y="14803"/>
                            <a:pt x="21095" y="14864"/>
                          </a:cubicBezTo>
                          <a:cubicBezTo>
                            <a:pt x="21095" y="14924"/>
                            <a:pt x="21034" y="14924"/>
                            <a:pt x="21003" y="14955"/>
                          </a:cubicBezTo>
                          <a:cubicBezTo>
                            <a:pt x="20943" y="14955"/>
                            <a:pt x="20943" y="14924"/>
                            <a:pt x="20943" y="14894"/>
                          </a:cubicBezTo>
                          <a:cubicBezTo>
                            <a:pt x="20912" y="14772"/>
                            <a:pt x="20882" y="14681"/>
                            <a:pt x="20730" y="14681"/>
                          </a:cubicBezTo>
                          <a:cubicBezTo>
                            <a:pt x="20639" y="14681"/>
                            <a:pt x="20639" y="14621"/>
                            <a:pt x="20639" y="14560"/>
                          </a:cubicBezTo>
                          <a:cubicBezTo>
                            <a:pt x="20608" y="14377"/>
                            <a:pt x="20456" y="14347"/>
                            <a:pt x="20396" y="14438"/>
                          </a:cubicBezTo>
                          <a:cubicBezTo>
                            <a:pt x="20274" y="14621"/>
                            <a:pt x="20000" y="14621"/>
                            <a:pt x="19909" y="14803"/>
                          </a:cubicBezTo>
                          <a:cubicBezTo>
                            <a:pt x="19727" y="14833"/>
                            <a:pt x="19636" y="14985"/>
                            <a:pt x="19453" y="15046"/>
                          </a:cubicBezTo>
                          <a:cubicBezTo>
                            <a:pt x="19423" y="15046"/>
                            <a:pt x="19423" y="15046"/>
                            <a:pt x="19392" y="15046"/>
                          </a:cubicBezTo>
                          <a:lnTo>
                            <a:pt x="19392" y="15046"/>
                          </a:lnTo>
                          <a:lnTo>
                            <a:pt x="19362" y="15046"/>
                          </a:lnTo>
                          <a:lnTo>
                            <a:pt x="19392" y="15016"/>
                          </a:lnTo>
                          <a:lnTo>
                            <a:pt x="19392" y="15016"/>
                          </a:lnTo>
                          <a:cubicBezTo>
                            <a:pt x="19392" y="14985"/>
                            <a:pt x="19392" y="14955"/>
                            <a:pt x="19392" y="14924"/>
                          </a:cubicBezTo>
                          <a:lnTo>
                            <a:pt x="19332" y="14924"/>
                          </a:lnTo>
                          <a:cubicBezTo>
                            <a:pt x="19058" y="14924"/>
                            <a:pt x="18997" y="14924"/>
                            <a:pt x="19089" y="15198"/>
                          </a:cubicBezTo>
                          <a:cubicBezTo>
                            <a:pt x="19089" y="15228"/>
                            <a:pt x="19089" y="15289"/>
                            <a:pt x="19089" y="15320"/>
                          </a:cubicBezTo>
                          <a:lnTo>
                            <a:pt x="19119" y="15320"/>
                          </a:lnTo>
                          <a:lnTo>
                            <a:pt x="19149" y="15350"/>
                          </a:lnTo>
                          <a:lnTo>
                            <a:pt x="19089" y="15350"/>
                          </a:lnTo>
                          <a:cubicBezTo>
                            <a:pt x="18845" y="15350"/>
                            <a:pt x="18572" y="15441"/>
                            <a:pt x="18359" y="15563"/>
                          </a:cubicBezTo>
                          <a:cubicBezTo>
                            <a:pt x="18329" y="15563"/>
                            <a:pt x="18329" y="15654"/>
                            <a:pt x="18329" y="15684"/>
                          </a:cubicBezTo>
                          <a:cubicBezTo>
                            <a:pt x="18359" y="15745"/>
                            <a:pt x="18389" y="15836"/>
                            <a:pt x="18389" y="15897"/>
                          </a:cubicBezTo>
                          <a:cubicBezTo>
                            <a:pt x="18359" y="15928"/>
                            <a:pt x="18268" y="15928"/>
                            <a:pt x="18207" y="15928"/>
                          </a:cubicBezTo>
                          <a:lnTo>
                            <a:pt x="17873" y="16049"/>
                          </a:lnTo>
                          <a:lnTo>
                            <a:pt x="17873" y="16049"/>
                          </a:lnTo>
                          <a:lnTo>
                            <a:pt x="17873" y="16049"/>
                          </a:lnTo>
                          <a:cubicBezTo>
                            <a:pt x="17903" y="15958"/>
                            <a:pt x="17903" y="15897"/>
                            <a:pt x="17873" y="15836"/>
                          </a:cubicBezTo>
                          <a:cubicBezTo>
                            <a:pt x="17873" y="15776"/>
                            <a:pt x="17812" y="15715"/>
                            <a:pt x="17721" y="15745"/>
                          </a:cubicBezTo>
                          <a:cubicBezTo>
                            <a:pt x="17721" y="15745"/>
                            <a:pt x="17660" y="15776"/>
                            <a:pt x="17660" y="15806"/>
                          </a:cubicBezTo>
                          <a:cubicBezTo>
                            <a:pt x="17660" y="15867"/>
                            <a:pt x="17721" y="15958"/>
                            <a:pt x="17751" y="16049"/>
                          </a:cubicBezTo>
                          <a:lnTo>
                            <a:pt x="17751" y="16049"/>
                          </a:lnTo>
                          <a:lnTo>
                            <a:pt x="17751" y="16049"/>
                          </a:lnTo>
                          <a:cubicBezTo>
                            <a:pt x="17599" y="16019"/>
                            <a:pt x="17417" y="16110"/>
                            <a:pt x="17356" y="16262"/>
                          </a:cubicBezTo>
                          <a:lnTo>
                            <a:pt x="17356" y="16262"/>
                          </a:lnTo>
                          <a:cubicBezTo>
                            <a:pt x="17326" y="16262"/>
                            <a:pt x="17417" y="16353"/>
                            <a:pt x="17326" y="16262"/>
                          </a:cubicBezTo>
                          <a:lnTo>
                            <a:pt x="17326" y="16262"/>
                          </a:lnTo>
                          <a:lnTo>
                            <a:pt x="17143" y="16262"/>
                          </a:lnTo>
                          <a:cubicBezTo>
                            <a:pt x="17022" y="16262"/>
                            <a:pt x="16900" y="16353"/>
                            <a:pt x="16870" y="16475"/>
                          </a:cubicBezTo>
                          <a:cubicBezTo>
                            <a:pt x="16809" y="16596"/>
                            <a:pt x="16839" y="16748"/>
                            <a:pt x="16961" y="16839"/>
                          </a:cubicBezTo>
                          <a:cubicBezTo>
                            <a:pt x="16991" y="16870"/>
                            <a:pt x="17022" y="16900"/>
                            <a:pt x="17052" y="16931"/>
                          </a:cubicBezTo>
                          <a:cubicBezTo>
                            <a:pt x="17113" y="16961"/>
                            <a:pt x="17082" y="17052"/>
                            <a:pt x="17022" y="17083"/>
                          </a:cubicBezTo>
                          <a:cubicBezTo>
                            <a:pt x="16961" y="17143"/>
                            <a:pt x="16900" y="17204"/>
                            <a:pt x="16778" y="17174"/>
                          </a:cubicBezTo>
                          <a:cubicBezTo>
                            <a:pt x="16687" y="17143"/>
                            <a:pt x="16566" y="17143"/>
                            <a:pt x="16444" y="17174"/>
                          </a:cubicBezTo>
                          <a:cubicBezTo>
                            <a:pt x="16383" y="17174"/>
                            <a:pt x="16323" y="17113"/>
                            <a:pt x="16353" y="17052"/>
                          </a:cubicBezTo>
                          <a:lnTo>
                            <a:pt x="16474" y="16718"/>
                          </a:lnTo>
                          <a:cubicBezTo>
                            <a:pt x="16474" y="16718"/>
                            <a:pt x="16444" y="16687"/>
                            <a:pt x="16414" y="16657"/>
                          </a:cubicBezTo>
                          <a:cubicBezTo>
                            <a:pt x="16414" y="16657"/>
                            <a:pt x="16383" y="16657"/>
                            <a:pt x="16383" y="16657"/>
                          </a:cubicBezTo>
                          <a:cubicBezTo>
                            <a:pt x="16201" y="16839"/>
                            <a:pt x="16049" y="16991"/>
                            <a:pt x="15897" y="17143"/>
                          </a:cubicBezTo>
                          <a:cubicBezTo>
                            <a:pt x="15836" y="17204"/>
                            <a:pt x="15897" y="17295"/>
                            <a:pt x="15927" y="17326"/>
                          </a:cubicBezTo>
                          <a:cubicBezTo>
                            <a:pt x="15988" y="17417"/>
                            <a:pt x="15988" y="17508"/>
                            <a:pt x="15897" y="17569"/>
                          </a:cubicBezTo>
                          <a:cubicBezTo>
                            <a:pt x="15867" y="17599"/>
                            <a:pt x="15867" y="17630"/>
                            <a:pt x="15836" y="17660"/>
                          </a:cubicBezTo>
                          <a:cubicBezTo>
                            <a:pt x="15927" y="17690"/>
                            <a:pt x="15988" y="17690"/>
                            <a:pt x="16079" y="17660"/>
                          </a:cubicBezTo>
                          <a:cubicBezTo>
                            <a:pt x="16231" y="17630"/>
                            <a:pt x="16383" y="17599"/>
                            <a:pt x="16535" y="17569"/>
                          </a:cubicBezTo>
                          <a:cubicBezTo>
                            <a:pt x="16626" y="17569"/>
                            <a:pt x="16718" y="17569"/>
                            <a:pt x="16809" y="17599"/>
                          </a:cubicBezTo>
                          <a:cubicBezTo>
                            <a:pt x="16809" y="17599"/>
                            <a:pt x="16839" y="17599"/>
                            <a:pt x="16870" y="17630"/>
                          </a:cubicBezTo>
                          <a:cubicBezTo>
                            <a:pt x="16839" y="17630"/>
                            <a:pt x="16839" y="17660"/>
                            <a:pt x="16809" y="17660"/>
                          </a:cubicBezTo>
                          <a:cubicBezTo>
                            <a:pt x="16718" y="17690"/>
                            <a:pt x="16657" y="17751"/>
                            <a:pt x="16566" y="17782"/>
                          </a:cubicBezTo>
                          <a:cubicBezTo>
                            <a:pt x="16535" y="17812"/>
                            <a:pt x="16474" y="17812"/>
                            <a:pt x="16444" y="17812"/>
                          </a:cubicBezTo>
                          <a:cubicBezTo>
                            <a:pt x="16323" y="17842"/>
                            <a:pt x="16323" y="17903"/>
                            <a:pt x="16353" y="18025"/>
                          </a:cubicBezTo>
                          <a:cubicBezTo>
                            <a:pt x="16262" y="18055"/>
                            <a:pt x="16171" y="18086"/>
                            <a:pt x="16140" y="18177"/>
                          </a:cubicBezTo>
                          <a:cubicBezTo>
                            <a:pt x="16110" y="18238"/>
                            <a:pt x="16140" y="18329"/>
                            <a:pt x="16140" y="18420"/>
                          </a:cubicBezTo>
                          <a:cubicBezTo>
                            <a:pt x="16140" y="18481"/>
                            <a:pt x="16110" y="18511"/>
                            <a:pt x="16079" y="18542"/>
                          </a:cubicBezTo>
                          <a:cubicBezTo>
                            <a:pt x="16049" y="18602"/>
                            <a:pt x="15988" y="18663"/>
                            <a:pt x="15988" y="18724"/>
                          </a:cubicBezTo>
                          <a:cubicBezTo>
                            <a:pt x="15988" y="18815"/>
                            <a:pt x="15927" y="18937"/>
                            <a:pt x="15836" y="18967"/>
                          </a:cubicBezTo>
                          <a:cubicBezTo>
                            <a:pt x="15684" y="19028"/>
                            <a:pt x="15593" y="19149"/>
                            <a:pt x="15563" y="19271"/>
                          </a:cubicBezTo>
                          <a:cubicBezTo>
                            <a:pt x="15563" y="19393"/>
                            <a:pt x="15441" y="19514"/>
                            <a:pt x="15411" y="19666"/>
                          </a:cubicBezTo>
                          <a:cubicBezTo>
                            <a:pt x="15411" y="19788"/>
                            <a:pt x="15411" y="19879"/>
                            <a:pt x="15259" y="19909"/>
                          </a:cubicBezTo>
                          <a:cubicBezTo>
                            <a:pt x="15198" y="19940"/>
                            <a:pt x="15167" y="20001"/>
                            <a:pt x="15198" y="20092"/>
                          </a:cubicBezTo>
                          <a:cubicBezTo>
                            <a:pt x="15228" y="20213"/>
                            <a:pt x="15228" y="20335"/>
                            <a:pt x="15198" y="20487"/>
                          </a:cubicBezTo>
                          <a:cubicBezTo>
                            <a:pt x="15167" y="20608"/>
                            <a:pt x="15137" y="20730"/>
                            <a:pt x="15107" y="20852"/>
                          </a:cubicBezTo>
                          <a:cubicBezTo>
                            <a:pt x="15076" y="20943"/>
                            <a:pt x="15015" y="21004"/>
                            <a:pt x="14924" y="21034"/>
                          </a:cubicBezTo>
                          <a:cubicBezTo>
                            <a:pt x="14864" y="21064"/>
                            <a:pt x="14803" y="21095"/>
                            <a:pt x="14742" y="21125"/>
                          </a:cubicBezTo>
                          <a:cubicBezTo>
                            <a:pt x="14712" y="21125"/>
                            <a:pt x="14681" y="21156"/>
                            <a:pt x="14651" y="21216"/>
                          </a:cubicBezTo>
                          <a:cubicBezTo>
                            <a:pt x="14651" y="21338"/>
                            <a:pt x="14651" y="21429"/>
                            <a:pt x="14529" y="21490"/>
                          </a:cubicBezTo>
                          <a:cubicBezTo>
                            <a:pt x="14316" y="21642"/>
                            <a:pt x="14134" y="21885"/>
                            <a:pt x="14043" y="22128"/>
                          </a:cubicBezTo>
                          <a:cubicBezTo>
                            <a:pt x="14012" y="22189"/>
                            <a:pt x="14012" y="22250"/>
                            <a:pt x="13952" y="22311"/>
                          </a:cubicBezTo>
                          <a:cubicBezTo>
                            <a:pt x="13921" y="22402"/>
                            <a:pt x="13830" y="22463"/>
                            <a:pt x="13739" y="22432"/>
                          </a:cubicBezTo>
                          <a:cubicBezTo>
                            <a:pt x="13648" y="22432"/>
                            <a:pt x="13556" y="22432"/>
                            <a:pt x="13465" y="22402"/>
                          </a:cubicBezTo>
                          <a:cubicBezTo>
                            <a:pt x="13435" y="22402"/>
                            <a:pt x="13435" y="22432"/>
                            <a:pt x="13405" y="22432"/>
                          </a:cubicBezTo>
                          <a:cubicBezTo>
                            <a:pt x="13374" y="22463"/>
                            <a:pt x="13374" y="22523"/>
                            <a:pt x="13405" y="22554"/>
                          </a:cubicBezTo>
                          <a:cubicBezTo>
                            <a:pt x="13435" y="22584"/>
                            <a:pt x="13435" y="22584"/>
                            <a:pt x="13465" y="22615"/>
                          </a:cubicBezTo>
                          <a:cubicBezTo>
                            <a:pt x="13496" y="22675"/>
                            <a:pt x="13496" y="22767"/>
                            <a:pt x="13435" y="22767"/>
                          </a:cubicBezTo>
                          <a:cubicBezTo>
                            <a:pt x="13222" y="22797"/>
                            <a:pt x="13101" y="23040"/>
                            <a:pt x="12888" y="23010"/>
                          </a:cubicBezTo>
                          <a:cubicBezTo>
                            <a:pt x="12736" y="23101"/>
                            <a:pt x="12584" y="23222"/>
                            <a:pt x="12462" y="23314"/>
                          </a:cubicBezTo>
                          <a:lnTo>
                            <a:pt x="12462" y="23374"/>
                          </a:lnTo>
                          <a:cubicBezTo>
                            <a:pt x="12493" y="23526"/>
                            <a:pt x="12401" y="23587"/>
                            <a:pt x="12280" y="23587"/>
                          </a:cubicBezTo>
                          <a:cubicBezTo>
                            <a:pt x="12189" y="23618"/>
                            <a:pt x="12098" y="23648"/>
                            <a:pt x="12006" y="23678"/>
                          </a:cubicBezTo>
                          <a:cubicBezTo>
                            <a:pt x="11946" y="23709"/>
                            <a:pt x="11915" y="23770"/>
                            <a:pt x="11885" y="23830"/>
                          </a:cubicBezTo>
                          <a:cubicBezTo>
                            <a:pt x="11854" y="23922"/>
                            <a:pt x="11885" y="24013"/>
                            <a:pt x="11854" y="24104"/>
                          </a:cubicBezTo>
                          <a:cubicBezTo>
                            <a:pt x="11824" y="24317"/>
                            <a:pt x="11915" y="24590"/>
                            <a:pt x="11794" y="24833"/>
                          </a:cubicBezTo>
                          <a:lnTo>
                            <a:pt x="11794" y="24894"/>
                          </a:lnTo>
                          <a:cubicBezTo>
                            <a:pt x="11854" y="25046"/>
                            <a:pt x="11946" y="25198"/>
                            <a:pt x="12067" y="25350"/>
                          </a:cubicBezTo>
                          <a:cubicBezTo>
                            <a:pt x="12098" y="25441"/>
                            <a:pt x="12158" y="25563"/>
                            <a:pt x="12189" y="25654"/>
                          </a:cubicBezTo>
                          <a:cubicBezTo>
                            <a:pt x="12189" y="25715"/>
                            <a:pt x="12189" y="25806"/>
                            <a:pt x="12128" y="25836"/>
                          </a:cubicBezTo>
                          <a:cubicBezTo>
                            <a:pt x="12098" y="25928"/>
                            <a:pt x="12037" y="25988"/>
                            <a:pt x="11976" y="26049"/>
                          </a:cubicBezTo>
                          <a:cubicBezTo>
                            <a:pt x="11946" y="26110"/>
                            <a:pt x="11946" y="26201"/>
                            <a:pt x="12006" y="26232"/>
                          </a:cubicBezTo>
                          <a:cubicBezTo>
                            <a:pt x="12067" y="26262"/>
                            <a:pt x="12128" y="26292"/>
                            <a:pt x="12189" y="26323"/>
                          </a:cubicBezTo>
                          <a:cubicBezTo>
                            <a:pt x="12249" y="26353"/>
                            <a:pt x="12310" y="26414"/>
                            <a:pt x="12249" y="26475"/>
                          </a:cubicBezTo>
                          <a:cubicBezTo>
                            <a:pt x="12219" y="26536"/>
                            <a:pt x="12128" y="26596"/>
                            <a:pt x="12098" y="26688"/>
                          </a:cubicBezTo>
                          <a:cubicBezTo>
                            <a:pt x="12037" y="26748"/>
                            <a:pt x="12067" y="26870"/>
                            <a:pt x="12128" y="26931"/>
                          </a:cubicBezTo>
                          <a:cubicBezTo>
                            <a:pt x="12341" y="27143"/>
                            <a:pt x="12614" y="27326"/>
                            <a:pt x="12918" y="27447"/>
                          </a:cubicBezTo>
                          <a:cubicBezTo>
                            <a:pt x="12949" y="27447"/>
                            <a:pt x="13009" y="27447"/>
                            <a:pt x="13040" y="27447"/>
                          </a:cubicBezTo>
                          <a:cubicBezTo>
                            <a:pt x="13313" y="27356"/>
                            <a:pt x="13617" y="27295"/>
                            <a:pt x="13800" y="27022"/>
                          </a:cubicBezTo>
                          <a:cubicBezTo>
                            <a:pt x="13860" y="26900"/>
                            <a:pt x="13952" y="26809"/>
                            <a:pt x="14073" y="26718"/>
                          </a:cubicBezTo>
                          <a:cubicBezTo>
                            <a:pt x="14256" y="26566"/>
                            <a:pt x="14499" y="26536"/>
                            <a:pt x="14590" y="26323"/>
                          </a:cubicBezTo>
                          <a:cubicBezTo>
                            <a:pt x="14620" y="26292"/>
                            <a:pt x="14620" y="26292"/>
                            <a:pt x="14651" y="26323"/>
                          </a:cubicBezTo>
                          <a:cubicBezTo>
                            <a:pt x="14712" y="26384"/>
                            <a:pt x="14803" y="26414"/>
                            <a:pt x="14833" y="26505"/>
                          </a:cubicBezTo>
                          <a:cubicBezTo>
                            <a:pt x="14864" y="26566"/>
                            <a:pt x="14864" y="26779"/>
                            <a:pt x="14894" y="26900"/>
                          </a:cubicBezTo>
                          <a:cubicBezTo>
                            <a:pt x="14955" y="27052"/>
                            <a:pt x="15015" y="27174"/>
                            <a:pt x="15046" y="27356"/>
                          </a:cubicBezTo>
                          <a:cubicBezTo>
                            <a:pt x="15076" y="27599"/>
                            <a:pt x="15167" y="27812"/>
                            <a:pt x="15319" y="28025"/>
                          </a:cubicBezTo>
                          <a:cubicBezTo>
                            <a:pt x="15411" y="28238"/>
                            <a:pt x="15532" y="28420"/>
                            <a:pt x="15684" y="28602"/>
                          </a:cubicBezTo>
                          <a:cubicBezTo>
                            <a:pt x="15745" y="28663"/>
                            <a:pt x="15684" y="28724"/>
                            <a:pt x="15684" y="28785"/>
                          </a:cubicBezTo>
                          <a:cubicBezTo>
                            <a:pt x="15684" y="28846"/>
                            <a:pt x="15654" y="28906"/>
                            <a:pt x="15623" y="28967"/>
                          </a:cubicBezTo>
                          <a:lnTo>
                            <a:pt x="15623" y="28967"/>
                          </a:lnTo>
                          <a:cubicBezTo>
                            <a:pt x="15623" y="28998"/>
                            <a:pt x="15623" y="28998"/>
                            <a:pt x="15623" y="29028"/>
                          </a:cubicBezTo>
                          <a:cubicBezTo>
                            <a:pt x="15654" y="29058"/>
                            <a:pt x="15715" y="29119"/>
                            <a:pt x="15715" y="29150"/>
                          </a:cubicBezTo>
                          <a:cubicBezTo>
                            <a:pt x="15897" y="29606"/>
                            <a:pt x="15958" y="29484"/>
                            <a:pt x="16353" y="29454"/>
                          </a:cubicBezTo>
                          <a:cubicBezTo>
                            <a:pt x="16444" y="29423"/>
                            <a:pt x="16505" y="29362"/>
                            <a:pt x="16505" y="29271"/>
                          </a:cubicBezTo>
                          <a:cubicBezTo>
                            <a:pt x="16535" y="29119"/>
                            <a:pt x="16657" y="29028"/>
                            <a:pt x="16809" y="28998"/>
                          </a:cubicBezTo>
                          <a:cubicBezTo>
                            <a:pt x="16870" y="28998"/>
                            <a:pt x="16930" y="28998"/>
                            <a:pt x="16991" y="28998"/>
                          </a:cubicBezTo>
                          <a:cubicBezTo>
                            <a:pt x="17174" y="29028"/>
                            <a:pt x="17356" y="28937"/>
                            <a:pt x="17447" y="28754"/>
                          </a:cubicBezTo>
                          <a:cubicBezTo>
                            <a:pt x="17751" y="28815"/>
                            <a:pt x="17751" y="28572"/>
                            <a:pt x="17781" y="28390"/>
                          </a:cubicBezTo>
                          <a:cubicBezTo>
                            <a:pt x="17812" y="28329"/>
                            <a:pt x="17812" y="28299"/>
                            <a:pt x="17781" y="28238"/>
                          </a:cubicBezTo>
                          <a:cubicBezTo>
                            <a:pt x="17812" y="28177"/>
                            <a:pt x="17721" y="28116"/>
                            <a:pt x="17660" y="28147"/>
                          </a:cubicBezTo>
                          <a:cubicBezTo>
                            <a:pt x="17630" y="28177"/>
                            <a:pt x="17630" y="28177"/>
                            <a:pt x="17599" y="28147"/>
                          </a:cubicBezTo>
                          <a:cubicBezTo>
                            <a:pt x="17569" y="28147"/>
                            <a:pt x="17569" y="28116"/>
                            <a:pt x="17569" y="28116"/>
                          </a:cubicBezTo>
                          <a:cubicBezTo>
                            <a:pt x="17538" y="27873"/>
                            <a:pt x="17569" y="27660"/>
                            <a:pt x="17630" y="27417"/>
                          </a:cubicBezTo>
                          <a:cubicBezTo>
                            <a:pt x="17660" y="27326"/>
                            <a:pt x="17690" y="27204"/>
                            <a:pt x="17690" y="27083"/>
                          </a:cubicBezTo>
                          <a:cubicBezTo>
                            <a:pt x="17690" y="26900"/>
                            <a:pt x="17781" y="26748"/>
                            <a:pt x="17933" y="26657"/>
                          </a:cubicBezTo>
                          <a:cubicBezTo>
                            <a:pt x="18055" y="26596"/>
                            <a:pt x="18177" y="26505"/>
                            <a:pt x="18298" y="26444"/>
                          </a:cubicBezTo>
                          <a:cubicBezTo>
                            <a:pt x="18420" y="26323"/>
                            <a:pt x="18481" y="26171"/>
                            <a:pt x="18481" y="26019"/>
                          </a:cubicBezTo>
                          <a:cubicBezTo>
                            <a:pt x="18481" y="25928"/>
                            <a:pt x="18511" y="25836"/>
                            <a:pt x="18511" y="25745"/>
                          </a:cubicBezTo>
                          <a:cubicBezTo>
                            <a:pt x="18511" y="25684"/>
                            <a:pt x="18481" y="25624"/>
                            <a:pt x="18450" y="25563"/>
                          </a:cubicBezTo>
                          <a:cubicBezTo>
                            <a:pt x="18329" y="25320"/>
                            <a:pt x="18116" y="25137"/>
                            <a:pt x="17873" y="24985"/>
                          </a:cubicBezTo>
                          <a:cubicBezTo>
                            <a:pt x="17751" y="24925"/>
                            <a:pt x="17660" y="24803"/>
                            <a:pt x="17690" y="24651"/>
                          </a:cubicBezTo>
                          <a:cubicBezTo>
                            <a:pt x="17690" y="24317"/>
                            <a:pt x="17690" y="23952"/>
                            <a:pt x="17721" y="23587"/>
                          </a:cubicBezTo>
                          <a:cubicBezTo>
                            <a:pt x="17721" y="23496"/>
                            <a:pt x="17751" y="23435"/>
                            <a:pt x="17781" y="23405"/>
                          </a:cubicBezTo>
                          <a:cubicBezTo>
                            <a:pt x="17964" y="23070"/>
                            <a:pt x="18207" y="22797"/>
                            <a:pt x="18511" y="22584"/>
                          </a:cubicBezTo>
                          <a:cubicBezTo>
                            <a:pt x="18633" y="22493"/>
                            <a:pt x="18785" y="22341"/>
                            <a:pt x="18906" y="22219"/>
                          </a:cubicBezTo>
                          <a:cubicBezTo>
                            <a:pt x="19089" y="22067"/>
                            <a:pt x="19240" y="21855"/>
                            <a:pt x="19301" y="21611"/>
                          </a:cubicBezTo>
                          <a:cubicBezTo>
                            <a:pt x="19362" y="21520"/>
                            <a:pt x="19362" y="21399"/>
                            <a:pt x="19332" y="21277"/>
                          </a:cubicBezTo>
                          <a:cubicBezTo>
                            <a:pt x="19271" y="21004"/>
                            <a:pt x="19332" y="20730"/>
                            <a:pt x="19453" y="20517"/>
                          </a:cubicBezTo>
                          <a:cubicBezTo>
                            <a:pt x="19575" y="20304"/>
                            <a:pt x="19696" y="20122"/>
                            <a:pt x="19970" y="20183"/>
                          </a:cubicBezTo>
                          <a:cubicBezTo>
                            <a:pt x="20304" y="20122"/>
                            <a:pt x="20608" y="20183"/>
                            <a:pt x="20912" y="20335"/>
                          </a:cubicBezTo>
                          <a:cubicBezTo>
                            <a:pt x="20973" y="20396"/>
                            <a:pt x="21034" y="20608"/>
                            <a:pt x="20973" y="20639"/>
                          </a:cubicBezTo>
                          <a:cubicBezTo>
                            <a:pt x="20882" y="20700"/>
                            <a:pt x="20760" y="20760"/>
                            <a:pt x="20760" y="20882"/>
                          </a:cubicBezTo>
                          <a:cubicBezTo>
                            <a:pt x="20760" y="20973"/>
                            <a:pt x="20730" y="21064"/>
                            <a:pt x="20669" y="21125"/>
                          </a:cubicBezTo>
                          <a:cubicBezTo>
                            <a:pt x="20487" y="21460"/>
                            <a:pt x="20244" y="21794"/>
                            <a:pt x="20000" y="22098"/>
                          </a:cubicBezTo>
                          <a:cubicBezTo>
                            <a:pt x="19940" y="22159"/>
                            <a:pt x="19879" y="22250"/>
                            <a:pt x="19818" y="22371"/>
                          </a:cubicBezTo>
                          <a:cubicBezTo>
                            <a:pt x="19788" y="22493"/>
                            <a:pt x="19636" y="22584"/>
                            <a:pt x="19514" y="22554"/>
                          </a:cubicBezTo>
                          <a:cubicBezTo>
                            <a:pt x="19423" y="22554"/>
                            <a:pt x="19362" y="22584"/>
                            <a:pt x="19392" y="22675"/>
                          </a:cubicBezTo>
                          <a:cubicBezTo>
                            <a:pt x="19392" y="22767"/>
                            <a:pt x="19392" y="22888"/>
                            <a:pt x="19362" y="23010"/>
                          </a:cubicBezTo>
                          <a:cubicBezTo>
                            <a:pt x="19332" y="23101"/>
                            <a:pt x="19332" y="23192"/>
                            <a:pt x="19362" y="23253"/>
                          </a:cubicBezTo>
                          <a:cubicBezTo>
                            <a:pt x="19362" y="23344"/>
                            <a:pt x="19423" y="23435"/>
                            <a:pt x="19423" y="23526"/>
                          </a:cubicBezTo>
                          <a:cubicBezTo>
                            <a:pt x="19544" y="23861"/>
                            <a:pt x="19575" y="24226"/>
                            <a:pt x="19575" y="24590"/>
                          </a:cubicBezTo>
                          <a:cubicBezTo>
                            <a:pt x="19544" y="24651"/>
                            <a:pt x="19544" y="24742"/>
                            <a:pt x="19575" y="24803"/>
                          </a:cubicBezTo>
                          <a:cubicBezTo>
                            <a:pt x="19575" y="24925"/>
                            <a:pt x="19636" y="25016"/>
                            <a:pt x="19757" y="25046"/>
                          </a:cubicBezTo>
                          <a:cubicBezTo>
                            <a:pt x="19818" y="25107"/>
                            <a:pt x="19909" y="25137"/>
                            <a:pt x="19970" y="25198"/>
                          </a:cubicBezTo>
                          <a:lnTo>
                            <a:pt x="19970" y="25198"/>
                          </a:lnTo>
                          <a:lnTo>
                            <a:pt x="19970" y="25198"/>
                          </a:lnTo>
                          <a:lnTo>
                            <a:pt x="20000" y="25168"/>
                          </a:lnTo>
                          <a:lnTo>
                            <a:pt x="19970" y="25198"/>
                          </a:lnTo>
                          <a:cubicBezTo>
                            <a:pt x="20031" y="25229"/>
                            <a:pt x="20092" y="25289"/>
                            <a:pt x="20152" y="25289"/>
                          </a:cubicBezTo>
                          <a:cubicBezTo>
                            <a:pt x="20274" y="25259"/>
                            <a:pt x="20396" y="25320"/>
                            <a:pt x="20456" y="25472"/>
                          </a:cubicBezTo>
                          <a:cubicBezTo>
                            <a:pt x="20548" y="25593"/>
                            <a:pt x="20699" y="25624"/>
                            <a:pt x="20821" y="25563"/>
                          </a:cubicBezTo>
                          <a:cubicBezTo>
                            <a:pt x="20943" y="25533"/>
                            <a:pt x="21064" y="25472"/>
                            <a:pt x="21186" y="25411"/>
                          </a:cubicBezTo>
                          <a:cubicBezTo>
                            <a:pt x="21611" y="25229"/>
                            <a:pt x="22037" y="25107"/>
                            <a:pt x="22493" y="25107"/>
                          </a:cubicBezTo>
                          <a:cubicBezTo>
                            <a:pt x="22645" y="25107"/>
                            <a:pt x="22827" y="25077"/>
                            <a:pt x="22979" y="25046"/>
                          </a:cubicBezTo>
                          <a:cubicBezTo>
                            <a:pt x="23010" y="25046"/>
                            <a:pt x="23070" y="25046"/>
                            <a:pt x="23101" y="25077"/>
                          </a:cubicBezTo>
                          <a:cubicBezTo>
                            <a:pt x="23162" y="25289"/>
                            <a:pt x="23405" y="25259"/>
                            <a:pt x="23526" y="25350"/>
                          </a:cubicBezTo>
                          <a:cubicBezTo>
                            <a:pt x="23526" y="25350"/>
                            <a:pt x="23587" y="25381"/>
                            <a:pt x="23587" y="25381"/>
                          </a:cubicBezTo>
                          <a:cubicBezTo>
                            <a:pt x="23587" y="25411"/>
                            <a:pt x="23587" y="25411"/>
                            <a:pt x="23587" y="25441"/>
                          </a:cubicBezTo>
                          <a:cubicBezTo>
                            <a:pt x="23526" y="25472"/>
                            <a:pt x="23435" y="25533"/>
                            <a:pt x="23374" y="25563"/>
                          </a:cubicBezTo>
                          <a:cubicBezTo>
                            <a:pt x="23253" y="25624"/>
                            <a:pt x="23101" y="25654"/>
                            <a:pt x="23040" y="25776"/>
                          </a:cubicBezTo>
                          <a:cubicBezTo>
                            <a:pt x="22888" y="26049"/>
                            <a:pt x="22675" y="26019"/>
                            <a:pt x="22462" y="25928"/>
                          </a:cubicBezTo>
                          <a:cubicBezTo>
                            <a:pt x="22310" y="25897"/>
                            <a:pt x="22158" y="25836"/>
                            <a:pt x="21976" y="25836"/>
                          </a:cubicBezTo>
                          <a:cubicBezTo>
                            <a:pt x="21915" y="25806"/>
                            <a:pt x="21855" y="25806"/>
                            <a:pt x="21794" y="25836"/>
                          </a:cubicBezTo>
                          <a:cubicBezTo>
                            <a:pt x="21581" y="25897"/>
                            <a:pt x="21368" y="25958"/>
                            <a:pt x="21155" y="26049"/>
                          </a:cubicBezTo>
                          <a:cubicBezTo>
                            <a:pt x="20912" y="26110"/>
                            <a:pt x="20760" y="26292"/>
                            <a:pt x="20760" y="26536"/>
                          </a:cubicBezTo>
                          <a:cubicBezTo>
                            <a:pt x="20730" y="26657"/>
                            <a:pt x="20639" y="26748"/>
                            <a:pt x="20548" y="26779"/>
                          </a:cubicBezTo>
                          <a:cubicBezTo>
                            <a:pt x="20456" y="26809"/>
                            <a:pt x="20365" y="26809"/>
                            <a:pt x="20274" y="26840"/>
                          </a:cubicBezTo>
                          <a:cubicBezTo>
                            <a:pt x="20092" y="26900"/>
                            <a:pt x="20092" y="27022"/>
                            <a:pt x="20183" y="27204"/>
                          </a:cubicBezTo>
                          <a:lnTo>
                            <a:pt x="20213" y="27265"/>
                          </a:lnTo>
                          <a:cubicBezTo>
                            <a:pt x="20396" y="27204"/>
                            <a:pt x="20578" y="27143"/>
                            <a:pt x="20699" y="26992"/>
                          </a:cubicBezTo>
                          <a:cubicBezTo>
                            <a:pt x="20791" y="26931"/>
                            <a:pt x="20821" y="26931"/>
                            <a:pt x="20943" y="26992"/>
                          </a:cubicBezTo>
                          <a:cubicBezTo>
                            <a:pt x="21003" y="27052"/>
                            <a:pt x="21064" y="27113"/>
                            <a:pt x="21155" y="27174"/>
                          </a:cubicBezTo>
                          <a:cubicBezTo>
                            <a:pt x="21216" y="27204"/>
                            <a:pt x="21247" y="27265"/>
                            <a:pt x="21277" y="27326"/>
                          </a:cubicBezTo>
                          <a:cubicBezTo>
                            <a:pt x="21277" y="27508"/>
                            <a:pt x="21277" y="27691"/>
                            <a:pt x="21277" y="27873"/>
                          </a:cubicBezTo>
                          <a:cubicBezTo>
                            <a:pt x="21247" y="27964"/>
                            <a:pt x="21186" y="28025"/>
                            <a:pt x="21095" y="28055"/>
                          </a:cubicBezTo>
                          <a:cubicBezTo>
                            <a:pt x="21034" y="28055"/>
                            <a:pt x="20973" y="28055"/>
                            <a:pt x="20912" y="27995"/>
                          </a:cubicBezTo>
                          <a:cubicBezTo>
                            <a:pt x="20821" y="27903"/>
                            <a:pt x="20730" y="27812"/>
                            <a:pt x="20639" y="27691"/>
                          </a:cubicBezTo>
                          <a:cubicBezTo>
                            <a:pt x="20578" y="27599"/>
                            <a:pt x="20456" y="27569"/>
                            <a:pt x="20365" y="27599"/>
                          </a:cubicBezTo>
                          <a:cubicBezTo>
                            <a:pt x="20183" y="27660"/>
                            <a:pt x="20031" y="27782"/>
                            <a:pt x="19970" y="27964"/>
                          </a:cubicBezTo>
                          <a:cubicBezTo>
                            <a:pt x="19940" y="28086"/>
                            <a:pt x="19879" y="28207"/>
                            <a:pt x="19818" y="28329"/>
                          </a:cubicBezTo>
                          <a:cubicBezTo>
                            <a:pt x="19757" y="28511"/>
                            <a:pt x="19757" y="28694"/>
                            <a:pt x="19788" y="28876"/>
                          </a:cubicBezTo>
                          <a:cubicBezTo>
                            <a:pt x="19818" y="29089"/>
                            <a:pt x="19848" y="29302"/>
                            <a:pt x="19879" y="29545"/>
                          </a:cubicBezTo>
                          <a:cubicBezTo>
                            <a:pt x="19879" y="29575"/>
                            <a:pt x="19879" y="29636"/>
                            <a:pt x="19818" y="29636"/>
                          </a:cubicBezTo>
                          <a:cubicBezTo>
                            <a:pt x="19727" y="29697"/>
                            <a:pt x="19605" y="29727"/>
                            <a:pt x="19514" y="29757"/>
                          </a:cubicBezTo>
                          <a:cubicBezTo>
                            <a:pt x="19392" y="29818"/>
                            <a:pt x="19332" y="29909"/>
                            <a:pt x="19332" y="30031"/>
                          </a:cubicBezTo>
                          <a:cubicBezTo>
                            <a:pt x="19301" y="30244"/>
                            <a:pt x="18876" y="30274"/>
                            <a:pt x="18754" y="30092"/>
                          </a:cubicBezTo>
                          <a:cubicBezTo>
                            <a:pt x="18724" y="30061"/>
                            <a:pt x="18724" y="30031"/>
                            <a:pt x="18693" y="30001"/>
                          </a:cubicBezTo>
                          <a:cubicBezTo>
                            <a:pt x="18633" y="29879"/>
                            <a:pt x="18511" y="29818"/>
                            <a:pt x="18420" y="29849"/>
                          </a:cubicBezTo>
                          <a:cubicBezTo>
                            <a:pt x="18177" y="29849"/>
                            <a:pt x="17964" y="29909"/>
                            <a:pt x="17781" y="30031"/>
                          </a:cubicBezTo>
                          <a:cubicBezTo>
                            <a:pt x="17508" y="30213"/>
                            <a:pt x="17204" y="30365"/>
                            <a:pt x="16930" y="30487"/>
                          </a:cubicBezTo>
                          <a:cubicBezTo>
                            <a:pt x="16839" y="30548"/>
                            <a:pt x="16778" y="30669"/>
                            <a:pt x="16687" y="30730"/>
                          </a:cubicBezTo>
                          <a:cubicBezTo>
                            <a:pt x="16626" y="30761"/>
                            <a:pt x="16566" y="30761"/>
                            <a:pt x="16505" y="30730"/>
                          </a:cubicBezTo>
                          <a:cubicBezTo>
                            <a:pt x="16383" y="30639"/>
                            <a:pt x="16262" y="30517"/>
                            <a:pt x="16171" y="30396"/>
                          </a:cubicBezTo>
                          <a:cubicBezTo>
                            <a:pt x="16140" y="30365"/>
                            <a:pt x="16171" y="30274"/>
                            <a:pt x="16171" y="30213"/>
                          </a:cubicBezTo>
                          <a:cubicBezTo>
                            <a:pt x="16171" y="30122"/>
                            <a:pt x="16079" y="30092"/>
                            <a:pt x="16019" y="30122"/>
                          </a:cubicBezTo>
                          <a:cubicBezTo>
                            <a:pt x="15927" y="30213"/>
                            <a:pt x="15806" y="30274"/>
                            <a:pt x="15684" y="30305"/>
                          </a:cubicBezTo>
                          <a:cubicBezTo>
                            <a:pt x="15471" y="30335"/>
                            <a:pt x="15289" y="30426"/>
                            <a:pt x="15107" y="30548"/>
                          </a:cubicBezTo>
                          <a:cubicBezTo>
                            <a:pt x="15076" y="30578"/>
                            <a:pt x="15046" y="30548"/>
                            <a:pt x="15015" y="30548"/>
                          </a:cubicBezTo>
                          <a:cubicBezTo>
                            <a:pt x="14924" y="30426"/>
                            <a:pt x="14833" y="30365"/>
                            <a:pt x="14742" y="30335"/>
                          </a:cubicBezTo>
                          <a:cubicBezTo>
                            <a:pt x="14620" y="30305"/>
                            <a:pt x="14529" y="30274"/>
                            <a:pt x="14438" y="30213"/>
                          </a:cubicBezTo>
                          <a:cubicBezTo>
                            <a:pt x="14347" y="30122"/>
                            <a:pt x="14316" y="30031"/>
                            <a:pt x="14286" y="29909"/>
                          </a:cubicBezTo>
                          <a:cubicBezTo>
                            <a:pt x="14286" y="29879"/>
                            <a:pt x="14286" y="29849"/>
                            <a:pt x="14316" y="29818"/>
                          </a:cubicBezTo>
                          <a:cubicBezTo>
                            <a:pt x="14316" y="29818"/>
                            <a:pt x="14347" y="29788"/>
                            <a:pt x="14377" y="29818"/>
                          </a:cubicBezTo>
                          <a:cubicBezTo>
                            <a:pt x="14560" y="29849"/>
                            <a:pt x="14742" y="29940"/>
                            <a:pt x="14924" y="30061"/>
                          </a:cubicBezTo>
                          <a:cubicBezTo>
                            <a:pt x="15107" y="30213"/>
                            <a:pt x="15289" y="30153"/>
                            <a:pt x="15411" y="29909"/>
                          </a:cubicBezTo>
                          <a:cubicBezTo>
                            <a:pt x="15563" y="29666"/>
                            <a:pt x="15654" y="29332"/>
                            <a:pt x="15623" y="29028"/>
                          </a:cubicBezTo>
                          <a:lnTo>
                            <a:pt x="15593" y="29028"/>
                          </a:lnTo>
                          <a:lnTo>
                            <a:pt x="15593" y="29028"/>
                          </a:lnTo>
                          <a:cubicBezTo>
                            <a:pt x="15380" y="28998"/>
                            <a:pt x="15137" y="29089"/>
                            <a:pt x="15015" y="29271"/>
                          </a:cubicBezTo>
                          <a:cubicBezTo>
                            <a:pt x="14924" y="29332"/>
                            <a:pt x="14924" y="29454"/>
                            <a:pt x="14985" y="29514"/>
                          </a:cubicBezTo>
                          <a:cubicBezTo>
                            <a:pt x="15015" y="29606"/>
                            <a:pt x="15076" y="29666"/>
                            <a:pt x="15137" y="29757"/>
                          </a:cubicBezTo>
                          <a:cubicBezTo>
                            <a:pt x="15167" y="29849"/>
                            <a:pt x="15137" y="29849"/>
                            <a:pt x="15107" y="29879"/>
                          </a:cubicBezTo>
                          <a:cubicBezTo>
                            <a:pt x="15076" y="29879"/>
                            <a:pt x="15015" y="29879"/>
                            <a:pt x="14985" y="29879"/>
                          </a:cubicBezTo>
                          <a:lnTo>
                            <a:pt x="14924" y="29818"/>
                          </a:lnTo>
                          <a:cubicBezTo>
                            <a:pt x="14772" y="29697"/>
                            <a:pt x="14712" y="29484"/>
                            <a:pt x="14529" y="29393"/>
                          </a:cubicBezTo>
                          <a:cubicBezTo>
                            <a:pt x="14499" y="29393"/>
                            <a:pt x="14499" y="29302"/>
                            <a:pt x="14529" y="29271"/>
                          </a:cubicBezTo>
                          <a:cubicBezTo>
                            <a:pt x="14529" y="29089"/>
                            <a:pt x="14651" y="28967"/>
                            <a:pt x="14803" y="28906"/>
                          </a:cubicBezTo>
                          <a:cubicBezTo>
                            <a:pt x="14833" y="28876"/>
                            <a:pt x="14833" y="28846"/>
                            <a:pt x="14803" y="28785"/>
                          </a:cubicBezTo>
                          <a:cubicBezTo>
                            <a:pt x="14772" y="28754"/>
                            <a:pt x="14772" y="28754"/>
                            <a:pt x="14742" y="28754"/>
                          </a:cubicBezTo>
                          <a:cubicBezTo>
                            <a:pt x="14529" y="28663"/>
                            <a:pt x="14438" y="28420"/>
                            <a:pt x="14560" y="28238"/>
                          </a:cubicBezTo>
                          <a:cubicBezTo>
                            <a:pt x="14620" y="28116"/>
                            <a:pt x="14620" y="28025"/>
                            <a:pt x="14620" y="27903"/>
                          </a:cubicBezTo>
                          <a:cubicBezTo>
                            <a:pt x="14620" y="27843"/>
                            <a:pt x="14529" y="27751"/>
                            <a:pt x="14499" y="27782"/>
                          </a:cubicBezTo>
                          <a:cubicBezTo>
                            <a:pt x="14438" y="27782"/>
                            <a:pt x="14408" y="27782"/>
                            <a:pt x="14347" y="27812"/>
                          </a:cubicBezTo>
                          <a:cubicBezTo>
                            <a:pt x="14104" y="27964"/>
                            <a:pt x="13921" y="28177"/>
                            <a:pt x="13617" y="28299"/>
                          </a:cubicBezTo>
                          <a:cubicBezTo>
                            <a:pt x="13587" y="28299"/>
                            <a:pt x="13556" y="28359"/>
                            <a:pt x="13556" y="28390"/>
                          </a:cubicBezTo>
                          <a:cubicBezTo>
                            <a:pt x="13556" y="28663"/>
                            <a:pt x="13374" y="28906"/>
                            <a:pt x="13496" y="29180"/>
                          </a:cubicBezTo>
                          <a:cubicBezTo>
                            <a:pt x="13496" y="29210"/>
                            <a:pt x="13465" y="29271"/>
                            <a:pt x="13435" y="29302"/>
                          </a:cubicBezTo>
                          <a:cubicBezTo>
                            <a:pt x="13405" y="29393"/>
                            <a:pt x="13435" y="29484"/>
                            <a:pt x="13496" y="29575"/>
                          </a:cubicBezTo>
                          <a:cubicBezTo>
                            <a:pt x="13556" y="29606"/>
                            <a:pt x="13587" y="29666"/>
                            <a:pt x="13617" y="29727"/>
                          </a:cubicBezTo>
                          <a:cubicBezTo>
                            <a:pt x="13678" y="30001"/>
                            <a:pt x="13739" y="30305"/>
                            <a:pt x="13800" y="30578"/>
                          </a:cubicBezTo>
                          <a:cubicBezTo>
                            <a:pt x="13800" y="30730"/>
                            <a:pt x="13587" y="30973"/>
                            <a:pt x="13435" y="30943"/>
                          </a:cubicBezTo>
                          <a:cubicBezTo>
                            <a:pt x="13283" y="30882"/>
                            <a:pt x="13070" y="30882"/>
                            <a:pt x="12918" y="30973"/>
                          </a:cubicBezTo>
                          <a:cubicBezTo>
                            <a:pt x="12766" y="31065"/>
                            <a:pt x="12645" y="31125"/>
                            <a:pt x="12462" y="31156"/>
                          </a:cubicBezTo>
                          <a:cubicBezTo>
                            <a:pt x="12280" y="31186"/>
                            <a:pt x="12098" y="31277"/>
                            <a:pt x="11915" y="31399"/>
                          </a:cubicBezTo>
                          <a:cubicBezTo>
                            <a:pt x="11763" y="31460"/>
                            <a:pt x="11642" y="31612"/>
                            <a:pt x="11581" y="31794"/>
                          </a:cubicBezTo>
                          <a:cubicBezTo>
                            <a:pt x="11520" y="32189"/>
                            <a:pt x="11277" y="32554"/>
                            <a:pt x="10912" y="32767"/>
                          </a:cubicBezTo>
                          <a:cubicBezTo>
                            <a:pt x="10821" y="32858"/>
                            <a:pt x="10669" y="32888"/>
                            <a:pt x="10578" y="32979"/>
                          </a:cubicBezTo>
                          <a:cubicBezTo>
                            <a:pt x="10517" y="33010"/>
                            <a:pt x="10456" y="33071"/>
                            <a:pt x="10426" y="33131"/>
                          </a:cubicBezTo>
                          <a:cubicBezTo>
                            <a:pt x="10395" y="33223"/>
                            <a:pt x="10395" y="33314"/>
                            <a:pt x="10365" y="33375"/>
                          </a:cubicBezTo>
                          <a:cubicBezTo>
                            <a:pt x="10335" y="33527"/>
                            <a:pt x="10213" y="33618"/>
                            <a:pt x="10091" y="33648"/>
                          </a:cubicBezTo>
                          <a:cubicBezTo>
                            <a:pt x="10031" y="33679"/>
                            <a:pt x="9939" y="33709"/>
                            <a:pt x="9879" y="33709"/>
                          </a:cubicBezTo>
                          <a:cubicBezTo>
                            <a:pt x="9787" y="33739"/>
                            <a:pt x="9696" y="33831"/>
                            <a:pt x="9635" y="33922"/>
                          </a:cubicBezTo>
                          <a:cubicBezTo>
                            <a:pt x="9575" y="34074"/>
                            <a:pt x="9423" y="34074"/>
                            <a:pt x="9271" y="34074"/>
                          </a:cubicBezTo>
                          <a:cubicBezTo>
                            <a:pt x="9180" y="34043"/>
                            <a:pt x="9058" y="33982"/>
                            <a:pt x="8967" y="33922"/>
                          </a:cubicBezTo>
                          <a:cubicBezTo>
                            <a:pt x="8936" y="33891"/>
                            <a:pt x="8845" y="33861"/>
                            <a:pt x="8784" y="33861"/>
                          </a:cubicBezTo>
                          <a:cubicBezTo>
                            <a:pt x="8724" y="33861"/>
                            <a:pt x="8632" y="33952"/>
                            <a:pt x="8663" y="34013"/>
                          </a:cubicBezTo>
                          <a:cubicBezTo>
                            <a:pt x="8693" y="34134"/>
                            <a:pt x="8724" y="34256"/>
                            <a:pt x="8754" y="34378"/>
                          </a:cubicBezTo>
                          <a:cubicBezTo>
                            <a:pt x="8784" y="34499"/>
                            <a:pt x="8693" y="34560"/>
                            <a:pt x="8602" y="34560"/>
                          </a:cubicBezTo>
                          <a:cubicBezTo>
                            <a:pt x="8420" y="34560"/>
                            <a:pt x="8268" y="34560"/>
                            <a:pt x="8116" y="34499"/>
                          </a:cubicBezTo>
                          <a:cubicBezTo>
                            <a:pt x="8055" y="34438"/>
                            <a:pt x="7964" y="34378"/>
                            <a:pt x="7872" y="34378"/>
                          </a:cubicBezTo>
                          <a:cubicBezTo>
                            <a:pt x="7690" y="34408"/>
                            <a:pt x="7538" y="34469"/>
                            <a:pt x="7356" y="34530"/>
                          </a:cubicBezTo>
                          <a:cubicBezTo>
                            <a:pt x="7295" y="34560"/>
                            <a:pt x="7265" y="34621"/>
                            <a:pt x="7265" y="34682"/>
                          </a:cubicBezTo>
                          <a:cubicBezTo>
                            <a:pt x="7295" y="34925"/>
                            <a:pt x="7325" y="35138"/>
                            <a:pt x="7629" y="35168"/>
                          </a:cubicBezTo>
                          <a:cubicBezTo>
                            <a:pt x="7781" y="35168"/>
                            <a:pt x="7903" y="35259"/>
                            <a:pt x="8024" y="35289"/>
                          </a:cubicBezTo>
                          <a:cubicBezTo>
                            <a:pt x="8207" y="35350"/>
                            <a:pt x="8389" y="35472"/>
                            <a:pt x="8450" y="35685"/>
                          </a:cubicBezTo>
                          <a:cubicBezTo>
                            <a:pt x="8511" y="35867"/>
                            <a:pt x="8663" y="36049"/>
                            <a:pt x="8845" y="36141"/>
                          </a:cubicBezTo>
                          <a:cubicBezTo>
                            <a:pt x="8967" y="36232"/>
                            <a:pt x="9028" y="36353"/>
                            <a:pt x="8997" y="36505"/>
                          </a:cubicBezTo>
                          <a:cubicBezTo>
                            <a:pt x="8997" y="36870"/>
                            <a:pt x="8967" y="37235"/>
                            <a:pt x="8936" y="37569"/>
                          </a:cubicBezTo>
                          <a:cubicBezTo>
                            <a:pt x="8906" y="37721"/>
                            <a:pt x="8876" y="37843"/>
                            <a:pt x="8815" y="37964"/>
                          </a:cubicBezTo>
                          <a:cubicBezTo>
                            <a:pt x="8784" y="38086"/>
                            <a:pt x="8632" y="38207"/>
                            <a:pt x="8511" y="38147"/>
                          </a:cubicBezTo>
                          <a:cubicBezTo>
                            <a:pt x="8268" y="38055"/>
                            <a:pt x="7994" y="38177"/>
                            <a:pt x="7781" y="38055"/>
                          </a:cubicBezTo>
                          <a:cubicBezTo>
                            <a:pt x="7721" y="38025"/>
                            <a:pt x="7629" y="38025"/>
                            <a:pt x="7569" y="38055"/>
                          </a:cubicBezTo>
                          <a:cubicBezTo>
                            <a:pt x="7356" y="38116"/>
                            <a:pt x="7113" y="38116"/>
                            <a:pt x="6900" y="38025"/>
                          </a:cubicBezTo>
                          <a:cubicBezTo>
                            <a:pt x="6657" y="37934"/>
                            <a:pt x="6414" y="37934"/>
                            <a:pt x="6170" y="37964"/>
                          </a:cubicBezTo>
                          <a:cubicBezTo>
                            <a:pt x="6110" y="37995"/>
                            <a:pt x="6049" y="37995"/>
                            <a:pt x="5958" y="37964"/>
                          </a:cubicBezTo>
                          <a:cubicBezTo>
                            <a:pt x="5714" y="37843"/>
                            <a:pt x="5410" y="37904"/>
                            <a:pt x="5228" y="38116"/>
                          </a:cubicBezTo>
                          <a:cubicBezTo>
                            <a:pt x="5198" y="38147"/>
                            <a:pt x="5106" y="38147"/>
                            <a:pt x="5046" y="38177"/>
                          </a:cubicBezTo>
                          <a:cubicBezTo>
                            <a:pt x="5015" y="38207"/>
                            <a:pt x="4955" y="38207"/>
                            <a:pt x="4924" y="38238"/>
                          </a:cubicBezTo>
                          <a:cubicBezTo>
                            <a:pt x="4833" y="38268"/>
                            <a:pt x="4772" y="38390"/>
                            <a:pt x="4833" y="38481"/>
                          </a:cubicBezTo>
                          <a:cubicBezTo>
                            <a:pt x="4955" y="38694"/>
                            <a:pt x="4985" y="38937"/>
                            <a:pt x="4955" y="39180"/>
                          </a:cubicBezTo>
                          <a:lnTo>
                            <a:pt x="4955" y="39241"/>
                          </a:lnTo>
                          <a:cubicBezTo>
                            <a:pt x="5046" y="39727"/>
                            <a:pt x="4955" y="40244"/>
                            <a:pt x="4742" y="40700"/>
                          </a:cubicBezTo>
                          <a:cubicBezTo>
                            <a:pt x="4681" y="40821"/>
                            <a:pt x="4620" y="40943"/>
                            <a:pt x="4590" y="41095"/>
                          </a:cubicBezTo>
                          <a:cubicBezTo>
                            <a:pt x="4559" y="41156"/>
                            <a:pt x="4559" y="41277"/>
                            <a:pt x="4620" y="41338"/>
                          </a:cubicBezTo>
                          <a:cubicBezTo>
                            <a:pt x="4803" y="41551"/>
                            <a:pt x="4894" y="41855"/>
                            <a:pt x="4863" y="42159"/>
                          </a:cubicBezTo>
                          <a:cubicBezTo>
                            <a:pt x="4863" y="42189"/>
                            <a:pt x="4863" y="42250"/>
                            <a:pt x="4863" y="42280"/>
                          </a:cubicBezTo>
                          <a:cubicBezTo>
                            <a:pt x="4863" y="42341"/>
                            <a:pt x="4894" y="42372"/>
                            <a:pt x="4955" y="42402"/>
                          </a:cubicBezTo>
                          <a:cubicBezTo>
                            <a:pt x="5106" y="42463"/>
                            <a:pt x="5289" y="42493"/>
                            <a:pt x="5471" y="42493"/>
                          </a:cubicBezTo>
                          <a:cubicBezTo>
                            <a:pt x="5562" y="42463"/>
                            <a:pt x="5654" y="42463"/>
                            <a:pt x="5745" y="42463"/>
                          </a:cubicBezTo>
                          <a:cubicBezTo>
                            <a:pt x="5836" y="42463"/>
                            <a:pt x="5958" y="42493"/>
                            <a:pt x="6018" y="42584"/>
                          </a:cubicBezTo>
                          <a:cubicBezTo>
                            <a:pt x="6110" y="42736"/>
                            <a:pt x="6201" y="42858"/>
                            <a:pt x="6292" y="43010"/>
                          </a:cubicBezTo>
                          <a:cubicBezTo>
                            <a:pt x="6383" y="43162"/>
                            <a:pt x="6565" y="43192"/>
                            <a:pt x="6748" y="43132"/>
                          </a:cubicBezTo>
                          <a:cubicBezTo>
                            <a:pt x="6839" y="43071"/>
                            <a:pt x="6930" y="43010"/>
                            <a:pt x="7021" y="42949"/>
                          </a:cubicBezTo>
                          <a:cubicBezTo>
                            <a:pt x="7234" y="42797"/>
                            <a:pt x="7508" y="42706"/>
                            <a:pt x="7781" y="42736"/>
                          </a:cubicBezTo>
                          <a:cubicBezTo>
                            <a:pt x="7994" y="42736"/>
                            <a:pt x="8207" y="42736"/>
                            <a:pt x="8389" y="42706"/>
                          </a:cubicBezTo>
                          <a:cubicBezTo>
                            <a:pt x="8511" y="42706"/>
                            <a:pt x="8632" y="42645"/>
                            <a:pt x="8693" y="42554"/>
                          </a:cubicBezTo>
                          <a:cubicBezTo>
                            <a:pt x="8754" y="42432"/>
                            <a:pt x="8876" y="42372"/>
                            <a:pt x="8997" y="42311"/>
                          </a:cubicBezTo>
                          <a:cubicBezTo>
                            <a:pt x="9149" y="42280"/>
                            <a:pt x="9240" y="42189"/>
                            <a:pt x="9271" y="42037"/>
                          </a:cubicBezTo>
                          <a:cubicBezTo>
                            <a:pt x="9331" y="41855"/>
                            <a:pt x="9453" y="41673"/>
                            <a:pt x="9605" y="41521"/>
                          </a:cubicBezTo>
                          <a:cubicBezTo>
                            <a:pt x="9666" y="41460"/>
                            <a:pt x="9696" y="41369"/>
                            <a:pt x="9635" y="41277"/>
                          </a:cubicBezTo>
                          <a:cubicBezTo>
                            <a:pt x="9392" y="40943"/>
                            <a:pt x="9514" y="40700"/>
                            <a:pt x="9757" y="40457"/>
                          </a:cubicBezTo>
                          <a:lnTo>
                            <a:pt x="9939" y="40244"/>
                          </a:lnTo>
                          <a:cubicBezTo>
                            <a:pt x="10122" y="40031"/>
                            <a:pt x="10274" y="39818"/>
                            <a:pt x="10578" y="39788"/>
                          </a:cubicBezTo>
                          <a:cubicBezTo>
                            <a:pt x="10912" y="39697"/>
                            <a:pt x="11125" y="39423"/>
                            <a:pt x="11125" y="39089"/>
                          </a:cubicBezTo>
                          <a:cubicBezTo>
                            <a:pt x="11155" y="38967"/>
                            <a:pt x="11155" y="38815"/>
                            <a:pt x="11186" y="38694"/>
                          </a:cubicBezTo>
                          <a:cubicBezTo>
                            <a:pt x="11186" y="38633"/>
                            <a:pt x="11216" y="38542"/>
                            <a:pt x="11216" y="38481"/>
                          </a:cubicBezTo>
                          <a:cubicBezTo>
                            <a:pt x="11277" y="38299"/>
                            <a:pt x="11459" y="38207"/>
                            <a:pt x="11642" y="38207"/>
                          </a:cubicBezTo>
                          <a:cubicBezTo>
                            <a:pt x="11946" y="38238"/>
                            <a:pt x="12280" y="38329"/>
                            <a:pt x="12553" y="38451"/>
                          </a:cubicBezTo>
                          <a:cubicBezTo>
                            <a:pt x="12675" y="38572"/>
                            <a:pt x="12827" y="38542"/>
                            <a:pt x="12918" y="38390"/>
                          </a:cubicBezTo>
                          <a:cubicBezTo>
                            <a:pt x="13101" y="38177"/>
                            <a:pt x="13313" y="38025"/>
                            <a:pt x="13587" y="37934"/>
                          </a:cubicBezTo>
                          <a:cubicBezTo>
                            <a:pt x="13678" y="37904"/>
                            <a:pt x="13739" y="37843"/>
                            <a:pt x="13800" y="37782"/>
                          </a:cubicBezTo>
                          <a:cubicBezTo>
                            <a:pt x="13921" y="37600"/>
                            <a:pt x="14164" y="37569"/>
                            <a:pt x="14347" y="37660"/>
                          </a:cubicBezTo>
                          <a:cubicBezTo>
                            <a:pt x="14560" y="37721"/>
                            <a:pt x="14712" y="37873"/>
                            <a:pt x="14803" y="38025"/>
                          </a:cubicBezTo>
                          <a:cubicBezTo>
                            <a:pt x="14864" y="38207"/>
                            <a:pt x="14955" y="38359"/>
                            <a:pt x="15046" y="38511"/>
                          </a:cubicBezTo>
                          <a:cubicBezTo>
                            <a:pt x="15319" y="38785"/>
                            <a:pt x="15593" y="39028"/>
                            <a:pt x="15836" y="39332"/>
                          </a:cubicBezTo>
                          <a:cubicBezTo>
                            <a:pt x="16019" y="39545"/>
                            <a:pt x="16262" y="39697"/>
                            <a:pt x="16535" y="39758"/>
                          </a:cubicBezTo>
                          <a:cubicBezTo>
                            <a:pt x="16809" y="39879"/>
                            <a:pt x="17082" y="40062"/>
                            <a:pt x="17326" y="40244"/>
                          </a:cubicBezTo>
                          <a:cubicBezTo>
                            <a:pt x="17417" y="40426"/>
                            <a:pt x="17538" y="40548"/>
                            <a:pt x="17721" y="40609"/>
                          </a:cubicBezTo>
                          <a:cubicBezTo>
                            <a:pt x="17781" y="40639"/>
                            <a:pt x="17842" y="40700"/>
                            <a:pt x="17873" y="40730"/>
                          </a:cubicBezTo>
                          <a:cubicBezTo>
                            <a:pt x="17933" y="40913"/>
                            <a:pt x="17994" y="41095"/>
                            <a:pt x="18055" y="41247"/>
                          </a:cubicBezTo>
                          <a:cubicBezTo>
                            <a:pt x="18055" y="41308"/>
                            <a:pt x="18055" y="41338"/>
                            <a:pt x="18055" y="41399"/>
                          </a:cubicBezTo>
                          <a:cubicBezTo>
                            <a:pt x="17964" y="41581"/>
                            <a:pt x="17903" y="41764"/>
                            <a:pt x="17660" y="41794"/>
                          </a:cubicBezTo>
                          <a:cubicBezTo>
                            <a:pt x="17265" y="41885"/>
                            <a:pt x="16839" y="41946"/>
                            <a:pt x="16444" y="41916"/>
                          </a:cubicBezTo>
                          <a:cubicBezTo>
                            <a:pt x="16383" y="41916"/>
                            <a:pt x="16323" y="41916"/>
                            <a:pt x="16262" y="41946"/>
                          </a:cubicBezTo>
                          <a:cubicBezTo>
                            <a:pt x="16231" y="41977"/>
                            <a:pt x="16201" y="42037"/>
                            <a:pt x="16171" y="42068"/>
                          </a:cubicBezTo>
                          <a:cubicBezTo>
                            <a:pt x="16171" y="42098"/>
                            <a:pt x="16171" y="42159"/>
                            <a:pt x="16201" y="42189"/>
                          </a:cubicBezTo>
                          <a:cubicBezTo>
                            <a:pt x="16353" y="42280"/>
                            <a:pt x="16474" y="42341"/>
                            <a:pt x="16626" y="42432"/>
                          </a:cubicBezTo>
                          <a:cubicBezTo>
                            <a:pt x="16900" y="42584"/>
                            <a:pt x="17174" y="42706"/>
                            <a:pt x="17447" y="42858"/>
                          </a:cubicBezTo>
                          <a:cubicBezTo>
                            <a:pt x="17538" y="42888"/>
                            <a:pt x="17599" y="42858"/>
                            <a:pt x="17630" y="42797"/>
                          </a:cubicBezTo>
                          <a:cubicBezTo>
                            <a:pt x="17660" y="42736"/>
                            <a:pt x="17690" y="42645"/>
                            <a:pt x="17690" y="42584"/>
                          </a:cubicBezTo>
                          <a:cubicBezTo>
                            <a:pt x="17690" y="42493"/>
                            <a:pt x="17660" y="42402"/>
                            <a:pt x="17660" y="42311"/>
                          </a:cubicBezTo>
                          <a:cubicBezTo>
                            <a:pt x="17660" y="42189"/>
                            <a:pt x="17781" y="42068"/>
                            <a:pt x="17933" y="42068"/>
                          </a:cubicBezTo>
                          <a:cubicBezTo>
                            <a:pt x="18055" y="42098"/>
                            <a:pt x="18207" y="42037"/>
                            <a:pt x="18268" y="41916"/>
                          </a:cubicBezTo>
                          <a:cubicBezTo>
                            <a:pt x="18389" y="41703"/>
                            <a:pt x="18481" y="41521"/>
                            <a:pt x="18602" y="41308"/>
                          </a:cubicBezTo>
                          <a:cubicBezTo>
                            <a:pt x="18663" y="41186"/>
                            <a:pt x="18633" y="41065"/>
                            <a:pt x="18572" y="40943"/>
                          </a:cubicBezTo>
                          <a:cubicBezTo>
                            <a:pt x="18541" y="40882"/>
                            <a:pt x="18481" y="40821"/>
                            <a:pt x="18481" y="40761"/>
                          </a:cubicBezTo>
                          <a:cubicBezTo>
                            <a:pt x="18450" y="40670"/>
                            <a:pt x="18450" y="40578"/>
                            <a:pt x="18481" y="40487"/>
                          </a:cubicBezTo>
                          <a:cubicBezTo>
                            <a:pt x="18511" y="40366"/>
                            <a:pt x="18663" y="40305"/>
                            <a:pt x="18815" y="40366"/>
                          </a:cubicBezTo>
                          <a:cubicBezTo>
                            <a:pt x="18906" y="40457"/>
                            <a:pt x="18997" y="40548"/>
                            <a:pt x="19119" y="40639"/>
                          </a:cubicBezTo>
                          <a:cubicBezTo>
                            <a:pt x="19149" y="40639"/>
                            <a:pt x="19180" y="40639"/>
                            <a:pt x="19210" y="40609"/>
                          </a:cubicBezTo>
                          <a:cubicBezTo>
                            <a:pt x="19332" y="40487"/>
                            <a:pt x="19301" y="40305"/>
                            <a:pt x="19210" y="40214"/>
                          </a:cubicBezTo>
                          <a:cubicBezTo>
                            <a:pt x="18876" y="39970"/>
                            <a:pt x="18511" y="39788"/>
                            <a:pt x="18146" y="39636"/>
                          </a:cubicBezTo>
                          <a:cubicBezTo>
                            <a:pt x="17994" y="39575"/>
                            <a:pt x="17964" y="39484"/>
                            <a:pt x="17964" y="39363"/>
                          </a:cubicBezTo>
                          <a:cubicBezTo>
                            <a:pt x="17964" y="39332"/>
                            <a:pt x="17933" y="39302"/>
                            <a:pt x="17903" y="39271"/>
                          </a:cubicBezTo>
                          <a:cubicBezTo>
                            <a:pt x="17812" y="39241"/>
                            <a:pt x="17721" y="39211"/>
                            <a:pt x="17630" y="39211"/>
                          </a:cubicBezTo>
                          <a:cubicBezTo>
                            <a:pt x="17417" y="39211"/>
                            <a:pt x="17234" y="39089"/>
                            <a:pt x="17113" y="38937"/>
                          </a:cubicBezTo>
                          <a:cubicBezTo>
                            <a:pt x="16991" y="38815"/>
                            <a:pt x="16900" y="38694"/>
                            <a:pt x="16839" y="38572"/>
                          </a:cubicBezTo>
                          <a:cubicBezTo>
                            <a:pt x="16718" y="38299"/>
                            <a:pt x="16535" y="38086"/>
                            <a:pt x="16323" y="37934"/>
                          </a:cubicBezTo>
                          <a:cubicBezTo>
                            <a:pt x="16231" y="37843"/>
                            <a:pt x="16140" y="37812"/>
                            <a:pt x="16049" y="37721"/>
                          </a:cubicBezTo>
                          <a:cubicBezTo>
                            <a:pt x="15927" y="37630"/>
                            <a:pt x="15867" y="37508"/>
                            <a:pt x="15897" y="37356"/>
                          </a:cubicBezTo>
                          <a:cubicBezTo>
                            <a:pt x="15897" y="37235"/>
                            <a:pt x="15897" y="37113"/>
                            <a:pt x="15927" y="37022"/>
                          </a:cubicBezTo>
                          <a:cubicBezTo>
                            <a:pt x="15927" y="36931"/>
                            <a:pt x="15958" y="36870"/>
                            <a:pt x="16019" y="36870"/>
                          </a:cubicBezTo>
                          <a:cubicBezTo>
                            <a:pt x="16110" y="36809"/>
                            <a:pt x="16231" y="36748"/>
                            <a:pt x="16353" y="36718"/>
                          </a:cubicBezTo>
                          <a:cubicBezTo>
                            <a:pt x="16383" y="36718"/>
                            <a:pt x="16414" y="36748"/>
                            <a:pt x="16444" y="36779"/>
                          </a:cubicBezTo>
                          <a:cubicBezTo>
                            <a:pt x="16474" y="36900"/>
                            <a:pt x="16474" y="36992"/>
                            <a:pt x="16535" y="37113"/>
                          </a:cubicBezTo>
                          <a:cubicBezTo>
                            <a:pt x="16566" y="37204"/>
                            <a:pt x="16626" y="37296"/>
                            <a:pt x="16718" y="37265"/>
                          </a:cubicBezTo>
                          <a:cubicBezTo>
                            <a:pt x="16870" y="37235"/>
                            <a:pt x="16961" y="37387"/>
                            <a:pt x="17113" y="37356"/>
                          </a:cubicBezTo>
                          <a:cubicBezTo>
                            <a:pt x="17204" y="37356"/>
                            <a:pt x="17295" y="37417"/>
                            <a:pt x="17295" y="37508"/>
                          </a:cubicBezTo>
                          <a:cubicBezTo>
                            <a:pt x="17417" y="37782"/>
                            <a:pt x="17599" y="38025"/>
                            <a:pt x="17873" y="38177"/>
                          </a:cubicBezTo>
                          <a:cubicBezTo>
                            <a:pt x="18055" y="38359"/>
                            <a:pt x="18298" y="38451"/>
                            <a:pt x="18541" y="38481"/>
                          </a:cubicBezTo>
                          <a:cubicBezTo>
                            <a:pt x="18633" y="38603"/>
                            <a:pt x="18754" y="38663"/>
                            <a:pt x="18876" y="38694"/>
                          </a:cubicBezTo>
                          <a:cubicBezTo>
                            <a:pt x="19028" y="38724"/>
                            <a:pt x="19180" y="38815"/>
                            <a:pt x="19271" y="38937"/>
                          </a:cubicBezTo>
                          <a:cubicBezTo>
                            <a:pt x="19392" y="39059"/>
                            <a:pt x="19514" y="39211"/>
                            <a:pt x="19666" y="39332"/>
                          </a:cubicBezTo>
                          <a:cubicBezTo>
                            <a:pt x="19727" y="39393"/>
                            <a:pt x="19757" y="39484"/>
                            <a:pt x="19757" y="39575"/>
                          </a:cubicBezTo>
                          <a:lnTo>
                            <a:pt x="19757" y="40001"/>
                          </a:lnTo>
                          <a:cubicBezTo>
                            <a:pt x="19696" y="40214"/>
                            <a:pt x="19788" y="40457"/>
                            <a:pt x="19970" y="40578"/>
                          </a:cubicBezTo>
                          <a:cubicBezTo>
                            <a:pt x="19970" y="40578"/>
                            <a:pt x="20000" y="40639"/>
                            <a:pt x="20000" y="40639"/>
                          </a:cubicBezTo>
                          <a:cubicBezTo>
                            <a:pt x="19940" y="40852"/>
                            <a:pt x="20092" y="40913"/>
                            <a:pt x="20213" y="41034"/>
                          </a:cubicBezTo>
                          <a:cubicBezTo>
                            <a:pt x="20304" y="41125"/>
                            <a:pt x="20426" y="41217"/>
                            <a:pt x="20517" y="41308"/>
                          </a:cubicBezTo>
                          <a:cubicBezTo>
                            <a:pt x="20548" y="41521"/>
                            <a:pt x="20760" y="41612"/>
                            <a:pt x="20760" y="41825"/>
                          </a:cubicBezTo>
                          <a:cubicBezTo>
                            <a:pt x="20821" y="41885"/>
                            <a:pt x="20821" y="41916"/>
                            <a:pt x="20760" y="41946"/>
                          </a:cubicBezTo>
                          <a:lnTo>
                            <a:pt x="20760" y="42098"/>
                          </a:lnTo>
                          <a:cubicBezTo>
                            <a:pt x="20973" y="42220"/>
                            <a:pt x="21095" y="42402"/>
                            <a:pt x="21155" y="42615"/>
                          </a:cubicBezTo>
                          <a:cubicBezTo>
                            <a:pt x="21155" y="42676"/>
                            <a:pt x="21216" y="42736"/>
                            <a:pt x="21277" y="42736"/>
                          </a:cubicBezTo>
                          <a:cubicBezTo>
                            <a:pt x="21459" y="42828"/>
                            <a:pt x="21642" y="42858"/>
                            <a:pt x="21824" y="42858"/>
                          </a:cubicBezTo>
                          <a:cubicBezTo>
                            <a:pt x="21885" y="42858"/>
                            <a:pt x="21946" y="42797"/>
                            <a:pt x="21915" y="42736"/>
                          </a:cubicBezTo>
                          <a:cubicBezTo>
                            <a:pt x="21824" y="42493"/>
                            <a:pt x="22067" y="42341"/>
                            <a:pt x="22037" y="42159"/>
                          </a:cubicBezTo>
                          <a:cubicBezTo>
                            <a:pt x="22037" y="42159"/>
                            <a:pt x="22098" y="42129"/>
                            <a:pt x="22098" y="42159"/>
                          </a:cubicBezTo>
                          <a:cubicBezTo>
                            <a:pt x="22280" y="42220"/>
                            <a:pt x="22402" y="42068"/>
                            <a:pt x="22554" y="42037"/>
                          </a:cubicBezTo>
                          <a:cubicBezTo>
                            <a:pt x="22584" y="42037"/>
                            <a:pt x="22614" y="41977"/>
                            <a:pt x="22584" y="41916"/>
                          </a:cubicBezTo>
                          <a:cubicBezTo>
                            <a:pt x="22554" y="41733"/>
                            <a:pt x="22462" y="41581"/>
                            <a:pt x="22310" y="41460"/>
                          </a:cubicBezTo>
                          <a:cubicBezTo>
                            <a:pt x="22219" y="41429"/>
                            <a:pt x="22158" y="41369"/>
                            <a:pt x="22098" y="41308"/>
                          </a:cubicBezTo>
                          <a:cubicBezTo>
                            <a:pt x="21915" y="41065"/>
                            <a:pt x="21763" y="40821"/>
                            <a:pt x="21611" y="40578"/>
                          </a:cubicBezTo>
                          <a:cubicBezTo>
                            <a:pt x="21581" y="40548"/>
                            <a:pt x="21581" y="40487"/>
                            <a:pt x="21611" y="40457"/>
                          </a:cubicBezTo>
                          <a:cubicBezTo>
                            <a:pt x="21611" y="40426"/>
                            <a:pt x="21611" y="40396"/>
                            <a:pt x="21611" y="40396"/>
                          </a:cubicBezTo>
                          <a:cubicBezTo>
                            <a:pt x="21642" y="40335"/>
                            <a:pt x="21672" y="40335"/>
                            <a:pt x="21733" y="40396"/>
                          </a:cubicBezTo>
                          <a:cubicBezTo>
                            <a:pt x="21763" y="40426"/>
                            <a:pt x="21794" y="40457"/>
                            <a:pt x="21824" y="40487"/>
                          </a:cubicBezTo>
                          <a:cubicBezTo>
                            <a:pt x="22007" y="40639"/>
                            <a:pt x="22189" y="40609"/>
                            <a:pt x="22280" y="40366"/>
                          </a:cubicBezTo>
                          <a:cubicBezTo>
                            <a:pt x="22310" y="40274"/>
                            <a:pt x="22341" y="40183"/>
                            <a:pt x="22402" y="40122"/>
                          </a:cubicBezTo>
                          <a:cubicBezTo>
                            <a:pt x="22432" y="40092"/>
                            <a:pt x="22462" y="40062"/>
                            <a:pt x="22493" y="40062"/>
                          </a:cubicBezTo>
                          <a:cubicBezTo>
                            <a:pt x="22584" y="40092"/>
                            <a:pt x="22675" y="40122"/>
                            <a:pt x="22766" y="40062"/>
                          </a:cubicBezTo>
                          <a:cubicBezTo>
                            <a:pt x="22858" y="40001"/>
                            <a:pt x="23010" y="39970"/>
                            <a:pt x="23131" y="40001"/>
                          </a:cubicBezTo>
                          <a:cubicBezTo>
                            <a:pt x="23314" y="40031"/>
                            <a:pt x="23465" y="40183"/>
                            <a:pt x="23465" y="40366"/>
                          </a:cubicBezTo>
                          <a:cubicBezTo>
                            <a:pt x="23496" y="40639"/>
                            <a:pt x="23465" y="40913"/>
                            <a:pt x="23405" y="41186"/>
                          </a:cubicBezTo>
                          <a:cubicBezTo>
                            <a:pt x="23405" y="41247"/>
                            <a:pt x="23465" y="41308"/>
                            <a:pt x="23526" y="41308"/>
                          </a:cubicBezTo>
                          <a:lnTo>
                            <a:pt x="23709" y="41308"/>
                          </a:lnTo>
                          <a:cubicBezTo>
                            <a:pt x="23739" y="41308"/>
                            <a:pt x="23769" y="41308"/>
                            <a:pt x="23800" y="41308"/>
                          </a:cubicBezTo>
                          <a:cubicBezTo>
                            <a:pt x="23800" y="41308"/>
                            <a:pt x="23830" y="41338"/>
                            <a:pt x="23830" y="41369"/>
                          </a:cubicBezTo>
                          <a:cubicBezTo>
                            <a:pt x="23861" y="41399"/>
                            <a:pt x="23861" y="41460"/>
                            <a:pt x="23830" y="41490"/>
                          </a:cubicBezTo>
                          <a:cubicBezTo>
                            <a:pt x="23769" y="41612"/>
                            <a:pt x="23587" y="41612"/>
                            <a:pt x="23496" y="41673"/>
                          </a:cubicBezTo>
                          <a:cubicBezTo>
                            <a:pt x="23465" y="41673"/>
                            <a:pt x="23435" y="41703"/>
                            <a:pt x="23435" y="41703"/>
                          </a:cubicBezTo>
                          <a:cubicBezTo>
                            <a:pt x="23405" y="41764"/>
                            <a:pt x="23435" y="41825"/>
                            <a:pt x="23465" y="41825"/>
                          </a:cubicBezTo>
                          <a:lnTo>
                            <a:pt x="23709" y="41946"/>
                          </a:lnTo>
                          <a:cubicBezTo>
                            <a:pt x="23769" y="41977"/>
                            <a:pt x="23830" y="42007"/>
                            <a:pt x="23891" y="42068"/>
                          </a:cubicBezTo>
                          <a:cubicBezTo>
                            <a:pt x="23982" y="42129"/>
                            <a:pt x="23800" y="42220"/>
                            <a:pt x="23891" y="42280"/>
                          </a:cubicBezTo>
                          <a:cubicBezTo>
                            <a:pt x="24013" y="42341"/>
                            <a:pt x="24104" y="42432"/>
                            <a:pt x="24195" y="42554"/>
                          </a:cubicBezTo>
                          <a:cubicBezTo>
                            <a:pt x="24256" y="42676"/>
                            <a:pt x="24377" y="42736"/>
                            <a:pt x="24469" y="42828"/>
                          </a:cubicBezTo>
                          <a:cubicBezTo>
                            <a:pt x="24529" y="42919"/>
                            <a:pt x="24621" y="42919"/>
                            <a:pt x="24712" y="42888"/>
                          </a:cubicBezTo>
                          <a:cubicBezTo>
                            <a:pt x="24894" y="42858"/>
                            <a:pt x="25076" y="42919"/>
                            <a:pt x="25198" y="43071"/>
                          </a:cubicBezTo>
                          <a:cubicBezTo>
                            <a:pt x="25228" y="43132"/>
                            <a:pt x="25289" y="43162"/>
                            <a:pt x="25350" y="43192"/>
                          </a:cubicBezTo>
                          <a:cubicBezTo>
                            <a:pt x="25380" y="43223"/>
                            <a:pt x="25441" y="43223"/>
                            <a:pt x="25472" y="43223"/>
                          </a:cubicBezTo>
                          <a:cubicBezTo>
                            <a:pt x="25715" y="43192"/>
                            <a:pt x="25928" y="43192"/>
                            <a:pt x="26080" y="42980"/>
                          </a:cubicBezTo>
                          <a:cubicBezTo>
                            <a:pt x="26171" y="42858"/>
                            <a:pt x="26353" y="42828"/>
                            <a:pt x="26505" y="42888"/>
                          </a:cubicBezTo>
                          <a:cubicBezTo>
                            <a:pt x="26657" y="42919"/>
                            <a:pt x="26809" y="43010"/>
                            <a:pt x="26931" y="43101"/>
                          </a:cubicBezTo>
                          <a:cubicBezTo>
                            <a:pt x="27083" y="43284"/>
                            <a:pt x="27326" y="43344"/>
                            <a:pt x="27569" y="43253"/>
                          </a:cubicBezTo>
                          <a:cubicBezTo>
                            <a:pt x="27812" y="43223"/>
                            <a:pt x="28025" y="43071"/>
                            <a:pt x="28207" y="42888"/>
                          </a:cubicBezTo>
                          <a:cubicBezTo>
                            <a:pt x="28238" y="42797"/>
                            <a:pt x="28359" y="42797"/>
                            <a:pt x="28450" y="42828"/>
                          </a:cubicBezTo>
                          <a:cubicBezTo>
                            <a:pt x="28602" y="42858"/>
                            <a:pt x="28785" y="42888"/>
                            <a:pt x="28967" y="42888"/>
                          </a:cubicBezTo>
                          <a:lnTo>
                            <a:pt x="28967" y="42858"/>
                          </a:lnTo>
                          <a:lnTo>
                            <a:pt x="28967" y="42888"/>
                          </a:lnTo>
                          <a:lnTo>
                            <a:pt x="28967" y="42888"/>
                          </a:lnTo>
                          <a:cubicBezTo>
                            <a:pt x="28906" y="43132"/>
                            <a:pt x="28876" y="43375"/>
                            <a:pt x="28937" y="43618"/>
                          </a:cubicBezTo>
                          <a:cubicBezTo>
                            <a:pt x="28998" y="43861"/>
                            <a:pt x="28967" y="44074"/>
                            <a:pt x="28906" y="44287"/>
                          </a:cubicBezTo>
                          <a:cubicBezTo>
                            <a:pt x="28846" y="44469"/>
                            <a:pt x="28815" y="44651"/>
                            <a:pt x="28724" y="44803"/>
                          </a:cubicBezTo>
                          <a:cubicBezTo>
                            <a:pt x="28633" y="45046"/>
                            <a:pt x="28542" y="45290"/>
                            <a:pt x="28481" y="45533"/>
                          </a:cubicBezTo>
                          <a:cubicBezTo>
                            <a:pt x="28450" y="45746"/>
                            <a:pt x="28329" y="45958"/>
                            <a:pt x="28177" y="46110"/>
                          </a:cubicBezTo>
                          <a:cubicBezTo>
                            <a:pt x="28116" y="46202"/>
                            <a:pt x="28055" y="46232"/>
                            <a:pt x="27964" y="46262"/>
                          </a:cubicBezTo>
                          <a:cubicBezTo>
                            <a:pt x="27599" y="46293"/>
                            <a:pt x="27265" y="46262"/>
                            <a:pt x="26931" y="46171"/>
                          </a:cubicBezTo>
                          <a:cubicBezTo>
                            <a:pt x="26809" y="46141"/>
                            <a:pt x="26687" y="46110"/>
                            <a:pt x="26566" y="46110"/>
                          </a:cubicBezTo>
                          <a:cubicBezTo>
                            <a:pt x="26262" y="46080"/>
                            <a:pt x="25958" y="46171"/>
                            <a:pt x="25715" y="46323"/>
                          </a:cubicBezTo>
                          <a:cubicBezTo>
                            <a:pt x="25593" y="46384"/>
                            <a:pt x="25472" y="46414"/>
                            <a:pt x="25350" y="46353"/>
                          </a:cubicBezTo>
                          <a:cubicBezTo>
                            <a:pt x="24864" y="46262"/>
                            <a:pt x="24377" y="46110"/>
                            <a:pt x="23891" y="46050"/>
                          </a:cubicBezTo>
                          <a:cubicBezTo>
                            <a:pt x="23678" y="46050"/>
                            <a:pt x="23526" y="46019"/>
                            <a:pt x="23344" y="45928"/>
                          </a:cubicBezTo>
                          <a:cubicBezTo>
                            <a:pt x="23131" y="45806"/>
                            <a:pt x="22888" y="45715"/>
                            <a:pt x="22645" y="45715"/>
                          </a:cubicBezTo>
                          <a:cubicBezTo>
                            <a:pt x="22432" y="45685"/>
                            <a:pt x="22250" y="45594"/>
                            <a:pt x="22098" y="45442"/>
                          </a:cubicBezTo>
                          <a:cubicBezTo>
                            <a:pt x="22037" y="45381"/>
                            <a:pt x="21946" y="45320"/>
                            <a:pt x="21855" y="45320"/>
                          </a:cubicBezTo>
                          <a:cubicBezTo>
                            <a:pt x="21490" y="45198"/>
                            <a:pt x="21095" y="45229"/>
                            <a:pt x="20730" y="45411"/>
                          </a:cubicBezTo>
                          <a:cubicBezTo>
                            <a:pt x="20456" y="45533"/>
                            <a:pt x="20304" y="45837"/>
                            <a:pt x="20365" y="46141"/>
                          </a:cubicBezTo>
                          <a:cubicBezTo>
                            <a:pt x="20396" y="46232"/>
                            <a:pt x="20426" y="46323"/>
                            <a:pt x="20456" y="46414"/>
                          </a:cubicBezTo>
                          <a:cubicBezTo>
                            <a:pt x="20456" y="46505"/>
                            <a:pt x="20426" y="46597"/>
                            <a:pt x="20365" y="46657"/>
                          </a:cubicBezTo>
                          <a:cubicBezTo>
                            <a:pt x="20335" y="46718"/>
                            <a:pt x="20304" y="46749"/>
                            <a:pt x="20244" y="46809"/>
                          </a:cubicBezTo>
                          <a:cubicBezTo>
                            <a:pt x="20122" y="46931"/>
                            <a:pt x="19940" y="46961"/>
                            <a:pt x="19788" y="46870"/>
                          </a:cubicBezTo>
                          <a:cubicBezTo>
                            <a:pt x="19727" y="46840"/>
                            <a:pt x="19666" y="46779"/>
                            <a:pt x="19575" y="46718"/>
                          </a:cubicBezTo>
                          <a:cubicBezTo>
                            <a:pt x="19453" y="46627"/>
                            <a:pt x="19362" y="46566"/>
                            <a:pt x="19240" y="46505"/>
                          </a:cubicBezTo>
                          <a:cubicBezTo>
                            <a:pt x="18967" y="46323"/>
                            <a:pt x="18663" y="46232"/>
                            <a:pt x="18329" y="46232"/>
                          </a:cubicBezTo>
                          <a:cubicBezTo>
                            <a:pt x="18177" y="46232"/>
                            <a:pt x="18055" y="46141"/>
                            <a:pt x="18025" y="45989"/>
                          </a:cubicBezTo>
                          <a:cubicBezTo>
                            <a:pt x="17994" y="45928"/>
                            <a:pt x="17964" y="45837"/>
                            <a:pt x="17933" y="45746"/>
                          </a:cubicBezTo>
                          <a:cubicBezTo>
                            <a:pt x="17873" y="45624"/>
                            <a:pt x="17781" y="45502"/>
                            <a:pt x="17660" y="45472"/>
                          </a:cubicBezTo>
                          <a:cubicBezTo>
                            <a:pt x="17265" y="45290"/>
                            <a:pt x="16870" y="45229"/>
                            <a:pt x="16444" y="45259"/>
                          </a:cubicBezTo>
                          <a:cubicBezTo>
                            <a:pt x="16231" y="45259"/>
                            <a:pt x="15988" y="45198"/>
                            <a:pt x="15806" y="45077"/>
                          </a:cubicBezTo>
                          <a:cubicBezTo>
                            <a:pt x="15775" y="45077"/>
                            <a:pt x="15745" y="45077"/>
                            <a:pt x="15745" y="45046"/>
                          </a:cubicBezTo>
                          <a:cubicBezTo>
                            <a:pt x="15593" y="44894"/>
                            <a:pt x="15380" y="44773"/>
                            <a:pt x="15167" y="44712"/>
                          </a:cubicBezTo>
                          <a:cubicBezTo>
                            <a:pt x="15076" y="44651"/>
                            <a:pt x="15046" y="44530"/>
                            <a:pt x="15107" y="44408"/>
                          </a:cubicBezTo>
                          <a:cubicBezTo>
                            <a:pt x="15198" y="44317"/>
                            <a:pt x="15289" y="44226"/>
                            <a:pt x="15380" y="44135"/>
                          </a:cubicBezTo>
                          <a:cubicBezTo>
                            <a:pt x="15502" y="43983"/>
                            <a:pt x="15532" y="43770"/>
                            <a:pt x="15471" y="43618"/>
                          </a:cubicBezTo>
                          <a:cubicBezTo>
                            <a:pt x="15411" y="43527"/>
                            <a:pt x="15350" y="43436"/>
                            <a:pt x="15289" y="43344"/>
                          </a:cubicBezTo>
                          <a:cubicBezTo>
                            <a:pt x="15259" y="43284"/>
                            <a:pt x="15259" y="43253"/>
                            <a:pt x="15289" y="43192"/>
                          </a:cubicBezTo>
                          <a:cubicBezTo>
                            <a:pt x="15319" y="43071"/>
                            <a:pt x="15380" y="42949"/>
                            <a:pt x="15441" y="42828"/>
                          </a:cubicBezTo>
                          <a:cubicBezTo>
                            <a:pt x="15471" y="42767"/>
                            <a:pt x="15380" y="42676"/>
                            <a:pt x="15319" y="42706"/>
                          </a:cubicBezTo>
                          <a:cubicBezTo>
                            <a:pt x="15228" y="42767"/>
                            <a:pt x="15076" y="42736"/>
                            <a:pt x="15015" y="42645"/>
                          </a:cubicBezTo>
                          <a:cubicBezTo>
                            <a:pt x="14894" y="42493"/>
                            <a:pt x="14681" y="42432"/>
                            <a:pt x="14529" y="42524"/>
                          </a:cubicBezTo>
                          <a:cubicBezTo>
                            <a:pt x="14347" y="42554"/>
                            <a:pt x="14195" y="42645"/>
                            <a:pt x="14012" y="42676"/>
                          </a:cubicBezTo>
                          <a:cubicBezTo>
                            <a:pt x="13891" y="42706"/>
                            <a:pt x="13769" y="42706"/>
                            <a:pt x="13678" y="42706"/>
                          </a:cubicBezTo>
                          <a:cubicBezTo>
                            <a:pt x="13496" y="42584"/>
                            <a:pt x="13313" y="42767"/>
                            <a:pt x="13131" y="42676"/>
                          </a:cubicBezTo>
                          <a:cubicBezTo>
                            <a:pt x="12979" y="42584"/>
                            <a:pt x="12797" y="42736"/>
                            <a:pt x="12614" y="42736"/>
                          </a:cubicBezTo>
                          <a:cubicBezTo>
                            <a:pt x="12493" y="42767"/>
                            <a:pt x="12341" y="42767"/>
                            <a:pt x="12219" y="42736"/>
                          </a:cubicBezTo>
                          <a:cubicBezTo>
                            <a:pt x="11885" y="42676"/>
                            <a:pt x="11520" y="42706"/>
                            <a:pt x="11216" y="42828"/>
                          </a:cubicBezTo>
                          <a:cubicBezTo>
                            <a:pt x="11034" y="42858"/>
                            <a:pt x="10851" y="42888"/>
                            <a:pt x="10669" y="42858"/>
                          </a:cubicBezTo>
                          <a:cubicBezTo>
                            <a:pt x="10517" y="42858"/>
                            <a:pt x="10365" y="42919"/>
                            <a:pt x="10213" y="42980"/>
                          </a:cubicBezTo>
                          <a:cubicBezTo>
                            <a:pt x="9970" y="43101"/>
                            <a:pt x="9727" y="43253"/>
                            <a:pt x="9483" y="43344"/>
                          </a:cubicBezTo>
                          <a:cubicBezTo>
                            <a:pt x="9301" y="43405"/>
                            <a:pt x="9119" y="43527"/>
                            <a:pt x="8967" y="43648"/>
                          </a:cubicBezTo>
                          <a:cubicBezTo>
                            <a:pt x="8784" y="43800"/>
                            <a:pt x="8541" y="43861"/>
                            <a:pt x="8328" y="43739"/>
                          </a:cubicBezTo>
                          <a:cubicBezTo>
                            <a:pt x="8146" y="43679"/>
                            <a:pt x="7964" y="43648"/>
                            <a:pt x="7781" y="43679"/>
                          </a:cubicBezTo>
                          <a:cubicBezTo>
                            <a:pt x="7599" y="43679"/>
                            <a:pt x="7417" y="43679"/>
                            <a:pt x="7234" y="43679"/>
                          </a:cubicBezTo>
                          <a:cubicBezTo>
                            <a:pt x="7173" y="43648"/>
                            <a:pt x="7082" y="43618"/>
                            <a:pt x="7021" y="43557"/>
                          </a:cubicBezTo>
                          <a:cubicBezTo>
                            <a:pt x="6961" y="43527"/>
                            <a:pt x="6930" y="43496"/>
                            <a:pt x="6930" y="43466"/>
                          </a:cubicBezTo>
                          <a:cubicBezTo>
                            <a:pt x="6748" y="43284"/>
                            <a:pt x="6535" y="43314"/>
                            <a:pt x="6474" y="43557"/>
                          </a:cubicBezTo>
                          <a:cubicBezTo>
                            <a:pt x="6414" y="43679"/>
                            <a:pt x="6353" y="43831"/>
                            <a:pt x="6322" y="43952"/>
                          </a:cubicBezTo>
                          <a:cubicBezTo>
                            <a:pt x="6262" y="44256"/>
                            <a:pt x="6079" y="44499"/>
                            <a:pt x="5806" y="44621"/>
                          </a:cubicBezTo>
                          <a:cubicBezTo>
                            <a:pt x="5562" y="44743"/>
                            <a:pt x="5319" y="44894"/>
                            <a:pt x="5106" y="45016"/>
                          </a:cubicBezTo>
                          <a:cubicBezTo>
                            <a:pt x="4863" y="45168"/>
                            <a:pt x="4681" y="45320"/>
                            <a:pt x="4681" y="45594"/>
                          </a:cubicBezTo>
                          <a:cubicBezTo>
                            <a:pt x="4651" y="45715"/>
                            <a:pt x="4590" y="45806"/>
                            <a:pt x="4529" y="45898"/>
                          </a:cubicBezTo>
                          <a:cubicBezTo>
                            <a:pt x="4407" y="46050"/>
                            <a:pt x="4347" y="46232"/>
                            <a:pt x="4377" y="46414"/>
                          </a:cubicBezTo>
                          <a:cubicBezTo>
                            <a:pt x="4377" y="46566"/>
                            <a:pt x="4377" y="46688"/>
                            <a:pt x="4407" y="46809"/>
                          </a:cubicBezTo>
                          <a:cubicBezTo>
                            <a:pt x="4407" y="46931"/>
                            <a:pt x="4347" y="47053"/>
                            <a:pt x="4286" y="47144"/>
                          </a:cubicBezTo>
                          <a:cubicBezTo>
                            <a:pt x="4195" y="47265"/>
                            <a:pt x="4134" y="47417"/>
                            <a:pt x="4012" y="47539"/>
                          </a:cubicBezTo>
                          <a:cubicBezTo>
                            <a:pt x="3951" y="47600"/>
                            <a:pt x="3891" y="47660"/>
                            <a:pt x="3830" y="47721"/>
                          </a:cubicBezTo>
                          <a:cubicBezTo>
                            <a:pt x="3708" y="47782"/>
                            <a:pt x="3587" y="47843"/>
                            <a:pt x="3496" y="47934"/>
                          </a:cubicBezTo>
                          <a:cubicBezTo>
                            <a:pt x="3344" y="48056"/>
                            <a:pt x="3161" y="48116"/>
                            <a:pt x="2979" y="48147"/>
                          </a:cubicBezTo>
                          <a:cubicBezTo>
                            <a:pt x="2827" y="48177"/>
                            <a:pt x="2675" y="48268"/>
                            <a:pt x="2614" y="48390"/>
                          </a:cubicBezTo>
                          <a:cubicBezTo>
                            <a:pt x="2553" y="48481"/>
                            <a:pt x="2492" y="48542"/>
                            <a:pt x="2462" y="48633"/>
                          </a:cubicBezTo>
                          <a:cubicBezTo>
                            <a:pt x="2371" y="48785"/>
                            <a:pt x="2249" y="48937"/>
                            <a:pt x="2067" y="48998"/>
                          </a:cubicBezTo>
                          <a:cubicBezTo>
                            <a:pt x="1915" y="49119"/>
                            <a:pt x="1763" y="49271"/>
                            <a:pt x="1702" y="49454"/>
                          </a:cubicBezTo>
                          <a:cubicBezTo>
                            <a:pt x="1550" y="49788"/>
                            <a:pt x="1337" y="50092"/>
                            <a:pt x="1094" y="50366"/>
                          </a:cubicBezTo>
                          <a:cubicBezTo>
                            <a:pt x="1033" y="50426"/>
                            <a:pt x="973" y="50518"/>
                            <a:pt x="942" y="50609"/>
                          </a:cubicBezTo>
                          <a:cubicBezTo>
                            <a:pt x="790" y="50943"/>
                            <a:pt x="608" y="51278"/>
                            <a:pt x="395" y="51612"/>
                          </a:cubicBezTo>
                          <a:cubicBezTo>
                            <a:pt x="304" y="51734"/>
                            <a:pt x="243" y="51885"/>
                            <a:pt x="243" y="52037"/>
                          </a:cubicBezTo>
                          <a:cubicBezTo>
                            <a:pt x="213" y="52220"/>
                            <a:pt x="274" y="52433"/>
                            <a:pt x="456" y="52524"/>
                          </a:cubicBezTo>
                          <a:cubicBezTo>
                            <a:pt x="578" y="52615"/>
                            <a:pt x="638" y="52767"/>
                            <a:pt x="608" y="52949"/>
                          </a:cubicBezTo>
                          <a:cubicBezTo>
                            <a:pt x="547" y="53071"/>
                            <a:pt x="547" y="53253"/>
                            <a:pt x="608" y="53405"/>
                          </a:cubicBezTo>
                          <a:cubicBezTo>
                            <a:pt x="730" y="53770"/>
                            <a:pt x="699" y="54226"/>
                            <a:pt x="547" y="54591"/>
                          </a:cubicBezTo>
                          <a:cubicBezTo>
                            <a:pt x="517" y="54621"/>
                            <a:pt x="517" y="54682"/>
                            <a:pt x="486" y="54712"/>
                          </a:cubicBezTo>
                          <a:cubicBezTo>
                            <a:pt x="456" y="55138"/>
                            <a:pt x="274" y="55503"/>
                            <a:pt x="0" y="55837"/>
                          </a:cubicBezTo>
                          <a:cubicBezTo>
                            <a:pt x="0" y="55867"/>
                            <a:pt x="0" y="55898"/>
                            <a:pt x="0" y="55958"/>
                          </a:cubicBezTo>
                          <a:cubicBezTo>
                            <a:pt x="91" y="56080"/>
                            <a:pt x="152" y="56171"/>
                            <a:pt x="243" y="56293"/>
                          </a:cubicBezTo>
                          <a:cubicBezTo>
                            <a:pt x="334" y="56384"/>
                            <a:pt x="334" y="56536"/>
                            <a:pt x="304" y="56658"/>
                          </a:cubicBezTo>
                          <a:cubicBezTo>
                            <a:pt x="213" y="56870"/>
                            <a:pt x="243" y="57083"/>
                            <a:pt x="365" y="57265"/>
                          </a:cubicBezTo>
                          <a:cubicBezTo>
                            <a:pt x="426" y="57417"/>
                            <a:pt x="547" y="57509"/>
                            <a:pt x="699" y="57600"/>
                          </a:cubicBezTo>
                          <a:cubicBezTo>
                            <a:pt x="821" y="57630"/>
                            <a:pt x="942" y="57691"/>
                            <a:pt x="1064" y="57721"/>
                          </a:cubicBezTo>
                          <a:lnTo>
                            <a:pt x="1064" y="57721"/>
                          </a:lnTo>
                          <a:lnTo>
                            <a:pt x="1094" y="57691"/>
                          </a:lnTo>
                          <a:lnTo>
                            <a:pt x="1094" y="57752"/>
                          </a:lnTo>
                          <a:lnTo>
                            <a:pt x="1094" y="57752"/>
                          </a:lnTo>
                          <a:cubicBezTo>
                            <a:pt x="1094" y="57873"/>
                            <a:pt x="1155" y="57995"/>
                            <a:pt x="1277" y="58086"/>
                          </a:cubicBezTo>
                          <a:cubicBezTo>
                            <a:pt x="1398" y="58147"/>
                            <a:pt x="1459" y="58238"/>
                            <a:pt x="1489" y="58390"/>
                          </a:cubicBezTo>
                          <a:cubicBezTo>
                            <a:pt x="1520" y="58481"/>
                            <a:pt x="1581" y="58542"/>
                            <a:pt x="1672" y="58573"/>
                          </a:cubicBezTo>
                          <a:cubicBezTo>
                            <a:pt x="1854" y="58664"/>
                            <a:pt x="2037" y="58785"/>
                            <a:pt x="2158" y="58968"/>
                          </a:cubicBezTo>
                          <a:cubicBezTo>
                            <a:pt x="2219" y="59028"/>
                            <a:pt x="2280" y="59120"/>
                            <a:pt x="2280" y="59211"/>
                          </a:cubicBezTo>
                          <a:cubicBezTo>
                            <a:pt x="2310" y="59454"/>
                            <a:pt x="2401" y="59728"/>
                            <a:pt x="2553" y="59971"/>
                          </a:cubicBezTo>
                          <a:cubicBezTo>
                            <a:pt x="2675" y="60214"/>
                            <a:pt x="2888" y="60396"/>
                            <a:pt x="3161" y="60487"/>
                          </a:cubicBezTo>
                          <a:cubicBezTo>
                            <a:pt x="3344" y="60579"/>
                            <a:pt x="3526" y="60670"/>
                            <a:pt x="3678" y="60822"/>
                          </a:cubicBezTo>
                          <a:cubicBezTo>
                            <a:pt x="4043" y="61126"/>
                            <a:pt x="4407" y="61430"/>
                            <a:pt x="4803" y="61673"/>
                          </a:cubicBezTo>
                          <a:cubicBezTo>
                            <a:pt x="5015" y="61794"/>
                            <a:pt x="5228" y="61886"/>
                            <a:pt x="5441" y="61946"/>
                          </a:cubicBezTo>
                          <a:cubicBezTo>
                            <a:pt x="5502" y="61977"/>
                            <a:pt x="5562" y="61977"/>
                            <a:pt x="5623" y="61946"/>
                          </a:cubicBezTo>
                          <a:cubicBezTo>
                            <a:pt x="5775" y="61886"/>
                            <a:pt x="5927" y="61825"/>
                            <a:pt x="6079" y="61764"/>
                          </a:cubicBezTo>
                          <a:cubicBezTo>
                            <a:pt x="6322" y="61642"/>
                            <a:pt x="6596" y="61582"/>
                            <a:pt x="6869" y="61582"/>
                          </a:cubicBezTo>
                          <a:cubicBezTo>
                            <a:pt x="7052" y="61582"/>
                            <a:pt x="7234" y="61582"/>
                            <a:pt x="7386" y="61551"/>
                          </a:cubicBezTo>
                          <a:cubicBezTo>
                            <a:pt x="7660" y="61490"/>
                            <a:pt x="7933" y="61521"/>
                            <a:pt x="8176" y="61642"/>
                          </a:cubicBezTo>
                          <a:cubicBezTo>
                            <a:pt x="8237" y="61673"/>
                            <a:pt x="8328" y="61703"/>
                            <a:pt x="8389" y="61703"/>
                          </a:cubicBezTo>
                          <a:cubicBezTo>
                            <a:pt x="8511" y="61764"/>
                            <a:pt x="8663" y="61764"/>
                            <a:pt x="8784" y="61703"/>
                          </a:cubicBezTo>
                          <a:cubicBezTo>
                            <a:pt x="8936" y="61673"/>
                            <a:pt x="9088" y="61612"/>
                            <a:pt x="9240" y="61551"/>
                          </a:cubicBezTo>
                          <a:cubicBezTo>
                            <a:pt x="9362" y="61521"/>
                            <a:pt x="9483" y="61460"/>
                            <a:pt x="9605" y="61399"/>
                          </a:cubicBezTo>
                          <a:cubicBezTo>
                            <a:pt x="9787" y="61278"/>
                            <a:pt x="9970" y="61187"/>
                            <a:pt x="10183" y="61156"/>
                          </a:cubicBezTo>
                          <a:cubicBezTo>
                            <a:pt x="10365" y="61065"/>
                            <a:pt x="10547" y="61004"/>
                            <a:pt x="10760" y="60974"/>
                          </a:cubicBezTo>
                          <a:cubicBezTo>
                            <a:pt x="11034" y="60883"/>
                            <a:pt x="11338" y="60852"/>
                            <a:pt x="11642" y="60852"/>
                          </a:cubicBezTo>
                          <a:cubicBezTo>
                            <a:pt x="11702" y="60852"/>
                            <a:pt x="11763" y="60883"/>
                            <a:pt x="11824" y="60883"/>
                          </a:cubicBezTo>
                          <a:cubicBezTo>
                            <a:pt x="12098" y="60974"/>
                            <a:pt x="12310" y="61187"/>
                            <a:pt x="12401" y="61430"/>
                          </a:cubicBezTo>
                          <a:cubicBezTo>
                            <a:pt x="12462" y="61551"/>
                            <a:pt x="12493" y="61703"/>
                            <a:pt x="12553" y="61825"/>
                          </a:cubicBezTo>
                          <a:cubicBezTo>
                            <a:pt x="12675" y="62038"/>
                            <a:pt x="12888" y="62159"/>
                            <a:pt x="13101" y="62159"/>
                          </a:cubicBezTo>
                          <a:cubicBezTo>
                            <a:pt x="13192" y="62159"/>
                            <a:pt x="13253" y="62159"/>
                            <a:pt x="13313" y="62159"/>
                          </a:cubicBezTo>
                          <a:cubicBezTo>
                            <a:pt x="13617" y="62098"/>
                            <a:pt x="13891" y="62068"/>
                            <a:pt x="14195" y="62007"/>
                          </a:cubicBezTo>
                          <a:cubicBezTo>
                            <a:pt x="14347" y="61946"/>
                            <a:pt x="14499" y="61946"/>
                            <a:pt x="14590" y="62129"/>
                          </a:cubicBezTo>
                          <a:cubicBezTo>
                            <a:pt x="14651" y="62190"/>
                            <a:pt x="14712" y="62250"/>
                            <a:pt x="14803" y="62311"/>
                          </a:cubicBezTo>
                          <a:cubicBezTo>
                            <a:pt x="14985" y="62463"/>
                            <a:pt x="15076" y="62706"/>
                            <a:pt x="15076" y="62949"/>
                          </a:cubicBezTo>
                          <a:cubicBezTo>
                            <a:pt x="15046" y="63132"/>
                            <a:pt x="15015" y="63284"/>
                            <a:pt x="14955" y="63436"/>
                          </a:cubicBezTo>
                          <a:cubicBezTo>
                            <a:pt x="14894" y="63557"/>
                            <a:pt x="14833" y="63679"/>
                            <a:pt x="14803" y="63801"/>
                          </a:cubicBezTo>
                          <a:cubicBezTo>
                            <a:pt x="14772" y="63953"/>
                            <a:pt x="14833" y="64135"/>
                            <a:pt x="14772" y="64287"/>
                          </a:cubicBezTo>
                          <a:cubicBezTo>
                            <a:pt x="14742" y="64530"/>
                            <a:pt x="14651" y="64773"/>
                            <a:pt x="14499" y="64956"/>
                          </a:cubicBezTo>
                          <a:cubicBezTo>
                            <a:pt x="14468" y="64986"/>
                            <a:pt x="14468" y="65047"/>
                            <a:pt x="14468" y="65077"/>
                          </a:cubicBezTo>
                          <a:cubicBezTo>
                            <a:pt x="14468" y="65108"/>
                            <a:pt x="14468" y="65138"/>
                            <a:pt x="14468" y="65138"/>
                          </a:cubicBezTo>
                          <a:cubicBezTo>
                            <a:pt x="14651" y="65715"/>
                            <a:pt x="14985" y="66232"/>
                            <a:pt x="15441" y="66597"/>
                          </a:cubicBezTo>
                          <a:lnTo>
                            <a:pt x="15745" y="66870"/>
                          </a:lnTo>
                          <a:cubicBezTo>
                            <a:pt x="15927" y="67022"/>
                            <a:pt x="16049" y="67205"/>
                            <a:pt x="16140" y="67418"/>
                          </a:cubicBezTo>
                          <a:cubicBezTo>
                            <a:pt x="16171" y="67539"/>
                            <a:pt x="16201" y="67630"/>
                            <a:pt x="16231" y="67752"/>
                          </a:cubicBezTo>
                          <a:cubicBezTo>
                            <a:pt x="16323" y="67995"/>
                            <a:pt x="16414" y="68238"/>
                            <a:pt x="16566" y="68481"/>
                          </a:cubicBezTo>
                          <a:cubicBezTo>
                            <a:pt x="16687" y="68755"/>
                            <a:pt x="16778" y="69089"/>
                            <a:pt x="16809" y="69393"/>
                          </a:cubicBezTo>
                          <a:cubicBezTo>
                            <a:pt x="16809" y="69454"/>
                            <a:pt x="16778" y="69515"/>
                            <a:pt x="16748" y="69576"/>
                          </a:cubicBezTo>
                          <a:cubicBezTo>
                            <a:pt x="16748" y="69667"/>
                            <a:pt x="16748" y="69758"/>
                            <a:pt x="16748" y="69849"/>
                          </a:cubicBezTo>
                          <a:cubicBezTo>
                            <a:pt x="16778" y="70062"/>
                            <a:pt x="16870" y="70244"/>
                            <a:pt x="16961" y="70427"/>
                          </a:cubicBezTo>
                          <a:cubicBezTo>
                            <a:pt x="17204" y="70822"/>
                            <a:pt x="17143" y="71339"/>
                            <a:pt x="16809" y="71673"/>
                          </a:cubicBezTo>
                          <a:cubicBezTo>
                            <a:pt x="16687" y="71795"/>
                            <a:pt x="16566" y="71947"/>
                            <a:pt x="16444" y="72068"/>
                          </a:cubicBezTo>
                          <a:cubicBezTo>
                            <a:pt x="16323" y="72220"/>
                            <a:pt x="16231" y="72372"/>
                            <a:pt x="16201" y="72554"/>
                          </a:cubicBezTo>
                          <a:cubicBezTo>
                            <a:pt x="16171" y="72858"/>
                            <a:pt x="16079" y="73132"/>
                            <a:pt x="15958" y="73406"/>
                          </a:cubicBezTo>
                          <a:cubicBezTo>
                            <a:pt x="15867" y="73558"/>
                            <a:pt x="15836" y="73710"/>
                            <a:pt x="15836" y="73861"/>
                          </a:cubicBezTo>
                          <a:lnTo>
                            <a:pt x="15836" y="74682"/>
                          </a:lnTo>
                          <a:cubicBezTo>
                            <a:pt x="15836" y="74834"/>
                            <a:pt x="15867" y="74956"/>
                            <a:pt x="15958" y="75077"/>
                          </a:cubicBezTo>
                          <a:cubicBezTo>
                            <a:pt x="16231" y="75320"/>
                            <a:pt x="16414" y="75655"/>
                            <a:pt x="16535" y="75989"/>
                          </a:cubicBezTo>
                          <a:cubicBezTo>
                            <a:pt x="16657" y="76354"/>
                            <a:pt x="16809" y="76719"/>
                            <a:pt x="16991" y="77053"/>
                          </a:cubicBezTo>
                          <a:cubicBezTo>
                            <a:pt x="17113" y="77296"/>
                            <a:pt x="17204" y="77539"/>
                            <a:pt x="17204" y="77813"/>
                          </a:cubicBezTo>
                          <a:cubicBezTo>
                            <a:pt x="17204" y="78117"/>
                            <a:pt x="17265" y="78390"/>
                            <a:pt x="17356" y="78694"/>
                          </a:cubicBezTo>
                          <a:cubicBezTo>
                            <a:pt x="17386" y="78786"/>
                            <a:pt x="17417" y="78907"/>
                            <a:pt x="17417" y="79029"/>
                          </a:cubicBezTo>
                          <a:cubicBezTo>
                            <a:pt x="17417" y="79333"/>
                            <a:pt x="17478" y="79637"/>
                            <a:pt x="17569" y="79941"/>
                          </a:cubicBezTo>
                          <a:cubicBezTo>
                            <a:pt x="17630" y="80305"/>
                            <a:pt x="17781" y="80609"/>
                            <a:pt x="17994" y="80852"/>
                          </a:cubicBezTo>
                          <a:cubicBezTo>
                            <a:pt x="18116" y="81004"/>
                            <a:pt x="18207" y="81156"/>
                            <a:pt x="18329" y="81308"/>
                          </a:cubicBezTo>
                          <a:cubicBezTo>
                            <a:pt x="18450" y="81430"/>
                            <a:pt x="18511" y="81612"/>
                            <a:pt x="18541" y="81795"/>
                          </a:cubicBezTo>
                          <a:cubicBezTo>
                            <a:pt x="18633" y="82159"/>
                            <a:pt x="18754" y="82494"/>
                            <a:pt x="18906" y="82828"/>
                          </a:cubicBezTo>
                          <a:cubicBezTo>
                            <a:pt x="18967" y="82889"/>
                            <a:pt x="18997" y="82980"/>
                            <a:pt x="18997" y="83071"/>
                          </a:cubicBezTo>
                          <a:cubicBezTo>
                            <a:pt x="19119" y="83254"/>
                            <a:pt x="19089" y="83497"/>
                            <a:pt x="18937" y="83649"/>
                          </a:cubicBezTo>
                          <a:cubicBezTo>
                            <a:pt x="18876" y="83710"/>
                            <a:pt x="18876" y="83831"/>
                            <a:pt x="18937" y="83892"/>
                          </a:cubicBezTo>
                          <a:cubicBezTo>
                            <a:pt x="19058" y="84074"/>
                            <a:pt x="19119" y="84287"/>
                            <a:pt x="19089" y="84470"/>
                          </a:cubicBezTo>
                          <a:cubicBezTo>
                            <a:pt x="19119" y="84530"/>
                            <a:pt x="19119" y="84561"/>
                            <a:pt x="19149" y="84591"/>
                          </a:cubicBezTo>
                          <a:cubicBezTo>
                            <a:pt x="19392" y="84743"/>
                            <a:pt x="19636" y="84865"/>
                            <a:pt x="19879" y="84986"/>
                          </a:cubicBezTo>
                          <a:cubicBezTo>
                            <a:pt x="19940" y="85017"/>
                            <a:pt x="20000" y="85017"/>
                            <a:pt x="20061" y="84986"/>
                          </a:cubicBezTo>
                          <a:cubicBezTo>
                            <a:pt x="20274" y="84834"/>
                            <a:pt x="20548" y="84773"/>
                            <a:pt x="20791" y="84804"/>
                          </a:cubicBezTo>
                          <a:cubicBezTo>
                            <a:pt x="20912" y="84804"/>
                            <a:pt x="21003" y="84773"/>
                            <a:pt x="21125" y="84713"/>
                          </a:cubicBezTo>
                          <a:cubicBezTo>
                            <a:pt x="21307" y="84652"/>
                            <a:pt x="21520" y="84622"/>
                            <a:pt x="21703" y="84622"/>
                          </a:cubicBezTo>
                          <a:cubicBezTo>
                            <a:pt x="21946" y="84591"/>
                            <a:pt x="22158" y="84591"/>
                            <a:pt x="22371" y="84652"/>
                          </a:cubicBezTo>
                          <a:cubicBezTo>
                            <a:pt x="22432" y="84682"/>
                            <a:pt x="22523" y="84682"/>
                            <a:pt x="22584" y="84652"/>
                          </a:cubicBezTo>
                          <a:cubicBezTo>
                            <a:pt x="22766" y="84530"/>
                            <a:pt x="23040" y="84652"/>
                            <a:pt x="23192" y="84439"/>
                          </a:cubicBezTo>
                          <a:cubicBezTo>
                            <a:pt x="23253" y="84409"/>
                            <a:pt x="23314" y="84378"/>
                            <a:pt x="23405" y="84378"/>
                          </a:cubicBezTo>
                          <a:cubicBezTo>
                            <a:pt x="23709" y="84348"/>
                            <a:pt x="24013" y="84257"/>
                            <a:pt x="24286" y="84044"/>
                          </a:cubicBezTo>
                          <a:cubicBezTo>
                            <a:pt x="24651" y="83801"/>
                            <a:pt x="24985" y="83497"/>
                            <a:pt x="25320" y="83163"/>
                          </a:cubicBezTo>
                          <a:cubicBezTo>
                            <a:pt x="25532" y="82980"/>
                            <a:pt x="25715" y="82767"/>
                            <a:pt x="25897" y="82494"/>
                          </a:cubicBezTo>
                          <a:cubicBezTo>
                            <a:pt x="26049" y="82251"/>
                            <a:pt x="26262" y="82038"/>
                            <a:pt x="26414" y="81795"/>
                          </a:cubicBezTo>
                          <a:cubicBezTo>
                            <a:pt x="26505" y="81643"/>
                            <a:pt x="26596" y="81521"/>
                            <a:pt x="26748" y="81430"/>
                          </a:cubicBezTo>
                          <a:cubicBezTo>
                            <a:pt x="26991" y="81278"/>
                            <a:pt x="27204" y="81004"/>
                            <a:pt x="27265" y="80670"/>
                          </a:cubicBezTo>
                          <a:cubicBezTo>
                            <a:pt x="27356" y="80457"/>
                            <a:pt x="27387" y="80245"/>
                            <a:pt x="27447" y="80032"/>
                          </a:cubicBezTo>
                          <a:cubicBezTo>
                            <a:pt x="27478" y="79910"/>
                            <a:pt x="27478" y="79789"/>
                            <a:pt x="27417" y="79697"/>
                          </a:cubicBezTo>
                          <a:cubicBezTo>
                            <a:pt x="27326" y="79545"/>
                            <a:pt x="27417" y="79424"/>
                            <a:pt x="27508" y="79333"/>
                          </a:cubicBezTo>
                          <a:cubicBezTo>
                            <a:pt x="27660" y="79211"/>
                            <a:pt x="27842" y="79090"/>
                            <a:pt x="28055" y="79059"/>
                          </a:cubicBezTo>
                          <a:cubicBezTo>
                            <a:pt x="28268" y="78998"/>
                            <a:pt x="28481" y="78938"/>
                            <a:pt x="28694" y="78816"/>
                          </a:cubicBezTo>
                          <a:cubicBezTo>
                            <a:pt x="28846" y="78725"/>
                            <a:pt x="28967" y="78542"/>
                            <a:pt x="28967" y="78360"/>
                          </a:cubicBezTo>
                          <a:cubicBezTo>
                            <a:pt x="28998" y="78147"/>
                            <a:pt x="29028" y="77904"/>
                            <a:pt x="29089" y="77691"/>
                          </a:cubicBezTo>
                          <a:cubicBezTo>
                            <a:pt x="29089" y="77570"/>
                            <a:pt x="29089" y="77479"/>
                            <a:pt x="29058" y="77357"/>
                          </a:cubicBezTo>
                          <a:cubicBezTo>
                            <a:pt x="28967" y="77023"/>
                            <a:pt x="28876" y="76658"/>
                            <a:pt x="28785" y="76324"/>
                          </a:cubicBezTo>
                          <a:cubicBezTo>
                            <a:pt x="28724" y="76202"/>
                            <a:pt x="28754" y="76080"/>
                            <a:pt x="28846" y="75989"/>
                          </a:cubicBezTo>
                          <a:cubicBezTo>
                            <a:pt x="29362" y="75624"/>
                            <a:pt x="29818" y="75199"/>
                            <a:pt x="30335" y="74773"/>
                          </a:cubicBezTo>
                          <a:cubicBezTo>
                            <a:pt x="30457" y="74682"/>
                            <a:pt x="30639" y="74591"/>
                            <a:pt x="30791" y="74530"/>
                          </a:cubicBezTo>
                          <a:cubicBezTo>
                            <a:pt x="30973" y="74439"/>
                            <a:pt x="31156" y="74348"/>
                            <a:pt x="31338" y="74257"/>
                          </a:cubicBezTo>
                          <a:cubicBezTo>
                            <a:pt x="31733" y="74044"/>
                            <a:pt x="32007" y="73710"/>
                            <a:pt x="32159" y="73284"/>
                          </a:cubicBezTo>
                          <a:cubicBezTo>
                            <a:pt x="32250" y="73102"/>
                            <a:pt x="32280" y="72889"/>
                            <a:pt x="32250" y="72706"/>
                          </a:cubicBezTo>
                          <a:cubicBezTo>
                            <a:pt x="32250" y="72494"/>
                            <a:pt x="32250" y="72281"/>
                            <a:pt x="32250" y="72068"/>
                          </a:cubicBezTo>
                          <a:cubicBezTo>
                            <a:pt x="32280" y="71916"/>
                            <a:pt x="32280" y="71764"/>
                            <a:pt x="32250" y="71612"/>
                          </a:cubicBezTo>
                          <a:cubicBezTo>
                            <a:pt x="32219" y="71339"/>
                            <a:pt x="32219" y="71065"/>
                            <a:pt x="32311" y="70792"/>
                          </a:cubicBezTo>
                          <a:cubicBezTo>
                            <a:pt x="32341" y="70670"/>
                            <a:pt x="32280" y="70518"/>
                            <a:pt x="32159" y="70457"/>
                          </a:cubicBezTo>
                          <a:cubicBezTo>
                            <a:pt x="31946" y="70305"/>
                            <a:pt x="31824" y="70092"/>
                            <a:pt x="31764" y="69849"/>
                          </a:cubicBezTo>
                          <a:cubicBezTo>
                            <a:pt x="31703" y="69515"/>
                            <a:pt x="31672" y="69211"/>
                            <a:pt x="31672" y="68907"/>
                          </a:cubicBezTo>
                          <a:cubicBezTo>
                            <a:pt x="31672" y="68846"/>
                            <a:pt x="31672" y="68755"/>
                            <a:pt x="31703" y="68694"/>
                          </a:cubicBezTo>
                          <a:cubicBezTo>
                            <a:pt x="31794" y="68573"/>
                            <a:pt x="31764" y="68421"/>
                            <a:pt x="31672" y="68329"/>
                          </a:cubicBezTo>
                          <a:cubicBezTo>
                            <a:pt x="31429" y="68178"/>
                            <a:pt x="31368" y="67904"/>
                            <a:pt x="31520" y="67661"/>
                          </a:cubicBezTo>
                          <a:cubicBezTo>
                            <a:pt x="31581" y="67448"/>
                            <a:pt x="31703" y="67266"/>
                            <a:pt x="31855" y="67083"/>
                          </a:cubicBezTo>
                          <a:cubicBezTo>
                            <a:pt x="32007" y="66870"/>
                            <a:pt x="32128" y="66627"/>
                            <a:pt x="32219" y="66354"/>
                          </a:cubicBezTo>
                          <a:cubicBezTo>
                            <a:pt x="32280" y="66232"/>
                            <a:pt x="32371" y="66141"/>
                            <a:pt x="32493" y="66080"/>
                          </a:cubicBezTo>
                          <a:cubicBezTo>
                            <a:pt x="32706" y="65959"/>
                            <a:pt x="32888" y="65776"/>
                            <a:pt x="33040" y="65563"/>
                          </a:cubicBezTo>
                          <a:cubicBezTo>
                            <a:pt x="33466" y="65047"/>
                            <a:pt x="33922" y="64560"/>
                            <a:pt x="34408" y="64135"/>
                          </a:cubicBezTo>
                          <a:cubicBezTo>
                            <a:pt x="34682" y="63861"/>
                            <a:pt x="34985" y="63618"/>
                            <a:pt x="35320" y="63436"/>
                          </a:cubicBezTo>
                          <a:cubicBezTo>
                            <a:pt x="35381" y="63436"/>
                            <a:pt x="35411" y="63405"/>
                            <a:pt x="35441" y="63375"/>
                          </a:cubicBezTo>
                          <a:cubicBezTo>
                            <a:pt x="36292" y="62737"/>
                            <a:pt x="36992" y="61886"/>
                            <a:pt x="37417" y="60913"/>
                          </a:cubicBezTo>
                          <a:cubicBezTo>
                            <a:pt x="37569" y="60518"/>
                            <a:pt x="37751" y="60153"/>
                            <a:pt x="37995" y="59819"/>
                          </a:cubicBezTo>
                          <a:cubicBezTo>
                            <a:pt x="38147" y="59606"/>
                            <a:pt x="38268" y="59363"/>
                            <a:pt x="38329" y="59089"/>
                          </a:cubicBezTo>
                          <a:cubicBezTo>
                            <a:pt x="38420" y="58724"/>
                            <a:pt x="38451" y="58390"/>
                            <a:pt x="38451" y="58025"/>
                          </a:cubicBezTo>
                          <a:cubicBezTo>
                            <a:pt x="38451" y="57934"/>
                            <a:pt x="38268" y="57813"/>
                            <a:pt x="38177" y="57843"/>
                          </a:cubicBezTo>
                          <a:cubicBezTo>
                            <a:pt x="38177" y="57843"/>
                            <a:pt x="38147" y="57873"/>
                            <a:pt x="38116" y="57873"/>
                          </a:cubicBezTo>
                          <a:cubicBezTo>
                            <a:pt x="37873" y="58056"/>
                            <a:pt x="37539" y="58147"/>
                            <a:pt x="37235" y="58177"/>
                          </a:cubicBezTo>
                          <a:cubicBezTo>
                            <a:pt x="36779" y="58208"/>
                            <a:pt x="36323" y="58299"/>
                            <a:pt x="35897" y="58421"/>
                          </a:cubicBezTo>
                          <a:cubicBezTo>
                            <a:pt x="35837" y="58451"/>
                            <a:pt x="35776" y="58451"/>
                            <a:pt x="35715" y="58451"/>
                          </a:cubicBezTo>
                          <a:cubicBezTo>
                            <a:pt x="35441" y="58451"/>
                            <a:pt x="35198" y="58512"/>
                            <a:pt x="34985" y="58633"/>
                          </a:cubicBezTo>
                          <a:cubicBezTo>
                            <a:pt x="34925" y="58664"/>
                            <a:pt x="34864" y="58694"/>
                            <a:pt x="34803" y="58694"/>
                          </a:cubicBezTo>
                          <a:cubicBezTo>
                            <a:pt x="34712" y="58724"/>
                            <a:pt x="34621" y="58724"/>
                            <a:pt x="34530" y="58664"/>
                          </a:cubicBezTo>
                          <a:cubicBezTo>
                            <a:pt x="34469" y="58633"/>
                            <a:pt x="34438" y="58573"/>
                            <a:pt x="34378" y="58542"/>
                          </a:cubicBezTo>
                          <a:cubicBezTo>
                            <a:pt x="34226" y="58360"/>
                            <a:pt x="34074" y="58208"/>
                            <a:pt x="33891" y="58056"/>
                          </a:cubicBezTo>
                          <a:cubicBezTo>
                            <a:pt x="33861" y="57995"/>
                            <a:pt x="33861" y="57934"/>
                            <a:pt x="33891" y="57873"/>
                          </a:cubicBezTo>
                          <a:cubicBezTo>
                            <a:pt x="34043" y="57600"/>
                            <a:pt x="34043" y="57539"/>
                            <a:pt x="33830" y="57387"/>
                          </a:cubicBezTo>
                          <a:cubicBezTo>
                            <a:pt x="33709" y="57296"/>
                            <a:pt x="33618" y="57174"/>
                            <a:pt x="33526" y="57053"/>
                          </a:cubicBezTo>
                          <a:cubicBezTo>
                            <a:pt x="33314" y="56779"/>
                            <a:pt x="33071" y="56536"/>
                            <a:pt x="32827" y="56293"/>
                          </a:cubicBezTo>
                          <a:cubicBezTo>
                            <a:pt x="32675" y="56171"/>
                            <a:pt x="32493" y="56050"/>
                            <a:pt x="32311" y="55958"/>
                          </a:cubicBezTo>
                          <a:cubicBezTo>
                            <a:pt x="31976" y="55837"/>
                            <a:pt x="31703" y="55533"/>
                            <a:pt x="31642" y="55168"/>
                          </a:cubicBezTo>
                          <a:cubicBezTo>
                            <a:pt x="31581" y="54986"/>
                            <a:pt x="31520" y="54803"/>
                            <a:pt x="31460" y="54591"/>
                          </a:cubicBezTo>
                          <a:cubicBezTo>
                            <a:pt x="31399" y="54408"/>
                            <a:pt x="31277" y="54226"/>
                            <a:pt x="31095" y="54104"/>
                          </a:cubicBezTo>
                          <a:cubicBezTo>
                            <a:pt x="30973" y="53983"/>
                            <a:pt x="30821" y="53861"/>
                            <a:pt x="30669" y="53770"/>
                          </a:cubicBezTo>
                          <a:cubicBezTo>
                            <a:pt x="30578" y="53679"/>
                            <a:pt x="30487" y="53557"/>
                            <a:pt x="30487" y="53405"/>
                          </a:cubicBezTo>
                          <a:cubicBezTo>
                            <a:pt x="30457" y="53010"/>
                            <a:pt x="30396" y="52645"/>
                            <a:pt x="30305" y="52281"/>
                          </a:cubicBezTo>
                          <a:cubicBezTo>
                            <a:pt x="30244" y="51916"/>
                            <a:pt x="30031" y="51642"/>
                            <a:pt x="29727" y="51460"/>
                          </a:cubicBezTo>
                          <a:cubicBezTo>
                            <a:pt x="29666" y="51460"/>
                            <a:pt x="29605" y="51430"/>
                            <a:pt x="29545" y="51369"/>
                          </a:cubicBezTo>
                          <a:cubicBezTo>
                            <a:pt x="29484" y="51338"/>
                            <a:pt x="29453" y="51278"/>
                            <a:pt x="29423" y="51217"/>
                          </a:cubicBezTo>
                          <a:cubicBezTo>
                            <a:pt x="29393" y="51156"/>
                            <a:pt x="29393" y="51095"/>
                            <a:pt x="29393" y="51004"/>
                          </a:cubicBezTo>
                          <a:cubicBezTo>
                            <a:pt x="29423" y="50791"/>
                            <a:pt x="29332" y="50548"/>
                            <a:pt x="29210" y="50396"/>
                          </a:cubicBezTo>
                          <a:cubicBezTo>
                            <a:pt x="29119" y="50305"/>
                            <a:pt x="29058" y="50214"/>
                            <a:pt x="29028" y="50092"/>
                          </a:cubicBezTo>
                          <a:cubicBezTo>
                            <a:pt x="28724" y="49697"/>
                            <a:pt x="28511" y="49241"/>
                            <a:pt x="28359" y="48755"/>
                          </a:cubicBezTo>
                          <a:cubicBezTo>
                            <a:pt x="28329" y="48664"/>
                            <a:pt x="28298" y="48603"/>
                            <a:pt x="28238" y="48512"/>
                          </a:cubicBezTo>
                          <a:cubicBezTo>
                            <a:pt x="28207" y="48451"/>
                            <a:pt x="28268" y="48360"/>
                            <a:pt x="28329" y="48390"/>
                          </a:cubicBezTo>
                          <a:cubicBezTo>
                            <a:pt x="28420" y="48390"/>
                            <a:pt x="28511" y="48420"/>
                            <a:pt x="28602" y="48329"/>
                          </a:cubicBezTo>
                          <a:cubicBezTo>
                            <a:pt x="28633" y="48268"/>
                            <a:pt x="28724" y="48238"/>
                            <a:pt x="28815" y="48208"/>
                          </a:cubicBezTo>
                          <a:cubicBezTo>
                            <a:pt x="28937" y="48238"/>
                            <a:pt x="29028" y="48299"/>
                            <a:pt x="29089" y="48390"/>
                          </a:cubicBezTo>
                          <a:cubicBezTo>
                            <a:pt x="29149" y="48451"/>
                            <a:pt x="29210" y="48542"/>
                            <a:pt x="29271" y="48603"/>
                          </a:cubicBezTo>
                          <a:cubicBezTo>
                            <a:pt x="29514" y="48937"/>
                            <a:pt x="29697" y="49302"/>
                            <a:pt x="29940" y="49636"/>
                          </a:cubicBezTo>
                          <a:cubicBezTo>
                            <a:pt x="30092" y="49819"/>
                            <a:pt x="30183" y="50031"/>
                            <a:pt x="30244" y="50244"/>
                          </a:cubicBezTo>
                          <a:cubicBezTo>
                            <a:pt x="30244" y="50366"/>
                            <a:pt x="30365" y="50487"/>
                            <a:pt x="30487" y="50518"/>
                          </a:cubicBezTo>
                          <a:cubicBezTo>
                            <a:pt x="30760" y="50609"/>
                            <a:pt x="30973" y="50822"/>
                            <a:pt x="31064" y="51095"/>
                          </a:cubicBezTo>
                          <a:cubicBezTo>
                            <a:pt x="31095" y="51186"/>
                            <a:pt x="31125" y="51247"/>
                            <a:pt x="31156" y="51338"/>
                          </a:cubicBezTo>
                          <a:cubicBezTo>
                            <a:pt x="31247" y="51460"/>
                            <a:pt x="31277" y="51642"/>
                            <a:pt x="31277" y="51794"/>
                          </a:cubicBezTo>
                          <a:cubicBezTo>
                            <a:pt x="31277" y="51855"/>
                            <a:pt x="31277" y="51916"/>
                            <a:pt x="31277" y="52007"/>
                          </a:cubicBezTo>
                          <a:cubicBezTo>
                            <a:pt x="31277" y="52341"/>
                            <a:pt x="31460" y="52645"/>
                            <a:pt x="31764" y="52858"/>
                          </a:cubicBezTo>
                          <a:cubicBezTo>
                            <a:pt x="31855" y="52949"/>
                            <a:pt x="31976" y="53010"/>
                            <a:pt x="32098" y="53071"/>
                          </a:cubicBezTo>
                          <a:cubicBezTo>
                            <a:pt x="32280" y="53223"/>
                            <a:pt x="32402" y="53405"/>
                            <a:pt x="32493" y="53618"/>
                          </a:cubicBezTo>
                          <a:cubicBezTo>
                            <a:pt x="32554" y="53892"/>
                            <a:pt x="32706" y="54135"/>
                            <a:pt x="32888" y="54317"/>
                          </a:cubicBezTo>
                          <a:cubicBezTo>
                            <a:pt x="33040" y="54469"/>
                            <a:pt x="33192" y="54651"/>
                            <a:pt x="33314" y="54834"/>
                          </a:cubicBezTo>
                          <a:cubicBezTo>
                            <a:pt x="33496" y="55047"/>
                            <a:pt x="33557" y="55320"/>
                            <a:pt x="33526" y="55594"/>
                          </a:cubicBezTo>
                          <a:cubicBezTo>
                            <a:pt x="33496" y="55685"/>
                            <a:pt x="33496" y="55776"/>
                            <a:pt x="33526" y="55867"/>
                          </a:cubicBezTo>
                          <a:cubicBezTo>
                            <a:pt x="33648" y="56202"/>
                            <a:pt x="33739" y="56506"/>
                            <a:pt x="33800" y="56840"/>
                          </a:cubicBezTo>
                          <a:cubicBezTo>
                            <a:pt x="33861" y="56962"/>
                            <a:pt x="33922" y="57114"/>
                            <a:pt x="33982" y="57235"/>
                          </a:cubicBezTo>
                          <a:cubicBezTo>
                            <a:pt x="34013" y="57326"/>
                            <a:pt x="34134" y="57387"/>
                            <a:pt x="34256" y="57387"/>
                          </a:cubicBezTo>
                          <a:cubicBezTo>
                            <a:pt x="34378" y="57387"/>
                            <a:pt x="34469" y="57387"/>
                            <a:pt x="34590" y="57357"/>
                          </a:cubicBezTo>
                          <a:cubicBezTo>
                            <a:pt x="34742" y="57357"/>
                            <a:pt x="34894" y="57296"/>
                            <a:pt x="35016" y="57174"/>
                          </a:cubicBezTo>
                          <a:cubicBezTo>
                            <a:pt x="35137" y="56992"/>
                            <a:pt x="35350" y="56931"/>
                            <a:pt x="35563" y="56962"/>
                          </a:cubicBezTo>
                          <a:cubicBezTo>
                            <a:pt x="35806" y="57022"/>
                            <a:pt x="36080" y="56962"/>
                            <a:pt x="36262" y="56810"/>
                          </a:cubicBezTo>
                          <a:cubicBezTo>
                            <a:pt x="36414" y="56718"/>
                            <a:pt x="36566" y="56658"/>
                            <a:pt x="36718" y="56658"/>
                          </a:cubicBezTo>
                          <a:cubicBezTo>
                            <a:pt x="36840" y="56627"/>
                            <a:pt x="36992" y="56566"/>
                            <a:pt x="37083" y="56475"/>
                          </a:cubicBezTo>
                          <a:cubicBezTo>
                            <a:pt x="37174" y="56354"/>
                            <a:pt x="37326" y="56262"/>
                            <a:pt x="37478" y="56232"/>
                          </a:cubicBezTo>
                          <a:cubicBezTo>
                            <a:pt x="37721" y="56141"/>
                            <a:pt x="37964" y="56080"/>
                            <a:pt x="38207" y="56019"/>
                          </a:cubicBezTo>
                          <a:cubicBezTo>
                            <a:pt x="38420" y="55928"/>
                            <a:pt x="38572" y="55837"/>
                            <a:pt x="38755" y="55746"/>
                          </a:cubicBezTo>
                          <a:cubicBezTo>
                            <a:pt x="38846" y="55715"/>
                            <a:pt x="38907" y="55655"/>
                            <a:pt x="38937" y="55563"/>
                          </a:cubicBezTo>
                          <a:cubicBezTo>
                            <a:pt x="38967" y="55351"/>
                            <a:pt x="39119" y="55199"/>
                            <a:pt x="39332" y="55138"/>
                          </a:cubicBezTo>
                          <a:cubicBezTo>
                            <a:pt x="39606" y="55077"/>
                            <a:pt x="39910" y="54986"/>
                            <a:pt x="40183" y="54925"/>
                          </a:cubicBezTo>
                          <a:cubicBezTo>
                            <a:pt x="40396" y="54895"/>
                            <a:pt x="40517" y="54803"/>
                            <a:pt x="40578" y="54621"/>
                          </a:cubicBezTo>
                          <a:cubicBezTo>
                            <a:pt x="40578" y="54500"/>
                            <a:pt x="40669" y="54408"/>
                            <a:pt x="40791" y="54378"/>
                          </a:cubicBezTo>
                          <a:cubicBezTo>
                            <a:pt x="41034" y="54378"/>
                            <a:pt x="41217" y="54226"/>
                            <a:pt x="41308" y="54013"/>
                          </a:cubicBezTo>
                          <a:cubicBezTo>
                            <a:pt x="41338" y="53892"/>
                            <a:pt x="41429" y="53831"/>
                            <a:pt x="41551" y="53800"/>
                          </a:cubicBezTo>
                          <a:cubicBezTo>
                            <a:pt x="41642" y="53770"/>
                            <a:pt x="41733" y="53740"/>
                            <a:pt x="41824" y="53709"/>
                          </a:cubicBezTo>
                          <a:cubicBezTo>
                            <a:pt x="41855" y="53679"/>
                            <a:pt x="41916" y="53618"/>
                            <a:pt x="41916" y="53557"/>
                          </a:cubicBezTo>
                          <a:cubicBezTo>
                            <a:pt x="41946" y="53436"/>
                            <a:pt x="41916" y="53284"/>
                            <a:pt x="41916" y="53162"/>
                          </a:cubicBezTo>
                          <a:cubicBezTo>
                            <a:pt x="41916" y="53041"/>
                            <a:pt x="41976" y="52919"/>
                            <a:pt x="42068" y="52858"/>
                          </a:cubicBezTo>
                          <a:cubicBezTo>
                            <a:pt x="42402" y="52645"/>
                            <a:pt x="42645" y="52341"/>
                            <a:pt x="42797" y="51977"/>
                          </a:cubicBezTo>
                          <a:cubicBezTo>
                            <a:pt x="42919" y="51764"/>
                            <a:pt x="42888" y="51642"/>
                            <a:pt x="42706" y="51460"/>
                          </a:cubicBezTo>
                          <a:cubicBezTo>
                            <a:pt x="42554" y="51308"/>
                            <a:pt x="42463" y="51186"/>
                            <a:pt x="42372" y="51034"/>
                          </a:cubicBezTo>
                          <a:cubicBezTo>
                            <a:pt x="42280" y="50913"/>
                            <a:pt x="42159" y="50822"/>
                            <a:pt x="42037" y="50822"/>
                          </a:cubicBezTo>
                          <a:cubicBezTo>
                            <a:pt x="41855" y="50791"/>
                            <a:pt x="41673" y="50761"/>
                            <a:pt x="41490" y="50730"/>
                          </a:cubicBezTo>
                          <a:cubicBezTo>
                            <a:pt x="41369" y="50700"/>
                            <a:pt x="41277" y="50639"/>
                            <a:pt x="41186" y="50548"/>
                          </a:cubicBezTo>
                          <a:cubicBezTo>
                            <a:pt x="41034" y="50396"/>
                            <a:pt x="40913" y="50183"/>
                            <a:pt x="40882" y="49971"/>
                          </a:cubicBezTo>
                          <a:cubicBezTo>
                            <a:pt x="40852" y="49758"/>
                            <a:pt x="40852" y="49575"/>
                            <a:pt x="40821" y="49363"/>
                          </a:cubicBezTo>
                          <a:cubicBezTo>
                            <a:pt x="40821" y="49363"/>
                            <a:pt x="40791" y="49302"/>
                            <a:pt x="40791" y="49302"/>
                          </a:cubicBezTo>
                          <a:cubicBezTo>
                            <a:pt x="40761" y="49302"/>
                            <a:pt x="40669" y="49302"/>
                            <a:pt x="40639" y="49332"/>
                          </a:cubicBezTo>
                          <a:cubicBezTo>
                            <a:pt x="40366" y="49606"/>
                            <a:pt x="40122" y="49879"/>
                            <a:pt x="39879" y="50214"/>
                          </a:cubicBezTo>
                          <a:cubicBezTo>
                            <a:pt x="39758" y="50457"/>
                            <a:pt x="39484" y="50578"/>
                            <a:pt x="39210" y="50548"/>
                          </a:cubicBezTo>
                          <a:cubicBezTo>
                            <a:pt x="38998" y="50518"/>
                            <a:pt x="38755" y="50548"/>
                            <a:pt x="38542" y="50639"/>
                          </a:cubicBezTo>
                          <a:cubicBezTo>
                            <a:pt x="38451" y="50670"/>
                            <a:pt x="38359" y="50639"/>
                            <a:pt x="38299" y="50548"/>
                          </a:cubicBezTo>
                          <a:cubicBezTo>
                            <a:pt x="38207" y="50487"/>
                            <a:pt x="38177" y="50366"/>
                            <a:pt x="38147" y="50244"/>
                          </a:cubicBezTo>
                          <a:cubicBezTo>
                            <a:pt x="38116" y="50031"/>
                            <a:pt x="38116" y="49819"/>
                            <a:pt x="38086" y="49575"/>
                          </a:cubicBezTo>
                          <a:cubicBezTo>
                            <a:pt x="38086" y="49545"/>
                            <a:pt x="38055" y="49484"/>
                            <a:pt x="38025" y="49454"/>
                          </a:cubicBezTo>
                          <a:cubicBezTo>
                            <a:pt x="37995" y="49423"/>
                            <a:pt x="37964" y="49393"/>
                            <a:pt x="37934" y="49393"/>
                          </a:cubicBezTo>
                          <a:cubicBezTo>
                            <a:pt x="37873" y="49393"/>
                            <a:pt x="37843" y="49393"/>
                            <a:pt x="37812" y="49423"/>
                          </a:cubicBezTo>
                          <a:cubicBezTo>
                            <a:pt x="37782" y="49515"/>
                            <a:pt x="37721" y="49606"/>
                            <a:pt x="37691" y="49667"/>
                          </a:cubicBezTo>
                          <a:cubicBezTo>
                            <a:pt x="37630" y="49788"/>
                            <a:pt x="37569" y="49758"/>
                            <a:pt x="37478" y="49667"/>
                          </a:cubicBezTo>
                          <a:cubicBezTo>
                            <a:pt x="37387" y="49575"/>
                            <a:pt x="37326" y="49423"/>
                            <a:pt x="37326" y="49302"/>
                          </a:cubicBezTo>
                          <a:cubicBezTo>
                            <a:pt x="37265" y="49059"/>
                            <a:pt x="37174" y="48876"/>
                            <a:pt x="36992" y="48694"/>
                          </a:cubicBezTo>
                          <a:cubicBezTo>
                            <a:pt x="36900" y="48572"/>
                            <a:pt x="36779" y="48481"/>
                            <a:pt x="36657" y="48360"/>
                          </a:cubicBezTo>
                          <a:cubicBezTo>
                            <a:pt x="36627" y="48329"/>
                            <a:pt x="36536" y="48299"/>
                            <a:pt x="36505" y="48238"/>
                          </a:cubicBezTo>
                          <a:cubicBezTo>
                            <a:pt x="36384" y="47995"/>
                            <a:pt x="36262" y="47752"/>
                            <a:pt x="36141" y="47509"/>
                          </a:cubicBezTo>
                          <a:cubicBezTo>
                            <a:pt x="36110" y="47448"/>
                            <a:pt x="36110" y="47387"/>
                            <a:pt x="36141" y="47326"/>
                          </a:cubicBezTo>
                          <a:cubicBezTo>
                            <a:pt x="36141" y="47235"/>
                            <a:pt x="36171" y="47144"/>
                            <a:pt x="36201" y="47053"/>
                          </a:cubicBezTo>
                          <a:cubicBezTo>
                            <a:pt x="36201" y="47022"/>
                            <a:pt x="36232" y="46992"/>
                            <a:pt x="36292" y="46961"/>
                          </a:cubicBezTo>
                          <a:cubicBezTo>
                            <a:pt x="36414" y="46931"/>
                            <a:pt x="36566" y="46931"/>
                            <a:pt x="36688" y="46931"/>
                          </a:cubicBezTo>
                          <a:cubicBezTo>
                            <a:pt x="36809" y="46931"/>
                            <a:pt x="36961" y="46961"/>
                            <a:pt x="37083" y="46992"/>
                          </a:cubicBezTo>
                          <a:cubicBezTo>
                            <a:pt x="37144" y="47053"/>
                            <a:pt x="37204" y="47174"/>
                            <a:pt x="37265" y="47265"/>
                          </a:cubicBezTo>
                          <a:cubicBezTo>
                            <a:pt x="37448" y="47539"/>
                            <a:pt x="37599" y="47812"/>
                            <a:pt x="37751" y="48086"/>
                          </a:cubicBezTo>
                          <a:cubicBezTo>
                            <a:pt x="37843" y="48208"/>
                            <a:pt x="37934" y="48299"/>
                            <a:pt x="38086" y="48329"/>
                          </a:cubicBezTo>
                          <a:lnTo>
                            <a:pt x="38268" y="48360"/>
                          </a:lnTo>
                          <a:cubicBezTo>
                            <a:pt x="38451" y="48390"/>
                            <a:pt x="38572" y="48481"/>
                            <a:pt x="38694" y="48603"/>
                          </a:cubicBezTo>
                          <a:cubicBezTo>
                            <a:pt x="38755" y="48694"/>
                            <a:pt x="38846" y="48755"/>
                            <a:pt x="38937" y="48816"/>
                          </a:cubicBezTo>
                          <a:cubicBezTo>
                            <a:pt x="39210" y="48968"/>
                            <a:pt x="39484" y="49059"/>
                            <a:pt x="39788" y="49089"/>
                          </a:cubicBezTo>
                          <a:cubicBezTo>
                            <a:pt x="39879" y="49119"/>
                            <a:pt x="40001" y="49119"/>
                            <a:pt x="40092" y="49059"/>
                          </a:cubicBezTo>
                          <a:cubicBezTo>
                            <a:pt x="40274" y="48968"/>
                            <a:pt x="40426" y="48876"/>
                            <a:pt x="40609" y="48816"/>
                          </a:cubicBezTo>
                          <a:cubicBezTo>
                            <a:pt x="40761" y="48724"/>
                            <a:pt x="40973" y="48816"/>
                            <a:pt x="41065" y="48998"/>
                          </a:cubicBezTo>
                          <a:cubicBezTo>
                            <a:pt x="41125" y="49150"/>
                            <a:pt x="41186" y="49271"/>
                            <a:pt x="41247" y="49423"/>
                          </a:cubicBezTo>
                          <a:cubicBezTo>
                            <a:pt x="41277" y="49575"/>
                            <a:pt x="41429" y="49667"/>
                            <a:pt x="41551" y="49636"/>
                          </a:cubicBezTo>
                          <a:cubicBezTo>
                            <a:pt x="42189" y="49697"/>
                            <a:pt x="42797" y="49849"/>
                            <a:pt x="43435" y="49940"/>
                          </a:cubicBezTo>
                          <a:cubicBezTo>
                            <a:pt x="43648" y="50001"/>
                            <a:pt x="43891" y="50001"/>
                            <a:pt x="44104" y="49971"/>
                          </a:cubicBezTo>
                          <a:cubicBezTo>
                            <a:pt x="44469" y="49879"/>
                            <a:pt x="44864" y="49879"/>
                            <a:pt x="45259" y="49910"/>
                          </a:cubicBezTo>
                          <a:cubicBezTo>
                            <a:pt x="45350" y="49910"/>
                            <a:pt x="45442" y="49910"/>
                            <a:pt x="45502" y="49879"/>
                          </a:cubicBezTo>
                          <a:cubicBezTo>
                            <a:pt x="45776" y="49819"/>
                            <a:pt x="46050" y="49788"/>
                            <a:pt x="46323" y="49819"/>
                          </a:cubicBezTo>
                          <a:cubicBezTo>
                            <a:pt x="46414" y="49819"/>
                            <a:pt x="46505" y="49879"/>
                            <a:pt x="46536" y="49940"/>
                          </a:cubicBezTo>
                          <a:cubicBezTo>
                            <a:pt x="46566" y="50031"/>
                            <a:pt x="46657" y="50123"/>
                            <a:pt x="46718" y="50153"/>
                          </a:cubicBezTo>
                          <a:cubicBezTo>
                            <a:pt x="46809" y="50214"/>
                            <a:pt x="46901" y="50305"/>
                            <a:pt x="46931" y="50426"/>
                          </a:cubicBezTo>
                          <a:cubicBezTo>
                            <a:pt x="46961" y="50609"/>
                            <a:pt x="47113" y="50761"/>
                            <a:pt x="47326" y="50791"/>
                          </a:cubicBezTo>
                          <a:cubicBezTo>
                            <a:pt x="47478" y="50822"/>
                            <a:pt x="47630" y="50943"/>
                            <a:pt x="47721" y="51065"/>
                          </a:cubicBezTo>
                          <a:cubicBezTo>
                            <a:pt x="47873" y="51308"/>
                            <a:pt x="48147" y="51430"/>
                            <a:pt x="48420" y="51430"/>
                          </a:cubicBezTo>
                          <a:lnTo>
                            <a:pt x="48603" y="51430"/>
                          </a:lnTo>
                          <a:lnTo>
                            <a:pt x="48603" y="51430"/>
                          </a:lnTo>
                          <a:lnTo>
                            <a:pt x="48633" y="51430"/>
                          </a:lnTo>
                          <a:lnTo>
                            <a:pt x="48633" y="51460"/>
                          </a:lnTo>
                          <a:lnTo>
                            <a:pt x="48603" y="51460"/>
                          </a:lnTo>
                          <a:cubicBezTo>
                            <a:pt x="48512" y="51612"/>
                            <a:pt x="48329" y="51703"/>
                            <a:pt x="48177" y="51612"/>
                          </a:cubicBezTo>
                          <a:cubicBezTo>
                            <a:pt x="48116" y="51612"/>
                            <a:pt x="48086" y="51642"/>
                            <a:pt x="48056" y="51673"/>
                          </a:cubicBezTo>
                          <a:cubicBezTo>
                            <a:pt x="48025" y="51703"/>
                            <a:pt x="48025" y="51764"/>
                            <a:pt x="48056" y="51794"/>
                          </a:cubicBezTo>
                          <a:cubicBezTo>
                            <a:pt x="48268" y="52007"/>
                            <a:pt x="48451" y="52220"/>
                            <a:pt x="48664" y="52402"/>
                          </a:cubicBezTo>
                          <a:cubicBezTo>
                            <a:pt x="49028" y="52767"/>
                            <a:pt x="49211" y="52797"/>
                            <a:pt x="49667" y="52493"/>
                          </a:cubicBezTo>
                          <a:cubicBezTo>
                            <a:pt x="49849" y="52402"/>
                            <a:pt x="49971" y="52220"/>
                            <a:pt x="49971" y="52037"/>
                          </a:cubicBezTo>
                          <a:lnTo>
                            <a:pt x="49971" y="52037"/>
                          </a:lnTo>
                          <a:lnTo>
                            <a:pt x="49971" y="51977"/>
                          </a:lnTo>
                          <a:lnTo>
                            <a:pt x="49971" y="52007"/>
                          </a:lnTo>
                          <a:cubicBezTo>
                            <a:pt x="49971" y="52007"/>
                            <a:pt x="49971" y="52037"/>
                            <a:pt x="49971" y="52037"/>
                          </a:cubicBezTo>
                          <a:cubicBezTo>
                            <a:pt x="50001" y="52037"/>
                            <a:pt x="50031" y="52037"/>
                            <a:pt x="50031" y="52068"/>
                          </a:cubicBezTo>
                          <a:cubicBezTo>
                            <a:pt x="50153" y="52341"/>
                            <a:pt x="50214" y="52676"/>
                            <a:pt x="50214" y="52980"/>
                          </a:cubicBezTo>
                          <a:cubicBezTo>
                            <a:pt x="50214" y="53101"/>
                            <a:pt x="50214" y="53253"/>
                            <a:pt x="50244" y="53375"/>
                          </a:cubicBezTo>
                          <a:cubicBezTo>
                            <a:pt x="50366" y="53709"/>
                            <a:pt x="50426" y="54044"/>
                            <a:pt x="50487" y="54378"/>
                          </a:cubicBezTo>
                          <a:cubicBezTo>
                            <a:pt x="50639" y="54682"/>
                            <a:pt x="50730" y="55016"/>
                            <a:pt x="50791" y="55351"/>
                          </a:cubicBezTo>
                          <a:cubicBezTo>
                            <a:pt x="50791" y="55411"/>
                            <a:pt x="50822" y="55472"/>
                            <a:pt x="50852" y="55533"/>
                          </a:cubicBezTo>
                          <a:cubicBezTo>
                            <a:pt x="50974" y="55746"/>
                            <a:pt x="51065" y="55928"/>
                            <a:pt x="51186" y="56141"/>
                          </a:cubicBezTo>
                          <a:cubicBezTo>
                            <a:pt x="51338" y="56354"/>
                            <a:pt x="51460" y="56597"/>
                            <a:pt x="51521" y="56870"/>
                          </a:cubicBezTo>
                          <a:cubicBezTo>
                            <a:pt x="51582" y="56992"/>
                            <a:pt x="51612" y="57114"/>
                            <a:pt x="51673" y="57235"/>
                          </a:cubicBezTo>
                          <a:cubicBezTo>
                            <a:pt x="51733" y="57509"/>
                            <a:pt x="51855" y="57752"/>
                            <a:pt x="52037" y="57965"/>
                          </a:cubicBezTo>
                          <a:cubicBezTo>
                            <a:pt x="52159" y="58056"/>
                            <a:pt x="52250" y="58208"/>
                            <a:pt x="52311" y="58329"/>
                          </a:cubicBezTo>
                          <a:cubicBezTo>
                            <a:pt x="52463" y="58633"/>
                            <a:pt x="52585" y="58968"/>
                            <a:pt x="52645" y="59302"/>
                          </a:cubicBezTo>
                          <a:cubicBezTo>
                            <a:pt x="52676" y="59515"/>
                            <a:pt x="52767" y="59697"/>
                            <a:pt x="52889" y="59849"/>
                          </a:cubicBezTo>
                          <a:cubicBezTo>
                            <a:pt x="52949" y="59940"/>
                            <a:pt x="53010" y="60001"/>
                            <a:pt x="53101" y="60031"/>
                          </a:cubicBezTo>
                          <a:cubicBezTo>
                            <a:pt x="53253" y="60183"/>
                            <a:pt x="53496" y="60153"/>
                            <a:pt x="53618" y="59971"/>
                          </a:cubicBezTo>
                          <a:cubicBezTo>
                            <a:pt x="53679" y="59910"/>
                            <a:pt x="53709" y="59849"/>
                            <a:pt x="53740" y="59788"/>
                          </a:cubicBezTo>
                          <a:cubicBezTo>
                            <a:pt x="53770" y="59697"/>
                            <a:pt x="53861" y="59606"/>
                            <a:pt x="53983" y="59576"/>
                          </a:cubicBezTo>
                          <a:cubicBezTo>
                            <a:pt x="54104" y="59515"/>
                            <a:pt x="54165" y="59424"/>
                            <a:pt x="54226" y="59272"/>
                          </a:cubicBezTo>
                          <a:cubicBezTo>
                            <a:pt x="54256" y="59089"/>
                            <a:pt x="54378" y="58968"/>
                            <a:pt x="54560" y="58876"/>
                          </a:cubicBezTo>
                          <a:cubicBezTo>
                            <a:pt x="54651" y="58816"/>
                            <a:pt x="54712" y="58694"/>
                            <a:pt x="54682" y="58573"/>
                          </a:cubicBezTo>
                          <a:cubicBezTo>
                            <a:pt x="54682" y="58451"/>
                            <a:pt x="54651" y="58360"/>
                            <a:pt x="54621" y="58238"/>
                          </a:cubicBezTo>
                          <a:cubicBezTo>
                            <a:pt x="54591" y="58117"/>
                            <a:pt x="54621" y="57965"/>
                            <a:pt x="54682" y="57843"/>
                          </a:cubicBezTo>
                          <a:cubicBezTo>
                            <a:pt x="54712" y="57752"/>
                            <a:pt x="54743" y="57661"/>
                            <a:pt x="54773" y="57600"/>
                          </a:cubicBezTo>
                          <a:cubicBezTo>
                            <a:pt x="54864" y="57417"/>
                            <a:pt x="54864" y="57174"/>
                            <a:pt x="54773" y="56992"/>
                          </a:cubicBezTo>
                          <a:cubicBezTo>
                            <a:pt x="54743" y="56901"/>
                            <a:pt x="54712" y="56779"/>
                            <a:pt x="54712" y="56658"/>
                          </a:cubicBezTo>
                          <a:lnTo>
                            <a:pt x="54712" y="55898"/>
                          </a:lnTo>
                          <a:cubicBezTo>
                            <a:pt x="54712" y="55776"/>
                            <a:pt x="54834" y="55655"/>
                            <a:pt x="54955" y="55624"/>
                          </a:cubicBezTo>
                          <a:cubicBezTo>
                            <a:pt x="55047" y="55624"/>
                            <a:pt x="55138" y="55594"/>
                            <a:pt x="55138" y="55563"/>
                          </a:cubicBezTo>
                          <a:cubicBezTo>
                            <a:pt x="55259" y="55381"/>
                            <a:pt x="55442" y="55290"/>
                            <a:pt x="55655" y="55229"/>
                          </a:cubicBezTo>
                          <a:cubicBezTo>
                            <a:pt x="55746" y="55199"/>
                            <a:pt x="55807" y="55107"/>
                            <a:pt x="55807" y="55016"/>
                          </a:cubicBezTo>
                          <a:cubicBezTo>
                            <a:pt x="55867" y="54925"/>
                            <a:pt x="55867" y="54803"/>
                            <a:pt x="55989" y="54743"/>
                          </a:cubicBezTo>
                          <a:cubicBezTo>
                            <a:pt x="56232" y="54560"/>
                            <a:pt x="56475" y="54348"/>
                            <a:pt x="56688" y="54135"/>
                          </a:cubicBezTo>
                          <a:cubicBezTo>
                            <a:pt x="56810" y="54044"/>
                            <a:pt x="56901" y="53922"/>
                            <a:pt x="56962" y="53800"/>
                          </a:cubicBezTo>
                          <a:cubicBezTo>
                            <a:pt x="57053" y="53679"/>
                            <a:pt x="57174" y="53557"/>
                            <a:pt x="57266" y="53436"/>
                          </a:cubicBezTo>
                          <a:cubicBezTo>
                            <a:pt x="57326" y="53344"/>
                            <a:pt x="57417" y="53284"/>
                            <a:pt x="57539" y="53253"/>
                          </a:cubicBezTo>
                          <a:cubicBezTo>
                            <a:pt x="57904" y="53132"/>
                            <a:pt x="58177" y="52767"/>
                            <a:pt x="58177" y="52372"/>
                          </a:cubicBezTo>
                          <a:cubicBezTo>
                            <a:pt x="58208" y="52250"/>
                            <a:pt x="58269" y="52159"/>
                            <a:pt x="58390" y="52129"/>
                          </a:cubicBezTo>
                          <a:cubicBezTo>
                            <a:pt x="58542" y="52037"/>
                            <a:pt x="58725" y="52007"/>
                            <a:pt x="58907" y="52007"/>
                          </a:cubicBezTo>
                          <a:cubicBezTo>
                            <a:pt x="59332" y="52037"/>
                            <a:pt x="59728" y="51946"/>
                            <a:pt x="60062" y="51703"/>
                          </a:cubicBezTo>
                          <a:cubicBezTo>
                            <a:pt x="60214" y="51612"/>
                            <a:pt x="60427" y="51612"/>
                            <a:pt x="60548" y="51490"/>
                          </a:cubicBezTo>
                          <a:cubicBezTo>
                            <a:pt x="60609" y="51490"/>
                            <a:pt x="60639" y="51521"/>
                            <a:pt x="60670" y="51551"/>
                          </a:cubicBezTo>
                          <a:cubicBezTo>
                            <a:pt x="60700" y="51673"/>
                            <a:pt x="60761" y="51794"/>
                            <a:pt x="60791" y="51916"/>
                          </a:cubicBezTo>
                          <a:cubicBezTo>
                            <a:pt x="60883" y="52372"/>
                            <a:pt x="61187" y="52767"/>
                            <a:pt x="61612" y="52980"/>
                          </a:cubicBezTo>
                          <a:lnTo>
                            <a:pt x="61794" y="53071"/>
                          </a:lnTo>
                          <a:cubicBezTo>
                            <a:pt x="61886" y="53101"/>
                            <a:pt x="61916" y="53192"/>
                            <a:pt x="61886" y="53344"/>
                          </a:cubicBezTo>
                          <a:cubicBezTo>
                            <a:pt x="61825" y="53496"/>
                            <a:pt x="61855" y="53618"/>
                            <a:pt x="62068" y="53709"/>
                          </a:cubicBezTo>
                          <a:cubicBezTo>
                            <a:pt x="62190" y="53770"/>
                            <a:pt x="62281" y="53861"/>
                            <a:pt x="62342" y="53983"/>
                          </a:cubicBezTo>
                          <a:cubicBezTo>
                            <a:pt x="62372" y="54013"/>
                            <a:pt x="62372" y="54013"/>
                            <a:pt x="62372" y="54044"/>
                          </a:cubicBezTo>
                          <a:cubicBezTo>
                            <a:pt x="62554" y="54317"/>
                            <a:pt x="62585" y="54651"/>
                            <a:pt x="62494" y="54955"/>
                          </a:cubicBezTo>
                          <a:cubicBezTo>
                            <a:pt x="62463" y="55077"/>
                            <a:pt x="62463" y="55168"/>
                            <a:pt x="62494" y="55290"/>
                          </a:cubicBezTo>
                          <a:cubicBezTo>
                            <a:pt x="62524" y="55411"/>
                            <a:pt x="62615" y="55503"/>
                            <a:pt x="62706" y="55533"/>
                          </a:cubicBezTo>
                          <a:cubicBezTo>
                            <a:pt x="62980" y="55533"/>
                            <a:pt x="63223" y="55472"/>
                            <a:pt x="63436" y="55351"/>
                          </a:cubicBezTo>
                          <a:cubicBezTo>
                            <a:pt x="63588" y="55229"/>
                            <a:pt x="63770" y="55107"/>
                            <a:pt x="63953" y="55016"/>
                          </a:cubicBezTo>
                          <a:cubicBezTo>
                            <a:pt x="63983" y="54986"/>
                            <a:pt x="64044" y="54986"/>
                            <a:pt x="64074" y="55016"/>
                          </a:cubicBezTo>
                          <a:cubicBezTo>
                            <a:pt x="64196" y="55138"/>
                            <a:pt x="64378" y="55229"/>
                            <a:pt x="64409" y="55411"/>
                          </a:cubicBezTo>
                          <a:cubicBezTo>
                            <a:pt x="64439" y="55594"/>
                            <a:pt x="64469" y="55746"/>
                            <a:pt x="64530" y="55898"/>
                          </a:cubicBezTo>
                          <a:cubicBezTo>
                            <a:pt x="64591" y="56293"/>
                            <a:pt x="64743" y="56688"/>
                            <a:pt x="64956" y="57022"/>
                          </a:cubicBezTo>
                          <a:cubicBezTo>
                            <a:pt x="64986" y="57114"/>
                            <a:pt x="65016" y="57174"/>
                            <a:pt x="65047" y="57265"/>
                          </a:cubicBezTo>
                          <a:cubicBezTo>
                            <a:pt x="65047" y="57357"/>
                            <a:pt x="65047" y="57448"/>
                            <a:pt x="65077" y="57539"/>
                          </a:cubicBezTo>
                          <a:cubicBezTo>
                            <a:pt x="65199" y="57873"/>
                            <a:pt x="65199" y="58238"/>
                            <a:pt x="65077" y="58542"/>
                          </a:cubicBezTo>
                          <a:cubicBezTo>
                            <a:pt x="65047" y="58633"/>
                            <a:pt x="65047" y="58724"/>
                            <a:pt x="65047" y="58816"/>
                          </a:cubicBezTo>
                          <a:cubicBezTo>
                            <a:pt x="65138" y="59059"/>
                            <a:pt x="65108" y="59302"/>
                            <a:pt x="65016" y="59545"/>
                          </a:cubicBezTo>
                          <a:cubicBezTo>
                            <a:pt x="64925" y="59819"/>
                            <a:pt x="64956" y="60031"/>
                            <a:pt x="65260" y="60153"/>
                          </a:cubicBezTo>
                          <a:cubicBezTo>
                            <a:pt x="65260" y="60153"/>
                            <a:pt x="65290" y="60183"/>
                            <a:pt x="65290" y="60183"/>
                          </a:cubicBezTo>
                          <a:cubicBezTo>
                            <a:pt x="65564" y="60548"/>
                            <a:pt x="65837" y="60883"/>
                            <a:pt x="66111" y="61217"/>
                          </a:cubicBezTo>
                          <a:cubicBezTo>
                            <a:pt x="66202" y="61399"/>
                            <a:pt x="66232" y="61612"/>
                            <a:pt x="66232" y="61794"/>
                          </a:cubicBezTo>
                          <a:cubicBezTo>
                            <a:pt x="66232" y="61855"/>
                            <a:pt x="66263" y="61886"/>
                            <a:pt x="66293" y="61916"/>
                          </a:cubicBezTo>
                          <a:cubicBezTo>
                            <a:pt x="66354" y="62038"/>
                            <a:pt x="66384" y="62190"/>
                            <a:pt x="66354" y="62311"/>
                          </a:cubicBezTo>
                          <a:cubicBezTo>
                            <a:pt x="66354" y="62463"/>
                            <a:pt x="66415" y="62585"/>
                            <a:pt x="66506" y="62676"/>
                          </a:cubicBezTo>
                          <a:cubicBezTo>
                            <a:pt x="66658" y="62828"/>
                            <a:pt x="66779" y="62980"/>
                            <a:pt x="66840" y="63193"/>
                          </a:cubicBezTo>
                          <a:cubicBezTo>
                            <a:pt x="66840" y="63253"/>
                            <a:pt x="66931" y="63284"/>
                            <a:pt x="66962" y="63345"/>
                          </a:cubicBezTo>
                          <a:cubicBezTo>
                            <a:pt x="67023" y="63375"/>
                            <a:pt x="67114" y="63436"/>
                            <a:pt x="67175" y="63527"/>
                          </a:cubicBezTo>
                          <a:cubicBezTo>
                            <a:pt x="67296" y="63679"/>
                            <a:pt x="67448" y="63831"/>
                            <a:pt x="67661" y="63892"/>
                          </a:cubicBezTo>
                          <a:cubicBezTo>
                            <a:pt x="67874" y="64013"/>
                            <a:pt x="68086" y="64135"/>
                            <a:pt x="68299" y="64256"/>
                          </a:cubicBezTo>
                          <a:lnTo>
                            <a:pt x="68299" y="64256"/>
                          </a:lnTo>
                          <a:lnTo>
                            <a:pt x="68299" y="64256"/>
                          </a:lnTo>
                          <a:lnTo>
                            <a:pt x="68269" y="64256"/>
                          </a:lnTo>
                          <a:lnTo>
                            <a:pt x="68390" y="64135"/>
                          </a:lnTo>
                          <a:cubicBezTo>
                            <a:pt x="68482" y="64105"/>
                            <a:pt x="68512" y="64013"/>
                            <a:pt x="68482" y="63922"/>
                          </a:cubicBezTo>
                          <a:cubicBezTo>
                            <a:pt x="68390" y="63740"/>
                            <a:pt x="68330" y="63557"/>
                            <a:pt x="68208" y="63375"/>
                          </a:cubicBezTo>
                          <a:cubicBezTo>
                            <a:pt x="68056" y="63193"/>
                            <a:pt x="67995" y="62980"/>
                            <a:pt x="67995" y="62737"/>
                          </a:cubicBezTo>
                          <a:lnTo>
                            <a:pt x="67995" y="62342"/>
                          </a:lnTo>
                          <a:cubicBezTo>
                            <a:pt x="68026" y="62190"/>
                            <a:pt x="67965" y="62038"/>
                            <a:pt x="67874" y="61886"/>
                          </a:cubicBezTo>
                          <a:cubicBezTo>
                            <a:pt x="67691" y="61703"/>
                            <a:pt x="67478" y="61521"/>
                            <a:pt x="67326" y="61308"/>
                          </a:cubicBezTo>
                          <a:cubicBezTo>
                            <a:pt x="67053" y="61217"/>
                            <a:pt x="66871" y="60943"/>
                            <a:pt x="66597" y="60822"/>
                          </a:cubicBezTo>
                          <a:cubicBezTo>
                            <a:pt x="66384" y="60761"/>
                            <a:pt x="66263" y="60579"/>
                            <a:pt x="66293" y="60366"/>
                          </a:cubicBezTo>
                          <a:cubicBezTo>
                            <a:pt x="66293" y="60214"/>
                            <a:pt x="66232" y="60062"/>
                            <a:pt x="66141" y="59971"/>
                          </a:cubicBezTo>
                          <a:cubicBezTo>
                            <a:pt x="65989" y="59819"/>
                            <a:pt x="65898" y="59636"/>
                            <a:pt x="65837" y="59454"/>
                          </a:cubicBezTo>
                          <a:cubicBezTo>
                            <a:pt x="65655" y="59424"/>
                            <a:pt x="65503" y="59272"/>
                            <a:pt x="65503" y="59089"/>
                          </a:cubicBezTo>
                          <a:cubicBezTo>
                            <a:pt x="65472" y="58937"/>
                            <a:pt x="65503" y="58816"/>
                            <a:pt x="65533" y="58664"/>
                          </a:cubicBezTo>
                          <a:cubicBezTo>
                            <a:pt x="65716" y="58177"/>
                            <a:pt x="65837" y="57691"/>
                            <a:pt x="65928" y="57144"/>
                          </a:cubicBezTo>
                          <a:cubicBezTo>
                            <a:pt x="65928" y="57144"/>
                            <a:pt x="65928" y="57114"/>
                            <a:pt x="65959" y="57114"/>
                          </a:cubicBezTo>
                          <a:cubicBezTo>
                            <a:pt x="65989" y="57083"/>
                            <a:pt x="66019" y="57053"/>
                            <a:pt x="66050" y="57053"/>
                          </a:cubicBezTo>
                          <a:cubicBezTo>
                            <a:pt x="66111" y="57053"/>
                            <a:pt x="66141" y="57053"/>
                            <a:pt x="66171" y="57083"/>
                          </a:cubicBezTo>
                          <a:cubicBezTo>
                            <a:pt x="66202" y="57114"/>
                            <a:pt x="66232" y="57144"/>
                            <a:pt x="66232" y="57174"/>
                          </a:cubicBezTo>
                          <a:cubicBezTo>
                            <a:pt x="66263" y="57417"/>
                            <a:pt x="66445" y="57569"/>
                            <a:pt x="66658" y="57539"/>
                          </a:cubicBezTo>
                          <a:cubicBezTo>
                            <a:pt x="66719" y="57539"/>
                            <a:pt x="66810" y="57539"/>
                            <a:pt x="66871" y="57569"/>
                          </a:cubicBezTo>
                          <a:cubicBezTo>
                            <a:pt x="67083" y="57752"/>
                            <a:pt x="67357" y="57873"/>
                            <a:pt x="67509" y="58147"/>
                          </a:cubicBezTo>
                          <a:cubicBezTo>
                            <a:pt x="67691" y="58481"/>
                            <a:pt x="67934" y="58724"/>
                            <a:pt x="68238" y="58937"/>
                          </a:cubicBezTo>
                          <a:cubicBezTo>
                            <a:pt x="68299" y="58907"/>
                            <a:pt x="68360" y="58846"/>
                            <a:pt x="68421" y="58876"/>
                          </a:cubicBezTo>
                          <a:cubicBezTo>
                            <a:pt x="68542" y="58937"/>
                            <a:pt x="68694" y="59028"/>
                            <a:pt x="68664" y="59211"/>
                          </a:cubicBezTo>
                          <a:cubicBezTo>
                            <a:pt x="68664" y="59393"/>
                            <a:pt x="68664" y="59576"/>
                            <a:pt x="68664" y="59758"/>
                          </a:cubicBezTo>
                          <a:cubicBezTo>
                            <a:pt x="68664" y="59819"/>
                            <a:pt x="68785" y="59849"/>
                            <a:pt x="68846" y="59819"/>
                          </a:cubicBezTo>
                          <a:cubicBezTo>
                            <a:pt x="68907" y="59819"/>
                            <a:pt x="68907" y="59819"/>
                            <a:pt x="68907" y="59819"/>
                          </a:cubicBezTo>
                          <a:cubicBezTo>
                            <a:pt x="69181" y="59545"/>
                            <a:pt x="69454" y="59302"/>
                            <a:pt x="69697" y="59059"/>
                          </a:cubicBezTo>
                          <a:cubicBezTo>
                            <a:pt x="69758" y="58968"/>
                            <a:pt x="69819" y="58937"/>
                            <a:pt x="69910" y="58907"/>
                          </a:cubicBezTo>
                          <a:cubicBezTo>
                            <a:pt x="70244" y="58785"/>
                            <a:pt x="70548" y="58603"/>
                            <a:pt x="70761" y="58360"/>
                          </a:cubicBezTo>
                          <a:cubicBezTo>
                            <a:pt x="70913" y="58238"/>
                            <a:pt x="71035" y="58056"/>
                            <a:pt x="71065" y="57843"/>
                          </a:cubicBezTo>
                          <a:cubicBezTo>
                            <a:pt x="71187" y="57539"/>
                            <a:pt x="71187" y="57205"/>
                            <a:pt x="71065" y="56901"/>
                          </a:cubicBezTo>
                          <a:cubicBezTo>
                            <a:pt x="71065" y="56901"/>
                            <a:pt x="71065" y="56870"/>
                            <a:pt x="71065" y="56840"/>
                          </a:cubicBezTo>
                          <a:cubicBezTo>
                            <a:pt x="71004" y="56445"/>
                            <a:pt x="70883" y="56050"/>
                            <a:pt x="70700" y="55685"/>
                          </a:cubicBezTo>
                          <a:cubicBezTo>
                            <a:pt x="70609" y="55563"/>
                            <a:pt x="70518" y="55411"/>
                            <a:pt x="70396" y="55320"/>
                          </a:cubicBezTo>
                          <a:cubicBezTo>
                            <a:pt x="70184" y="55077"/>
                            <a:pt x="69910" y="54895"/>
                            <a:pt x="69637" y="54712"/>
                          </a:cubicBezTo>
                          <a:cubicBezTo>
                            <a:pt x="69454" y="54621"/>
                            <a:pt x="69333" y="54469"/>
                            <a:pt x="69272" y="54256"/>
                          </a:cubicBezTo>
                          <a:cubicBezTo>
                            <a:pt x="69241" y="54135"/>
                            <a:pt x="69150" y="54044"/>
                            <a:pt x="69059" y="53983"/>
                          </a:cubicBezTo>
                          <a:cubicBezTo>
                            <a:pt x="68998" y="53922"/>
                            <a:pt x="68937" y="53861"/>
                            <a:pt x="68877" y="53800"/>
                          </a:cubicBezTo>
                          <a:cubicBezTo>
                            <a:pt x="68846" y="53770"/>
                            <a:pt x="68816" y="53740"/>
                            <a:pt x="68816" y="53679"/>
                          </a:cubicBezTo>
                          <a:cubicBezTo>
                            <a:pt x="68816" y="53436"/>
                            <a:pt x="68725" y="53192"/>
                            <a:pt x="68968" y="53010"/>
                          </a:cubicBezTo>
                          <a:cubicBezTo>
                            <a:pt x="69089" y="52919"/>
                            <a:pt x="69150" y="52797"/>
                            <a:pt x="69150" y="52645"/>
                          </a:cubicBezTo>
                          <a:cubicBezTo>
                            <a:pt x="69181" y="52554"/>
                            <a:pt x="69241" y="52463"/>
                            <a:pt x="69302" y="52433"/>
                          </a:cubicBezTo>
                          <a:cubicBezTo>
                            <a:pt x="69576" y="52281"/>
                            <a:pt x="69819" y="52129"/>
                            <a:pt x="70093" y="52007"/>
                          </a:cubicBezTo>
                          <a:cubicBezTo>
                            <a:pt x="70153" y="51977"/>
                            <a:pt x="70214" y="51977"/>
                            <a:pt x="70305" y="52007"/>
                          </a:cubicBezTo>
                          <a:cubicBezTo>
                            <a:pt x="70366" y="52037"/>
                            <a:pt x="70427" y="52037"/>
                            <a:pt x="70488" y="52068"/>
                          </a:cubicBezTo>
                          <a:cubicBezTo>
                            <a:pt x="70640" y="52129"/>
                            <a:pt x="70761" y="52189"/>
                            <a:pt x="70792" y="52372"/>
                          </a:cubicBezTo>
                          <a:cubicBezTo>
                            <a:pt x="70822" y="52524"/>
                            <a:pt x="70913" y="52615"/>
                            <a:pt x="71035" y="52706"/>
                          </a:cubicBezTo>
                          <a:cubicBezTo>
                            <a:pt x="71126" y="52797"/>
                            <a:pt x="71308" y="52737"/>
                            <a:pt x="71339" y="52585"/>
                          </a:cubicBezTo>
                          <a:cubicBezTo>
                            <a:pt x="71339" y="52524"/>
                            <a:pt x="71339" y="52463"/>
                            <a:pt x="71339" y="52372"/>
                          </a:cubicBezTo>
                          <a:lnTo>
                            <a:pt x="71339" y="52372"/>
                          </a:lnTo>
                          <a:lnTo>
                            <a:pt x="71339" y="52341"/>
                          </a:lnTo>
                          <a:lnTo>
                            <a:pt x="71308" y="52372"/>
                          </a:lnTo>
                          <a:cubicBezTo>
                            <a:pt x="71278" y="52341"/>
                            <a:pt x="71278" y="52311"/>
                            <a:pt x="71278" y="52250"/>
                          </a:cubicBezTo>
                          <a:cubicBezTo>
                            <a:pt x="71278" y="52220"/>
                            <a:pt x="71308" y="52189"/>
                            <a:pt x="71339" y="52159"/>
                          </a:cubicBezTo>
                          <a:cubicBezTo>
                            <a:pt x="71643" y="52098"/>
                            <a:pt x="71947" y="51977"/>
                            <a:pt x="72251" y="51855"/>
                          </a:cubicBezTo>
                          <a:cubicBezTo>
                            <a:pt x="72524" y="51794"/>
                            <a:pt x="72737" y="51612"/>
                            <a:pt x="72859" y="51369"/>
                          </a:cubicBezTo>
                          <a:cubicBezTo>
                            <a:pt x="72889" y="51278"/>
                            <a:pt x="72950" y="51278"/>
                            <a:pt x="73010" y="51338"/>
                          </a:cubicBezTo>
                          <a:cubicBezTo>
                            <a:pt x="73071" y="51369"/>
                            <a:pt x="73162" y="51430"/>
                            <a:pt x="73254" y="51399"/>
                          </a:cubicBezTo>
                          <a:cubicBezTo>
                            <a:pt x="73436" y="51308"/>
                            <a:pt x="73649" y="51247"/>
                            <a:pt x="73831" y="51217"/>
                          </a:cubicBezTo>
                          <a:cubicBezTo>
                            <a:pt x="73983" y="51186"/>
                            <a:pt x="74135" y="51156"/>
                            <a:pt x="74287" y="51095"/>
                          </a:cubicBezTo>
                          <a:cubicBezTo>
                            <a:pt x="74439" y="51034"/>
                            <a:pt x="74591" y="50943"/>
                            <a:pt x="74621" y="50761"/>
                          </a:cubicBezTo>
                          <a:cubicBezTo>
                            <a:pt x="74652" y="50700"/>
                            <a:pt x="74713" y="50700"/>
                            <a:pt x="74773" y="50639"/>
                          </a:cubicBezTo>
                          <a:cubicBezTo>
                            <a:pt x="75017" y="50518"/>
                            <a:pt x="75199" y="50335"/>
                            <a:pt x="75321" y="50092"/>
                          </a:cubicBezTo>
                          <a:cubicBezTo>
                            <a:pt x="75321" y="50062"/>
                            <a:pt x="75351" y="50062"/>
                            <a:pt x="75351" y="50031"/>
                          </a:cubicBezTo>
                          <a:cubicBezTo>
                            <a:pt x="75533" y="49940"/>
                            <a:pt x="75685" y="49758"/>
                            <a:pt x="75716" y="49545"/>
                          </a:cubicBezTo>
                          <a:cubicBezTo>
                            <a:pt x="75746" y="49484"/>
                            <a:pt x="75837" y="49484"/>
                            <a:pt x="75898" y="49454"/>
                          </a:cubicBezTo>
                          <a:cubicBezTo>
                            <a:pt x="75959" y="49454"/>
                            <a:pt x="76020" y="49363"/>
                            <a:pt x="75989" y="49241"/>
                          </a:cubicBezTo>
                          <a:cubicBezTo>
                            <a:pt x="75959" y="49089"/>
                            <a:pt x="75959" y="48907"/>
                            <a:pt x="75959" y="48724"/>
                          </a:cubicBezTo>
                          <a:cubicBezTo>
                            <a:pt x="75959" y="48603"/>
                            <a:pt x="75928" y="48512"/>
                            <a:pt x="76050" y="48451"/>
                          </a:cubicBezTo>
                          <a:cubicBezTo>
                            <a:pt x="76263" y="48329"/>
                            <a:pt x="76384" y="48116"/>
                            <a:pt x="76415" y="47904"/>
                          </a:cubicBezTo>
                          <a:cubicBezTo>
                            <a:pt x="76415" y="47752"/>
                            <a:pt x="76476" y="47630"/>
                            <a:pt x="76597" y="47539"/>
                          </a:cubicBezTo>
                          <a:cubicBezTo>
                            <a:pt x="76749" y="47417"/>
                            <a:pt x="76810" y="47235"/>
                            <a:pt x="76810" y="47053"/>
                          </a:cubicBezTo>
                          <a:cubicBezTo>
                            <a:pt x="76780" y="46961"/>
                            <a:pt x="76810" y="46840"/>
                            <a:pt x="76871" y="46749"/>
                          </a:cubicBezTo>
                          <a:cubicBezTo>
                            <a:pt x="76962" y="46566"/>
                            <a:pt x="76932" y="46384"/>
                            <a:pt x="76810" y="46232"/>
                          </a:cubicBezTo>
                          <a:cubicBezTo>
                            <a:pt x="76719" y="46171"/>
                            <a:pt x="76628" y="46080"/>
                            <a:pt x="76536" y="46019"/>
                          </a:cubicBezTo>
                          <a:cubicBezTo>
                            <a:pt x="76476" y="45958"/>
                            <a:pt x="76384" y="45958"/>
                            <a:pt x="76324" y="45958"/>
                          </a:cubicBezTo>
                          <a:lnTo>
                            <a:pt x="76324" y="45958"/>
                          </a:lnTo>
                          <a:lnTo>
                            <a:pt x="76263" y="45958"/>
                          </a:lnTo>
                          <a:lnTo>
                            <a:pt x="76293" y="45958"/>
                          </a:lnTo>
                          <a:lnTo>
                            <a:pt x="76293" y="45958"/>
                          </a:lnTo>
                          <a:cubicBezTo>
                            <a:pt x="76293" y="45898"/>
                            <a:pt x="76324" y="45837"/>
                            <a:pt x="76324" y="45776"/>
                          </a:cubicBezTo>
                          <a:cubicBezTo>
                            <a:pt x="76415" y="45715"/>
                            <a:pt x="76506" y="45624"/>
                            <a:pt x="76567" y="45563"/>
                          </a:cubicBezTo>
                          <a:cubicBezTo>
                            <a:pt x="76658" y="45502"/>
                            <a:pt x="76658" y="45381"/>
                            <a:pt x="76597" y="45320"/>
                          </a:cubicBezTo>
                          <a:cubicBezTo>
                            <a:pt x="76536" y="45198"/>
                            <a:pt x="76415" y="45077"/>
                            <a:pt x="76293" y="44986"/>
                          </a:cubicBezTo>
                          <a:lnTo>
                            <a:pt x="76293" y="44986"/>
                          </a:lnTo>
                          <a:lnTo>
                            <a:pt x="76263" y="45016"/>
                          </a:lnTo>
                          <a:lnTo>
                            <a:pt x="76324" y="45046"/>
                          </a:lnTo>
                          <a:lnTo>
                            <a:pt x="76324" y="45046"/>
                          </a:lnTo>
                          <a:cubicBezTo>
                            <a:pt x="76354" y="45046"/>
                            <a:pt x="76384" y="45016"/>
                            <a:pt x="76415" y="45016"/>
                          </a:cubicBezTo>
                          <a:cubicBezTo>
                            <a:pt x="76567" y="44955"/>
                            <a:pt x="76628" y="44773"/>
                            <a:pt x="76506" y="44682"/>
                          </a:cubicBezTo>
                          <a:cubicBezTo>
                            <a:pt x="76445" y="44591"/>
                            <a:pt x="76354" y="44499"/>
                            <a:pt x="76263" y="44439"/>
                          </a:cubicBezTo>
                          <a:cubicBezTo>
                            <a:pt x="76111" y="44347"/>
                            <a:pt x="75989" y="44226"/>
                            <a:pt x="75898" y="44043"/>
                          </a:cubicBezTo>
                          <a:cubicBezTo>
                            <a:pt x="75807" y="43831"/>
                            <a:pt x="75685" y="43618"/>
                            <a:pt x="75564" y="43375"/>
                          </a:cubicBezTo>
                          <a:cubicBezTo>
                            <a:pt x="75503" y="43253"/>
                            <a:pt x="75381" y="43132"/>
                            <a:pt x="75260" y="43040"/>
                          </a:cubicBezTo>
                          <a:cubicBezTo>
                            <a:pt x="75169" y="43010"/>
                            <a:pt x="75077" y="42949"/>
                            <a:pt x="75017" y="42919"/>
                          </a:cubicBezTo>
                          <a:cubicBezTo>
                            <a:pt x="74834" y="42828"/>
                            <a:pt x="74743" y="42645"/>
                            <a:pt x="74773" y="42463"/>
                          </a:cubicBezTo>
                          <a:cubicBezTo>
                            <a:pt x="74773" y="42341"/>
                            <a:pt x="74834" y="42189"/>
                            <a:pt x="74895" y="42098"/>
                          </a:cubicBezTo>
                          <a:cubicBezTo>
                            <a:pt x="74986" y="42007"/>
                            <a:pt x="75047" y="41916"/>
                            <a:pt x="75077" y="41794"/>
                          </a:cubicBezTo>
                          <a:cubicBezTo>
                            <a:pt x="75169" y="41612"/>
                            <a:pt x="75321" y="41460"/>
                            <a:pt x="75503" y="41369"/>
                          </a:cubicBezTo>
                          <a:cubicBezTo>
                            <a:pt x="75655" y="41247"/>
                            <a:pt x="75868" y="41186"/>
                            <a:pt x="76080" y="41186"/>
                          </a:cubicBezTo>
                          <a:cubicBezTo>
                            <a:pt x="76141" y="41186"/>
                            <a:pt x="76172" y="41095"/>
                            <a:pt x="76202" y="41034"/>
                          </a:cubicBezTo>
                          <a:cubicBezTo>
                            <a:pt x="76232" y="40973"/>
                            <a:pt x="76232" y="40913"/>
                            <a:pt x="76232" y="40852"/>
                          </a:cubicBezTo>
                          <a:cubicBezTo>
                            <a:pt x="76232" y="40730"/>
                            <a:pt x="76141" y="40609"/>
                            <a:pt x="76020" y="40609"/>
                          </a:cubicBezTo>
                          <a:lnTo>
                            <a:pt x="75685" y="40609"/>
                          </a:lnTo>
                          <a:cubicBezTo>
                            <a:pt x="75594" y="40609"/>
                            <a:pt x="75503" y="40578"/>
                            <a:pt x="75442" y="40548"/>
                          </a:cubicBezTo>
                          <a:cubicBezTo>
                            <a:pt x="75351" y="40518"/>
                            <a:pt x="75260" y="40487"/>
                            <a:pt x="75199" y="40426"/>
                          </a:cubicBezTo>
                          <a:cubicBezTo>
                            <a:pt x="75108" y="40396"/>
                            <a:pt x="75017" y="40396"/>
                            <a:pt x="74925" y="40457"/>
                          </a:cubicBezTo>
                          <a:cubicBezTo>
                            <a:pt x="74773" y="40548"/>
                            <a:pt x="74652" y="40670"/>
                            <a:pt x="74561" y="40821"/>
                          </a:cubicBezTo>
                          <a:cubicBezTo>
                            <a:pt x="74500" y="40882"/>
                            <a:pt x="74439" y="40913"/>
                            <a:pt x="74378" y="40913"/>
                          </a:cubicBezTo>
                          <a:cubicBezTo>
                            <a:pt x="74257" y="40943"/>
                            <a:pt x="74135" y="40882"/>
                            <a:pt x="74105" y="40761"/>
                          </a:cubicBezTo>
                          <a:cubicBezTo>
                            <a:pt x="74074" y="40578"/>
                            <a:pt x="73922" y="40426"/>
                            <a:pt x="73740" y="40396"/>
                          </a:cubicBezTo>
                          <a:cubicBezTo>
                            <a:pt x="73558" y="40305"/>
                            <a:pt x="73406" y="40183"/>
                            <a:pt x="73284" y="40001"/>
                          </a:cubicBezTo>
                          <a:cubicBezTo>
                            <a:pt x="73162" y="39849"/>
                            <a:pt x="73254" y="39636"/>
                            <a:pt x="73436" y="39575"/>
                          </a:cubicBezTo>
                          <a:lnTo>
                            <a:pt x="73618" y="39575"/>
                          </a:lnTo>
                          <a:cubicBezTo>
                            <a:pt x="73770" y="39575"/>
                            <a:pt x="73892" y="39484"/>
                            <a:pt x="73922" y="39332"/>
                          </a:cubicBezTo>
                          <a:cubicBezTo>
                            <a:pt x="74014" y="39089"/>
                            <a:pt x="74044" y="38815"/>
                            <a:pt x="74348" y="38663"/>
                          </a:cubicBezTo>
                          <a:cubicBezTo>
                            <a:pt x="74409" y="38633"/>
                            <a:pt x="74469" y="38542"/>
                            <a:pt x="74500" y="38451"/>
                          </a:cubicBezTo>
                          <a:cubicBezTo>
                            <a:pt x="74561" y="38390"/>
                            <a:pt x="74621" y="38207"/>
                            <a:pt x="74713" y="38116"/>
                          </a:cubicBezTo>
                          <a:cubicBezTo>
                            <a:pt x="74743" y="38055"/>
                            <a:pt x="74804" y="38025"/>
                            <a:pt x="74865" y="37995"/>
                          </a:cubicBezTo>
                          <a:cubicBezTo>
                            <a:pt x="75017" y="37964"/>
                            <a:pt x="75199" y="38025"/>
                            <a:pt x="75290" y="38177"/>
                          </a:cubicBezTo>
                          <a:cubicBezTo>
                            <a:pt x="75351" y="38268"/>
                            <a:pt x="75351" y="38390"/>
                            <a:pt x="75290" y="38481"/>
                          </a:cubicBezTo>
                          <a:cubicBezTo>
                            <a:pt x="75260" y="38511"/>
                            <a:pt x="75229" y="38572"/>
                            <a:pt x="75229" y="38603"/>
                          </a:cubicBezTo>
                          <a:cubicBezTo>
                            <a:pt x="75138" y="38724"/>
                            <a:pt x="75108" y="38907"/>
                            <a:pt x="75169" y="39059"/>
                          </a:cubicBezTo>
                          <a:cubicBezTo>
                            <a:pt x="75199" y="39119"/>
                            <a:pt x="75229" y="39180"/>
                            <a:pt x="75229" y="39241"/>
                          </a:cubicBezTo>
                          <a:cubicBezTo>
                            <a:pt x="75260" y="39332"/>
                            <a:pt x="75199" y="39423"/>
                            <a:pt x="75169" y="39484"/>
                          </a:cubicBezTo>
                          <a:cubicBezTo>
                            <a:pt x="75108" y="39545"/>
                            <a:pt x="75108" y="39514"/>
                            <a:pt x="75138" y="39545"/>
                          </a:cubicBezTo>
                          <a:cubicBezTo>
                            <a:pt x="75138" y="39575"/>
                            <a:pt x="75138" y="39636"/>
                            <a:pt x="75169" y="39666"/>
                          </a:cubicBezTo>
                          <a:cubicBezTo>
                            <a:pt x="75199" y="39666"/>
                            <a:pt x="75229" y="39697"/>
                            <a:pt x="75290" y="39697"/>
                          </a:cubicBezTo>
                          <a:cubicBezTo>
                            <a:pt x="75442" y="39606"/>
                            <a:pt x="75564" y="39514"/>
                            <a:pt x="75625" y="39363"/>
                          </a:cubicBezTo>
                          <a:cubicBezTo>
                            <a:pt x="75868" y="39059"/>
                            <a:pt x="76232" y="38846"/>
                            <a:pt x="76628" y="38846"/>
                          </a:cubicBezTo>
                          <a:cubicBezTo>
                            <a:pt x="76688" y="38815"/>
                            <a:pt x="76749" y="38846"/>
                            <a:pt x="76810" y="38876"/>
                          </a:cubicBezTo>
                          <a:lnTo>
                            <a:pt x="76992" y="38937"/>
                          </a:lnTo>
                          <a:cubicBezTo>
                            <a:pt x="77266" y="39028"/>
                            <a:pt x="77266" y="39028"/>
                            <a:pt x="77266" y="39302"/>
                          </a:cubicBezTo>
                          <a:lnTo>
                            <a:pt x="77266" y="40001"/>
                          </a:lnTo>
                          <a:cubicBezTo>
                            <a:pt x="77266" y="40092"/>
                            <a:pt x="77327" y="40214"/>
                            <a:pt x="77387" y="40305"/>
                          </a:cubicBezTo>
                          <a:cubicBezTo>
                            <a:pt x="77448" y="40366"/>
                            <a:pt x="77539" y="40396"/>
                            <a:pt x="77631" y="40396"/>
                          </a:cubicBezTo>
                          <a:cubicBezTo>
                            <a:pt x="77691" y="40396"/>
                            <a:pt x="77752" y="40335"/>
                            <a:pt x="77843" y="40335"/>
                          </a:cubicBezTo>
                          <a:cubicBezTo>
                            <a:pt x="77935" y="40305"/>
                            <a:pt x="78056" y="40335"/>
                            <a:pt x="78147" y="40426"/>
                          </a:cubicBezTo>
                          <a:cubicBezTo>
                            <a:pt x="78239" y="40487"/>
                            <a:pt x="78330" y="40578"/>
                            <a:pt x="78391" y="40670"/>
                          </a:cubicBezTo>
                          <a:cubicBezTo>
                            <a:pt x="78451" y="40761"/>
                            <a:pt x="78451" y="40791"/>
                            <a:pt x="78330" y="40943"/>
                          </a:cubicBezTo>
                          <a:cubicBezTo>
                            <a:pt x="78208" y="41095"/>
                            <a:pt x="78239" y="41095"/>
                            <a:pt x="78299" y="41186"/>
                          </a:cubicBezTo>
                          <a:cubicBezTo>
                            <a:pt x="78543" y="41399"/>
                            <a:pt x="78634" y="41733"/>
                            <a:pt x="78573" y="42037"/>
                          </a:cubicBezTo>
                          <a:cubicBezTo>
                            <a:pt x="78573" y="42129"/>
                            <a:pt x="78573" y="42220"/>
                            <a:pt x="78573" y="42311"/>
                          </a:cubicBezTo>
                          <a:cubicBezTo>
                            <a:pt x="78603" y="42493"/>
                            <a:pt x="78664" y="42676"/>
                            <a:pt x="78786" y="42797"/>
                          </a:cubicBezTo>
                          <a:cubicBezTo>
                            <a:pt x="78786" y="42797"/>
                            <a:pt x="78816" y="42828"/>
                            <a:pt x="78846" y="42797"/>
                          </a:cubicBezTo>
                          <a:cubicBezTo>
                            <a:pt x="78938" y="42797"/>
                            <a:pt x="79059" y="42736"/>
                            <a:pt x="79120" y="42645"/>
                          </a:cubicBezTo>
                          <a:cubicBezTo>
                            <a:pt x="79242" y="42524"/>
                            <a:pt x="79394" y="42463"/>
                            <a:pt x="79546" y="42493"/>
                          </a:cubicBezTo>
                          <a:cubicBezTo>
                            <a:pt x="79637" y="42493"/>
                            <a:pt x="79698" y="42493"/>
                            <a:pt x="79758" y="42493"/>
                          </a:cubicBezTo>
                          <a:cubicBezTo>
                            <a:pt x="79910" y="42524"/>
                            <a:pt x="80002" y="42402"/>
                            <a:pt x="80093" y="42311"/>
                          </a:cubicBezTo>
                          <a:cubicBezTo>
                            <a:pt x="80275" y="42098"/>
                            <a:pt x="80336" y="41794"/>
                            <a:pt x="80245" y="41551"/>
                          </a:cubicBezTo>
                          <a:cubicBezTo>
                            <a:pt x="80184" y="41429"/>
                            <a:pt x="80184" y="41277"/>
                            <a:pt x="80123" y="41156"/>
                          </a:cubicBezTo>
                          <a:cubicBezTo>
                            <a:pt x="80062" y="40791"/>
                            <a:pt x="79910" y="40457"/>
                            <a:pt x="79637" y="40214"/>
                          </a:cubicBezTo>
                          <a:cubicBezTo>
                            <a:pt x="79485" y="40062"/>
                            <a:pt x="79363" y="39910"/>
                            <a:pt x="79272" y="39727"/>
                          </a:cubicBezTo>
                          <a:cubicBezTo>
                            <a:pt x="79181" y="39575"/>
                            <a:pt x="79059" y="39423"/>
                            <a:pt x="78877" y="39332"/>
                          </a:cubicBezTo>
                          <a:cubicBezTo>
                            <a:pt x="78786" y="39271"/>
                            <a:pt x="78664" y="39180"/>
                            <a:pt x="78543" y="39119"/>
                          </a:cubicBezTo>
                          <a:cubicBezTo>
                            <a:pt x="78421" y="38998"/>
                            <a:pt x="78421" y="38815"/>
                            <a:pt x="78482" y="38663"/>
                          </a:cubicBezTo>
                          <a:cubicBezTo>
                            <a:pt x="78543" y="38603"/>
                            <a:pt x="78603" y="38542"/>
                            <a:pt x="78664" y="38481"/>
                          </a:cubicBezTo>
                          <a:cubicBezTo>
                            <a:pt x="78786" y="38359"/>
                            <a:pt x="78907" y="38268"/>
                            <a:pt x="78998" y="38147"/>
                          </a:cubicBezTo>
                          <a:cubicBezTo>
                            <a:pt x="79272" y="37873"/>
                            <a:pt x="79363" y="37478"/>
                            <a:pt x="79242" y="37144"/>
                          </a:cubicBezTo>
                          <a:cubicBezTo>
                            <a:pt x="79150" y="36870"/>
                            <a:pt x="79242" y="36566"/>
                            <a:pt x="79454" y="36414"/>
                          </a:cubicBezTo>
                          <a:cubicBezTo>
                            <a:pt x="79515" y="36353"/>
                            <a:pt x="79606" y="36293"/>
                            <a:pt x="79667" y="36232"/>
                          </a:cubicBezTo>
                          <a:cubicBezTo>
                            <a:pt x="79728" y="36171"/>
                            <a:pt x="79789" y="36080"/>
                            <a:pt x="79850" y="36019"/>
                          </a:cubicBezTo>
                          <a:cubicBezTo>
                            <a:pt x="79910" y="35928"/>
                            <a:pt x="79910" y="35745"/>
                            <a:pt x="80062" y="35685"/>
                          </a:cubicBezTo>
                          <a:cubicBezTo>
                            <a:pt x="80214" y="35654"/>
                            <a:pt x="80336" y="35837"/>
                            <a:pt x="80488" y="35897"/>
                          </a:cubicBezTo>
                          <a:cubicBezTo>
                            <a:pt x="80640" y="35958"/>
                            <a:pt x="80792" y="35958"/>
                            <a:pt x="80944" y="35897"/>
                          </a:cubicBezTo>
                          <a:cubicBezTo>
                            <a:pt x="81096" y="35837"/>
                            <a:pt x="81217" y="35715"/>
                            <a:pt x="81309" y="35593"/>
                          </a:cubicBezTo>
                          <a:cubicBezTo>
                            <a:pt x="81491" y="35381"/>
                            <a:pt x="81643" y="35168"/>
                            <a:pt x="81734" y="34894"/>
                          </a:cubicBezTo>
                          <a:cubicBezTo>
                            <a:pt x="81916" y="34499"/>
                            <a:pt x="82068" y="34104"/>
                            <a:pt x="82220" y="33709"/>
                          </a:cubicBezTo>
                          <a:cubicBezTo>
                            <a:pt x="82220" y="33618"/>
                            <a:pt x="82251" y="33527"/>
                            <a:pt x="82312" y="33435"/>
                          </a:cubicBezTo>
                          <a:cubicBezTo>
                            <a:pt x="82555" y="33071"/>
                            <a:pt x="82676" y="32645"/>
                            <a:pt x="82676" y="32220"/>
                          </a:cubicBezTo>
                          <a:cubicBezTo>
                            <a:pt x="82737" y="31885"/>
                            <a:pt x="82798" y="31520"/>
                            <a:pt x="82859" y="31156"/>
                          </a:cubicBezTo>
                          <a:cubicBezTo>
                            <a:pt x="82859" y="31095"/>
                            <a:pt x="82859" y="31034"/>
                            <a:pt x="82919" y="30973"/>
                          </a:cubicBezTo>
                          <a:cubicBezTo>
                            <a:pt x="83011" y="30730"/>
                            <a:pt x="83041" y="30487"/>
                            <a:pt x="82980" y="30244"/>
                          </a:cubicBezTo>
                          <a:cubicBezTo>
                            <a:pt x="82950" y="29788"/>
                            <a:pt x="82828" y="29332"/>
                            <a:pt x="82616" y="28937"/>
                          </a:cubicBezTo>
                          <a:cubicBezTo>
                            <a:pt x="82524" y="28785"/>
                            <a:pt x="82464" y="28602"/>
                            <a:pt x="82464" y="28420"/>
                          </a:cubicBezTo>
                          <a:cubicBezTo>
                            <a:pt x="82464" y="28055"/>
                            <a:pt x="82464" y="27660"/>
                            <a:pt x="82433" y="27265"/>
                          </a:cubicBezTo>
                          <a:cubicBezTo>
                            <a:pt x="82433" y="27235"/>
                            <a:pt x="82464" y="27204"/>
                            <a:pt x="82494" y="27174"/>
                          </a:cubicBezTo>
                          <a:cubicBezTo>
                            <a:pt x="82494" y="27143"/>
                            <a:pt x="82524" y="27174"/>
                            <a:pt x="82524" y="27204"/>
                          </a:cubicBezTo>
                          <a:cubicBezTo>
                            <a:pt x="82676" y="27417"/>
                            <a:pt x="82859" y="27599"/>
                            <a:pt x="83011" y="27782"/>
                          </a:cubicBezTo>
                          <a:cubicBezTo>
                            <a:pt x="83193" y="27964"/>
                            <a:pt x="83163" y="28238"/>
                            <a:pt x="83284" y="28481"/>
                          </a:cubicBezTo>
                          <a:cubicBezTo>
                            <a:pt x="83315" y="28572"/>
                            <a:pt x="83375" y="28663"/>
                            <a:pt x="83436" y="28785"/>
                          </a:cubicBezTo>
                          <a:cubicBezTo>
                            <a:pt x="83558" y="29028"/>
                            <a:pt x="83649" y="29271"/>
                            <a:pt x="83649" y="29545"/>
                          </a:cubicBezTo>
                          <a:cubicBezTo>
                            <a:pt x="83649" y="29606"/>
                            <a:pt x="83649" y="29636"/>
                            <a:pt x="83649" y="29697"/>
                          </a:cubicBezTo>
                          <a:cubicBezTo>
                            <a:pt x="83679" y="30001"/>
                            <a:pt x="83801" y="30305"/>
                            <a:pt x="83983" y="30578"/>
                          </a:cubicBezTo>
                          <a:cubicBezTo>
                            <a:pt x="84075" y="30700"/>
                            <a:pt x="84135" y="30852"/>
                            <a:pt x="84135" y="31034"/>
                          </a:cubicBezTo>
                          <a:cubicBezTo>
                            <a:pt x="84135" y="31247"/>
                            <a:pt x="84196" y="31460"/>
                            <a:pt x="84318" y="31672"/>
                          </a:cubicBezTo>
                          <a:cubicBezTo>
                            <a:pt x="84378" y="31824"/>
                            <a:pt x="84409" y="31976"/>
                            <a:pt x="84409" y="32128"/>
                          </a:cubicBezTo>
                          <a:cubicBezTo>
                            <a:pt x="84409" y="32189"/>
                            <a:pt x="84409" y="32280"/>
                            <a:pt x="84409" y="32341"/>
                          </a:cubicBezTo>
                          <a:cubicBezTo>
                            <a:pt x="84439" y="32493"/>
                            <a:pt x="84530" y="32615"/>
                            <a:pt x="84682" y="32706"/>
                          </a:cubicBezTo>
                          <a:cubicBezTo>
                            <a:pt x="84743" y="32706"/>
                            <a:pt x="84774" y="32675"/>
                            <a:pt x="84804" y="32645"/>
                          </a:cubicBezTo>
                          <a:cubicBezTo>
                            <a:pt x="84804" y="32584"/>
                            <a:pt x="84804" y="32493"/>
                            <a:pt x="84804" y="32402"/>
                          </a:cubicBezTo>
                          <a:cubicBezTo>
                            <a:pt x="84804" y="32250"/>
                            <a:pt x="84865" y="32220"/>
                            <a:pt x="85017" y="32220"/>
                          </a:cubicBezTo>
                          <a:cubicBezTo>
                            <a:pt x="85169" y="32250"/>
                            <a:pt x="85260" y="32341"/>
                            <a:pt x="85382" y="32402"/>
                          </a:cubicBezTo>
                          <a:lnTo>
                            <a:pt x="85442" y="32402"/>
                          </a:lnTo>
                          <a:cubicBezTo>
                            <a:pt x="85473" y="32372"/>
                            <a:pt x="85473" y="32341"/>
                            <a:pt x="85503" y="32280"/>
                          </a:cubicBezTo>
                          <a:cubicBezTo>
                            <a:pt x="85473" y="32128"/>
                            <a:pt x="85412" y="31976"/>
                            <a:pt x="85260" y="31885"/>
                          </a:cubicBezTo>
                          <a:cubicBezTo>
                            <a:pt x="84986" y="31764"/>
                            <a:pt x="84926" y="31429"/>
                            <a:pt x="84652" y="31247"/>
                          </a:cubicBezTo>
                          <a:cubicBezTo>
                            <a:pt x="84591" y="31095"/>
                            <a:pt x="84530" y="30943"/>
                            <a:pt x="84470" y="30761"/>
                          </a:cubicBezTo>
                          <a:cubicBezTo>
                            <a:pt x="84409" y="30548"/>
                            <a:pt x="84409" y="30305"/>
                            <a:pt x="84378" y="30092"/>
                          </a:cubicBezTo>
                          <a:lnTo>
                            <a:pt x="84378" y="29879"/>
                          </a:lnTo>
                          <a:cubicBezTo>
                            <a:pt x="84378" y="29788"/>
                            <a:pt x="84439" y="29697"/>
                            <a:pt x="84530" y="29697"/>
                          </a:cubicBezTo>
                          <a:cubicBezTo>
                            <a:pt x="84622" y="29697"/>
                            <a:pt x="84743" y="29666"/>
                            <a:pt x="84865" y="29666"/>
                          </a:cubicBezTo>
                          <a:cubicBezTo>
                            <a:pt x="84865" y="29545"/>
                            <a:pt x="84865" y="29423"/>
                            <a:pt x="84804" y="29332"/>
                          </a:cubicBezTo>
                          <a:cubicBezTo>
                            <a:pt x="84409" y="28602"/>
                            <a:pt x="83983" y="27934"/>
                            <a:pt x="83527" y="27265"/>
                          </a:cubicBezTo>
                          <a:cubicBezTo>
                            <a:pt x="83345" y="27083"/>
                            <a:pt x="83254" y="26840"/>
                            <a:pt x="83254" y="26566"/>
                          </a:cubicBezTo>
                          <a:cubicBezTo>
                            <a:pt x="83254" y="26475"/>
                            <a:pt x="83223" y="26353"/>
                            <a:pt x="83163" y="26232"/>
                          </a:cubicBezTo>
                          <a:cubicBezTo>
                            <a:pt x="83071" y="25897"/>
                            <a:pt x="82859" y="25593"/>
                            <a:pt x="82616" y="25320"/>
                          </a:cubicBezTo>
                          <a:cubicBezTo>
                            <a:pt x="82494" y="25259"/>
                            <a:pt x="82494" y="25107"/>
                            <a:pt x="82403" y="24985"/>
                          </a:cubicBezTo>
                          <a:cubicBezTo>
                            <a:pt x="82342" y="24864"/>
                            <a:pt x="82220" y="24773"/>
                            <a:pt x="82068" y="24773"/>
                          </a:cubicBezTo>
                          <a:cubicBezTo>
                            <a:pt x="82038" y="24773"/>
                            <a:pt x="82008" y="24803"/>
                            <a:pt x="81977" y="24833"/>
                          </a:cubicBezTo>
                          <a:cubicBezTo>
                            <a:pt x="81977" y="24864"/>
                            <a:pt x="81977" y="24894"/>
                            <a:pt x="81977" y="24894"/>
                          </a:cubicBezTo>
                          <a:cubicBezTo>
                            <a:pt x="82008" y="24955"/>
                            <a:pt x="82008" y="24985"/>
                            <a:pt x="82038" y="25016"/>
                          </a:cubicBezTo>
                          <a:cubicBezTo>
                            <a:pt x="82281" y="25289"/>
                            <a:pt x="82281" y="25289"/>
                            <a:pt x="82038" y="25624"/>
                          </a:cubicBezTo>
                          <a:cubicBezTo>
                            <a:pt x="82038" y="25684"/>
                            <a:pt x="82008" y="25715"/>
                            <a:pt x="82008" y="25776"/>
                          </a:cubicBezTo>
                          <a:cubicBezTo>
                            <a:pt x="82038" y="25867"/>
                            <a:pt x="82068" y="25928"/>
                            <a:pt x="82129" y="26019"/>
                          </a:cubicBezTo>
                          <a:cubicBezTo>
                            <a:pt x="82251" y="26232"/>
                            <a:pt x="82312" y="26475"/>
                            <a:pt x="82342" y="26718"/>
                          </a:cubicBezTo>
                          <a:cubicBezTo>
                            <a:pt x="82342" y="26748"/>
                            <a:pt x="82312" y="26809"/>
                            <a:pt x="82312" y="26840"/>
                          </a:cubicBezTo>
                          <a:cubicBezTo>
                            <a:pt x="82281" y="26870"/>
                            <a:pt x="82190" y="26840"/>
                            <a:pt x="82160" y="26748"/>
                          </a:cubicBezTo>
                          <a:cubicBezTo>
                            <a:pt x="82160" y="26596"/>
                            <a:pt x="82099" y="26475"/>
                            <a:pt x="82008" y="26353"/>
                          </a:cubicBezTo>
                          <a:cubicBezTo>
                            <a:pt x="81947" y="26292"/>
                            <a:pt x="81916" y="26201"/>
                            <a:pt x="81916" y="26110"/>
                          </a:cubicBezTo>
                          <a:cubicBezTo>
                            <a:pt x="81916" y="25928"/>
                            <a:pt x="81825" y="25745"/>
                            <a:pt x="81673" y="25654"/>
                          </a:cubicBezTo>
                          <a:cubicBezTo>
                            <a:pt x="81400" y="25502"/>
                            <a:pt x="81126" y="25350"/>
                            <a:pt x="80853" y="25168"/>
                          </a:cubicBezTo>
                          <a:cubicBezTo>
                            <a:pt x="80792" y="25107"/>
                            <a:pt x="80731" y="25107"/>
                            <a:pt x="80670" y="25107"/>
                          </a:cubicBezTo>
                          <a:cubicBezTo>
                            <a:pt x="80549" y="25107"/>
                            <a:pt x="80427" y="25137"/>
                            <a:pt x="80336" y="25137"/>
                          </a:cubicBezTo>
                          <a:cubicBezTo>
                            <a:pt x="80214" y="25107"/>
                            <a:pt x="80093" y="25198"/>
                            <a:pt x="80093" y="25320"/>
                          </a:cubicBezTo>
                          <a:cubicBezTo>
                            <a:pt x="80062" y="25472"/>
                            <a:pt x="80002" y="25624"/>
                            <a:pt x="79880" y="25715"/>
                          </a:cubicBezTo>
                          <a:cubicBezTo>
                            <a:pt x="79850" y="25745"/>
                            <a:pt x="79819" y="25745"/>
                            <a:pt x="79819" y="25715"/>
                          </a:cubicBezTo>
                          <a:cubicBezTo>
                            <a:pt x="79728" y="25533"/>
                            <a:pt x="79637" y="25350"/>
                            <a:pt x="79546" y="25198"/>
                          </a:cubicBezTo>
                          <a:cubicBezTo>
                            <a:pt x="79546" y="25168"/>
                            <a:pt x="79515" y="25137"/>
                            <a:pt x="79515" y="25137"/>
                          </a:cubicBezTo>
                          <a:cubicBezTo>
                            <a:pt x="79454" y="25168"/>
                            <a:pt x="79424" y="25198"/>
                            <a:pt x="79394" y="25229"/>
                          </a:cubicBezTo>
                          <a:cubicBezTo>
                            <a:pt x="79333" y="25289"/>
                            <a:pt x="79333" y="25381"/>
                            <a:pt x="79363" y="25472"/>
                          </a:cubicBezTo>
                          <a:cubicBezTo>
                            <a:pt x="79363" y="25502"/>
                            <a:pt x="79333" y="25563"/>
                            <a:pt x="79302" y="25563"/>
                          </a:cubicBezTo>
                          <a:cubicBezTo>
                            <a:pt x="79272" y="25593"/>
                            <a:pt x="79211" y="25563"/>
                            <a:pt x="79211" y="25533"/>
                          </a:cubicBezTo>
                          <a:cubicBezTo>
                            <a:pt x="79150" y="25350"/>
                            <a:pt x="79090" y="25198"/>
                            <a:pt x="78998" y="25016"/>
                          </a:cubicBezTo>
                          <a:cubicBezTo>
                            <a:pt x="78938" y="24864"/>
                            <a:pt x="78877" y="24833"/>
                            <a:pt x="78694" y="24894"/>
                          </a:cubicBezTo>
                          <a:cubicBezTo>
                            <a:pt x="78634" y="24894"/>
                            <a:pt x="78573" y="24925"/>
                            <a:pt x="78512" y="24955"/>
                          </a:cubicBezTo>
                          <a:cubicBezTo>
                            <a:pt x="78421" y="24955"/>
                            <a:pt x="78360" y="24955"/>
                            <a:pt x="78299" y="24955"/>
                          </a:cubicBezTo>
                          <a:cubicBezTo>
                            <a:pt x="78178" y="24955"/>
                            <a:pt x="78087" y="24833"/>
                            <a:pt x="78117" y="24712"/>
                          </a:cubicBezTo>
                          <a:cubicBezTo>
                            <a:pt x="78147" y="24651"/>
                            <a:pt x="78178" y="24590"/>
                            <a:pt x="78208" y="24529"/>
                          </a:cubicBezTo>
                          <a:cubicBezTo>
                            <a:pt x="78299" y="24317"/>
                            <a:pt x="78421" y="24134"/>
                            <a:pt x="78512" y="23922"/>
                          </a:cubicBezTo>
                          <a:cubicBezTo>
                            <a:pt x="78664" y="23709"/>
                            <a:pt x="78755" y="23466"/>
                            <a:pt x="78786" y="23222"/>
                          </a:cubicBezTo>
                          <a:cubicBezTo>
                            <a:pt x="78846" y="22797"/>
                            <a:pt x="78968" y="22341"/>
                            <a:pt x="79181" y="21946"/>
                          </a:cubicBezTo>
                          <a:cubicBezTo>
                            <a:pt x="79333" y="21672"/>
                            <a:pt x="79394" y="21338"/>
                            <a:pt x="79363" y="21004"/>
                          </a:cubicBezTo>
                          <a:cubicBezTo>
                            <a:pt x="79333" y="20882"/>
                            <a:pt x="79394" y="20760"/>
                            <a:pt x="79454" y="20639"/>
                          </a:cubicBezTo>
                          <a:cubicBezTo>
                            <a:pt x="79576" y="20487"/>
                            <a:pt x="79637" y="20244"/>
                            <a:pt x="79546" y="20061"/>
                          </a:cubicBezTo>
                          <a:cubicBezTo>
                            <a:pt x="79515" y="19970"/>
                            <a:pt x="79546" y="19879"/>
                            <a:pt x="79606" y="19788"/>
                          </a:cubicBezTo>
                          <a:cubicBezTo>
                            <a:pt x="79698" y="19636"/>
                            <a:pt x="79880" y="19514"/>
                            <a:pt x="80093" y="19453"/>
                          </a:cubicBezTo>
                          <a:cubicBezTo>
                            <a:pt x="80336" y="19393"/>
                            <a:pt x="80579" y="19301"/>
                            <a:pt x="80853" y="19180"/>
                          </a:cubicBezTo>
                          <a:cubicBezTo>
                            <a:pt x="80944" y="19149"/>
                            <a:pt x="81065" y="19180"/>
                            <a:pt x="81157" y="19210"/>
                          </a:cubicBezTo>
                          <a:cubicBezTo>
                            <a:pt x="81278" y="19301"/>
                            <a:pt x="81400" y="19271"/>
                            <a:pt x="81460" y="19149"/>
                          </a:cubicBezTo>
                          <a:cubicBezTo>
                            <a:pt x="81521" y="19028"/>
                            <a:pt x="81673" y="18937"/>
                            <a:pt x="81825" y="18937"/>
                          </a:cubicBezTo>
                          <a:cubicBezTo>
                            <a:pt x="82099" y="18997"/>
                            <a:pt x="82312" y="18845"/>
                            <a:pt x="82585" y="18845"/>
                          </a:cubicBezTo>
                          <a:cubicBezTo>
                            <a:pt x="82616" y="18845"/>
                            <a:pt x="82646" y="18785"/>
                            <a:pt x="82676" y="18754"/>
                          </a:cubicBezTo>
                          <a:cubicBezTo>
                            <a:pt x="82707" y="18663"/>
                            <a:pt x="82707" y="18542"/>
                            <a:pt x="82737" y="18420"/>
                          </a:cubicBezTo>
                          <a:cubicBezTo>
                            <a:pt x="82798" y="18329"/>
                            <a:pt x="82889" y="18238"/>
                            <a:pt x="83011" y="18238"/>
                          </a:cubicBezTo>
                          <a:cubicBezTo>
                            <a:pt x="83315" y="18298"/>
                            <a:pt x="83649" y="18329"/>
                            <a:pt x="83953" y="18359"/>
                          </a:cubicBezTo>
                          <a:cubicBezTo>
                            <a:pt x="84014" y="18359"/>
                            <a:pt x="84075" y="18420"/>
                            <a:pt x="84135" y="18450"/>
                          </a:cubicBezTo>
                          <a:cubicBezTo>
                            <a:pt x="84166" y="18481"/>
                            <a:pt x="84166" y="18511"/>
                            <a:pt x="84166" y="18572"/>
                          </a:cubicBezTo>
                          <a:cubicBezTo>
                            <a:pt x="84166" y="18602"/>
                            <a:pt x="84105" y="18633"/>
                            <a:pt x="84105" y="18663"/>
                          </a:cubicBezTo>
                          <a:cubicBezTo>
                            <a:pt x="84044" y="18754"/>
                            <a:pt x="84075" y="18845"/>
                            <a:pt x="84135" y="18906"/>
                          </a:cubicBezTo>
                          <a:cubicBezTo>
                            <a:pt x="84196" y="18997"/>
                            <a:pt x="84318" y="19028"/>
                            <a:pt x="84378" y="18997"/>
                          </a:cubicBezTo>
                          <a:cubicBezTo>
                            <a:pt x="84622" y="18845"/>
                            <a:pt x="84895" y="18785"/>
                            <a:pt x="85047" y="18542"/>
                          </a:cubicBezTo>
                          <a:cubicBezTo>
                            <a:pt x="85078" y="18450"/>
                            <a:pt x="85199" y="18420"/>
                            <a:pt x="85290" y="18481"/>
                          </a:cubicBezTo>
                          <a:cubicBezTo>
                            <a:pt x="85351" y="18511"/>
                            <a:pt x="85473" y="18481"/>
                            <a:pt x="85534" y="18390"/>
                          </a:cubicBezTo>
                          <a:cubicBezTo>
                            <a:pt x="85594" y="18298"/>
                            <a:pt x="85777" y="18238"/>
                            <a:pt x="85746" y="18086"/>
                          </a:cubicBezTo>
                          <a:cubicBezTo>
                            <a:pt x="85716" y="17903"/>
                            <a:pt x="85564" y="17903"/>
                            <a:pt x="85412" y="17903"/>
                          </a:cubicBezTo>
                          <a:lnTo>
                            <a:pt x="85351" y="17903"/>
                          </a:lnTo>
                          <a:cubicBezTo>
                            <a:pt x="85290" y="17873"/>
                            <a:pt x="85230" y="17842"/>
                            <a:pt x="85199" y="17782"/>
                          </a:cubicBezTo>
                          <a:cubicBezTo>
                            <a:pt x="85108" y="17538"/>
                            <a:pt x="85078" y="17265"/>
                            <a:pt x="85169" y="17052"/>
                          </a:cubicBezTo>
                          <a:cubicBezTo>
                            <a:pt x="85199" y="16991"/>
                            <a:pt x="85199" y="16961"/>
                            <a:pt x="85230" y="16900"/>
                          </a:cubicBezTo>
                          <a:cubicBezTo>
                            <a:pt x="85321" y="16718"/>
                            <a:pt x="85351" y="16505"/>
                            <a:pt x="85321" y="16323"/>
                          </a:cubicBezTo>
                          <a:cubicBezTo>
                            <a:pt x="85321" y="16049"/>
                            <a:pt x="85351" y="15776"/>
                            <a:pt x="85321" y="15502"/>
                          </a:cubicBezTo>
                          <a:cubicBezTo>
                            <a:pt x="85321" y="15320"/>
                            <a:pt x="85412" y="15137"/>
                            <a:pt x="85594" y="15076"/>
                          </a:cubicBezTo>
                          <a:cubicBezTo>
                            <a:pt x="85746" y="15016"/>
                            <a:pt x="85898" y="14955"/>
                            <a:pt x="86050" y="14894"/>
                          </a:cubicBezTo>
                          <a:cubicBezTo>
                            <a:pt x="86172" y="14803"/>
                            <a:pt x="86354" y="14803"/>
                            <a:pt x="86506" y="14864"/>
                          </a:cubicBezTo>
                          <a:cubicBezTo>
                            <a:pt x="86597" y="14894"/>
                            <a:pt x="86658" y="14803"/>
                            <a:pt x="86749" y="14772"/>
                          </a:cubicBezTo>
                          <a:cubicBezTo>
                            <a:pt x="86810" y="14712"/>
                            <a:pt x="86901" y="14742"/>
                            <a:pt x="86901" y="14803"/>
                          </a:cubicBezTo>
                          <a:cubicBezTo>
                            <a:pt x="86932" y="14985"/>
                            <a:pt x="86962" y="15137"/>
                            <a:pt x="86962" y="15289"/>
                          </a:cubicBezTo>
                          <a:cubicBezTo>
                            <a:pt x="86962" y="15441"/>
                            <a:pt x="87053" y="15563"/>
                            <a:pt x="87175" y="15624"/>
                          </a:cubicBezTo>
                          <a:cubicBezTo>
                            <a:pt x="87296" y="15684"/>
                            <a:pt x="87418" y="15776"/>
                            <a:pt x="87540" y="15836"/>
                          </a:cubicBezTo>
                          <a:cubicBezTo>
                            <a:pt x="87570" y="15836"/>
                            <a:pt x="87631" y="15836"/>
                            <a:pt x="87661" y="15806"/>
                          </a:cubicBezTo>
                          <a:cubicBezTo>
                            <a:pt x="87722" y="15776"/>
                            <a:pt x="87752" y="15715"/>
                            <a:pt x="87783" y="15654"/>
                          </a:cubicBezTo>
                          <a:cubicBezTo>
                            <a:pt x="87813" y="15380"/>
                            <a:pt x="87874" y="15107"/>
                            <a:pt x="87904" y="14833"/>
                          </a:cubicBezTo>
                          <a:cubicBezTo>
                            <a:pt x="87935" y="14681"/>
                            <a:pt x="88026" y="14529"/>
                            <a:pt x="88178" y="14499"/>
                          </a:cubicBezTo>
                          <a:cubicBezTo>
                            <a:pt x="88300" y="14469"/>
                            <a:pt x="88300" y="14347"/>
                            <a:pt x="88300" y="14286"/>
                          </a:cubicBezTo>
                          <a:lnTo>
                            <a:pt x="88269" y="14256"/>
                          </a:lnTo>
                          <a:cubicBezTo>
                            <a:pt x="87996" y="14013"/>
                            <a:pt x="87813" y="13678"/>
                            <a:pt x="87813" y="13283"/>
                          </a:cubicBezTo>
                          <a:cubicBezTo>
                            <a:pt x="87813" y="13283"/>
                            <a:pt x="87813" y="13253"/>
                            <a:pt x="87844" y="13253"/>
                          </a:cubicBezTo>
                          <a:cubicBezTo>
                            <a:pt x="87935" y="13070"/>
                            <a:pt x="88148" y="13010"/>
                            <a:pt x="88300" y="13101"/>
                          </a:cubicBezTo>
                          <a:cubicBezTo>
                            <a:pt x="88360" y="13131"/>
                            <a:pt x="88421" y="13222"/>
                            <a:pt x="88391" y="13253"/>
                          </a:cubicBezTo>
                          <a:cubicBezTo>
                            <a:pt x="88269" y="13435"/>
                            <a:pt x="88269" y="13678"/>
                            <a:pt x="88391" y="13861"/>
                          </a:cubicBezTo>
                          <a:cubicBezTo>
                            <a:pt x="88543" y="14073"/>
                            <a:pt x="88634" y="14347"/>
                            <a:pt x="88634" y="14621"/>
                          </a:cubicBezTo>
                          <a:cubicBezTo>
                            <a:pt x="88664" y="14651"/>
                            <a:pt x="88664" y="14681"/>
                            <a:pt x="88695" y="14712"/>
                          </a:cubicBezTo>
                          <a:cubicBezTo>
                            <a:pt x="88877" y="14924"/>
                            <a:pt x="88786" y="15168"/>
                            <a:pt x="88877" y="15380"/>
                          </a:cubicBezTo>
                          <a:cubicBezTo>
                            <a:pt x="88786" y="15532"/>
                            <a:pt x="88725" y="15654"/>
                            <a:pt x="88603" y="15745"/>
                          </a:cubicBezTo>
                          <a:lnTo>
                            <a:pt x="88543" y="15806"/>
                          </a:lnTo>
                          <a:cubicBezTo>
                            <a:pt x="88452" y="15928"/>
                            <a:pt x="88421" y="16049"/>
                            <a:pt x="88421" y="16201"/>
                          </a:cubicBezTo>
                          <a:cubicBezTo>
                            <a:pt x="88482" y="16535"/>
                            <a:pt x="88421" y="16900"/>
                            <a:pt x="88300" y="17265"/>
                          </a:cubicBezTo>
                          <a:cubicBezTo>
                            <a:pt x="88269" y="17356"/>
                            <a:pt x="88269" y="17447"/>
                            <a:pt x="88269" y="17508"/>
                          </a:cubicBezTo>
                          <a:cubicBezTo>
                            <a:pt x="88269" y="17873"/>
                            <a:pt x="88239" y="18207"/>
                            <a:pt x="88269" y="18542"/>
                          </a:cubicBezTo>
                          <a:cubicBezTo>
                            <a:pt x="88330" y="18815"/>
                            <a:pt x="88239" y="19089"/>
                            <a:pt x="88056" y="19301"/>
                          </a:cubicBezTo>
                          <a:cubicBezTo>
                            <a:pt x="87996" y="19362"/>
                            <a:pt x="87996" y="19423"/>
                            <a:pt x="87965" y="19484"/>
                          </a:cubicBezTo>
                          <a:cubicBezTo>
                            <a:pt x="87904" y="19545"/>
                            <a:pt x="87874" y="19575"/>
                            <a:pt x="87813" y="19605"/>
                          </a:cubicBezTo>
                          <a:cubicBezTo>
                            <a:pt x="87631" y="19757"/>
                            <a:pt x="87600" y="19788"/>
                            <a:pt x="87722" y="19909"/>
                          </a:cubicBezTo>
                          <a:cubicBezTo>
                            <a:pt x="87844" y="20092"/>
                            <a:pt x="87904" y="20304"/>
                            <a:pt x="87844" y="20487"/>
                          </a:cubicBezTo>
                          <a:cubicBezTo>
                            <a:pt x="87813" y="20608"/>
                            <a:pt x="87783" y="20700"/>
                            <a:pt x="87722" y="20821"/>
                          </a:cubicBezTo>
                          <a:cubicBezTo>
                            <a:pt x="87692" y="20973"/>
                            <a:pt x="87661" y="21125"/>
                            <a:pt x="87692" y="21277"/>
                          </a:cubicBezTo>
                          <a:cubicBezTo>
                            <a:pt x="87752" y="21551"/>
                            <a:pt x="87813" y="21794"/>
                            <a:pt x="87904" y="22067"/>
                          </a:cubicBezTo>
                          <a:cubicBezTo>
                            <a:pt x="88208" y="22918"/>
                            <a:pt x="88603" y="23709"/>
                            <a:pt x="89120" y="24408"/>
                          </a:cubicBezTo>
                          <a:cubicBezTo>
                            <a:pt x="89272" y="24621"/>
                            <a:pt x="89394" y="24833"/>
                            <a:pt x="89515" y="25046"/>
                          </a:cubicBezTo>
                          <a:cubicBezTo>
                            <a:pt x="89607" y="25198"/>
                            <a:pt x="89698" y="25320"/>
                            <a:pt x="89789" y="25411"/>
                          </a:cubicBezTo>
                          <a:cubicBezTo>
                            <a:pt x="89941" y="25563"/>
                            <a:pt x="90062" y="25745"/>
                            <a:pt x="90123" y="25928"/>
                          </a:cubicBezTo>
                          <a:cubicBezTo>
                            <a:pt x="90214" y="26110"/>
                            <a:pt x="90275" y="26292"/>
                            <a:pt x="90366" y="26475"/>
                          </a:cubicBezTo>
                          <a:cubicBezTo>
                            <a:pt x="90427" y="26688"/>
                            <a:pt x="90640" y="26779"/>
                            <a:pt x="90792" y="26870"/>
                          </a:cubicBezTo>
                          <a:cubicBezTo>
                            <a:pt x="90792" y="26870"/>
                            <a:pt x="90853" y="26870"/>
                            <a:pt x="90853" y="26840"/>
                          </a:cubicBezTo>
                          <a:cubicBezTo>
                            <a:pt x="91005" y="26748"/>
                            <a:pt x="91005" y="26566"/>
                            <a:pt x="91066" y="26444"/>
                          </a:cubicBezTo>
                          <a:cubicBezTo>
                            <a:pt x="91278" y="26080"/>
                            <a:pt x="91278" y="25684"/>
                            <a:pt x="91126" y="25320"/>
                          </a:cubicBezTo>
                          <a:cubicBezTo>
                            <a:pt x="91005" y="24894"/>
                            <a:pt x="90944" y="24773"/>
                            <a:pt x="91400" y="24560"/>
                          </a:cubicBezTo>
                          <a:lnTo>
                            <a:pt x="91461" y="24529"/>
                          </a:lnTo>
                          <a:cubicBezTo>
                            <a:pt x="91552" y="24469"/>
                            <a:pt x="91552" y="24438"/>
                            <a:pt x="91521" y="24347"/>
                          </a:cubicBezTo>
                          <a:cubicBezTo>
                            <a:pt x="91461" y="24256"/>
                            <a:pt x="91400" y="24165"/>
                            <a:pt x="91339" y="24074"/>
                          </a:cubicBezTo>
                          <a:cubicBezTo>
                            <a:pt x="91278" y="23982"/>
                            <a:pt x="91248" y="23891"/>
                            <a:pt x="91248" y="23800"/>
                          </a:cubicBezTo>
                          <a:cubicBezTo>
                            <a:pt x="91248" y="23618"/>
                            <a:pt x="91248" y="23405"/>
                            <a:pt x="91278" y="23192"/>
                          </a:cubicBezTo>
                          <a:cubicBezTo>
                            <a:pt x="91309" y="23070"/>
                            <a:pt x="91400" y="22949"/>
                            <a:pt x="91521" y="22918"/>
                          </a:cubicBezTo>
                          <a:cubicBezTo>
                            <a:pt x="91643" y="22858"/>
                            <a:pt x="91734" y="22827"/>
                            <a:pt x="91825" y="22767"/>
                          </a:cubicBezTo>
                          <a:cubicBezTo>
                            <a:pt x="91947" y="22706"/>
                            <a:pt x="91947" y="22554"/>
                            <a:pt x="91886" y="22463"/>
                          </a:cubicBezTo>
                          <a:cubicBezTo>
                            <a:pt x="91795" y="22341"/>
                            <a:pt x="91704" y="22189"/>
                            <a:pt x="91582" y="22067"/>
                          </a:cubicBezTo>
                          <a:cubicBezTo>
                            <a:pt x="91309" y="21794"/>
                            <a:pt x="91218" y="21399"/>
                            <a:pt x="91278" y="21004"/>
                          </a:cubicBezTo>
                          <a:cubicBezTo>
                            <a:pt x="91309" y="20943"/>
                            <a:pt x="91369" y="20882"/>
                            <a:pt x="91430" y="20882"/>
                          </a:cubicBezTo>
                          <a:cubicBezTo>
                            <a:pt x="91461" y="20882"/>
                            <a:pt x="91521" y="20912"/>
                            <a:pt x="91552" y="20912"/>
                          </a:cubicBezTo>
                          <a:cubicBezTo>
                            <a:pt x="91704" y="20912"/>
                            <a:pt x="91825" y="20760"/>
                            <a:pt x="91765" y="20639"/>
                          </a:cubicBezTo>
                          <a:cubicBezTo>
                            <a:pt x="91704" y="20548"/>
                            <a:pt x="91552" y="20335"/>
                            <a:pt x="91491" y="20183"/>
                          </a:cubicBezTo>
                          <a:cubicBezTo>
                            <a:pt x="91430" y="20061"/>
                            <a:pt x="91309" y="19970"/>
                            <a:pt x="91157" y="20001"/>
                          </a:cubicBezTo>
                          <a:cubicBezTo>
                            <a:pt x="91126" y="20001"/>
                            <a:pt x="91096" y="20001"/>
                            <a:pt x="91066" y="19940"/>
                          </a:cubicBezTo>
                          <a:cubicBezTo>
                            <a:pt x="90974" y="19757"/>
                            <a:pt x="90853" y="19575"/>
                            <a:pt x="90974" y="19362"/>
                          </a:cubicBezTo>
                          <a:cubicBezTo>
                            <a:pt x="91005" y="19241"/>
                            <a:pt x="90974" y="19089"/>
                            <a:pt x="90883" y="18997"/>
                          </a:cubicBezTo>
                          <a:cubicBezTo>
                            <a:pt x="90792" y="18876"/>
                            <a:pt x="90670" y="18815"/>
                            <a:pt x="90549" y="18815"/>
                          </a:cubicBezTo>
                          <a:cubicBezTo>
                            <a:pt x="90488" y="18815"/>
                            <a:pt x="90458" y="18845"/>
                            <a:pt x="90427" y="18876"/>
                          </a:cubicBezTo>
                          <a:cubicBezTo>
                            <a:pt x="90397" y="18906"/>
                            <a:pt x="90366" y="18967"/>
                            <a:pt x="90336" y="19028"/>
                          </a:cubicBezTo>
                          <a:lnTo>
                            <a:pt x="90336" y="19028"/>
                          </a:lnTo>
                          <a:lnTo>
                            <a:pt x="90336" y="19028"/>
                          </a:lnTo>
                          <a:lnTo>
                            <a:pt x="90336" y="19028"/>
                          </a:lnTo>
                          <a:cubicBezTo>
                            <a:pt x="90336" y="19058"/>
                            <a:pt x="90336" y="19058"/>
                            <a:pt x="90336" y="19028"/>
                          </a:cubicBezTo>
                          <a:lnTo>
                            <a:pt x="90306" y="19028"/>
                          </a:lnTo>
                          <a:lnTo>
                            <a:pt x="90306" y="19028"/>
                          </a:lnTo>
                          <a:cubicBezTo>
                            <a:pt x="90184" y="18967"/>
                            <a:pt x="90093" y="18845"/>
                            <a:pt x="90032" y="18724"/>
                          </a:cubicBezTo>
                          <a:cubicBezTo>
                            <a:pt x="89941" y="18481"/>
                            <a:pt x="89911" y="18238"/>
                            <a:pt x="89941" y="17994"/>
                          </a:cubicBezTo>
                          <a:cubicBezTo>
                            <a:pt x="89971" y="17599"/>
                            <a:pt x="89911" y="17204"/>
                            <a:pt x="89698" y="16870"/>
                          </a:cubicBezTo>
                          <a:cubicBezTo>
                            <a:pt x="89698" y="16839"/>
                            <a:pt x="89667" y="16779"/>
                            <a:pt x="89667" y="16748"/>
                          </a:cubicBezTo>
                          <a:cubicBezTo>
                            <a:pt x="89576" y="16505"/>
                            <a:pt x="89728" y="16262"/>
                            <a:pt x="89971" y="16231"/>
                          </a:cubicBezTo>
                          <a:lnTo>
                            <a:pt x="90123" y="16231"/>
                          </a:lnTo>
                          <a:cubicBezTo>
                            <a:pt x="90245" y="16231"/>
                            <a:pt x="90275" y="16201"/>
                            <a:pt x="90306" y="16079"/>
                          </a:cubicBezTo>
                          <a:cubicBezTo>
                            <a:pt x="90306" y="15988"/>
                            <a:pt x="90336" y="15867"/>
                            <a:pt x="90427" y="15776"/>
                          </a:cubicBezTo>
                          <a:cubicBezTo>
                            <a:pt x="90458" y="15715"/>
                            <a:pt x="90549" y="15715"/>
                            <a:pt x="90579" y="15776"/>
                          </a:cubicBezTo>
                          <a:cubicBezTo>
                            <a:pt x="90610" y="15836"/>
                            <a:pt x="90670" y="15988"/>
                            <a:pt x="90762" y="16079"/>
                          </a:cubicBezTo>
                          <a:cubicBezTo>
                            <a:pt x="90792" y="16110"/>
                            <a:pt x="90822" y="16110"/>
                            <a:pt x="90853" y="16110"/>
                          </a:cubicBezTo>
                          <a:cubicBezTo>
                            <a:pt x="90914" y="16079"/>
                            <a:pt x="90944" y="16049"/>
                            <a:pt x="90974" y="16019"/>
                          </a:cubicBezTo>
                          <a:cubicBezTo>
                            <a:pt x="91005" y="15928"/>
                            <a:pt x="91005" y="15806"/>
                            <a:pt x="91035" y="15684"/>
                          </a:cubicBezTo>
                          <a:cubicBezTo>
                            <a:pt x="91126" y="15320"/>
                            <a:pt x="91430" y="15046"/>
                            <a:pt x="91795" y="15016"/>
                          </a:cubicBezTo>
                          <a:cubicBezTo>
                            <a:pt x="91947" y="15016"/>
                            <a:pt x="92069" y="15076"/>
                            <a:pt x="92190" y="15168"/>
                          </a:cubicBezTo>
                          <a:cubicBezTo>
                            <a:pt x="92281" y="15228"/>
                            <a:pt x="92403" y="15320"/>
                            <a:pt x="92494" y="15411"/>
                          </a:cubicBezTo>
                          <a:cubicBezTo>
                            <a:pt x="92555" y="15441"/>
                            <a:pt x="92585" y="15472"/>
                            <a:pt x="92616" y="15472"/>
                          </a:cubicBezTo>
                          <a:cubicBezTo>
                            <a:pt x="92677" y="15502"/>
                            <a:pt x="92768" y="15502"/>
                            <a:pt x="92828" y="15502"/>
                          </a:cubicBezTo>
                          <a:cubicBezTo>
                            <a:pt x="92889" y="15502"/>
                            <a:pt x="92950" y="15472"/>
                            <a:pt x="92950" y="15380"/>
                          </a:cubicBezTo>
                          <a:cubicBezTo>
                            <a:pt x="92950" y="15228"/>
                            <a:pt x="92828" y="15076"/>
                            <a:pt x="92859" y="14924"/>
                          </a:cubicBezTo>
                          <a:cubicBezTo>
                            <a:pt x="92889" y="14742"/>
                            <a:pt x="92920" y="14621"/>
                            <a:pt x="92980" y="14469"/>
                          </a:cubicBezTo>
                          <a:cubicBezTo>
                            <a:pt x="93041" y="14256"/>
                            <a:pt x="93072" y="14013"/>
                            <a:pt x="93102" y="13800"/>
                          </a:cubicBezTo>
                          <a:cubicBezTo>
                            <a:pt x="93102" y="13465"/>
                            <a:pt x="93224" y="13131"/>
                            <a:pt x="93406" y="12827"/>
                          </a:cubicBezTo>
                          <a:cubicBezTo>
                            <a:pt x="93497" y="12675"/>
                            <a:pt x="93588" y="12493"/>
                            <a:pt x="93680" y="12280"/>
                          </a:cubicBezTo>
                          <a:cubicBezTo>
                            <a:pt x="93801" y="12006"/>
                            <a:pt x="93984" y="11733"/>
                            <a:pt x="94227" y="11520"/>
                          </a:cubicBezTo>
                          <a:cubicBezTo>
                            <a:pt x="94318" y="11459"/>
                            <a:pt x="94409" y="11399"/>
                            <a:pt x="94531" y="11399"/>
                          </a:cubicBezTo>
                          <a:cubicBezTo>
                            <a:pt x="94683" y="11399"/>
                            <a:pt x="94835" y="11399"/>
                            <a:pt x="95017" y="11429"/>
                          </a:cubicBezTo>
                          <a:cubicBezTo>
                            <a:pt x="95078" y="11429"/>
                            <a:pt x="95139" y="11429"/>
                            <a:pt x="95199" y="11399"/>
                          </a:cubicBezTo>
                          <a:cubicBezTo>
                            <a:pt x="95260" y="11399"/>
                            <a:pt x="95291" y="11368"/>
                            <a:pt x="95291" y="11307"/>
                          </a:cubicBezTo>
                          <a:cubicBezTo>
                            <a:pt x="95382" y="11034"/>
                            <a:pt x="95260" y="10699"/>
                            <a:pt x="95047" y="10517"/>
                          </a:cubicBezTo>
                          <a:cubicBezTo>
                            <a:pt x="94987" y="10426"/>
                            <a:pt x="94926" y="10365"/>
                            <a:pt x="94895" y="10274"/>
                          </a:cubicBezTo>
                          <a:cubicBezTo>
                            <a:pt x="94865" y="10213"/>
                            <a:pt x="94835" y="10152"/>
                            <a:pt x="94774" y="10122"/>
                          </a:cubicBezTo>
                          <a:cubicBezTo>
                            <a:pt x="94531" y="10031"/>
                            <a:pt x="94348" y="9818"/>
                            <a:pt x="94075" y="9757"/>
                          </a:cubicBezTo>
                          <a:lnTo>
                            <a:pt x="94014" y="9757"/>
                          </a:lnTo>
                          <a:lnTo>
                            <a:pt x="94044" y="9727"/>
                          </a:lnTo>
                          <a:lnTo>
                            <a:pt x="94044" y="9727"/>
                          </a:lnTo>
                          <a:cubicBezTo>
                            <a:pt x="94014" y="9636"/>
                            <a:pt x="94014" y="9544"/>
                            <a:pt x="93984" y="9484"/>
                          </a:cubicBezTo>
                          <a:cubicBezTo>
                            <a:pt x="93923" y="9301"/>
                            <a:pt x="93832" y="9180"/>
                            <a:pt x="93649" y="9210"/>
                          </a:cubicBezTo>
                          <a:cubicBezTo>
                            <a:pt x="93588" y="9210"/>
                            <a:pt x="93528" y="9210"/>
                            <a:pt x="93528" y="9149"/>
                          </a:cubicBezTo>
                          <a:cubicBezTo>
                            <a:pt x="93528" y="9119"/>
                            <a:pt x="93497" y="9058"/>
                            <a:pt x="93467" y="9028"/>
                          </a:cubicBezTo>
                          <a:cubicBezTo>
                            <a:pt x="93376" y="8815"/>
                            <a:pt x="93315" y="8785"/>
                            <a:pt x="93102" y="8815"/>
                          </a:cubicBezTo>
                          <a:cubicBezTo>
                            <a:pt x="92950" y="8845"/>
                            <a:pt x="92768" y="8754"/>
                            <a:pt x="92646" y="8602"/>
                          </a:cubicBezTo>
                          <a:cubicBezTo>
                            <a:pt x="92616" y="8541"/>
                            <a:pt x="92616" y="8450"/>
                            <a:pt x="92677" y="8420"/>
                          </a:cubicBezTo>
                          <a:cubicBezTo>
                            <a:pt x="92768" y="8389"/>
                            <a:pt x="92859" y="8389"/>
                            <a:pt x="92950" y="8359"/>
                          </a:cubicBezTo>
                          <a:cubicBezTo>
                            <a:pt x="93163" y="8298"/>
                            <a:pt x="93345" y="8085"/>
                            <a:pt x="93345" y="7873"/>
                          </a:cubicBezTo>
                          <a:cubicBezTo>
                            <a:pt x="93376" y="7599"/>
                            <a:pt x="93376" y="7326"/>
                            <a:pt x="93376" y="7052"/>
                          </a:cubicBezTo>
                          <a:cubicBezTo>
                            <a:pt x="93345" y="6961"/>
                            <a:pt x="93345" y="6870"/>
                            <a:pt x="93284" y="6778"/>
                          </a:cubicBezTo>
                          <a:cubicBezTo>
                            <a:pt x="93254" y="6687"/>
                            <a:pt x="93193" y="6596"/>
                            <a:pt x="93132" y="6474"/>
                          </a:cubicBezTo>
                          <a:cubicBezTo>
                            <a:pt x="93102" y="6323"/>
                            <a:pt x="92950" y="6201"/>
                            <a:pt x="92798" y="6201"/>
                          </a:cubicBezTo>
                          <a:cubicBezTo>
                            <a:pt x="92646" y="6171"/>
                            <a:pt x="92494" y="6079"/>
                            <a:pt x="92433" y="5927"/>
                          </a:cubicBezTo>
                          <a:cubicBezTo>
                            <a:pt x="92373" y="5867"/>
                            <a:pt x="92373" y="5806"/>
                            <a:pt x="92403" y="5745"/>
                          </a:cubicBezTo>
                          <a:cubicBezTo>
                            <a:pt x="92433" y="5684"/>
                            <a:pt x="92433" y="5593"/>
                            <a:pt x="92464" y="5532"/>
                          </a:cubicBezTo>
                          <a:cubicBezTo>
                            <a:pt x="92494" y="5471"/>
                            <a:pt x="92646" y="5441"/>
                            <a:pt x="92677" y="5532"/>
                          </a:cubicBezTo>
                          <a:cubicBezTo>
                            <a:pt x="92737" y="5684"/>
                            <a:pt x="92828" y="5806"/>
                            <a:pt x="92980" y="5867"/>
                          </a:cubicBezTo>
                          <a:cubicBezTo>
                            <a:pt x="93376" y="6079"/>
                            <a:pt x="93436" y="6079"/>
                            <a:pt x="93619" y="5623"/>
                          </a:cubicBezTo>
                          <a:cubicBezTo>
                            <a:pt x="93649" y="5593"/>
                            <a:pt x="93649" y="5563"/>
                            <a:pt x="93680" y="5502"/>
                          </a:cubicBezTo>
                          <a:cubicBezTo>
                            <a:pt x="93771" y="5411"/>
                            <a:pt x="93892" y="5319"/>
                            <a:pt x="94014" y="5289"/>
                          </a:cubicBezTo>
                          <a:cubicBezTo>
                            <a:pt x="94105" y="5259"/>
                            <a:pt x="94196" y="5350"/>
                            <a:pt x="94257" y="5411"/>
                          </a:cubicBezTo>
                          <a:cubicBezTo>
                            <a:pt x="94318" y="5502"/>
                            <a:pt x="94409" y="5563"/>
                            <a:pt x="94470" y="5654"/>
                          </a:cubicBezTo>
                          <a:cubicBezTo>
                            <a:pt x="94591" y="5806"/>
                            <a:pt x="94774" y="5836"/>
                            <a:pt x="94926" y="5745"/>
                          </a:cubicBezTo>
                          <a:cubicBezTo>
                            <a:pt x="95047" y="5654"/>
                            <a:pt x="95199" y="5623"/>
                            <a:pt x="95351" y="5623"/>
                          </a:cubicBezTo>
                          <a:cubicBezTo>
                            <a:pt x="95473" y="5654"/>
                            <a:pt x="95594" y="5654"/>
                            <a:pt x="95686" y="5654"/>
                          </a:cubicBezTo>
                          <a:cubicBezTo>
                            <a:pt x="95777" y="5654"/>
                            <a:pt x="95868" y="5623"/>
                            <a:pt x="95959" y="5593"/>
                          </a:cubicBezTo>
                          <a:cubicBezTo>
                            <a:pt x="96020" y="5593"/>
                            <a:pt x="96050" y="5563"/>
                            <a:pt x="96081" y="5532"/>
                          </a:cubicBezTo>
                          <a:cubicBezTo>
                            <a:pt x="96111" y="5502"/>
                            <a:pt x="96142" y="5441"/>
                            <a:pt x="96142" y="5411"/>
                          </a:cubicBezTo>
                          <a:cubicBezTo>
                            <a:pt x="96202" y="5259"/>
                            <a:pt x="96233" y="4985"/>
                            <a:pt x="95898" y="4955"/>
                          </a:cubicBezTo>
                          <a:close/>
                          <a:moveTo>
                            <a:pt x="24256" y="18754"/>
                          </a:moveTo>
                          <a:lnTo>
                            <a:pt x="24286" y="18754"/>
                          </a:lnTo>
                          <a:lnTo>
                            <a:pt x="24286" y="18785"/>
                          </a:lnTo>
                          <a:lnTo>
                            <a:pt x="24256" y="18785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09" name="Google Shape;789;p21">
                      <a:extLst>
                        <a:ext uri="{FF2B5EF4-FFF2-40B4-BE49-F238E27FC236}">
                          <a16:creationId xmlns:a16="http://schemas.microsoft.com/office/drawing/2014/main" id="{FEEDA47E-A374-3F56-012B-CC9786A9ED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5250" y="4193025"/>
                      <a:ext cx="109450" cy="1976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78" h="7904" extrusionOk="0">
                          <a:moveTo>
                            <a:pt x="3921" y="31"/>
                          </a:moveTo>
                          <a:cubicBezTo>
                            <a:pt x="3891" y="0"/>
                            <a:pt x="3861" y="0"/>
                            <a:pt x="3800" y="31"/>
                          </a:cubicBezTo>
                          <a:cubicBezTo>
                            <a:pt x="3709" y="122"/>
                            <a:pt x="3648" y="244"/>
                            <a:pt x="3617" y="396"/>
                          </a:cubicBezTo>
                          <a:cubicBezTo>
                            <a:pt x="3617" y="517"/>
                            <a:pt x="3526" y="639"/>
                            <a:pt x="3405" y="700"/>
                          </a:cubicBezTo>
                          <a:cubicBezTo>
                            <a:pt x="3405" y="730"/>
                            <a:pt x="3405" y="791"/>
                            <a:pt x="3374" y="821"/>
                          </a:cubicBezTo>
                          <a:cubicBezTo>
                            <a:pt x="3253" y="882"/>
                            <a:pt x="3101" y="943"/>
                            <a:pt x="3070" y="1125"/>
                          </a:cubicBezTo>
                          <a:cubicBezTo>
                            <a:pt x="3040" y="1338"/>
                            <a:pt x="2888" y="1520"/>
                            <a:pt x="2675" y="1581"/>
                          </a:cubicBezTo>
                          <a:cubicBezTo>
                            <a:pt x="2523" y="1672"/>
                            <a:pt x="2371" y="1855"/>
                            <a:pt x="2189" y="1976"/>
                          </a:cubicBezTo>
                          <a:cubicBezTo>
                            <a:pt x="2006" y="2037"/>
                            <a:pt x="1824" y="2098"/>
                            <a:pt x="1611" y="2159"/>
                          </a:cubicBezTo>
                          <a:lnTo>
                            <a:pt x="1551" y="2159"/>
                          </a:lnTo>
                          <a:lnTo>
                            <a:pt x="1003" y="2371"/>
                          </a:lnTo>
                          <a:cubicBezTo>
                            <a:pt x="912" y="2523"/>
                            <a:pt x="851" y="2675"/>
                            <a:pt x="791" y="2797"/>
                          </a:cubicBezTo>
                          <a:cubicBezTo>
                            <a:pt x="608" y="3070"/>
                            <a:pt x="608" y="3374"/>
                            <a:pt x="699" y="3648"/>
                          </a:cubicBezTo>
                          <a:cubicBezTo>
                            <a:pt x="730" y="3739"/>
                            <a:pt x="760" y="3830"/>
                            <a:pt x="791" y="3921"/>
                          </a:cubicBezTo>
                          <a:cubicBezTo>
                            <a:pt x="912" y="4134"/>
                            <a:pt x="882" y="4408"/>
                            <a:pt x="730" y="4621"/>
                          </a:cubicBezTo>
                          <a:cubicBezTo>
                            <a:pt x="547" y="4833"/>
                            <a:pt x="456" y="5076"/>
                            <a:pt x="274" y="5289"/>
                          </a:cubicBezTo>
                          <a:cubicBezTo>
                            <a:pt x="61" y="5563"/>
                            <a:pt x="0" y="5897"/>
                            <a:pt x="122" y="6201"/>
                          </a:cubicBezTo>
                          <a:cubicBezTo>
                            <a:pt x="183" y="6353"/>
                            <a:pt x="213" y="6505"/>
                            <a:pt x="183" y="6657"/>
                          </a:cubicBezTo>
                          <a:cubicBezTo>
                            <a:pt x="183" y="6809"/>
                            <a:pt x="183" y="6931"/>
                            <a:pt x="183" y="7083"/>
                          </a:cubicBezTo>
                          <a:cubicBezTo>
                            <a:pt x="213" y="7174"/>
                            <a:pt x="243" y="7265"/>
                            <a:pt x="274" y="7326"/>
                          </a:cubicBezTo>
                          <a:cubicBezTo>
                            <a:pt x="456" y="7569"/>
                            <a:pt x="699" y="7751"/>
                            <a:pt x="973" y="7842"/>
                          </a:cubicBezTo>
                          <a:cubicBezTo>
                            <a:pt x="1155" y="7903"/>
                            <a:pt x="1277" y="7782"/>
                            <a:pt x="1429" y="7721"/>
                          </a:cubicBezTo>
                          <a:cubicBezTo>
                            <a:pt x="1520" y="7690"/>
                            <a:pt x="1642" y="7660"/>
                            <a:pt x="1763" y="7660"/>
                          </a:cubicBezTo>
                          <a:cubicBezTo>
                            <a:pt x="2006" y="7660"/>
                            <a:pt x="2189" y="7508"/>
                            <a:pt x="2280" y="7295"/>
                          </a:cubicBezTo>
                          <a:cubicBezTo>
                            <a:pt x="2371" y="7113"/>
                            <a:pt x="2432" y="6961"/>
                            <a:pt x="2493" y="6779"/>
                          </a:cubicBezTo>
                          <a:cubicBezTo>
                            <a:pt x="2675" y="6383"/>
                            <a:pt x="2797" y="5958"/>
                            <a:pt x="2949" y="5593"/>
                          </a:cubicBezTo>
                          <a:cubicBezTo>
                            <a:pt x="3222" y="5016"/>
                            <a:pt x="3405" y="4377"/>
                            <a:pt x="3648" y="3800"/>
                          </a:cubicBezTo>
                          <a:cubicBezTo>
                            <a:pt x="3739" y="3648"/>
                            <a:pt x="3769" y="3466"/>
                            <a:pt x="3800" y="3283"/>
                          </a:cubicBezTo>
                          <a:cubicBezTo>
                            <a:pt x="3861" y="3070"/>
                            <a:pt x="3921" y="2827"/>
                            <a:pt x="3982" y="2645"/>
                          </a:cubicBezTo>
                          <a:cubicBezTo>
                            <a:pt x="4073" y="2462"/>
                            <a:pt x="4043" y="2219"/>
                            <a:pt x="4286" y="2128"/>
                          </a:cubicBezTo>
                          <a:cubicBezTo>
                            <a:pt x="4347" y="2037"/>
                            <a:pt x="4377" y="1915"/>
                            <a:pt x="4377" y="1824"/>
                          </a:cubicBezTo>
                          <a:cubicBezTo>
                            <a:pt x="4377" y="1611"/>
                            <a:pt x="4317" y="1399"/>
                            <a:pt x="4317" y="1216"/>
                          </a:cubicBezTo>
                          <a:cubicBezTo>
                            <a:pt x="4347" y="791"/>
                            <a:pt x="4195" y="365"/>
                            <a:pt x="3921" y="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10" name="Google Shape;790;p21">
                      <a:extLst>
                        <a:ext uri="{FF2B5EF4-FFF2-40B4-BE49-F238E27FC236}">
                          <a16:creationId xmlns:a16="http://schemas.microsoft.com/office/drawing/2014/main" id="{EE348505-6260-FF9B-E3E3-D99F23F000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35875" y="4181625"/>
                      <a:ext cx="6125" cy="68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5" h="275" extrusionOk="0">
                          <a:moveTo>
                            <a:pt x="214" y="213"/>
                          </a:moveTo>
                          <a:cubicBezTo>
                            <a:pt x="244" y="122"/>
                            <a:pt x="214" y="61"/>
                            <a:pt x="153" y="31"/>
                          </a:cubicBezTo>
                          <a:cubicBezTo>
                            <a:pt x="92" y="0"/>
                            <a:pt x="31" y="61"/>
                            <a:pt x="1" y="122"/>
                          </a:cubicBezTo>
                          <a:cubicBezTo>
                            <a:pt x="31" y="152"/>
                            <a:pt x="62" y="213"/>
                            <a:pt x="92" y="244"/>
                          </a:cubicBezTo>
                          <a:cubicBezTo>
                            <a:pt x="122" y="274"/>
                            <a:pt x="183" y="244"/>
                            <a:pt x="214" y="21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11" name="Google Shape;791;p21">
                      <a:extLst>
                        <a:ext uri="{FF2B5EF4-FFF2-40B4-BE49-F238E27FC236}">
                          <a16:creationId xmlns:a16="http://schemas.microsoft.com/office/drawing/2014/main" id="{432B3939-C9F2-B626-E2C5-896A52C6F2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63250" y="4202150"/>
                      <a:ext cx="1525" cy="1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" h="61" extrusionOk="0">
                          <a:moveTo>
                            <a:pt x="61" y="0"/>
                          </a:moveTo>
                          <a:lnTo>
                            <a:pt x="31" y="0"/>
                          </a:lnTo>
                          <a:cubicBezTo>
                            <a:pt x="0" y="31"/>
                            <a:pt x="0" y="31"/>
                            <a:pt x="31" y="61"/>
                          </a:cubicBezTo>
                          <a:lnTo>
                            <a:pt x="61" y="6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12" name="Google Shape;792;p21">
                      <a:extLst>
                        <a:ext uri="{FF2B5EF4-FFF2-40B4-BE49-F238E27FC236}">
                          <a16:creationId xmlns:a16="http://schemas.microsoft.com/office/drawing/2014/main" id="{6FF3FF49-42D1-2DDA-BC48-5C0E79E4FD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09600" y="4210500"/>
                      <a:ext cx="77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1" extrusionOk="0">
                          <a:moveTo>
                            <a:pt x="0" y="1"/>
                          </a:moveTo>
                          <a:lnTo>
                            <a:pt x="31" y="1"/>
                          </a:lnTo>
                          <a:lnTo>
                            <a:pt x="31" y="1"/>
                          </a:lnTo>
                          <a:lnTo>
                            <a:pt x="3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13" name="Google Shape;793;p21">
                      <a:extLst>
                        <a:ext uri="{FF2B5EF4-FFF2-40B4-BE49-F238E27FC236}">
                          <a16:creationId xmlns:a16="http://schemas.microsoft.com/office/drawing/2014/main" id="{13413338-EAF9-9C0F-C5B9-0EE18CBD65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3475" y="4029225"/>
                      <a:ext cx="6125" cy="68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5" h="275" extrusionOk="0">
                          <a:moveTo>
                            <a:pt x="214" y="213"/>
                          </a:moveTo>
                          <a:cubicBezTo>
                            <a:pt x="244" y="122"/>
                            <a:pt x="214" y="61"/>
                            <a:pt x="153" y="31"/>
                          </a:cubicBezTo>
                          <a:cubicBezTo>
                            <a:pt x="92" y="0"/>
                            <a:pt x="31" y="61"/>
                            <a:pt x="1" y="122"/>
                          </a:cubicBezTo>
                          <a:cubicBezTo>
                            <a:pt x="31" y="152"/>
                            <a:pt x="62" y="213"/>
                            <a:pt x="92" y="244"/>
                          </a:cubicBezTo>
                          <a:cubicBezTo>
                            <a:pt x="122" y="274"/>
                            <a:pt x="183" y="244"/>
                            <a:pt x="214" y="21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14" name="Google Shape;794;p21">
                      <a:extLst>
                        <a:ext uri="{FF2B5EF4-FFF2-40B4-BE49-F238E27FC236}">
                          <a16:creationId xmlns:a16="http://schemas.microsoft.com/office/drawing/2014/main" id="{900E37BF-37F4-4EFD-6B6A-E84BD0BFA2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0850" y="4049750"/>
                      <a:ext cx="1525" cy="1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" h="61" extrusionOk="0">
                          <a:moveTo>
                            <a:pt x="61" y="0"/>
                          </a:moveTo>
                          <a:lnTo>
                            <a:pt x="31" y="0"/>
                          </a:lnTo>
                          <a:cubicBezTo>
                            <a:pt x="0" y="31"/>
                            <a:pt x="0" y="31"/>
                            <a:pt x="31" y="61"/>
                          </a:cubicBezTo>
                          <a:lnTo>
                            <a:pt x="61" y="6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15" name="Google Shape;795;p21">
                      <a:extLst>
                        <a:ext uri="{FF2B5EF4-FFF2-40B4-BE49-F238E27FC236}">
                          <a16:creationId xmlns:a16="http://schemas.microsoft.com/office/drawing/2014/main" id="{2C322A64-62E9-6E44-3733-5C985D8045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57200" y="4058100"/>
                      <a:ext cx="77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1" extrusionOk="0">
                          <a:moveTo>
                            <a:pt x="0" y="1"/>
                          </a:moveTo>
                          <a:lnTo>
                            <a:pt x="31" y="1"/>
                          </a:lnTo>
                          <a:lnTo>
                            <a:pt x="31" y="1"/>
                          </a:lnTo>
                          <a:lnTo>
                            <a:pt x="3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16" name="Google Shape;796;p21">
                      <a:extLst>
                        <a:ext uri="{FF2B5EF4-FFF2-40B4-BE49-F238E27FC236}">
                          <a16:creationId xmlns:a16="http://schemas.microsoft.com/office/drawing/2014/main" id="{256AB08C-2E9C-0B99-68A4-B756687EFD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2050" y="4748850"/>
                      <a:ext cx="800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" h="1" extrusionOk="0">
                          <a:moveTo>
                            <a:pt x="1" y="0"/>
                          </a:moveTo>
                          <a:lnTo>
                            <a:pt x="31" y="0"/>
                          </a:lnTo>
                          <a:lnTo>
                            <a:pt x="31" y="0"/>
                          </a:lnTo>
                          <a:lnTo>
                            <a:pt x="31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17" name="Google Shape;797;p21">
                      <a:extLst>
                        <a:ext uri="{FF2B5EF4-FFF2-40B4-BE49-F238E27FC236}">
                          <a16:creationId xmlns:a16="http://schemas.microsoft.com/office/drawing/2014/main" id="{F5E139CE-C5A5-9DA2-7424-8EE0BCA895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69775" y="4748850"/>
                      <a:ext cx="2300" cy="1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" h="61" extrusionOk="0">
                          <a:moveTo>
                            <a:pt x="92" y="0"/>
                          </a:moveTo>
                          <a:lnTo>
                            <a:pt x="1" y="0"/>
                          </a:lnTo>
                          <a:cubicBezTo>
                            <a:pt x="31" y="61"/>
                            <a:pt x="61" y="61"/>
                            <a:pt x="92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18" name="Google Shape;798;p21">
                      <a:extLst>
                        <a:ext uri="{FF2B5EF4-FFF2-40B4-BE49-F238E27FC236}">
                          <a16:creationId xmlns:a16="http://schemas.microsoft.com/office/drawing/2014/main" id="{46D04BF7-034D-3C66-05C7-98FB5E292D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02025" y="2938775"/>
                      <a:ext cx="12925" cy="19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7" h="761" extrusionOk="0">
                          <a:moveTo>
                            <a:pt x="61" y="639"/>
                          </a:moveTo>
                          <a:cubicBezTo>
                            <a:pt x="91" y="670"/>
                            <a:pt x="122" y="700"/>
                            <a:pt x="152" y="730"/>
                          </a:cubicBezTo>
                          <a:cubicBezTo>
                            <a:pt x="183" y="761"/>
                            <a:pt x="274" y="730"/>
                            <a:pt x="304" y="639"/>
                          </a:cubicBezTo>
                          <a:cubicBezTo>
                            <a:pt x="456" y="457"/>
                            <a:pt x="517" y="244"/>
                            <a:pt x="456" y="31"/>
                          </a:cubicBezTo>
                          <a:cubicBezTo>
                            <a:pt x="335" y="1"/>
                            <a:pt x="213" y="31"/>
                            <a:pt x="152" y="122"/>
                          </a:cubicBezTo>
                          <a:cubicBezTo>
                            <a:pt x="61" y="214"/>
                            <a:pt x="0" y="366"/>
                            <a:pt x="31" y="518"/>
                          </a:cubicBezTo>
                          <a:cubicBezTo>
                            <a:pt x="31" y="548"/>
                            <a:pt x="61" y="578"/>
                            <a:pt x="61" y="63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19" name="Google Shape;799;p21">
                      <a:extLst>
                        <a:ext uri="{FF2B5EF4-FFF2-40B4-BE49-F238E27FC236}">
                          <a16:creationId xmlns:a16="http://schemas.microsoft.com/office/drawing/2014/main" id="{8B454EDD-235B-3DB6-6E4B-BBF7FBBF09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16450" y="2880275"/>
                      <a:ext cx="7625" cy="83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5" h="335" extrusionOk="0">
                          <a:moveTo>
                            <a:pt x="183" y="304"/>
                          </a:moveTo>
                          <a:cubicBezTo>
                            <a:pt x="183" y="335"/>
                            <a:pt x="214" y="335"/>
                            <a:pt x="244" y="304"/>
                          </a:cubicBezTo>
                          <a:cubicBezTo>
                            <a:pt x="305" y="274"/>
                            <a:pt x="305" y="213"/>
                            <a:pt x="274" y="152"/>
                          </a:cubicBezTo>
                          <a:cubicBezTo>
                            <a:pt x="244" y="92"/>
                            <a:pt x="214" y="31"/>
                            <a:pt x="153" y="0"/>
                          </a:cubicBezTo>
                          <a:cubicBezTo>
                            <a:pt x="122" y="0"/>
                            <a:pt x="92" y="31"/>
                            <a:pt x="92" y="31"/>
                          </a:cubicBezTo>
                          <a:cubicBezTo>
                            <a:pt x="31" y="92"/>
                            <a:pt x="1" y="152"/>
                            <a:pt x="31" y="213"/>
                          </a:cubicBezTo>
                          <a:cubicBezTo>
                            <a:pt x="62" y="274"/>
                            <a:pt x="122" y="304"/>
                            <a:pt x="183" y="30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20" name="Google Shape;800;p21">
                      <a:extLst>
                        <a:ext uri="{FF2B5EF4-FFF2-40B4-BE49-F238E27FC236}">
                          <a16:creationId xmlns:a16="http://schemas.microsoft.com/office/drawing/2014/main" id="{D68995CA-ED6D-C7CA-2AA4-3FF4A5E518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63275" y="2991225"/>
                      <a:ext cx="4575" cy="45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3" h="183" extrusionOk="0">
                          <a:moveTo>
                            <a:pt x="122" y="182"/>
                          </a:moveTo>
                          <a:cubicBezTo>
                            <a:pt x="122" y="182"/>
                            <a:pt x="152" y="152"/>
                            <a:pt x="182" y="122"/>
                          </a:cubicBezTo>
                          <a:cubicBezTo>
                            <a:pt x="152" y="91"/>
                            <a:pt x="122" y="61"/>
                            <a:pt x="122" y="31"/>
                          </a:cubicBezTo>
                          <a:cubicBezTo>
                            <a:pt x="91" y="0"/>
                            <a:pt x="30" y="0"/>
                            <a:pt x="30" y="31"/>
                          </a:cubicBezTo>
                          <a:cubicBezTo>
                            <a:pt x="0" y="61"/>
                            <a:pt x="0" y="91"/>
                            <a:pt x="30" y="122"/>
                          </a:cubicBezTo>
                          <a:cubicBezTo>
                            <a:pt x="30" y="152"/>
                            <a:pt x="91" y="152"/>
                            <a:pt x="122" y="18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21" name="Google Shape;801;p21">
                      <a:extLst>
                        <a:ext uri="{FF2B5EF4-FFF2-40B4-BE49-F238E27FC236}">
                          <a16:creationId xmlns:a16="http://schemas.microsoft.com/office/drawing/2014/main" id="{A3A29663-C1B1-73E9-E711-1C9185B86F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2925" y="2911425"/>
                      <a:ext cx="6100" cy="68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" h="275" extrusionOk="0">
                          <a:moveTo>
                            <a:pt x="92" y="213"/>
                          </a:moveTo>
                          <a:cubicBezTo>
                            <a:pt x="153" y="274"/>
                            <a:pt x="214" y="213"/>
                            <a:pt x="244" y="153"/>
                          </a:cubicBezTo>
                          <a:cubicBezTo>
                            <a:pt x="244" y="122"/>
                            <a:pt x="244" y="122"/>
                            <a:pt x="244" y="92"/>
                          </a:cubicBezTo>
                          <a:cubicBezTo>
                            <a:pt x="244" y="61"/>
                            <a:pt x="122" y="1"/>
                            <a:pt x="62" y="31"/>
                          </a:cubicBezTo>
                          <a:cubicBezTo>
                            <a:pt x="31" y="61"/>
                            <a:pt x="1" y="92"/>
                            <a:pt x="1" y="122"/>
                          </a:cubicBezTo>
                          <a:cubicBezTo>
                            <a:pt x="31" y="183"/>
                            <a:pt x="31" y="213"/>
                            <a:pt x="92" y="21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22" name="Google Shape;802;p21">
                      <a:extLst>
                        <a:ext uri="{FF2B5EF4-FFF2-40B4-BE49-F238E27FC236}">
                          <a16:creationId xmlns:a16="http://schemas.microsoft.com/office/drawing/2014/main" id="{4B3092EF-10F7-6777-922A-D08218C271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13425" y="2938775"/>
                      <a:ext cx="775" cy="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1" extrusionOk="0">
                          <a:moveTo>
                            <a:pt x="31" y="1"/>
                          </a:moveTo>
                          <a:lnTo>
                            <a:pt x="0" y="1"/>
                          </a:lnTo>
                          <a:lnTo>
                            <a:pt x="0" y="1"/>
                          </a:lnTo>
                          <a:lnTo>
                            <a:pt x="0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23" name="Google Shape;803;p21">
                      <a:extLst>
                        <a:ext uri="{FF2B5EF4-FFF2-40B4-BE49-F238E27FC236}">
                          <a16:creationId xmlns:a16="http://schemas.microsoft.com/office/drawing/2014/main" id="{7178CFB8-673E-641F-4BE9-1E3CE1E8C7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0650" y="2932700"/>
                      <a:ext cx="775" cy="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" h="32" extrusionOk="0">
                          <a:moveTo>
                            <a:pt x="1" y="31"/>
                          </a:moveTo>
                          <a:lnTo>
                            <a:pt x="31" y="1"/>
                          </a:lnTo>
                          <a:lnTo>
                            <a:pt x="31" y="1"/>
                          </a:lnTo>
                          <a:lnTo>
                            <a:pt x="31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504" name="Google Shape;804;p21">
                  <a:extLst>
                    <a:ext uri="{FF2B5EF4-FFF2-40B4-BE49-F238E27FC236}">
                      <a16:creationId xmlns:a16="http://schemas.microsoft.com/office/drawing/2014/main" id="{435DCCB8-2F0A-3709-C944-296413BE2036}"/>
                    </a:ext>
                  </a:extLst>
                </p:cNvPr>
                <p:cNvSpPr/>
                <p:nvPr/>
              </p:nvSpPr>
              <p:spPr>
                <a:xfrm>
                  <a:off x="5409418" y="2466013"/>
                  <a:ext cx="186653" cy="2741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7" h="8573" extrusionOk="0">
                      <a:moveTo>
                        <a:pt x="2858" y="4864"/>
                      </a:moveTo>
                      <a:cubicBezTo>
                        <a:pt x="2858" y="4894"/>
                        <a:pt x="2797" y="4925"/>
                        <a:pt x="2767" y="4925"/>
                      </a:cubicBezTo>
                      <a:cubicBezTo>
                        <a:pt x="2584" y="4894"/>
                        <a:pt x="2402" y="4894"/>
                        <a:pt x="2220" y="4955"/>
                      </a:cubicBezTo>
                      <a:cubicBezTo>
                        <a:pt x="2007" y="5046"/>
                        <a:pt x="1794" y="5077"/>
                        <a:pt x="1551" y="5107"/>
                      </a:cubicBezTo>
                      <a:cubicBezTo>
                        <a:pt x="1429" y="5107"/>
                        <a:pt x="1338" y="5168"/>
                        <a:pt x="1277" y="5259"/>
                      </a:cubicBezTo>
                      <a:cubicBezTo>
                        <a:pt x="1065" y="5563"/>
                        <a:pt x="821" y="5837"/>
                        <a:pt x="548" y="6080"/>
                      </a:cubicBezTo>
                      <a:cubicBezTo>
                        <a:pt x="518" y="6141"/>
                        <a:pt x="487" y="6201"/>
                        <a:pt x="487" y="6262"/>
                      </a:cubicBezTo>
                      <a:cubicBezTo>
                        <a:pt x="487" y="6323"/>
                        <a:pt x="457" y="6384"/>
                        <a:pt x="426" y="6445"/>
                      </a:cubicBezTo>
                      <a:cubicBezTo>
                        <a:pt x="305" y="6566"/>
                        <a:pt x="214" y="6688"/>
                        <a:pt x="92" y="6809"/>
                      </a:cubicBezTo>
                      <a:cubicBezTo>
                        <a:pt x="31" y="6870"/>
                        <a:pt x="1" y="6992"/>
                        <a:pt x="1" y="7113"/>
                      </a:cubicBezTo>
                      <a:cubicBezTo>
                        <a:pt x="1" y="7235"/>
                        <a:pt x="62" y="7326"/>
                        <a:pt x="153" y="7387"/>
                      </a:cubicBezTo>
                      <a:lnTo>
                        <a:pt x="153" y="7417"/>
                      </a:lnTo>
                      <a:lnTo>
                        <a:pt x="183" y="7417"/>
                      </a:lnTo>
                      <a:cubicBezTo>
                        <a:pt x="183" y="7417"/>
                        <a:pt x="183" y="7387"/>
                        <a:pt x="183" y="7387"/>
                      </a:cubicBezTo>
                      <a:lnTo>
                        <a:pt x="214" y="7356"/>
                      </a:lnTo>
                      <a:cubicBezTo>
                        <a:pt x="335" y="7326"/>
                        <a:pt x="396" y="7356"/>
                        <a:pt x="396" y="7448"/>
                      </a:cubicBezTo>
                      <a:cubicBezTo>
                        <a:pt x="396" y="7539"/>
                        <a:pt x="366" y="7600"/>
                        <a:pt x="305" y="7660"/>
                      </a:cubicBezTo>
                      <a:lnTo>
                        <a:pt x="305" y="7660"/>
                      </a:lnTo>
                      <a:lnTo>
                        <a:pt x="305" y="7691"/>
                      </a:lnTo>
                      <a:lnTo>
                        <a:pt x="335" y="7691"/>
                      </a:lnTo>
                      <a:cubicBezTo>
                        <a:pt x="426" y="7934"/>
                        <a:pt x="487" y="8177"/>
                        <a:pt x="578" y="8420"/>
                      </a:cubicBezTo>
                      <a:cubicBezTo>
                        <a:pt x="669" y="8542"/>
                        <a:pt x="852" y="8572"/>
                        <a:pt x="1004" y="8542"/>
                      </a:cubicBezTo>
                      <a:cubicBezTo>
                        <a:pt x="1034" y="8542"/>
                        <a:pt x="1034" y="8511"/>
                        <a:pt x="1065" y="8511"/>
                      </a:cubicBezTo>
                      <a:cubicBezTo>
                        <a:pt x="1125" y="8420"/>
                        <a:pt x="1186" y="8329"/>
                        <a:pt x="1217" y="8207"/>
                      </a:cubicBezTo>
                      <a:cubicBezTo>
                        <a:pt x="1277" y="7873"/>
                        <a:pt x="1308" y="7508"/>
                        <a:pt x="1338" y="7144"/>
                      </a:cubicBezTo>
                      <a:cubicBezTo>
                        <a:pt x="1217" y="6900"/>
                        <a:pt x="1217" y="6597"/>
                        <a:pt x="852" y="6536"/>
                      </a:cubicBezTo>
                      <a:lnTo>
                        <a:pt x="852" y="6475"/>
                      </a:lnTo>
                      <a:cubicBezTo>
                        <a:pt x="882" y="6475"/>
                        <a:pt x="882" y="6445"/>
                        <a:pt x="882" y="6445"/>
                      </a:cubicBezTo>
                      <a:cubicBezTo>
                        <a:pt x="943" y="6414"/>
                        <a:pt x="973" y="6384"/>
                        <a:pt x="1034" y="6384"/>
                      </a:cubicBezTo>
                      <a:cubicBezTo>
                        <a:pt x="1156" y="6384"/>
                        <a:pt x="1277" y="6384"/>
                        <a:pt x="1369" y="6232"/>
                      </a:cubicBezTo>
                      <a:cubicBezTo>
                        <a:pt x="1399" y="6171"/>
                        <a:pt x="1460" y="6141"/>
                        <a:pt x="1521" y="6141"/>
                      </a:cubicBezTo>
                      <a:cubicBezTo>
                        <a:pt x="1703" y="6080"/>
                        <a:pt x="1916" y="6049"/>
                        <a:pt x="2098" y="6110"/>
                      </a:cubicBezTo>
                      <a:lnTo>
                        <a:pt x="2098" y="6110"/>
                      </a:lnTo>
                      <a:lnTo>
                        <a:pt x="2098" y="6080"/>
                      </a:lnTo>
                      <a:lnTo>
                        <a:pt x="2098" y="6110"/>
                      </a:lnTo>
                      <a:lnTo>
                        <a:pt x="2098" y="6110"/>
                      </a:lnTo>
                      <a:cubicBezTo>
                        <a:pt x="2037" y="6232"/>
                        <a:pt x="1946" y="6323"/>
                        <a:pt x="1794" y="6323"/>
                      </a:cubicBezTo>
                      <a:cubicBezTo>
                        <a:pt x="1764" y="6323"/>
                        <a:pt x="1703" y="6323"/>
                        <a:pt x="1673" y="6323"/>
                      </a:cubicBezTo>
                      <a:cubicBezTo>
                        <a:pt x="1521" y="6384"/>
                        <a:pt x="1429" y="6536"/>
                        <a:pt x="1460" y="6688"/>
                      </a:cubicBezTo>
                      <a:cubicBezTo>
                        <a:pt x="1490" y="6809"/>
                        <a:pt x="1551" y="6900"/>
                        <a:pt x="1581" y="7022"/>
                      </a:cubicBezTo>
                      <a:cubicBezTo>
                        <a:pt x="1612" y="7022"/>
                        <a:pt x="1612" y="7052"/>
                        <a:pt x="1642" y="7052"/>
                      </a:cubicBezTo>
                      <a:cubicBezTo>
                        <a:pt x="1703" y="7174"/>
                        <a:pt x="1885" y="7144"/>
                        <a:pt x="1946" y="7022"/>
                      </a:cubicBezTo>
                      <a:cubicBezTo>
                        <a:pt x="1977" y="6900"/>
                        <a:pt x="2007" y="6809"/>
                        <a:pt x="2098" y="6718"/>
                      </a:cubicBezTo>
                      <a:cubicBezTo>
                        <a:pt x="2189" y="6657"/>
                        <a:pt x="2311" y="6688"/>
                        <a:pt x="2432" y="6718"/>
                      </a:cubicBezTo>
                      <a:cubicBezTo>
                        <a:pt x="2432" y="6718"/>
                        <a:pt x="2463" y="6718"/>
                        <a:pt x="2493" y="6718"/>
                      </a:cubicBezTo>
                      <a:cubicBezTo>
                        <a:pt x="2645" y="6627"/>
                        <a:pt x="2706" y="6445"/>
                        <a:pt x="2645" y="6262"/>
                      </a:cubicBezTo>
                      <a:cubicBezTo>
                        <a:pt x="2584" y="6171"/>
                        <a:pt x="2493" y="6080"/>
                        <a:pt x="2432" y="5989"/>
                      </a:cubicBezTo>
                      <a:cubicBezTo>
                        <a:pt x="2402" y="5928"/>
                        <a:pt x="2432" y="5867"/>
                        <a:pt x="2493" y="5806"/>
                      </a:cubicBezTo>
                      <a:cubicBezTo>
                        <a:pt x="2554" y="5776"/>
                        <a:pt x="2615" y="5745"/>
                        <a:pt x="2676" y="5715"/>
                      </a:cubicBezTo>
                      <a:cubicBezTo>
                        <a:pt x="2706" y="5715"/>
                        <a:pt x="2706" y="5715"/>
                        <a:pt x="2736" y="5715"/>
                      </a:cubicBezTo>
                      <a:cubicBezTo>
                        <a:pt x="2797" y="5745"/>
                        <a:pt x="2767" y="5776"/>
                        <a:pt x="2736" y="5837"/>
                      </a:cubicBezTo>
                      <a:cubicBezTo>
                        <a:pt x="2706" y="5897"/>
                        <a:pt x="2676" y="5958"/>
                        <a:pt x="2706" y="6019"/>
                      </a:cubicBezTo>
                      <a:cubicBezTo>
                        <a:pt x="2736" y="6141"/>
                        <a:pt x="2797" y="6262"/>
                        <a:pt x="2888" y="6384"/>
                      </a:cubicBezTo>
                      <a:cubicBezTo>
                        <a:pt x="2949" y="6475"/>
                        <a:pt x="3040" y="6536"/>
                        <a:pt x="3132" y="6597"/>
                      </a:cubicBezTo>
                      <a:cubicBezTo>
                        <a:pt x="3223" y="6627"/>
                        <a:pt x="3314" y="6597"/>
                        <a:pt x="3375" y="6536"/>
                      </a:cubicBezTo>
                      <a:cubicBezTo>
                        <a:pt x="3527" y="6293"/>
                        <a:pt x="3648" y="6080"/>
                        <a:pt x="3800" y="5837"/>
                      </a:cubicBezTo>
                      <a:cubicBezTo>
                        <a:pt x="3831" y="5776"/>
                        <a:pt x="3891" y="5745"/>
                        <a:pt x="3952" y="5715"/>
                      </a:cubicBezTo>
                      <a:cubicBezTo>
                        <a:pt x="4074" y="5715"/>
                        <a:pt x="4165" y="5685"/>
                        <a:pt x="4287" y="5685"/>
                      </a:cubicBezTo>
                      <a:cubicBezTo>
                        <a:pt x="4439" y="5685"/>
                        <a:pt x="4530" y="5593"/>
                        <a:pt x="4621" y="5533"/>
                      </a:cubicBezTo>
                      <a:cubicBezTo>
                        <a:pt x="4651" y="5533"/>
                        <a:pt x="4712" y="5563"/>
                        <a:pt x="4743" y="5563"/>
                      </a:cubicBezTo>
                      <a:cubicBezTo>
                        <a:pt x="4834" y="5593"/>
                        <a:pt x="4894" y="5563"/>
                        <a:pt x="4925" y="5502"/>
                      </a:cubicBezTo>
                      <a:cubicBezTo>
                        <a:pt x="4986" y="5350"/>
                        <a:pt x="4986" y="5198"/>
                        <a:pt x="5107" y="5077"/>
                      </a:cubicBezTo>
                      <a:cubicBezTo>
                        <a:pt x="5138" y="5077"/>
                        <a:pt x="5168" y="5046"/>
                        <a:pt x="5168" y="5046"/>
                      </a:cubicBezTo>
                      <a:cubicBezTo>
                        <a:pt x="5168" y="5046"/>
                        <a:pt x="5198" y="5077"/>
                        <a:pt x="5198" y="5077"/>
                      </a:cubicBezTo>
                      <a:cubicBezTo>
                        <a:pt x="5198" y="5107"/>
                        <a:pt x="5229" y="5229"/>
                        <a:pt x="5259" y="5290"/>
                      </a:cubicBezTo>
                      <a:cubicBezTo>
                        <a:pt x="5259" y="5350"/>
                        <a:pt x="5350" y="5381"/>
                        <a:pt x="5411" y="5350"/>
                      </a:cubicBezTo>
                      <a:cubicBezTo>
                        <a:pt x="5685" y="5229"/>
                        <a:pt x="5837" y="4925"/>
                        <a:pt x="5715" y="4621"/>
                      </a:cubicBezTo>
                      <a:cubicBezTo>
                        <a:pt x="5594" y="4438"/>
                        <a:pt x="5533" y="4195"/>
                        <a:pt x="5563" y="3983"/>
                      </a:cubicBezTo>
                      <a:cubicBezTo>
                        <a:pt x="5594" y="3648"/>
                        <a:pt x="5563" y="3283"/>
                        <a:pt x="5411" y="2979"/>
                      </a:cubicBezTo>
                      <a:cubicBezTo>
                        <a:pt x="5381" y="2858"/>
                        <a:pt x="5411" y="2736"/>
                        <a:pt x="5533" y="2676"/>
                      </a:cubicBezTo>
                      <a:cubicBezTo>
                        <a:pt x="5624" y="2615"/>
                        <a:pt x="5685" y="2493"/>
                        <a:pt x="5654" y="2372"/>
                      </a:cubicBezTo>
                      <a:cubicBezTo>
                        <a:pt x="5654" y="2280"/>
                        <a:pt x="5654" y="2159"/>
                        <a:pt x="5654" y="2037"/>
                      </a:cubicBezTo>
                      <a:cubicBezTo>
                        <a:pt x="5685" y="1703"/>
                        <a:pt x="5594" y="1368"/>
                        <a:pt x="5411" y="1065"/>
                      </a:cubicBezTo>
                      <a:cubicBezTo>
                        <a:pt x="5198" y="761"/>
                        <a:pt x="4986" y="426"/>
                        <a:pt x="4834" y="92"/>
                      </a:cubicBezTo>
                      <a:cubicBezTo>
                        <a:pt x="4803" y="31"/>
                        <a:pt x="4651" y="1"/>
                        <a:pt x="4591" y="61"/>
                      </a:cubicBezTo>
                      <a:cubicBezTo>
                        <a:pt x="4287" y="274"/>
                        <a:pt x="4165" y="669"/>
                        <a:pt x="4287" y="1034"/>
                      </a:cubicBezTo>
                      <a:cubicBezTo>
                        <a:pt x="4287" y="1217"/>
                        <a:pt x="4195" y="1399"/>
                        <a:pt x="4408" y="1520"/>
                      </a:cubicBezTo>
                      <a:cubicBezTo>
                        <a:pt x="4439" y="1520"/>
                        <a:pt x="4439" y="1581"/>
                        <a:pt x="4439" y="1642"/>
                      </a:cubicBezTo>
                      <a:cubicBezTo>
                        <a:pt x="4439" y="2128"/>
                        <a:pt x="4530" y="2645"/>
                        <a:pt x="4226" y="3101"/>
                      </a:cubicBezTo>
                      <a:cubicBezTo>
                        <a:pt x="4195" y="3162"/>
                        <a:pt x="4165" y="3253"/>
                        <a:pt x="4165" y="3344"/>
                      </a:cubicBezTo>
                      <a:cubicBezTo>
                        <a:pt x="4074" y="3618"/>
                        <a:pt x="3861" y="3831"/>
                        <a:pt x="3587" y="3861"/>
                      </a:cubicBezTo>
                      <a:cubicBezTo>
                        <a:pt x="3527" y="3891"/>
                        <a:pt x="3466" y="3831"/>
                        <a:pt x="3436" y="3770"/>
                      </a:cubicBezTo>
                      <a:cubicBezTo>
                        <a:pt x="3436" y="3739"/>
                        <a:pt x="3436" y="3679"/>
                        <a:pt x="3436" y="3648"/>
                      </a:cubicBezTo>
                      <a:cubicBezTo>
                        <a:pt x="3436" y="3557"/>
                        <a:pt x="3375" y="3496"/>
                        <a:pt x="3314" y="3527"/>
                      </a:cubicBezTo>
                      <a:cubicBezTo>
                        <a:pt x="3253" y="3527"/>
                        <a:pt x="3192" y="3587"/>
                        <a:pt x="3162" y="3618"/>
                      </a:cubicBezTo>
                      <a:cubicBezTo>
                        <a:pt x="3101" y="3709"/>
                        <a:pt x="3162" y="3800"/>
                        <a:pt x="3162" y="3891"/>
                      </a:cubicBezTo>
                      <a:cubicBezTo>
                        <a:pt x="3192" y="3983"/>
                        <a:pt x="3192" y="4074"/>
                        <a:pt x="3162" y="4165"/>
                      </a:cubicBezTo>
                      <a:cubicBezTo>
                        <a:pt x="3040" y="4378"/>
                        <a:pt x="2919" y="4621"/>
                        <a:pt x="2858" y="4864"/>
                      </a:cubicBezTo>
                      <a:close/>
                      <a:moveTo>
                        <a:pt x="4560" y="335"/>
                      </a:moveTo>
                      <a:lnTo>
                        <a:pt x="4591" y="335"/>
                      </a:lnTo>
                      <a:lnTo>
                        <a:pt x="4591" y="365"/>
                      </a:lnTo>
                      <a:lnTo>
                        <a:pt x="4560" y="36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5" name="Google Shape;805;p21">
                  <a:extLst>
                    <a:ext uri="{FF2B5EF4-FFF2-40B4-BE49-F238E27FC236}">
                      <a16:creationId xmlns:a16="http://schemas.microsoft.com/office/drawing/2014/main" id="{344D6350-0CCD-7FC6-416D-374C18EA12DA}"/>
                    </a:ext>
                  </a:extLst>
                </p:cNvPr>
                <p:cNvSpPr/>
                <p:nvPr/>
              </p:nvSpPr>
              <p:spPr>
                <a:xfrm>
                  <a:off x="5525080" y="2355212"/>
                  <a:ext cx="96284" cy="111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1" h="3497" extrusionOk="0">
                      <a:moveTo>
                        <a:pt x="1" y="2615"/>
                      </a:moveTo>
                      <a:cubicBezTo>
                        <a:pt x="1" y="2827"/>
                        <a:pt x="183" y="2919"/>
                        <a:pt x="244" y="3071"/>
                      </a:cubicBezTo>
                      <a:cubicBezTo>
                        <a:pt x="335" y="3223"/>
                        <a:pt x="366" y="3314"/>
                        <a:pt x="426" y="3466"/>
                      </a:cubicBezTo>
                      <a:cubicBezTo>
                        <a:pt x="457" y="3496"/>
                        <a:pt x="487" y="3496"/>
                        <a:pt x="518" y="3496"/>
                      </a:cubicBezTo>
                      <a:cubicBezTo>
                        <a:pt x="670" y="3405"/>
                        <a:pt x="822" y="3283"/>
                        <a:pt x="974" y="3192"/>
                      </a:cubicBezTo>
                      <a:cubicBezTo>
                        <a:pt x="1004" y="3131"/>
                        <a:pt x="1004" y="3071"/>
                        <a:pt x="974" y="3010"/>
                      </a:cubicBezTo>
                      <a:lnTo>
                        <a:pt x="487" y="2736"/>
                      </a:lnTo>
                      <a:lnTo>
                        <a:pt x="487" y="2675"/>
                      </a:lnTo>
                      <a:cubicBezTo>
                        <a:pt x="578" y="2645"/>
                        <a:pt x="670" y="2615"/>
                        <a:pt x="761" y="2584"/>
                      </a:cubicBezTo>
                      <a:cubicBezTo>
                        <a:pt x="974" y="2402"/>
                        <a:pt x="1308" y="2432"/>
                        <a:pt x="1490" y="2645"/>
                      </a:cubicBezTo>
                      <a:cubicBezTo>
                        <a:pt x="1612" y="2767"/>
                        <a:pt x="1764" y="2827"/>
                        <a:pt x="1916" y="2827"/>
                      </a:cubicBezTo>
                      <a:cubicBezTo>
                        <a:pt x="1977" y="2858"/>
                        <a:pt x="2007" y="2827"/>
                        <a:pt x="2037" y="2767"/>
                      </a:cubicBezTo>
                      <a:cubicBezTo>
                        <a:pt x="2068" y="2645"/>
                        <a:pt x="2068" y="2523"/>
                        <a:pt x="2129" y="2402"/>
                      </a:cubicBezTo>
                      <a:cubicBezTo>
                        <a:pt x="2159" y="2250"/>
                        <a:pt x="2281" y="2098"/>
                        <a:pt x="2433" y="2067"/>
                      </a:cubicBezTo>
                      <a:cubicBezTo>
                        <a:pt x="2585" y="2007"/>
                        <a:pt x="2706" y="1946"/>
                        <a:pt x="2858" y="1855"/>
                      </a:cubicBezTo>
                      <a:cubicBezTo>
                        <a:pt x="2980" y="1794"/>
                        <a:pt x="3010" y="1642"/>
                        <a:pt x="2919" y="1520"/>
                      </a:cubicBezTo>
                      <a:lnTo>
                        <a:pt x="2736" y="1247"/>
                      </a:lnTo>
                      <a:cubicBezTo>
                        <a:pt x="2676" y="1186"/>
                        <a:pt x="2645" y="1125"/>
                        <a:pt x="2615" y="1034"/>
                      </a:cubicBezTo>
                      <a:cubicBezTo>
                        <a:pt x="2554" y="912"/>
                        <a:pt x="2554" y="912"/>
                        <a:pt x="2463" y="973"/>
                      </a:cubicBezTo>
                      <a:cubicBezTo>
                        <a:pt x="2281" y="1095"/>
                        <a:pt x="2037" y="1095"/>
                        <a:pt x="1825" y="973"/>
                      </a:cubicBezTo>
                      <a:cubicBezTo>
                        <a:pt x="1551" y="852"/>
                        <a:pt x="1277" y="669"/>
                        <a:pt x="1065" y="426"/>
                      </a:cubicBezTo>
                      <a:cubicBezTo>
                        <a:pt x="913" y="244"/>
                        <a:pt x="730" y="122"/>
                        <a:pt x="518" y="31"/>
                      </a:cubicBezTo>
                      <a:cubicBezTo>
                        <a:pt x="457" y="1"/>
                        <a:pt x="396" y="1"/>
                        <a:pt x="335" y="61"/>
                      </a:cubicBezTo>
                      <a:cubicBezTo>
                        <a:pt x="305" y="92"/>
                        <a:pt x="274" y="183"/>
                        <a:pt x="305" y="244"/>
                      </a:cubicBezTo>
                      <a:cubicBezTo>
                        <a:pt x="335" y="335"/>
                        <a:pt x="366" y="457"/>
                        <a:pt x="426" y="548"/>
                      </a:cubicBezTo>
                      <a:cubicBezTo>
                        <a:pt x="457" y="669"/>
                        <a:pt x="487" y="760"/>
                        <a:pt x="518" y="882"/>
                      </a:cubicBezTo>
                      <a:cubicBezTo>
                        <a:pt x="548" y="1186"/>
                        <a:pt x="548" y="1490"/>
                        <a:pt x="548" y="1824"/>
                      </a:cubicBezTo>
                      <a:cubicBezTo>
                        <a:pt x="548" y="1824"/>
                        <a:pt x="487" y="1885"/>
                        <a:pt x="457" y="1885"/>
                      </a:cubicBezTo>
                      <a:cubicBezTo>
                        <a:pt x="426" y="1885"/>
                        <a:pt x="366" y="1885"/>
                        <a:pt x="335" y="1885"/>
                      </a:cubicBezTo>
                      <a:cubicBezTo>
                        <a:pt x="214" y="1916"/>
                        <a:pt x="214" y="1916"/>
                        <a:pt x="183" y="2067"/>
                      </a:cubicBezTo>
                      <a:cubicBezTo>
                        <a:pt x="183" y="2098"/>
                        <a:pt x="214" y="2159"/>
                        <a:pt x="183" y="2189"/>
                      </a:cubicBezTo>
                      <a:cubicBezTo>
                        <a:pt x="122" y="2341"/>
                        <a:pt x="1" y="2432"/>
                        <a:pt x="1" y="26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6" name="Google Shape;806;p21">
                  <a:extLst>
                    <a:ext uri="{FF2B5EF4-FFF2-40B4-BE49-F238E27FC236}">
                      <a16:creationId xmlns:a16="http://schemas.microsoft.com/office/drawing/2014/main" id="{8724C2B4-4316-D0A4-41BE-073FB2C37EF2}"/>
                    </a:ext>
                  </a:extLst>
                </p:cNvPr>
                <p:cNvSpPr/>
                <p:nvPr/>
              </p:nvSpPr>
              <p:spPr>
                <a:xfrm>
                  <a:off x="5282083" y="3011290"/>
                  <a:ext cx="86563" cy="1341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7" h="4196" extrusionOk="0">
                      <a:moveTo>
                        <a:pt x="1186" y="153"/>
                      </a:moveTo>
                      <a:cubicBezTo>
                        <a:pt x="1034" y="153"/>
                        <a:pt x="882" y="153"/>
                        <a:pt x="730" y="92"/>
                      </a:cubicBezTo>
                      <a:cubicBezTo>
                        <a:pt x="487" y="1"/>
                        <a:pt x="366" y="153"/>
                        <a:pt x="305" y="305"/>
                      </a:cubicBezTo>
                      <a:cubicBezTo>
                        <a:pt x="275" y="396"/>
                        <a:pt x="244" y="487"/>
                        <a:pt x="244" y="578"/>
                      </a:cubicBezTo>
                      <a:cubicBezTo>
                        <a:pt x="214" y="821"/>
                        <a:pt x="183" y="1064"/>
                        <a:pt x="153" y="1338"/>
                      </a:cubicBezTo>
                      <a:cubicBezTo>
                        <a:pt x="153" y="1399"/>
                        <a:pt x="123" y="1490"/>
                        <a:pt x="31" y="1551"/>
                      </a:cubicBezTo>
                      <a:cubicBezTo>
                        <a:pt x="1" y="1581"/>
                        <a:pt x="1" y="1642"/>
                        <a:pt x="1" y="1672"/>
                      </a:cubicBezTo>
                      <a:cubicBezTo>
                        <a:pt x="31" y="1885"/>
                        <a:pt x="92" y="2128"/>
                        <a:pt x="183" y="2341"/>
                      </a:cubicBezTo>
                      <a:cubicBezTo>
                        <a:pt x="214" y="2493"/>
                        <a:pt x="335" y="2584"/>
                        <a:pt x="518" y="2645"/>
                      </a:cubicBezTo>
                      <a:lnTo>
                        <a:pt x="518" y="2645"/>
                      </a:lnTo>
                      <a:cubicBezTo>
                        <a:pt x="518" y="2615"/>
                        <a:pt x="518" y="2584"/>
                        <a:pt x="548" y="2645"/>
                      </a:cubicBezTo>
                      <a:lnTo>
                        <a:pt x="518" y="2675"/>
                      </a:lnTo>
                      <a:lnTo>
                        <a:pt x="518" y="2675"/>
                      </a:lnTo>
                      <a:cubicBezTo>
                        <a:pt x="457" y="2858"/>
                        <a:pt x="578" y="3071"/>
                        <a:pt x="791" y="3101"/>
                      </a:cubicBezTo>
                      <a:cubicBezTo>
                        <a:pt x="822" y="3131"/>
                        <a:pt x="882" y="3162"/>
                        <a:pt x="913" y="3192"/>
                      </a:cubicBezTo>
                      <a:lnTo>
                        <a:pt x="913" y="3192"/>
                      </a:lnTo>
                      <a:lnTo>
                        <a:pt x="913" y="3192"/>
                      </a:lnTo>
                      <a:lnTo>
                        <a:pt x="913" y="3192"/>
                      </a:lnTo>
                      <a:lnTo>
                        <a:pt x="1186" y="3071"/>
                      </a:lnTo>
                      <a:cubicBezTo>
                        <a:pt x="1217" y="3040"/>
                        <a:pt x="1308" y="3040"/>
                        <a:pt x="1338" y="3071"/>
                      </a:cubicBezTo>
                      <a:cubicBezTo>
                        <a:pt x="1369" y="3131"/>
                        <a:pt x="1430" y="3162"/>
                        <a:pt x="1460" y="3192"/>
                      </a:cubicBezTo>
                      <a:cubicBezTo>
                        <a:pt x="1612" y="3283"/>
                        <a:pt x="1734" y="3344"/>
                        <a:pt x="1885" y="3192"/>
                      </a:cubicBezTo>
                      <a:lnTo>
                        <a:pt x="1855" y="3192"/>
                      </a:lnTo>
                      <a:lnTo>
                        <a:pt x="1885" y="3192"/>
                      </a:lnTo>
                      <a:lnTo>
                        <a:pt x="1885" y="3192"/>
                      </a:lnTo>
                      <a:lnTo>
                        <a:pt x="1885" y="3192"/>
                      </a:lnTo>
                      <a:cubicBezTo>
                        <a:pt x="1946" y="3253"/>
                        <a:pt x="2037" y="3283"/>
                        <a:pt x="2037" y="3344"/>
                      </a:cubicBezTo>
                      <a:cubicBezTo>
                        <a:pt x="2068" y="3496"/>
                        <a:pt x="2159" y="3618"/>
                        <a:pt x="2311" y="3648"/>
                      </a:cubicBezTo>
                      <a:cubicBezTo>
                        <a:pt x="2372" y="3678"/>
                        <a:pt x="2372" y="3739"/>
                        <a:pt x="2311" y="3800"/>
                      </a:cubicBezTo>
                      <a:cubicBezTo>
                        <a:pt x="2129" y="3952"/>
                        <a:pt x="2129" y="4043"/>
                        <a:pt x="2341" y="4134"/>
                      </a:cubicBezTo>
                      <a:cubicBezTo>
                        <a:pt x="2402" y="4165"/>
                        <a:pt x="2463" y="4195"/>
                        <a:pt x="2554" y="4195"/>
                      </a:cubicBezTo>
                      <a:cubicBezTo>
                        <a:pt x="2585" y="4195"/>
                        <a:pt x="2645" y="4165"/>
                        <a:pt x="2645" y="4165"/>
                      </a:cubicBezTo>
                      <a:cubicBezTo>
                        <a:pt x="2645" y="3982"/>
                        <a:pt x="2676" y="3830"/>
                        <a:pt x="2706" y="3709"/>
                      </a:cubicBezTo>
                      <a:cubicBezTo>
                        <a:pt x="2706" y="3618"/>
                        <a:pt x="2676" y="3557"/>
                        <a:pt x="2645" y="3526"/>
                      </a:cubicBezTo>
                      <a:cubicBezTo>
                        <a:pt x="2554" y="3435"/>
                        <a:pt x="2463" y="3375"/>
                        <a:pt x="2433" y="3253"/>
                      </a:cubicBezTo>
                      <a:cubicBezTo>
                        <a:pt x="2433" y="3040"/>
                        <a:pt x="2311" y="2949"/>
                        <a:pt x="2129" y="2858"/>
                      </a:cubicBezTo>
                      <a:cubicBezTo>
                        <a:pt x="2037" y="2827"/>
                        <a:pt x="1977" y="2767"/>
                        <a:pt x="1885" y="2706"/>
                      </a:cubicBezTo>
                      <a:cubicBezTo>
                        <a:pt x="1825" y="2645"/>
                        <a:pt x="1734" y="2645"/>
                        <a:pt x="1642" y="2675"/>
                      </a:cubicBezTo>
                      <a:lnTo>
                        <a:pt x="1490" y="2706"/>
                      </a:lnTo>
                      <a:cubicBezTo>
                        <a:pt x="1490" y="2736"/>
                        <a:pt x="1460" y="2736"/>
                        <a:pt x="1430" y="2736"/>
                      </a:cubicBezTo>
                      <a:cubicBezTo>
                        <a:pt x="1399" y="2736"/>
                        <a:pt x="1369" y="2706"/>
                        <a:pt x="1308" y="2706"/>
                      </a:cubicBezTo>
                      <a:cubicBezTo>
                        <a:pt x="1278" y="2675"/>
                        <a:pt x="1278" y="2615"/>
                        <a:pt x="1308" y="2523"/>
                      </a:cubicBezTo>
                      <a:cubicBezTo>
                        <a:pt x="1430" y="2311"/>
                        <a:pt x="1430" y="2311"/>
                        <a:pt x="1217" y="2280"/>
                      </a:cubicBezTo>
                      <a:cubicBezTo>
                        <a:pt x="1156" y="2280"/>
                        <a:pt x="1095" y="2219"/>
                        <a:pt x="1095" y="2159"/>
                      </a:cubicBezTo>
                      <a:cubicBezTo>
                        <a:pt x="1095" y="2037"/>
                        <a:pt x="1126" y="1885"/>
                        <a:pt x="1186" y="1794"/>
                      </a:cubicBezTo>
                      <a:cubicBezTo>
                        <a:pt x="1247" y="1733"/>
                        <a:pt x="1308" y="1703"/>
                        <a:pt x="1338" y="1642"/>
                      </a:cubicBezTo>
                      <a:cubicBezTo>
                        <a:pt x="1551" y="1399"/>
                        <a:pt x="1582" y="1064"/>
                        <a:pt x="1430" y="791"/>
                      </a:cubicBezTo>
                      <a:cubicBezTo>
                        <a:pt x="1338" y="639"/>
                        <a:pt x="1308" y="457"/>
                        <a:pt x="1338" y="274"/>
                      </a:cubicBezTo>
                      <a:cubicBezTo>
                        <a:pt x="1369" y="183"/>
                        <a:pt x="1278" y="153"/>
                        <a:pt x="1186" y="15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7" name="Google Shape;807;p21">
                  <a:extLst>
                    <a:ext uri="{FF2B5EF4-FFF2-40B4-BE49-F238E27FC236}">
                      <a16:creationId xmlns:a16="http://schemas.microsoft.com/office/drawing/2014/main" id="{BE51A615-5542-4E4C-8346-0322CEAAD0EC}"/>
                    </a:ext>
                  </a:extLst>
                </p:cNvPr>
                <p:cNvSpPr/>
                <p:nvPr/>
              </p:nvSpPr>
              <p:spPr>
                <a:xfrm>
                  <a:off x="5270444" y="2871325"/>
                  <a:ext cx="32105" cy="7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" h="2311" extrusionOk="0">
                      <a:moveTo>
                        <a:pt x="760" y="31"/>
                      </a:moveTo>
                      <a:cubicBezTo>
                        <a:pt x="730" y="1"/>
                        <a:pt x="669" y="1"/>
                        <a:pt x="639" y="31"/>
                      </a:cubicBezTo>
                      <a:cubicBezTo>
                        <a:pt x="517" y="92"/>
                        <a:pt x="426" y="213"/>
                        <a:pt x="335" y="305"/>
                      </a:cubicBezTo>
                      <a:cubicBezTo>
                        <a:pt x="274" y="457"/>
                        <a:pt x="213" y="609"/>
                        <a:pt x="152" y="730"/>
                      </a:cubicBezTo>
                      <a:cubicBezTo>
                        <a:pt x="61" y="913"/>
                        <a:pt x="31" y="1064"/>
                        <a:pt x="31" y="1247"/>
                      </a:cubicBezTo>
                      <a:cubicBezTo>
                        <a:pt x="0" y="1551"/>
                        <a:pt x="122" y="1855"/>
                        <a:pt x="335" y="2068"/>
                      </a:cubicBezTo>
                      <a:cubicBezTo>
                        <a:pt x="426" y="2128"/>
                        <a:pt x="487" y="2189"/>
                        <a:pt x="517" y="2250"/>
                      </a:cubicBezTo>
                      <a:cubicBezTo>
                        <a:pt x="578" y="2311"/>
                        <a:pt x="608" y="2250"/>
                        <a:pt x="639" y="2220"/>
                      </a:cubicBezTo>
                      <a:cubicBezTo>
                        <a:pt x="639" y="2098"/>
                        <a:pt x="669" y="2007"/>
                        <a:pt x="730" y="1885"/>
                      </a:cubicBezTo>
                      <a:cubicBezTo>
                        <a:pt x="851" y="1642"/>
                        <a:pt x="942" y="1338"/>
                        <a:pt x="942" y="1034"/>
                      </a:cubicBezTo>
                      <a:cubicBezTo>
                        <a:pt x="942" y="821"/>
                        <a:pt x="973" y="578"/>
                        <a:pt x="1003" y="365"/>
                      </a:cubicBezTo>
                      <a:cubicBezTo>
                        <a:pt x="1003" y="213"/>
                        <a:pt x="912" y="61"/>
                        <a:pt x="760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8" name="Google Shape;808;p21">
                  <a:extLst>
                    <a:ext uri="{FF2B5EF4-FFF2-40B4-BE49-F238E27FC236}">
                      <a16:creationId xmlns:a16="http://schemas.microsoft.com/office/drawing/2014/main" id="{082859D4-7371-5768-B0F9-163E4FFAA6E4}"/>
                    </a:ext>
                  </a:extLst>
                </p:cNvPr>
                <p:cNvSpPr/>
                <p:nvPr/>
              </p:nvSpPr>
              <p:spPr>
                <a:xfrm>
                  <a:off x="5075062" y="2983118"/>
                  <a:ext cx="42818" cy="388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9" h="1216" extrusionOk="0">
                      <a:moveTo>
                        <a:pt x="1338" y="274"/>
                      </a:moveTo>
                      <a:cubicBezTo>
                        <a:pt x="1338" y="213"/>
                        <a:pt x="1308" y="152"/>
                        <a:pt x="1247" y="122"/>
                      </a:cubicBezTo>
                      <a:cubicBezTo>
                        <a:pt x="1186" y="61"/>
                        <a:pt x="1125" y="31"/>
                        <a:pt x="1034" y="31"/>
                      </a:cubicBezTo>
                      <a:lnTo>
                        <a:pt x="943" y="31"/>
                      </a:lnTo>
                      <a:cubicBezTo>
                        <a:pt x="609" y="0"/>
                        <a:pt x="305" y="152"/>
                        <a:pt x="122" y="395"/>
                      </a:cubicBezTo>
                      <a:cubicBezTo>
                        <a:pt x="92" y="426"/>
                        <a:pt x="61" y="486"/>
                        <a:pt x="61" y="517"/>
                      </a:cubicBezTo>
                      <a:cubicBezTo>
                        <a:pt x="1" y="790"/>
                        <a:pt x="122" y="1034"/>
                        <a:pt x="365" y="1125"/>
                      </a:cubicBezTo>
                      <a:cubicBezTo>
                        <a:pt x="639" y="1216"/>
                        <a:pt x="913" y="1094"/>
                        <a:pt x="1095" y="882"/>
                      </a:cubicBezTo>
                      <a:cubicBezTo>
                        <a:pt x="1216" y="699"/>
                        <a:pt x="1308" y="486"/>
                        <a:pt x="1338" y="2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9" name="Google Shape;809;p21">
                  <a:extLst>
                    <a:ext uri="{FF2B5EF4-FFF2-40B4-BE49-F238E27FC236}">
                      <a16:creationId xmlns:a16="http://schemas.microsoft.com/office/drawing/2014/main" id="{6D220C4A-7C81-1421-D4E5-90113F4E12DE}"/>
                    </a:ext>
                  </a:extLst>
                </p:cNvPr>
                <p:cNvSpPr/>
                <p:nvPr/>
              </p:nvSpPr>
              <p:spPr>
                <a:xfrm>
                  <a:off x="5299607" y="3112370"/>
                  <a:ext cx="21393" cy="27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9" h="852" extrusionOk="0">
                      <a:moveTo>
                        <a:pt x="61" y="62"/>
                      </a:moveTo>
                      <a:cubicBezTo>
                        <a:pt x="30" y="62"/>
                        <a:pt x="0" y="122"/>
                        <a:pt x="0" y="153"/>
                      </a:cubicBezTo>
                      <a:cubicBezTo>
                        <a:pt x="61" y="365"/>
                        <a:pt x="152" y="578"/>
                        <a:pt x="274" y="761"/>
                      </a:cubicBezTo>
                      <a:cubicBezTo>
                        <a:pt x="365" y="852"/>
                        <a:pt x="517" y="821"/>
                        <a:pt x="578" y="730"/>
                      </a:cubicBezTo>
                      <a:cubicBezTo>
                        <a:pt x="669" y="609"/>
                        <a:pt x="669" y="426"/>
                        <a:pt x="578" y="274"/>
                      </a:cubicBezTo>
                      <a:cubicBezTo>
                        <a:pt x="517" y="183"/>
                        <a:pt x="456" y="122"/>
                        <a:pt x="365" y="31"/>
                      </a:cubicBezTo>
                      <a:cubicBezTo>
                        <a:pt x="274" y="1"/>
                        <a:pt x="152" y="1"/>
                        <a:pt x="61" y="6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0" name="Google Shape;810;p21">
                  <a:extLst>
                    <a:ext uri="{FF2B5EF4-FFF2-40B4-BE49-F238E27FC236}">
                      <a16:creationId xmlns:a16="http://schemas.microsoft.com/office/drawing/2014/main" id="{77B490F9-722F-5E5D-1665-D7B81EC024C1}"/>
                    </a:ext>
                  </a:extLst>
                </p:cNvPr>
                <p:cNvSpPr/>
                <p:nvPr/>
              </p:nvSpPr>
              <p:spPr>
                <a:xfrm>
                  <a:off x="5631053" y="2339671"/>
                  <a:ext cx="25294" cy="30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943" extrusionOk="0">
                      <a:moveTo>
                        <a:pt x="122" y="912"/>
                      </a:moveTo>
                      <a:cubicBezTo>
                        <a:pt x="334" y="639"/>
                        <a:pt x="547" y="365"/>
                        <a:pt x="790" y="152"/>
                      </a:cubicBezTo>
                      <a:lnTo>
                        <a:pt x="790" y="31"/>
                      </a:lnTo>
                      <a:cubicBezTo>
                        <a:pt x="790" y="0"/>
                        <a:pt x="760" y="0"/>
                        <a:pt x="730" y="0"/>
                      </a:cubicBezTo>
                      <a:cubicBezTo>
                        <a:pt x="638" y="0"/>
                        <a:pt x="578" y="61"/>
                        <a:pt x="486" y="91"/>
                      </a:cubicBezTo>
                      <a:cubicBezTo>
                        <a:pt x="426" y="122"/>
                        <a:pt x="243" y="183"/>
                        <a:pt x="213" y="335"/>
                      </a:cubicBezTo>
                      <a:cubicBezTo>
                        <a:pt x="152" y="487"/>
                        <a:pt x="61" y="578"/>
                        <a:pt x="30" y="699"/>
                      </a:cubicBezTo>
                      <a:cubicBezTo>
                        <a:pt x="0" y="730"/>
                        <a:pt x="0" y="791"/>
                        <a:pt x="30" y="821"/>
                      </a:cubicBezTo>
                      <a:cubicBezTo>
                        <a:pt x="30" y="851"/>
                        <a:pt x="61" y="912"/>
                        <a:pt x="91" y="943"/>
                      </a:cubicBezTo>
                      <a:cubicBezTo>
                        <a:pt x="91" y="943"/>
                        <a:pt x="122" y="912"/>
                        <a:pt x="122" y="91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1" name="Google Shape;811;p21">
                  <a:extLst>
                    <a:ext uri="{FF2B5EF4-FFF2-40B4-BE49-F238E27FC236}">
                      <a16:creationId xmlns:a16="http://schemas.microsoft.com/office/drawing/2014/main" id="{ECADF29F-8224-D02E-9FA5-129B78BB0BC6}"/>
                    </a:ext>
                  </a:extLst>
                </p:cNvPr>
                <p:cNvSpPr/>
                <p:nvPr/>
              </p:nvSpPr>
              <p:spPr>
                <a:xfrm>
                  <a:off x="5712692" y="2162772"/>
                  <a:ext cx="15573" cy="262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821" extrusionOk="0">
                      <a:moveTo>
                        <a:pt x="122" y="821"/>
                      </a:moveTo>
                      <a:cubicBezTo>
                        <a:pt x="183" y="791"/>
                        <a:pt x="213" y="760"/>
                        <a:pt x="243" y="730"/>
                      </a:cubicBezTo>
                      <a:cubicBezTo>
                        <a:pt x="395" y="547"/>
                        <a:pt x="487" y="304"/>
                        <a:pt x="456" y="61"/>
                      </a:cubicBezTo>
                      <a:cubicBezTo>
                        <a:pt x="456" y="61"/>
                        <a:pt x="426" y="31"/>
                        <a:pt x="395" y="31"/>
                      </a:cubicBezTo>
                      <a:cubicBezTo>
                        <a:pt x="365" y="0"/>
                        <a:pt x="335" y="0"/>
                        <a:pt x="304" y="31"/>
                      </a:cubicBezTo>
                      <a:cubicBezTo>
                        <a:pt x="274" y="31"/>
                        <a:pt x="243" y="31"/>
                        <a:pt x="243" y="61"/>
                      </a:cubicBezTo>
                      <a:cubicBezTo>
                        <a:pt x="152" y="243"/>
                        <a:pt x="61" y="426"/>
                        <a:pt x="0" y="608"/>
                      </a:cubicBezTo>
                      <a:cubicBezTo>
                        <a:pt x="0" y="639"/>
                        <a:pt x="31" y="730"/>
                        <a:pt x="61" y="760"/>
                      </a:cubicBezTo>
                      <a:cubicBezTo>
                        <a:pt x="91" y="821"/>
                        <a:pt x="122" y="791"/>
                        <a:pt x="122" y="8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8" name="Google Shape;812;p21">
                  <a:extLst>
                    <a:ext uri="{FF2B5EF4-FFF2-40B4-BE49-F238E27FC236}">
                      <a16:creationId xmlns:a16="http://schemas.microsoft.com/office/drawing/2014/main" id="{C32D9F81-2101-3108-E79A-E3E6C9B69A85}"/>
                    </a:ext>
                  </a:extLst>
                </p:cNvPr>
                <p:cNvSpPr/>
                <p:nvPr/>
              </p:nvSpPr>
              <p:spPr>
                <a:xfrm>
                  <a:off x="5352082" y="2070422"/>
                  <a:ext cx="17524" cy="15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88" extrusionOk="0">
                      <a:moveTo>
                        <a:pt x="365" y="61"/>
                      </a:moveTo>
                      <a:cubicBezTo>
                        <a:pt x="244" y="1"/>
                        <a:pt x="92" y="61"/>
                        <a:pt x="31" y="213"/>
                      </a:cubicBezTo>
                      <a:cubicBezTo>
                        <a:pt x="0" y="274"/>
                        <a:pt x="61" y="396"/>
                        <a:pt x="183" y="426"/>
                      </a:cubicBezTo>
                      <a:lnTo>
                        <a:pt x="335" y="487"/>
                      </a:lnTo>
                      <a:cubicBezTo>
                        <a:pt x="396" y="457"/>
                        <a:pt x="426" y="426"/>
                        <a:pt x="487" y="365"/>
                      </a:cubicBezTo>
                      <a:cubicBezTo>
                        <a:pt x="548" y="244"/>
                        <a:pt x="487" y="92"/>
                        <a:pt x="365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9" name="Google Shape;813;p21">
                  <a:extLst>
                    <a:ext uri="{FF2B5EF4-FFF2-40B4-BE49-F238E27FC236}">
                      <a16:creationId xmlns:a16="http://schemas.microsoft.com/office/drawing/2014/main" id="{134628EC-9038-BCCF-6E8E-78F502F98153}"/>
                    </a:ext>
                  </a:extLst>
                </p:cNvPr>
                <p:cNvSpPr/>
                <p:nvPr/>
              </p:nvSpPr>
              <p:spPr>
                <a:xfrm>
                  <a:off x="5612570" y="2394096"/>
                  <a:ext cx="32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814;p21">
                  <a:extLst>
                    <a:ext uri="{FF2B5EF4-FFF2-40B4-BE49-F238E27FC236}">
                      <a16:creationId xmlns:a16="http://schemas.microsoft.com/office/drawing/2014/main" id="{E004C527-FF58-0586-DB64-801AC015CF3E}"/>
                    </a:ext>
                  </a:extLst>
                </p:cNvPr>
                <p:cNvSpPr/>
                <p:nvPr/>
              </p:nvSpPr>
              <p:spPr>
                <a:xfrm>
                  <a:off x="5612570" y="2374654"/>
                  <a:ext cx="11704" cy="19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609" extrusionOk="0">
                      <a:moveTo>
                        <a:pt x="365" y="92"/>
                      </a:moveTo>
                      <a:cubicBezTo>
                        <a:pt x="365" y="92"/>
                        <a:pt x="365" y="31"/>
                        <a:pt x="304" y="31"/>
                      </a:cubicBezTo>
                      <a:cubicBezTo>
                        <a:pt x="274" y="31"/>
                        <a:pt x="244" y="1"/>
                        <a:pt x="213" y="1"/>
                      </a:cubicBezTo>
                      <a:cubicBezTo>
                        <a:pt x="152" y="31"/>
                        <a:pt x="122" y="61"/>
                        <a:pt x="122" y="92"/>
                      </a:cubicBezTo>
                      <a:cubicBezTo>
                        <a:pt x="31" y="244"/>
                        <a:pt x="0" y="426"/>
                        <a:pt x="0" y="608"/>
                      </a:cubicBezTo>
                      <a:cubicBezTo>
                        <a:pt x="183" y="456"/>
                        <a:pt x="304" y="274"/>
                        <a:pt x="365" y="9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815;p21">
                  <a:extLst>
                    <a:ext uri="{FF2B5EF4-FFF2-40B4-BE49-F238E27FC236}">
                      <a16:creationId xmlns:a16="http://schemas.microsoft.com/office/drawing/2014/main" id="{55548BE2-0A97-46B2-44CE-225672D48377}"/>
                    </a:ext>
                  </a:extLst>
                </p:cNvPr>
                <p:cNvSpPr/>
                <p:nvPr/>
              </p:nvSpPr>
              <p:spPr>
                <a:xfrm>
                  <a:off x="5666996" y="2316327"/>
                  <a:ext cx="11704" cy="15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488" extrusionOk="0">
                      <a:moveTo>
                        <a:pt x="92" y="487"/>
                      </a:moveTo>
                      <a:cubicBezTo>
                        <a:pt x="274" y="396"/>
                        <a:pt x="365" y="244"/>
                        <a:pt x="335" y="62"/>
                      </a:cubicBezTo>
                      <a:cubicBezTo>
                        <a:pt x="335" y="31"/>
                        <a:pt x="305" y="1"/>
                        <a:pt x="305" y="1"/>
                      </a:cubicBezTo>
                      <a:cubicBezTo>
                        <a:pt x="274" y="1"/>
                        <a:pt x="244" y="1"/>
                        <a:pt x="244" y="31"/>
                      </a:cubicBezTo>
                      <a:cubicBezTo>
                        <a:pt x="122" y="122"/>
                        <a:pt x="31" y="244"/>
                        <a:pt x="1" y="396"/>
                      </a:cubicBezTo>
                      <a:cubicBezTo>
                        <a:pt x="1" y="396"/>
                        <a:pt x="1" y="426"/>
                        <a:pt x="31" y="457"/>
                      </a:cubicBezTo>
                      <a:cubicBezTo>
                        <a:pt x="92" y="457"/>
                        <a:pt x="92" y="487"/>
                        <a:pt x="92" y="48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816;p21">
                  <a:extLst>
                    <a:ext uri="{FF2B5EF4-FFF2-40B4-BE49-F238E27FC236}">
                      <a16:creationId xmlns:a16="http://schemas.microsoft.com/office/drawing/2014/main" id="{0633FF1A-53E9-7764-7966-00038824C98F}"/>
                    </a:ext>
                  </a:extLst>
                </p:cNvPr>
                <p:cNvSpPr/>
                <p:nvPr/>
              </p:nvSpPr>
              <p:spPr>
                <a:xfrm>
                  <a:off x="4800983" y="3118222"/>
                  <a:ext cx="3901" cy="136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426" extrusionOk="0">
                      <a:moveTo>
                        <a:pt x="61" y="31"/>
                      </a:moveTo>
                      <a:cubicBezTo>
                        <a:pt x="30" y="0"/>
                        <a:pt x="0" y="31"/>
                        <a:pt x="0" y="61"/>
                      </a:cubicBezTo>
                      <a:cubicBezTo>
                        <a:pt x="0" y="122"/>
                        <a:pt x="0" y="182"/>
                        <a:pt x="0" y="213"/>
                      </a:cubicBezTo>
                      <a:cubicBezTo>
                        <a:pt x="0" y="243"/>
                        <a:pt x="0" y="304"/>
                        <a:pt x="0" y="334"/>
                      </a:cubicBezTo>
                      <a:cubicBezTo>
                        <a:pt x="0" y="365"/>
                        <a:pt x="30" y="395"/>
                        <a:pt x="61" y="426"/>
                      </a:cubicBezTo>
                      <a:cubicBezTo>
                        <a:pt x="91" y="395"/>
                        <a:pt x="122" y="365"/>
                        <a:pt x="122" y="334"/>
                      </a:cubicBezTo>
                      <a:cubicBezTo>
                        <a:pt x="122" y="243"/>
                        <a:pt x="122" y="152"/>
                        <a:pt x="122" y="61"/>
                      </a:cubicBezTo>
                      <a:cubicBezTo>
                        <a:pt x="122" y="31"/>
                        <a:pt x="91" y="31"/>
                        <a:pt x="61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817;p21">
                  <a:extLst>
                    <a:ext uri="{FF2B5EF4-FFF2-40B4-BE49-F238E27FC236}">
                      <a16:creationId xmlns:a16="http://schemas.microsoft.com/office/drawing/2014/main" id="{F1F8CD40-EEE2-604E-A174-EF804C7CE9F2}"/>
                    </a:ext>
                  </a:extLst>
                </p:cNvPr>
                <p:cNvSpPr/>
                <p:nvPr/>
              </p:nvSpPr>
              <p:spPr>
                <a:xfrm>
                  <a:off x="5346262" y="2681796"/>
                  <a:ext cx="10712" cy="7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" h="244" extrusionOk="0">
                      <a:moveTo>
                        <a:pt x="304" y="122"/>
                      </a:moveTo>
                      <a:cubicBezTo>
                        <a:pt x="334" y="61"/>
                        <a:pt x="274" y="1"/>
                        <a:pt x="213" y="1"/>
                      </a:cubicBezTo>
                      <a:cubicBezTo>
                        <a:pt x="152" y="1"/>
                        <a:pt x="122" y="31"/>
                        <a:pt x="91" y="31"/>
                      </a:cubicBezTo>
                      <a:cubicBezTo>
                        <a:pt x="30" y="61"/>
                        <a:pt x="0" y="152"/>
                        <a:pt x="30" y="183"/>
                      </a:cubicBezTo>
                      <a:cubicBezTo>
                        <a:pt x="61" y="213"/>
                        <a:pt x="91" y="244"/>
                        <a:pt x="152" y="244"/>
                      </a:cubicBezTo>
                      <a:cubicBezTo>
                        <a:pt x="243" y="244"/>
                        <a:pt x="304" y="213"/>
                        <a:pt x="304" y="1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818;p21">
                  <a:extLst>
                    <a:ext uri="{FF2B5EF4-FFF2-40B4-BE49-F238E27FC236}">
                      <a16:creationId xmlns:a16="http://schemas.microsoft.com/office/drawing/2014/main" id="{5103A63B-9764-E90C-DD66-F5743FAAAE0C}"/>
                    </a:ext>
                  </a:extLst>
                </p:cNvPr>
                <p:cNvSpPr/>
                <p:nvPr/>
              </p:nvSpPr>
              <p:spPr>
                <a:xfrm>
                  <a:off x="5286944" y="3137664"/>
                  <a:ext cx="7834" cy="8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" h="274" extrusionOk="0">
                      <a:moveTo>
                        <a:pt x="244" y="122"/>
                      </a:moveTo>
                      <a:cubicBezTo>
                        <a:pt x="214" y="61"/>
                        <a:pt x="153" y="30"/>
                        <a:pt x="92" y="0"/>
                      </a:cubicBezTo>
                      <a:cubicBezTo>
                        <a:pt x="31" y="0"/>
                        <a:pt x="1" y="30"/>
                        <a:pt x="1" y="122"/>
                      </a:cubicBezTo>
                      <a:cubicBezTo>
                        <a:pt x="1" y="182"/>
                        <a:pt x="1" y="213"/>
                        <a:pt x="31" y="243"/>
                      </a:cubicBezTo>
                      <a:cubicBezTo>
                        <a:pt x="92" y="274"/>
                        <a:pt x="244" y="182"/>
                        <a:pt x="244" y="1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819;p21">
                  <a:extLst>
                    <a:ext uri="{FF2B5EF4-FFF2-40B4-BE49-F238E27FC236}">
                      <a16:creationId xmlns:a16="http://schemas.microsoft.com/office/drawing/2014/main" id="{B63B1197-EE07-05CD-EF50-2FB0CC9A43B0}"/>
                    </a:ext>
                  </a:extLst>
                </p:cNvPr>
                <p:cNvSpPr/>
                <p:nvPr/>
              </p:nvSpPr>
              <p:spPr>
                <a:xfrm>
                  <a:off x="5364713" y="3106550"/>
                  <a:ext cx="6843" cy="5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" h="183" extrusionOk="0">
                      <a:moveTo>
                        <a:pt x="31" y="31"/>
                      </a:moveTo>
                      <a:cubicBezTo>
                        <a:pt x="1" y="61"/>
                        <a:pt x="31" y="183"/>
                        <a:pt x="92" y="152"/>
                      </a:cubicBezTo>
                      <a:cubicBezTo>
                        <a:pt x="122" y="152"/>
                        <a:pt x="153" y="122"/>
                        <a:pt x="183" y="122"/>
                      </a:cubicBezTo>
                      <a:cubicBezTo>
                        <a:pt x="213" y="92"/>
                        <a:pt x="183" y="31"/>
                        <a:pt x="153" y="0"/>
                      </a:cubicBezTo>
                      <a:cubicBezTo>
                        <a:pt x="122" y="0"/>
                        <a:pt x="61" y="0"/>
                        <a:pt x="31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820;p21">
                  <a:extLst>
                    <a:ext uri="{FF2B5EF4-FFF2-40B4-BE49-F238E27FC236}">
                      <a16:creationId xmlns:a16="http://schemas.microsoft.com/office/drawing/2014/main" id="{11873FA8-58DE-FCEA-5A91-9F218BCB5892}"/>
                    </a:ext>
                  </a:extLst>
                </p:cNvPr>
                <p:cNvSpPr/>
                <p:nvPr/>
              </p:nvSpPr>
              <p:spPr>
                <a:xfrm>
                  <a:off x="5420130" y="2800367"/>
                  <a:ext cx="7803" cy="58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" h="184" extrusionOk="0">
                      <a:moveTo>
                        <a:pt x="213" y="31"/>
                      </a:moveTo>
                      <a:cubicBezTo>
                        <a:pt x="183" y="1"/>
                        <a:pt x="122" y="1"/>
                        <a:pt x="91" y="31"/>
                      </a:cubicBezTo>
                      <a:cubicBezTo>
                        <a:pt x="31" y="92"/>
                        <a:pt x="0" y="183"/>
                        <a:pt x="91" y="183"/>
                      </a:cubicBezTo>
                      <a:cubicBezTo>
                        <a:pt x="122" y="183"/>
                        <a:pt x="183" y="153"/>
                        <a:pt x="213" y="153"/>
                      </a:cubicBezTo>
                      <a:lnTo>
                        <a:pt x="243" y="92"/>
                      </a:lnTo>
                      <a:cubicBezTo>
                        <a:pt x="243" y="62"/>
                        <a:pt x="213" y="31"/>
                        <a:pt x="213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821;p21">
                  <a:extLst>
                    <a:ext uri="{FF2B5EF4-FFF2-40B4-BE49-F238E27FC236}">
                      <a16:creationId xmlns:a16="http://schemas.microsoft.com/office/drawing/2014/main" id="{37E0A788-DF1D-2A81-6BFE-C4878A2C391E}"/>
                    </a:ext>
                  </a:extLst>
                </p:cNvPr>
                <p:cNvSpPr/>
                <p:nvPr/>
              </p:nvSpPr>
              <p:spPr>
                <a:xfrm>
                  <a:off x="5401647" y="2840211"/>
                  <a:ext cx="4893" cy="58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184" extrusionOk="0">
                      <a:moveTo>
                        <a:pt x="153" y="62"/>
                      </a:moveTo>
                      <a:cubicBezTo>
                        <a:pt x="153" y="62"/>
                        <a:pt x="122" y="1"/>
                        <a:pt x="92" y="1"/>
                      </a:cubicBezTo>
                      <a:cubicBezTo>
                        <a:pt x="92" y="1"/>
                        <a:pt x="1" y="62"/>
                        <a:pt x="1" y="123"/>
                      </a:cubicBezTo>
                      <a:cubicBezTo>
                        <a:pt x="1" y="183"/>
                        <a:pt x="31" y="153"/>
                        <a:pt x="31" y="183"/>
                      </a:cubicBezTo>
                      <a:cubicBezTo>
                        <a:pt x="61" y="183"/>
                        <a:pt x="92" y="183"/>
                        <a:pt x="92" y="153"/>
                      </a:cubicBezTo>
                      <a:cubicBezTo>
                        <a:pt x="122" y="123"/>
                        <a:pt x="122" y="92"/>
                        <a:pt x="153" y="6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9" name="Google Shape;822;p21">
                  <a:extLst>
                    <a:ext uri="{FF2B5EF4-FFF2-40B4-BE49-F238E27FC236}">
                      <a16:creationId xmlns:a16="http://schemas.microsoft.com/office/drawing/2014/main" id="{1689499C-CBAB-2A36-9DEC-9390392EDD47}"/>
                    </a:ext>
                  </a:extLst>
                </p:cNvPr>
                <p:cNvSpPr/>
                <p:nvPr/>
              </p:nvSpPr>
              <p:spPr>
                <a:xfrm>
                  <a:off x="5327779" y="3133763"/>
                  <a:ext cx="3933" cy="4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153" extrusionOk="0">
                      <a:moveTo>
                        <a:pt x="122" y="92"/>
                      </a:moveTo>
                      <a:cubicBezTo>
                        <a:pt x="122" y="61"/>
                        <a:pt x="92" y="31"/>
                        <a:pt x="92" y="0"/>
                      </a:cubicBezTo>
                      <a:lnTo>
                        <a:pt x="1" y="92"/>
                      </a:lnTo>
                      <a:cubicBezTo>
                        <a:pt x="31" y="92"/>
                        <a:pt x="61" y="122"/>
                        <a:pt x="92" y="152"/>
                      </a:cubicBezTo>
                      <a:cubicBezTo>
                        <a:pt x="122" y="152"/>
                        <a:pt x="122" y="122"/>
                        <a:pt x="122" y="9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0" name="Google Shape;823;p21">
                  <a:extLst>
                    <a:ext uri="{FF2B5EF4-FFF2-40B4-BE49-F238E27FC236}">
                      <a16:creationId xmlns:a16="http://schemas.microsoft.com/office/drawing/2014/main" id="{48901430-103E-2EA9-4BA5-EEFF708FE3F4}"/>
                    </a:ext>
                  </a:extLst>
                </p:cNvPr>
                <p:cNvSpPr/>
                <p:nvPr/>
              </p:nvSpPr>
              <p:spPr>
                <a:xfrm>
                  <a:off x="5707831" y="2162772"/>
                  <a:ext cx="2942" cy="29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92" extrusionOk="0">
                      <a:moveTo>
                        <a:pt x="91" y="31"/>
                      </a:moveTo>
                      <a:cubicBezTo>
                        <a:pt x="91" y="31"/>
                        <a:pt x="61" y="0"/>
                        <a:pt x="61" y="0"/>
                      </a:cubicBezTo>
                      <a:cubicBezTo>
                        <a:pt x="61" y="0"/>
                        <a:pt x="31" y="0"/>
                        <a:pt x="0" y="0"/>
                      </a:cubicBezTo>
                      <a:cubicBezTo>
                        <a:pt x="0" y="0"/>
                        <a:pt x="0" y="31"/>
                        <a:pt x="0" y="61"/>
                      </a:cubicBezTo>
                      <a:cubicBezTo>
                        <a:pt x="0" y="61"/>
                        <a:pt x="91" y="91"/>
                        <a:pt x="91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1" name="Google Shape;824;p21">
                  <a:extLst>
                    <a:ext uri="{FF2B5EF4-FFF2-40B4-BE49-F238E27FC236}">
                      <a16:creationId xmlns:a16="http://schemas.microsoft.com/office/drawing/2014/main" id="{5CECCFAB-7C1D-E6B4-205D-AC5B9B6B9BB2}"/>
                    </a:ext>
                  </a:extLst>
                </p:cNvPr>
                <p:cNvSpPr/>
                <p:nvPr/>
              </p:nvSpPr>
              <p:spPr>
                <a:xfrm>
                  <a:off x="5532883" y="2559323"/>
                  <a:ext cx="4893" cy="58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184" extrusionOk="0">
                      <a:moveTo>
                        <a:pt x="61" y="183"/>
                      </a:moveTo>
                      <a:lnTo>
                        <a:pt x="152" y="92"/>
                      </a:lnTo>
                      <a:cubicBezTo>
                        <a:pt x="122" y="61"/>
                        <a:pt x="91" y="31"/>
                        <a:pt x="91" y="1"/>
                      </a:cubicBezTo>
                      <a:cubicBezTo>
                        <a:pt x="61" y="31"/>
                        <a:pt x="30" y="61"/>
                        <a:pt x="0" y="92"/>
                      </a:cubicBezTo>
                      <a:cubicBezTo>
                        <a:pt x="0" y="122"/>
                        <a:pt x="61" y="153"/>
                        <a:pt x="61" y="18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2" name="Google Shape;825;p21">
                  <a:extLst>
                    <a:ext uri="{FF2B5EF4-FFF2-40B4-BE49-F238E27FC236}">
                      <a16:creationId xmlns:a16="http://schemas.microsoft.com/office/drawing/2014/main" id="{04CB811F-37DB-3BB6-EA98-AF584A45F9D4}"/>
                    </a:ext>
                  </a:extLst>
                </p:cNvPr>
                <p:cNvSpPr/>
                <p:nvPr/>
              </p:nvSpPr>
              <p:spPr>
                <a:xfrm>
                  <a:off x="5344312" y="2076274"/>
                  <a:ext cx="3901" cy="4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53" extrusionOk="0">
                      <a:moveTo>
                        <a:pt x="61" y="122"/>
                      </a:moveTo>
                      <a:cubicBezTo>
                        <a:pt x="91" y="122"/>
                        <a:pt x="122" y="91"/>
                        <a:pt x="91" y="30"/>
                      </a:cubicBezTo>
                      <a:lnTo>
                        <a:pt x="61" y="0"/>
                      </a:lnTo>
                      <a:cubicBezTo>
                        <a:pt x="31" y="30"/>
                        <a:pt x="31" y="61"/>
                        <a:pt x="0" y="91"/>
                      </a:cubicBezTo>
                      <a:cubicBezTo>
                        <a:pt x="0" y="91"/>
                        <a:pt x="31" y="152"/>
                        <a:pt x="61" y="1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3" name="Google Shape;826;p21">
                  <a:extLst>
                    <a:ext uri="{FF2B5EF4-FFF2-40B4-BE49-F238E27FC236}">
                      <a16:creationId xmlns:a16="http://schemas.microsoft.com/office/drawing/2014/main" id="{3A9A57B3-FB5B-1F18-6818-346CFF801AEF}"/>
                    </a:ext>
                  </a:extLst>
                </p:cNvPr>
                <p:cNvSpPr/>
                <p:nvPr/>
              </p:nvSpPr>
              <p:spPr>
                <a:xfrm>
                  <a:off x="5393877" y="2701238"/>
                  <a:ext cx="991" cy="1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62" extrusionOk="0">
                      <a:moveTo>
                        <a:pt x="0" y="0"/>
                      </a:moveTo>
                      <a:cubicBezTo>
                        <a:pt x="0" y="31"/>
                        <a:pt x="0" y="31"/>
                        <a:pt x="0" y="61"/>
                      </a:cubicBezTo>
                      <a:lnTo>
                        <a:pt x="31" y="61"/>
                      </a:lnTo>
                      <a:cubicBezTo>
                        <a:pt x="31" y="31"/>
                        <a:pt x="31" y="31"/>
                        <a:pt x="31" y="0"/>
                      </a:cubicBezTo>
                      <a:cubicBezTo>
                        <a:pt x="3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4" name="Google Shape;827;p21">
                  <a:extLst>
                    <a:ext uri="{FF2B5EF4-FFF2-40B4-BE49-F238E27FC236}">
                      <a16:creationId xmlns:a16="http://schemas.microsoft.com/office/drawing/2014/main" id="{8FABE9CC-B558-FA16-4602-7539C074A804}"/>
                    </a:ext>
                  </a:extLst>
                </p:cNvPr>
                <p:cNvSpPr/>
                <p:nvPr/>
              </p:nvSpPr>
              <p:spPr>
                <a:xfrm>
                  <a:off x="5414278" y="2704148"/>
                  <a:ext cx="3933" cy="6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214" extrusionOk="0">
                      <a:moveTo>
                        <a:pt x="122" y="213"/>
                      </a:moveTo>
                      <a:cubicBezTo>
                        <a:pt x="122" y="122"/>
                        <a:pt x="92" y="31"/>
                        <a:pt x="1" y="1"/>
                      </a:cubicBezTo>
                      <a:cubicBezTo>
                        <a:pt x="31" y="92"/>
                        <a:pt x="62" y="153"/>
                        <a:pt x="122" y="2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5" name="Google Shape;828;p21">
                  <a:extLst>
                    <a:ext uri="{FF2B5EF4-FFF2-40B4-BE49-F238E27FC236}">
                      <a16:creationId xmlns:a16="http://schemas.microsoft.com/office/drawing/2014/main" id="{B3F545B7-8761-D479-3371-9E203D29813B}"/>
                    </a:ext>
                  </a:extLst>
                </p:cNvPr>
                <p:cNvSpPr/>
                <p:nvPr/>
              </p:nvSpPr>
              <p:spPr>
                <a:xfrm>
                  <a:off x="5437622" y="2754704"/>
                  <a:ext cx="1983" cy="3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122" extrusionOk="0">
                      <a:moveTo>
                        <a:pt x="61" y="61"/>
                      </a:moveTo>
                      <a:cubicBezTo>
                        <a:pt x="61" y="0"/>
                        <a:pt x="0" y="0"/>
                        <a:pt x="0" y="61"/>
                      </a:cubicBezTo>
                      <a:cubicBezTo>
                        <a:pt x="0" y="61"/>
                        <a:pt x="0" y="91"/>
                        <a:pt x="0" y="1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6" name="Google Shape;829;p21">
                  <a:extLst>
                    <a:ext uri="{FF2B5EF4-FFF2-40B4-BE49-F238E27FC236}">
                      <a16:creationId xmlns:a16="http://schemas.microsoft.com/office/drawing/2014/main" id="{E3ED832A-0A10-80A3-58AB-04946CC1519F}"/>
                    </a:ext>
                  </a:extLst>
                </p:cNvPr>
                <p:cNvSpPr/>
                <p:nvPr/>
              </p:nvSpPr>
              <p:spPr>
                <a:xfrm>
                  <a:off x="5733093" y="3116271"/>
                  <a:ext cx="3933" cy="3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122" extrusionOk="0">
                      <a:moveTo>
                        <a:pt x="92" y="0"/>
                      </a:moveTo>
                      <a:cubicBezTo>
                        <a:pt x="31" y="0"/>
                        <a:pt x="1" y="0"/>
                        <a:pt x="31" y="61"/>
                      </a:cubicBezTo>
                      <a:cubicBezTo>
                        <a:pt x="61" y="122"/>
                        <a:pt x="61" y="61"/>
                        <a:pt x="92" y="61"/>
                      </a:cubicBezTo>
                      <a:lnTo>
                        <a:pt x="122" y="31"/>
                      </a:lnTo>
                      <a:cubicBezTo>
                        <a:pt x="122" y="31"/>
                        <a:pt x="92" y="31"/>
                        <a:pt x="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7" name="Google Shape;830;p21">
                  <a:extLst>
                    <a:ext uri="{FF2B5EF4-FFF2-40B4-BE49-F238E27FC236}">
                      <a16:creationId xmlns:a16="http://schemas.microsoft.com/office/drawing/2014/main" id="{CCE1CF6D-E9BA-6FBA-B96B-9950C46CF111}"/>
                    </a:ext>
                  </a:extLst>
                </p:cNvPr>
                <p:cNvSpPr/>
                <p:nvPr/>
              </p:nvSpPr>
              <p:spPr>
                <a:xfrm>
                  <a:off x="5539662" y="2241500"/>
                  <a:ext cx="32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0"/>
                      </a:move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8" name="Google Shape;831;p21">
                  <a:extLst>
                    <a:ext uri="{FF2B5EF4-FFF2-40B4-BE49-F238E27FC236}">
                      <a16:creationId xmlns:a16="http://schemas.microsoft.com/office/drawing/2014/main" id="{833F42CB-343F-2214-4FAB-DEFD5D5A222B}"/>
                    </a:ext>
                  </a:extLst>
                </p:cNvPr>
                <p:cNvSpPr/>
                <p:nvPr/>
              </p:nvSpPr>
              <p:spPr>
                <a:xfrm>
                  <a:off x="5539662" y="2241500"/>
                  <a:ext cx="3933" cy="29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92" extrusionOk="0">
                      <a:moveTo>
                        <a:pt x="122" y="91"/>
                      </a:moveTo>
                      <a:cubicBezTo>
                        <a:pt x="122" y="31"/>
                        <a:pt x="62" y="0"/>
                        <a:pt x="1" y="0"/>
                      </a:cubicBezTo>
                      <a:cubicBezTo>
                        <a:pt x="1" y="61"/>
                        <a:pt x="62" y="91"/>
                        <a:pt x="122" y="9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9" name="Google Shape;832;p21">
                  <a:extLst>
                    <a:ext uri="{FF2B5EF4-FFF2-40B4-BE49-F238E27FC236}">
                      <a16:creationId xmlns:a16="http://schemas.microsoft.com/office/drawing/2014/main" id="{E8A49635-5826-7EB6-F85A-667F3962A86D}"/>
                    </a:ext>
                  </a:extLst>
                </p:cNvPr>
                <p:cNvSpPr/>
                <p:nvPr/>
              </p:nvSpPr>
              <p:spPr>
                <a:xfrm>
                  <a:off x="5543563" y="2244410"/>
                  <a:ext cx="991" cy="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1" extrusionOk="0">
                      <a:moveTo>
                        <a:pt x="31" y="31"/>
                      </a:moveTo>
                      <a:lnTo>
                        <a:pt x="31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0" name="Google Shape;833;p21">
                  <a:extLst>
                    <a:ext uri="{FF2B5EF4-FFF2-40B4-BE49-F238E27FC236}">
                      <a16:creationId xmlns:a16="http://schemas.microsoft.com/office/drawing/2014/main" id="{9605A590-5F6E-925E-1B46-13D789CD0087}"/>
                    </a:ext>
                  </a:extLst>
                </p:cNvPr>
                <p:cNvSpPr/>
                <p:nvPr/>
              </p:nvSpPr>
              <p:spPr>
                <a:xfrm>
                  <a:off x="5544522" y="2245370"/>
                  <a:ext cx="2942" cy="3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23" extrusionOk="0">
                      <a:moveTo>
                        <a:pt x="92" y="122"/>
                      </a:moveTo>
                      <a:cubicBezTo>
                        <a:pt x="62" y="62"/>
                        <a:pt x="31" y="31"/>
                        <a:pt x="1" y="1"/>
                      </a:cubicBezTo>
                      <a:cubicBezTo>
                        <a:pt x="1" y="62"/>
                        <a:pt x="31" y="92"/>
                        <a:pt x="92" y="1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1" name="Google Shape;834;p21">
                  <a:extLst>
                    <a:ext uri="{FF2B5EF4-FFF2-40B4-BE49-F238E27FC236}">
                      <a16:creationId xmlns:a16="http://schemas.microsoft.com/office/drawing/2014/main" id="{AFE22952-65A3-710A-8596-4252DF045BEC}"/>
                    </a:ext>
                  </a:extLst>
                </p:cNvPr>
                <p:cNvSpPr/>
                <p:nvPr/>
              </p:nvSpPr>
              <p:spPr>
                <a:xfrm>
                  <a:off x="5328739" y="3113361"/>
                  <a:ext cx="32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2" name="Google Shape;835;p21">
                  <a:extLst>
                    <a:ext uri="{FF2B5EF4-FFF2-40B4-BE49-F238E27FC236}">
                      <a16:creationId xmlns:a16="http://schemas.microsoft.com/office/drawing/2014/main" id="{7969BD66-D366-03E4-5CD7-6574F2581E2C}"/>
                    </a:ext>
                  </a:extLst>
                </p:cNvPr>
                <p:cNvSpPr/>
                <p:nvPr/>
              </p:nvSpPr>
              <p:spPr>
                <a:xfrm>
                  <a:off x="5325829" y="3113361"/>
                  <a:ext cx="2942" cy="29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92" extrusionOk="0">
                      <a:moveTo>
                        <a:pt x="62" y="91"/>
                      </a:moveTo>
                      <a:cubicBezTo>
                        <a:pt x="62" y="61"/>
                        <a:pt x="62" y="31"/>
                        <a:pt x="92" y="0"/>
                      </a:cubicBezTo>
                      <a:lnTo>
                        <a:pt x="1" y="3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3" name="Google Shape;836;p21">
                  <a:extLst>
                    <a:ext uri="{FF2B5EF4-FFF2-40B4-BE49-F238E27FC236}">
                      <a16:creationId xmlns:a16="http://schemas.microsoft.com/office/drawing/2014/main" id="{6B476576-E2D5-11B2-B09D-E6E69EFF722B}"/>
                    </a:ext>
                  </a:extLst>
                </p:cNvPr>
                <p:cNvSpPr/>
                <p:nvPr/>
              </p:nvSpPr>
              <p:spPr>
                <a:xfrm>
                  <a:off x="5546473" y="2249271"/>
                  <a:ext cx="1983" cy="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31" extrusionOk="0">
                      <a:moveTo>
                        <a:pt x="61" y="31"/>
                      </a:moveTo>
                      <a:lnTo>
                        <a:pt x="31" y="0"/>
                      </a:lnTo>
                      <a:lnTo>
                        <a:pt x="31" y="0"/>
                      </a:lnTo>
                      <a:cubicBezTo>
                        <a:pt x="1" y="0"/>
                        <a:pt x="31" y="0"/>
                        <a:pt x="31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4" name="Google Shape;837;p21">
                  <a:extLst>
                    <a:ext uri="{FF2B5EF4-FFF2-40B4-BE49-F238E27FC236}">
                      <a16:creationId xmlns:a16="http://schemas.microsoft.com/office/drawing/2014/main" id="{638F7F66-B95F-9E78-7F8D-EEE35E2C033A}"/>
                    </a:ext>
                  </a:extLst>
                </p:cNvPr>
                <p:cNvSpPr/>
                <p:nvPr/>
              </p:nvSpPr>
              <p:spPr>
                <a:xfrm>
                  <a:off x="4735301" y="2999074"/>
                  <a:ext cx="32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1"/>
                      </a:move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5" name="Google Shape;838;p21">
                  <a:extLst>
                    <a:ext uri="{FF2B5EF4-FFF2-40B4-BE49-F238E27FC236}">
                      <a16:creationId xmlns:a16="http://schemas.microsoft.com/office/drawing/2014/main" id="{05953A2B-30F6-E8D6-C224-B3A2668D01DE}"/>
                    </a:ext>
                  </a:extLst>
                </p:cNvPr>
                <p:cNvSpPr/>
                <p:nvPr/>
              </p:nvSpPr>
              <p:spPr>
                <a:xfrm>
                  <a:off x="4601188" y="2950501"/>
                  <a:ext cx="3901" cy="4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53" extrusionOk="0">
                      <a:moveTo>
                        <a:pt x="30" y="0"/>
                      </a:moveTo>
                      <a:cubicBezTo>
                        <a:pt x="0" y="61"/>
                        <a:pt x="0" y="152"/>
                        <a:pt x="61" y="152"/>
                      </a:cubicBezTo>
                      <a:cubicBezTo>
                        <a:pt x="122" y="122"/>
                        <a:pt x="122" y="122"/>
                        <a:pt x="122" y="122"/>
                      </a:cubicBezTo>
                      <a:cubicBezTo>
                        <a:pt x="122" y="61"/>
                        <a:pt x="91" y="31"/>
                        <a:pt x="91" y="0"/>
                      </a:cubicBezTo>
                      <a:cubicBezTo>
                        <a:pt x="91" y="0"/>
                        <a:pt x="61" y="0"/>
                        <a:pt x="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6" name="Google Shape;839;p21">
                  <a:extLst>
                    <a:ext uri="{FF2B5EF4-FFF2-40B4-BE49-F238E27FC236}">
                      <a16:creationId xmlns:a16="http://schemas.microsoft.com/office/drawing/2014/main" id="{5877F3ED-A5EE-E4CA-FFD5-AED1B37AE9C3}"/>
                    </a:ext>
                  </a:extLst>
                </p:cNvPr>
                <p:cNvSpPr/>
                <p:nvPr/>
              </p:nvSpPr>
              <p:spPr>
                <a:xfrm>
                  <a:off x="4601188" y="2971862"/>
                  <a:ext cx="2942" cy="3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23" extrusionOk="0">
                      <a:moveTo>
                        <a:pt x="0" y="92"/>
                      </a:moveTo>
                      <a:cubicBezTo>
                        <a:pt x="0" y="92"/>
                        <a:pt x="30" y="122"/>
                        <a:pt x="61" y="122"/>
                      </a:cubicBezTo>
                      <a:cubicBezTo>
                        <a:pt x="61" y="122"/>
                        <a:pt x="91" y="92"/>
                        <a:pt x="91" y="92"/>
                      </a:cubicBezTo>
                      <a:cubicBezTo>
                        <a:pt x="91" y="92"/>
                        <a:pt x="61" y="31"/>
                        <a:pt x="61" y="1"/>
                      </a:cubicBezTo>
                      <a:cubicBezTo>
                        <a:pt x="30" y="31"/>
                        <a:pt x="30" y="31"/>
                        <a:pt x="0" y="9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7" name="Google Shape;840;p21">
                  <a:extLst>
                    <a:ext uri="{FF2B5EF4-FFF2-40B4-BE49-F238E27FC236}">
                      <a16:creationId xmlns:a16="http://schemas.microsoft.com/office/drawing/2014/main" id="{052725F1-6A3D-E403-0A4B-359EDCA819F0}"/>
                    </a:ext>
                  </a:extLst>
                </p:cNvPr>
                <p:cNvSpPr/>
                <p:nvPr/>
              </p:nvSpPr>
              <p:spPr>
                <a:xfrm>
                  <a:off x="4627409" y="3038950"/>
                  <a:ext cx="3933" cy="4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153" extrusionOk="0">
                      <a:moveTo>
                        <a:pt x="62" y="0"/>
                      </a:moveTo>
                      <a:cubicBezTo>
                        <a:pt x="1" y="31"/>
                        <a:pt x="1" y="61"/>
                        <a:pt x="1" y="91"/>
                      </a:cubicBezTo>
                      <a:cubicBezTo>
                        <a:pt x="1" y="91"/>
                        <a:pt x="31" y="122"/>
                        <a:pt x="31" y="152"/>
                      </a:cubicBezTo>
                      <a:cubicBezTo>
                        <a:pt x="62" y="152"/>
                        <a:pt x="62" y="91"/>
                        <a:pt x="92" y="61"/>
                      </a:cubicBezTo>
                      <a:cubicBezTo>
                        <a:pt x="122" y="31"/>
                        <a:pt x="62" y="0"/>
                        <a:pt x="6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8" name="Google Shape;841;p21">
                  <a:extLst>
                    <a:ext uri="{FF2B5EF4-FFF2-40B4-BE49-F238E27FC236}">
                      <a16:creationId xmlns:a16="http://schemas.microsoft.com/office/drawing/2014/main" id="{9690A3FA-F933-FA0B-0C68-506A4057C3CF}"/>
                    </a:ext>
                  </a:extLst>
                </p:cNvPr>
                <p:cNvSpPr/>
                <p:nvPr/>
              </p:nvSpPr>
              <p:spPr>
                <a:xfrm>
                  <a:off x="5344727" y="2046567"/>
                  <a:ext cx="32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0"/>
                      </a:move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9" name="Google Shape;842;p21">
                  <a:extLst>
                    <a:ext uri="{FF2B5EF4-FFF2-40B4-BE49-F238E27FC236}">
                      <a16:creationId xmlns:a16="http://schemas.microsoft.com/office/drawing/2014/main" id="{92D9AA53-25E0-F4C8-90CA-AD8B46DCB8C4}"/>
                    </a:ext>
                  </a:extLst>
                </p:cNvPr>
                <p:cNvSpPr/>
                <p:nvPr/>
              </p:nvSpPr>
              <p:spPr>
                <a:xfrm>
                  <a:off x="5344727" y="2046567"/>
                  <a:ext cx="3933" cy="29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92" extrusionOk="0">
                      <a:moveTo>
                        <a:pt x="122" y="91"/>
                      </a:moveTo>
                      <a:cubicBezTo>
                        <a:pt x="122" y="31"/>
                        <a:pt x="62" y="0"/>
                        <a:pt x="1" y="0"/>
                      </a:cubicBezTo>
                      <a:cubicBezTo>
                        <a:pt x="1" y="61"/>
                        <a:pt x="62" y="91"/>
                        <a:pt x="122" y="9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0" name="Google Shape;843;p21">
                  <a:extLst>
                    <a:ext uri="{FF2B5EF4-FFF2-40B4-BE49-F238E27FC236}">
                      <a16:creationId xmlns:a16="http://schemas.microsoft.com/office/drawing/2014/main" id="{80798F59-FC6D-F94E-F918-6C20230C9E22}"/>
                    </a:ext>
                  </a:extLst>
                </p:cNvPr>
                <p:cNvSpPr/>
                <p:nvPr/>
              </p:nvSpPr>
              <p:spPr>
                <a:xfrm>
                  <a:off x="5348629" y="2049477"/>
                  <a:ext cx="991" cy="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1" extrusionOk="0">
                      <a:moveTo>
                        <a:pt x="31" y="31"/>
                      </a:moveTo>
                      <a:lnTo>
                        <a:pt x="31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1" name="Google Shape;844;p21">
                  <a:extLst>
                    <a:ext uri="{FF2B5EF4-FFF2-40B4-BE49-F238E27FC236}">
                      <a16:creationId xmlns:a16="http://schemas.microsoft.com/office/drawing/2014/main" id="{38BF3C9C-1F29-260E-B2BE-5BE027CDEE99}"/>
                    </a:ext>
                  </a:extLst>
                </p:cNvPr>
                <p:cNvSpPr/>
                <p:nvPr/>
              </p:nvSpPr>
              <p:spPr>
                <a:xfrm>
                  <a:off x="5349588" y="2050436"/>
                  <a:ext cx="2942" cy="3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23" extrusionOk="0">
                      <a:moveTo>
                        <a:pt x="92" y="122"/>
                      </a:moveTo>
                      <a:cubicBezTo>
                        <a:pt x="62" y="62"/>
                        <a:pt x="31" y="31"/>
                        <a:pt x="1" y="1"/>
                      </a:cubicBezTo>
                      <a:cubicBezTo>
                        <a:pt x="1" y="62"/>
                        <a:pt x="31" y="92"/>
                        <a:pt x="92" y="1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2" name="Google Shape;845;p21">
                  <a:extLst>
                    <a:ext uri="{FF2B5EF4-FFF2-40B4-BE49-F238E27FC236}">
                      <a16:creationId xmlns:a16="http://schemas.microsoft.com/office/drawing/2014/main" id="{5156E5D0-A7D4-6648-3932-429EE4A1D725}"/>
                    </a:ext>
                  </a:extLst>
                </p:cNvPr>
                <p:cNvSpPr/>
                <p:nvPr/>
              </p:nvSpPr>
              <p:spPr>
                <a:xfrm>
                  <a:off x="4666294" y="3121547"/>
                  <a:ext cx="1983" cy="1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62" extrusionOk="0">
                      <a:moveTo>
                        <a:pt x="1" y="62"/>
                      </a:moveTo>
                      <a:lnTo>
                        <a:pt x="61" y="62"/>
                      </a:lnTo>
                      <a:lnTo>
                        <a:pt x="3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3" name="Google Shape;846;p21">
                  <a:extLst>
                    <a:ext uri="{FF2B5EF4-FFF2-40B4-BE49-F238E27FC236}">
                      <a16:creationId xmlns:a16="http://schemas.microsoft.com/office/drawing/2014/main" id="{B1BAC47C-2870-5BD6-BA13-660A7D6D2F76}"/>
                    </a:ext>
                  </a:extLst>
                </p:cNvPr>
                <p:cNvSpPr/>
                <p:nvPr/>
              </p:nvSpPr>
              <p:spPr>
                <a:xfrm>
                  <a:off x="5351538" y="2054337"/>
                  <a:ext cx="1983" cy="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31" extrusionOk="0">
                      <a:moveTo>
                        <a:pt x="61" y="31"/>
                      </a:moveTo>
                      <a:lnTo>
                        <a:pt x="31" y="0"/>
                      </a:lnTo>
                      <a:lnTo>
                        <a:pt x="31" y="0"/>
                      </a:lnTo>
                      <a:cubicBezTo>
                        <a:pt x="1" y="0"/>
                        <a:pt x="31" y="0"/>
                        <a:pt x="31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4" name="Google Shape;847;p21">
                  <a:extLst>
                    <a:ext uri="{FF2B5EF4-FFF2-40B4-BE49-F238E27FC236}">
                      <a16:creationId xmlns:a16="http://schemas.microsoft.com/office/drawing/2014/main" id="{1304A17B-05D2-C47D-2A67-836FE3DEFD25}"/>
                    </a:ext>
                  </a:extLst>
                </p:cNvPr>
                <p:cNvSpPr/>
                <p:nvPr/>
              </p:nvSpPr>
              <p:spPr>
                <a:xfrm>
                  <a:off x="4930236" y="3194008"/>
                  <a:ext cx="32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1"/>
                      </a:move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5" name="Google Shape;848;p21">
                  <a:extLst>
                    <a:ext uri="{FF2B5EF4-FFF2-40B4-BE49-F238E27FC236}">
                      <a16:creationId xmlns:a16="http://schemas.microsoft.com/office/drawing/2014/main" id="{B27409D5-62A2-6D30-BBCB-E2AFA8AA0E5D}"/>
                    </a:ext>
                  </a:extLst>
                </p:cNvPr>
                <p:cNvSpPr/>
                <p:nvPr/>
              </p:nvSpPr>
              <p:spPr>
                <a:xfrm>
                  <a:off x="5134348" y="3579910"/>
                  <a:ext cx="727072" cy="640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37" h="20031" extrusionOk="0">
                      <a:moveTo>
                        <a:pt x="22615" y="9179"/>
                      </a:moveTo>
                      <a:cubicBezTo>
                        <a:pt x="22402" y="9362"/>
                        <a:pt x="22402" y="9362"/>
                        <a:pt x="22281" y="9149"/>
                      </a:cubicBezTo>
                      <a:cubicBezTo>
                        <a:pt x="22250" y="9119"/>
                        <a:pt x="22220" y="9088"/>
                        <a:pt x="22190" y="9058"/>
                      </a:cubicBezTo>
                      <a:cubicBezTo>
                        <a:pt x="22068" y="8845"/>
                        <a:pt x="22038" y="8602"/>
                        <a:pt x="21825" y="8511"/>
                      </a:cubicBezTo>
                      <a:cubicBezTo>
                        <a:pt x="21734" y="8237"/>
                        <a:pt x="21460" y="8024"/>
                        <a:pt x="21551" y="7690"/>
                      </a:cubicBezTo>
                      <a:cubicBezTo>
                        <a:pt x="21582" y="7538"/>
                        <a:pt x="21491" y="7477"/>
                        <a:pt x="21339" y="7386"/>
                      </a:cubicBezTo>
                      <a:cubicBezTo>
                        <a:pt x="21217" y="7325"/>
                        <a:pt x="21095" y="7265"/>
                        <a:pt x="20974" y="7234"/>
                      </a:cubicBezTo>
                      <a:cubicBezTo>
                        <a:pt x="20913" y="7204"/>
                        <a:pt x="20913" y="7173"/>
                        <a:pt x="20883" y="7143"/>
                      </a:cubicBezTo>
                      <a:cubicBezTo>
                        <a:pt x="20883" y="6930"/>
                        <a:pt x="20852" y="6717"/>
                        <a:pt x="20761" y="6535"/>
                      </a:cubicBezTo>
                      <a:cubicBezTo>
                        <a:pt x="20670" y="6383"/>
                        <a:pt x="20609" y="6201"/>
                        <a:pt x="20579" y="6018"/>
                      </a:cubicBezTo>
                      <a:cubicBezTo>
                        <a:pt x="20579" y="5958"/>
                        <a:pt x="20548" y="5897"/>
                        <a:pt x="20488" y="5866"/>
                      </a:cubicBezTo>
                      <a:cubicBezTo>
                        <a:pt x="20184" y="5623"/>
                        <a:pt x="19880" y="5410"/>
                        <a:pt x="19545" y="5198"/>
                      </a:cubicBezTo>
                      <a:cubicBezTo>
                        <a:pt x="19454" y="5167"/>
                        <a:pt x="19393" y="5076"/>
                        <a:pt x="19393" y="4985"/>
                      </a:cubicBezTo>
                      <a:cubicBezTo>
                        <a:pt x="19332" y="4833"/>
                        <a:pt x="19332" y="4651"/>
                        <a:pt x="19332" y="4468"/>
                      </a:cubicBezTo>
                      <a:cubicBezTo>
                        <a:pt x="19363" y="4225"/>
                        <a:pt x="19302" y="3951"/>
                        <a:pt x="19150" y="3739"/>
                      </a:cubicBezTo>
                      <a:cubicBezTo>
                        <a:pt x="19059" y="3587"/>
                        <a:pt x="18998" y="3374"/>
                        <a:pt x="19029" y="3161"/>
                      </a:cubicBezTo>
                      <a:cubicBezTo>
                        <a:pt x="19029" y="3009"/>
                        <a:pt x="18998" y="2857"/>
                        <a:pt x="19029" y="2705"/>
                      </a:cubicBezTo>
                      <a:cubicBezTo>
                        <a:pt x="19029" y="2492"/>
                        <a:pt x="18937" y="2280"/>
                        <a:pt x="18785" y="2158"/>
                      </a:cubicBezTo>
                      <a:cubicBezTo>
                        <a:pt x="18694" y="2037"/>
                        <a:pt x="18542" y="2006"/>
                        <a:pt x="18421" y="2037"/>
                      </a:cubicBezTo>
                      <a:cubicBezTo>
                        <a:pt x="18299" y="2037"/>
                        <a:pt x="18238" y="1976"/>
                        <a:pt x="18208" y="1885"/>
                      </a:cubicBezTo>
                      <a:cubicBezTo>
                        <a:pt x="18177" y="1824"/>
                        <a:pt x="18177" y="1763"/>
                        <a:pt x="18177" y="1702"/>
                      </a:cubicBezTo>
                      <a:cubicBezTo>
                        <a:pt x="18177" y="1459"/>
                        <a:pt x="18117" y="1246"/>
                        <a:pt x="18056" y="1033"/>
                      </a:cubicBezTo>
                      <a:cubicBezTo>
                        <a:pt x="17995" y="730"/>
                        <a:pt x="17813" y="456"/>
                        <a:pt x="17752" y="122"/>
                      </a:cubicBezTo>
                      <a:cubicBezTo>
                        <a:pt x="17752" y="91"/>
                        <a:pt x="17691" y="30"/>
                        <a:pt x="17630" y="0"/>
                      </a:cubicBezTo>
                      <a:cubicBezTo>
                        <a:pt x="17570" y="0"/>
                        <a:pt x="17539" y="0"/>
                        <a:pt x="17509" y="30"/>
                      </a:cubicBezTo>
                      <a:cubicBezTo>
                        <a:pt x="17448" y="61"/>
                        <a:pt x="17448" y="91"/>
                        <a:pt x="17418" y="122"/>
                      </a:cubicBezTo>
                      <a:cubicBezTo>
                        <a:pt x="17326" y="334"/>
                        <a:pt x="17296" y="517"/>
                        <a:pt x="17205" y="699"/>
                      </a:cubicBezTo>
                      <a:cubicBezTo>
                        <a:pt x="17144" y="912"/>
                        <a:pt x="17083" y="1094"/>
                        <a:pt x="17053" y="1307"/>
                      </a:cubicBezTo>
                      <a:cubicBezTo>
                        <a:pt x="16931" y="1611"/>
                        <a:pt x="16901" y="1945"/>
                        <a:pt x="16901" y="2310"/>
                      </a:cubicBezTo>
                      <a:cubicBezTo>
                        <a:pt x="16931" y="2401"/>
                        <a:pt x="16901" y="2523"/>
                        <a:pt x="16870" y="2644"/>
                      </a:cubicBezTo>
                      <a:cubicBezTo>
                        <a:pt x="16810" y="2888"/>
                        <a:pt x="16718" y="3161"/>
                        <a:pt x="16627" y="3404"/>
                      </a:cubicBezTo>
                      <a:cubicBezTo>
                        <a:pt x="16566" y="3587"/>
                        <a:pt x="16506" y="3769"/>
                        <a:pt x="16445" y="3921"/>
                      </a:cubicBezTo>
                      <a:cubicBezTo>
                        <a:pt x="16384" y="4043"/>
                        <a:pt x="16263" y="4134"/>
                        <a:pt x="16141" y="4164"/>
                      </a:cubicBezTo>
                      <a:cubicBezTo>
                        <a:pt x="15928" y="4195"/>
                        <a:pt x="15715" y="4134"/>
                        <a:pt x="15563" y="3982"/>
                      </a:cubicBezTo>
                      <a:cubicBezTo>
                        <a:pt x="15472" y="3891"/>
                        <a:pt x="15411" y="3769"/>
                        <a:pt x="15381" y="3617"/>
                      </a:cubicBezTo>
                      <a:lnTo>
                        <a:pt x="15259" y="3617"/>
                      </a:lnTo>
                      <a:cubicBezTo>
                        <a:pt x="15077" y="3647"/>
                        <a:pt x="14895" y="3556"/>
                        <a:pt x="14804" y="3404"/>
                      </a:cubicBezTo>
                      <a:cubicBezTo>
                        <a:pt x="14621" y="3252"/>
                        <a:pt x="14439" y="3100"/>
                        <a:pt x="14226" y="3040"/>
                      </a:cubicBezTo>
                      <a:cubicBezTo>
                        <a:pt x="14104" y="2979"/>
                        <a:pt x="14013" y="2888"/>
                        <a:pt x="13922" y="2796"/>
                      </a:cubicBezTo>
                      <a:cubicBezTo>
                        <a:pt x="13831" y="2705"/>
                        <a:pt x="13770" y="2614"/>
                        <a:pt x="13679" y="2523"/>
                      </a:cubicBezTo>
                      <a:cubicBezTo>
                        <a:pt x="13588" y="2462"/>
                        <a:pt x="13557" y="2340"/>
                        <a:pt x="13618" y="2219"/>
                      </a:cubicBezTo>
                      <a:cubicBezTo>
                        <a:pt x="13740" y="2037"/>
                        <a:pt x="13800" y="1824"/>
                        <a:pt x="13831" y="1581"/>
                      </a:cubicBezTo>
                      <a:cubicBezTo>
                        <a:pt x="13831" y="1520"/>
                        <a:pt x="13892" y="1489"/>
                        <a:pt x="13952" y="1459"/>
                      </a:cubicBezTo>
                      <a:cubicBezTo>
                        <a:pt x="14013" y="1459"/>
                        <a:pt x="14074" y="1398"/>
                        <a:pt x="14135" y="1368"/>
                      </a:cubicBezTo>
                      <a:cubicBezTo>
                        <a:pt x="14226" y="1185"/>
                        <a:pt x="14348" y="1003"/>
                        <a:pt x="14408" y="821"/>
                      </a:cubicBezTo>
                      <a:cubicBezTo>
                        <a:pt x="14408" y="790"/>
                        <a:pt x="14408" y="730"/>
                        <a:pt x="14378" y="699"/>
                      </a:cubicBezTo>
                      <a:cubicBezTo>
                        <a:pt x="14287" y="638"/>
                        <a:pt x="14165" y="578"/>
                        <a:pt x="14044" y="638"/>
                      </a:cubicBezTo>
                      <a:cubicBezTo>
                        <a:pt x="13952" y="699"/>
                        <a:pt x="13831" y="699"/>
                        <a:pt x="13740" y="638"/>
                      </a:cubicBezTo>
                      <a:cubicBezTo>
                        <a:pt x="13679" y="578"/>
                        <a:pt x="13618" y="638"/>
                        <a:pt x="13557" y="638"/>
                      </a:cubicBezTo>
                      <a:cubicBezTo>
                        <a:pt x="13496" y="669"/>
                        <a:pt x="13405" y="699"/>
                        <a:pt x="13345" y="699"/>
                      </a:cubicBezTo>
                      <a:cubicBezTo>
                        <a:pt x="13010" y="608"/>
                        <a:pt x="12676" y="456"/>
                        <a:pt x="12341" y="304"/>
                      </a:cubicBezTo>
                      <a:cubicBezTo>
                        <a:pt x="12189" y="213"/>
                        <a:pt x="12007" y="152"/>
                        <a:pt x="11855" y="91"/>
                      </a:cubicBezTo>
                      <a:cubicBezTo>
                        <a:pt x="11794" y="91"/>
                        <a:pt x="11764" y="91"/>
                        <a:pt x="11703" y="91"/>
                      </a:cubicBezTo>
                      <a:cubicBezTo>
                        <a:pt x="11703" y="122"/>
                        <a:pt x="11673" y="122"/>
                        <a:pt x="11673" y="122"/>
                      </a:cubicBezTo>
                      <a:lnTo>
                        <a:pt x="11673" y="213"/>
                      </a:lnTo>
                      <a:cubicBezTo>
                        <a:pt x="11673" y="213"/>
                        <a:pt x="11794" y="334"/>
                        <a:pt x="11855" y="395"/>
                      </a:cubicBezTo>
                      <a:cubicBezTo>
                        <a:pt x="11916" y="456"/>
                        <a:pt x="11916" y="578"/>
                        <a:pt x="11825" y="608"/>
                      </a:cubicBezTo>
                      <a:cubicBezTo>
                        <a:pt x="11673" y="669"/>
                        <a:pt x="11521" y="699"/>
                        <a:pt x="11338" y="699"/>
                      </a:cubicBezTo>
                      <a:cubicBezTo>
                        <a:pt x="11247" y="699"/>
                        <a:pt x="11156" y="699"/>
                        <a:pt x="11095" y="730"/>
                      </a:cubicBezTo>
                      <a:cubicBezTo>
                        <a:pt x="10882" y="821"/>
                        <a:pt x="10730" y="942"/>
                        <a:pt x="10609" y="1094"/>
                      </a:cubicBezTo>
                      <a:cubicBezTo>
                        <a:pt x="10427" y="1307"/>
                        <a:pt x="10244" y="1550"/>
                        <a:pt x="10062" y="1793"/>
                      </a:cubicBezTo>
                      <a:cubicBezTo>
                        <a:pt x="10001" y="1915"/>
                        <a:pt x="9971" y="2037"/>
                        <a:pt x="10031" y="2158"/>
                      </a:cubicBezTo>
                      <a:cubicBezTo>
                        <a:pt x="10062" y="2249"/>
                        <a:pt x="9940" y="2340"/>
                        <a:pt x="9849" y="2340"/>
                      </a:cubicBezTo>
                      <a:cubicBezTo>
                        <a:pt x="9758" y="2310"/>
                        <a:pt x="9606" y="2219"/>
                        <a:pt x="9454" y="2280"/>
                      </a:cubicBezTo>
                      <a:cubicBezTo>
                        <a:pt x="9363" y="2310"/>
                        <a:pt x="9271" y="2280"/>
                        <a:pt x="9211" y="2189"/>
                      </a:cubicBezTo>
                      <a:cubicBezTo>
                        <a:pt x="9150" y="2067"/>
                        <a:pt x="9028" y="1945"/>
                        <a:pt x="8937" y="1824"/>
                      </a:cubicBezTo>
                      <a:cubicBezTo>
                        <a:pt x="8846" y="1702"/>
                        <a:pt x="8694" y="1672"/>
                        <a:pt x="8572" y="1702"/>
                      </a:cubicBezTo>
                      <a:cubicBezTo>
                        <a:pt x="8420" y="1733"/>
                        <a:pt x="8268" y="1793"/>
                        <a:pt x="8147" y="1885"/>
                      </a:cubicBezTo>
                      <a:cubicBezTo>
                        <a:pt x="8025" y="1976"/>
                        <a:pt x="7904" y="2006"/>
                        <a:pt x="7782" y="2037"/>
                      </a:cubicBezTo>
                      <a:cubicBezTo>
                        <a:pt x="7569" y="2067"/>
                        <a:pt x="7600" y="2310"/>
                        <a:pt x="7509" y="2401"/>
                      </a:cubicBezTo>
                      <a:cubicBezTo>
                        <a:pt x="7448" y="2432"/>
                        <a:pt x="7387" y="2492"/>
                        <a:pt x="7326" y="2523"/>
                      </a:cubicBezTo>
                      <a:cubicBezTo>
                        <a:pt x="7144" y="2553"/>
                        <a:pt x="7022" y="2766"/>
                        <a:pt x="7083" y="2948"/>
                      </a:cubicBezTo>
                      <a:cubicBezTo>
                        <a:pt x="7083" y="2979"/>
                        <a:pt x="7083" y="3040"/>
                        <a:pt x="7083" y="3070"/>
                      </a:cubicBezTo>
                      <a:cubicBezTo>
                        <a:pt x="7083" y="3161"/>
                        <a:pt x="7022" y="3192"/>
                        <a:pt x="6961" y="3192"/>
                      </a:cubicBezTo>
                      <a:lnTo>
                        <a:pt x="6749" y="3192"/>
                      </a:lnTo>
                      <a:cubicBezTo>
                        <a:pt x="6657" y="3192"/>
                        <a:pt x="6597" y="3283"/>
                        <a:pt x="6597" y="3374"/>
                      </a:cubicBezTo>
                      <a:cubicBezTo>
                        <a:pt x="6597" y="3465"/>
                        <a:pt x="6627" y="3556"/>
                        <a:pt x="6657" y="3647"/>
                      </a:cubicBezTo>
                      <a:cubicBezTo>
                        <a:pt x="6657" y="3678"/>
                        <a:pt x="6627" y="3708"/>
                        <a:pt x="6627" y="3708"/>
                      </a:cubicBezTo>
                      <a:cubicBezTo>
                        <a:pt x="6597" y="3739"/>
                        <a:pt x="6536" y="3739"/>
                        <a:pt x="6505" y="3708"/>
                      </a:cubicBezTo>
                      <a:cubicBezTo>
                        <a:pt x="6445" y="3617"/>
                        <a:pt x="6384" y="3526"/>
                        <a:pt x="6323" y="3435"/>
                      </a:cubicBezTo>
                      <a:cubicBezTo>
                        <a:pt x="6262" y="3374"/>
                        <a:pt x="6202" y="3344"/>
                        <a:pt x="6141" y="3404"/>
                      </a:cubicBezTo>
                      <a:cubicBezTo>
                        <a:pt x="6019" y="3465"/>
                        <a:pt x="5928" y="3556"/>
                        <a:pt x="5837" y="3647"/>
                      </a:cubicBezTo>
                      <a:cubicBezTo>
                        <a:pt x="5746" y="3708"/>
                        <a:pt x="5715" y="3799"/>
                        <a:pt x="5715" y="3891"/>
                      </a:cubicBezTo>
                      <a:cubicBezTo>
                        <a:pt x="5746" y="4195"/>
                        <a:pt x="5624" y="4468"/>
                        <a:pt x="5381" y="4681"/>
                      </a:cubicBezTo>
                      <a:cubicBezTo>
                        <a:pt x="5320" y="4742"/>
                        <a:pt x="5290" y="4833"/>
                        <a:pt x="5229" y="4894"/>
                      </a:cubicBezTo>
                      <a:cubicBezTo>
                        <a:pt x="5077" y="5167"/>
                        <a:pt x="4803" y="5319"/>
                        <a:pt x="4499" y="5350"/>
                      </a:cubicBezTo>
                      <a:cubicBezTo>
                        <a:pt x="4317" y="5350"/>
                        <a:pt x="4104" y="5380"/>
                        <a:pt x="3891" y="5410"/>
                      </a:cubicBezTo>
                      <a:cubicBezTo>
                        <a:pt x="3618" y="5623"/>
                        <a:pt x="3223" y="5562"/>
                        <a:pt x="2949" y="5806"/>
                      </a:cubicBezTo>
                      <a:cubicBezTo>
                        <a:pt x="2888" y="5836"/>
                        <a:pt x="2828" y="5866"/>
                        <a:pt x="2767" y="5836"/>
                      </a:cubicBezTo>
                      <a:cubicBezTo>
                        <a:pt x="2524" y="5806"/>
                        <a:pt x="2311" y="5866"/>
                        <a:pt x="2129" y="5988"/>
                      </a:cubicBezTo>
                      <a:cubicBezTo>
                        <a:pt x="1855" y="6140"/>
                        <a:pt x="1612" y="6262"/>
                        <a:pt x="1338" y="6383"/>
                      </a:cubicBezTo>
                      <a:cubicBezTo>
                        <a:pt x="1217" y="6444"/>
                        <a:pt x="1095" y="6535"/>
                        <a:pt x="1034" y="6657"/>
                      </a:cubicBezTo>
                      <a:cubicBezTo>
                        <a:pt x="973" y="6778"/>
                        <a:pt x="943" y="6626"/>
                        <a:pt x="882" y="6626"/>
                      </a:cubicBezTo>
                      <a:cubicBezTo>
                        <a:pt x="852" y="6626"/>
                        <a:pt x="791" y="6626"/>
                        <a:pt x="791" y="6657"/>
                      </a:cubicBezTo>
                      <a:cubicBezTo>
                        <a:pt x="730" y="6717"/>
                        <a:pt x="670" y="6809"/>
                        <a:pt x="639" y="6900"/>
                      </a:cubicBezTo>
                      <a:cubicBezTo>
                        <a:pt x="609" y="6991"/>
                        <a:pt x="609" y="7113"/>
                        <a:pt x="609" y="7234"/>
                      </a:cubicBezTo>
                      <a:cubicBezTo>
                        <a:pt x="609" y="7417"/>
                        <a:pt x="578" y="7599"/>
                        <a:pt x="457" y="7751"/>
                      </a:cubicBezTo>
                      <a:cubicBezTo>
                        <a:pt x="366" y="7903"/>
                        <a:pt x="305" y="8085"/>
                        <a:pt x="335" y="8268"/>
                      </a:cubicBezTo>
                      <a:cubicBezTo>
                        <a:pt x="305" y="8511"/>
                        <a:pt x="366" y="8754"/>
                        <a:pt x="457" y="8997"/>
                      </a:cubicBezTo>
                      <a:cubicBezTo>
                        <a:pt x="487" y="9058"/>
                        <a:pt x="518" y="9119"/>
                        <a:pt x="518" y="9179"/>
                      </a:cubicBezTo>
                      <a:cubicBezTo>
                        <a:pt x="548" y="9240"/>
                        <a:pt x="518" y="9331"/>
                        <a:pt x="457" y="9362"/>
                      </a:cubicBezTo>
                      <a:lnTo>
                        <a:pt x="366" y="9423"/>
                      </a:lnTo>
                      <a:lnTo>
                        <a:pt x="366" y="9423"/>
                      </a:lnTo>
                      <a:lnTo>
                        <a:pt x="366" y="9423"/>
                      </a:lnTo>
                      <a:lnTo>
                        <a:pt x="214" y="9727"/>
                      </a:lnTo>
                      <a:lnTo>
                        <a:pt x="214" y="9727"/>
                      </a:lnTo>
                      <a:lnTo>
                        <a:pt x="214" y="9727"/>
                      </a:lnTo>
                      <a:lnTo>
                        <a:pt x="214" y="9727"/>
                      </a:lnTo>
                      <a:cubicBezTo>
                        <a:pt x="214" y="9787"/>
                        <a:pt x="214" y="9848"/>
                        <a:pt x="214" y="9909"/>
                      </a:cubicBezTo>
                      <a:cubicBezTo>
                        <a:pt x="305" y="10061"/>
                        <a:pt x="335" y="10213"/>
                        <a:pt x="305" y="10365"/>
                      </a:cubicBezTo>
                      <a:cubicBezTo>
                        <a:pt x="305" y="10638"/>
                        <a:pt x="366" y="10912"/>
                        <a:pt x="457" y="11186"/>
                      </a:cubicBezTo>
                      <a:cubicBezTo>
                        <a:pt x="548" y="11459"/>
                        <a:pt x="578" y="11763"/>
                        <a:pt x="578" y="12037"/>
                      </a:cubicBezTo>
                      <a:cubicBezTo>
                        <a:pt x="548" y="12401"/>
                        <a:pt x="578" y="12736"/>
                        <a:pt x="670" y="13070"/>
                      </a:cubicBezTo>
                      <a:cubicBezTo>
                        <a:pt x="700" y="13161"/>
                        <a:pt x="700" y="13252"/>
                        <a:pt x="670" y="13344"/>
                      </a:cubicBezTo>
                      <a:cubicBezTo>
                        <a:pt x="639" y="13496"/>
                        <a:pt x="578" y="13678"/>
                        <a:pt x="548" y="13860"/>
                      </a:cubicBezTo>
                      <a:cubicBezTo>
                        <a:pt x="518" y="14104"/>
                        <a:pt x="366" y="14316"/>
                        <a:pt x="183" y="14468"/>
                      </a:cubicBezTo>
                      <a:cubicBezTo>
                        <a:pt x="1" y="14620"/>
                        <a:pt x="1" y="14863"/>
                        <a:pt x="122" y="15015"/>
                      </a:cubicBezTo>
                      <a:cubicBezTo>
                        <a:pt x="214" y="15137"/>
                        <a:pt x="335" y="15198"/>
                        <a:pt x="426" y="15319"/>
                      </a:cubicBezTo>
                      <a:cubicBezTo>
                        <a:pt x="548" y="15471"/>
                        <a:pt x="730" y="15593"/>
                        <a:pt x="943" y="15593"/>
                      </a:cubicBezTo>
                      <a:cubicBezTo>
                        <a:pt x="1095" y="15623"/>
                        <a:pt x="1247" y="15623"/>
                        <a:pt x="1429" y="15623"/>
                      </a:cubicBezTo>
                      <a:cubicBezTo>
                        <a:pt x="1521" y="15623"/>
                        <a:pt x="1612" y="15593"/>
                        <a:pt x="1673" y="15563"/>
                      </a:cubicBezTo>
                      <a:cubicBezTo>
                        <a:pt x="1977" y="15319"/>
                        <a:pt x="2432" y="15319"/>
                        <a:pt x="2676" y="15015"/>
                      </a:cubicBezTo>
                      <a:cubicBezTo>
                        <a:pt x="2706" y="14985"/>
                        <a:pt x="2767" y="14955"/>
                        <a:pt x="2797" y="14955"/>
                      </a:cubicBezTo>
                      <a:cubicBezTo>
                        <a:pt x="3132" y="14863"/>
                        <a:pt x="3436" y="14863"/>
                        <a:pt x="3739" y="14894"/>
                      </a:cubicBezTo>
                      <a:cubicBezTo>
                        <a:pt x="4013" y="14955"/>
                        <a:pt x="4287" y="14985"/>
                        <a:pt x="4560" y="14955"/>
                      </a:cubicBezTo>
                      <a:cubicBezTo>
                        <a:pt x="4712" y="14955"/>
                        <a:pt x="4834" y="14894"/>
                        <a:pt x="4955" y="14803"/>
                      </a:cubicBezTo>
                      <a:cubicBezTo>
                        <a:pt x="5198" y="14529"/>
                        <a:pt x="5533" y="14316"/>
                        <a:pt x="5867" y="14164"/>
                      </a:cubicBezTo>
                      <a:cubicBezTo>
                        <a:pt x="5958" y="14104"/>
                        <a:pt x="6050" y="14043"/>
                        <a:pt x="6141" y="13982"/>
                      </a:cubicBezTo>
                      <a:cubicBezTo>
                        <a:pt x="6293" y="13891"/>
                        <a:pt x="6445" y="13830"/>
                        <a:pt x="6597" y="13860"/>
                      </a:cubicBezTo>
                      <a:cubicBezTo>
                        <a:pt x="7022" y="13921"/>
                        <a:pt x="7417" y="13860"/>
                        <a:pt x="7782" y="13678"/>
                      </a:cubicBezTo>
                      <a:cubicBezTo>
                        <a:pt x="8086" y="13526"/>
                        <a:pt x="8390" y="13465"/>
                        <a:pt x="8724" y="13465"/>
                      </a:cubicBezTo>
                      <a:lnTo>
                        <a:pt x="9393" y="13496"/>
                      </a:lnTo>
                      <a:cubicBezTo>
                        <a:pt x="9515" y="13496"/>
                        <a:pt x="9636" y="13556"/>
                        <a:pt x="9697" y="13648"/>
                      </a:cubicBezTo>
                      <a:cubicBezTo>
                        <a:pt x="9819" y="13769"/>
                        <a:pt x="9971" y="13860"/>
                        <a:pt x="10153" y="13891"/>
                      </a:cubicBezTo>
                      <a:cubicBezTo>
                        <a:pt x="10366" y="13921"/>
                        <a:pt x="10548" y="14012"/>
                        <a:pt x="10730" y="14104"/>
                      </a:cubicBezTo>
                      <a:cubicBezTo>
                        <a:pt x="10852" y="14134"/>
                        <a:pt x="10913" y="14256"/>
                        <a:pt x="10913" y="14377"/>
                      </a:cubicBezTo>
                      <a:cubicBezTo>
                        <a:pt x="10882" y="14499"/>
                        <a:pt x="10913" y="14651"/>
                        <a:pt x="11034" y="14742"/>
                      </a:cubicBezTo>
                      <a:cubicBezTo>
                        <a:pt x="11126" y="14863"/>
                        <a:pt x="11217" y="15015"/>
                        <a:pt x="11217" y="15167"/>
                      </a:cubicBezTo>
                      <a:lnTo>
                        <a:pt x="11247" y="15654"/>
                      </a:lnTo>
                      <a:lnTo>
                        <a:pt x="11247" y="15836"/>
                      </a:lnTo>
                      <a:cubicBezTo>
                        <a:pt x="11247" y="15867"/>
                        <a:pt x="11247" y="15897"/>
                        <a:pt x="11247" y="15927"/>
                      </a:cubicBezTo>
                      <a:cubicBezTo>
                        <a:pt x="11308" y="15958"/>
                        <a:pt x="11369" y="16018"/>
                        <a:pt x="11430" y="16049"/>
                      </a:cubicBezTo>
                      <a:cubicBezTo>
                        <a:pt x="11460" y="16049"/>
                        <a:pt x="11521" y="16049"/>
                        <a:pt x="11551" y="16018"/>
                      </a:cubicBezTo>
                      <a:cubicBezTo>
                        <a:pt x="11734" y="15806"/>
                        <a:pt x="11916" y="15623"/>
                        <a:pt x="12098" y="15411"/>
                      </a:cubicBezTo>
                      <a:cubicBezTo>
                        <a:pt x="12189" y="15319"/>
                        <a:pt x="12341" y="15259"/>
                        <a:pt x="12433" y="15167"/>
                      </a:cubicBezTo>
                      <a:cubicBezTo>
                        <a:pt x="12524" y="15107"/>
                        <a:pt x="12645" y="14955"/>
                        <a:pt x="12737" y="14833"/>
                      </a:cubicBezTo>
                      <a:cubicBezTo>
                        <a:pt x="12767" y="14833"/>
                        <a:pt x="12797" y="14833"/>
                        <a:pt x="12797" y="14833"/>
                      </a:cubicBezTo>
                      <a:cubicBezTo>
                        <a:pt x="12828" y="14833"/>
                        <a:pt x="12828" y="14863"/>
                        <a:pt x="12858" y="14894"/>
                      </a:cubicBezTo>
                      <a:cubicBezTo>
                        <a:pt x="12858" y="14985"/>
                        <a:pt x="12858" y="15076"/>
                        <a:pt x="12797" y="15137"/>
                      </a:cubicBezTo>
                      <a:cubicBezTo>
                        <a:pt x="12645" y="15319"/>
                        <a:pt x="12524" y="15502"/>
                        <a:pt x="12463" y="15745"/>
                      </a:cubicBezTo>
                      <a:cubicBezTo>
                        <a:pt x="12402" y="15927"/>
                        <a:pt x="12281" y="16110"/>
                        <a:pt x="12068" y="16201"/>
                      </a:cubicBezTo>
                      <a:cubicBezTo>
                        <a:pt x="12038" y="16201"/>
                        <a:pt x="12038" y="16262"/>
                        <a:pt x="12007" y="16292"/>
                      </a:cubicBezTo>
                      <a:cubicBezTo>
                        <a:pt x="12007" y="16353"/>
                        <a:pt x="12038" y="16414"/>
                        <a:pt x="12068" y="16414"/>
                      </a:cubicBezTo>
                      <a:cubicBezTo>
                        <a:pt x="12129" y="16414"/>
                        <a:pt x="12189" y="16414"/>
                        <a:pt x="12250" y="16414"/>
                      </a:cubicBezTo>
                      <a:cubicBezTo>
                        <a:pt x="12463" y="16414"/>
                        <a:pt x="12615" y="16322"/>
                        <a:pt x="12676" y="16140"/>
                      </a:cubicBezTo>
                      <a:cubicBezTo>
                        <a:pt x="12706" y="16110"/>
                        <a:pt x="12737" y="16049"/>
                        <a:pt x="12737" y="16018"/>
                      </a:cubicBezTo>
                      <a:cubicBezTo>
                        <a:pt x="12767" y="15988"/>
                        <a:pt x="12767" y="15988"/>
                        <a:pt x="12797" y="15988"/>
                      </a:cubicBezTo>
                      <a:cubicBezTo>
                        <a:pt x="12828" y="15988"/>
                        <a:pt x="12858" y="16018"/>
                        <a:pt x="12858" y="16049"/>
                      </a:cubicBezTo>
                      <a:cubicBezTo>
                        <a:pt x="12919" y="16262"/>
                        <a:pt x="12858" y="16474"/>
                        <a:pt x="12737" y="16657"/>
                      </a:cubicBezTo>
                      <a:cubicBezTo>
                        <a:pt x="12706" y="16687"/>
                        <a:pt x="12737" y="16778"/>
                        <a:pt x="12797" y="16778"/>
                      </a:cubicBezTo>
                      <a:lnTo>
                        <a:pt x="13132" y="16778"/>
                      </a:lnTo>
                      <a:lnTo>
                        <a:pt x="13132" y="16778"/>
                      </a:lnTo>
                      <a:lnTo>
                        <a:pt x="13162" y="16748"/>
                      </a:lnTo>
                      <a:lnTo>
                        <a:pt x="13162" y="16809"/>
                      </a:lnTo>
                      <a:lnTo>
                        <a:pt x="13162" y="16809"/>
                      </a:lnTo>
                      <a:cubicBezTo>
                        <a:pt x="13162" y="16809"/>
                        <a:pt x="13162" y="16839"/>
                        <a:pt x="13162" y="16870"/>
                      </a:cubicBezTo>
                      <a:cubicBezTo>
                        <a:pt x="13314" y="17204"/>
                        <a:pt x="13345" y="17629"/>
                        <a:pt x="13193" y="17994"/>
                      </a:cubicBezTo>
                      <a:cubicBezTo>
                        <a:pt x="13193" y="18085"/>
                        <a:pt x="13193" y="18177"/>
                        <a:pt x="13223" y="18268"/>
                      </a:cubicBezTo>
                      <a:cubicBezTo>
                        <a:pt x="13253" y="18359"/>
                        <a:pt x="13345" y="18481"/>
                        <a:pt x="13375" y="18572"/>
                      </a:cubicBezTo>
                      <a:cubicBezTo>
                        <a:pt x="13496" y="18876"/>
                        <a:pt x="13770" y="19088"/>
                        <a:pt x="14074" y="19149"/>
                      </a:cubicBezTo>
                      <a:cubicBezTo>
                        <a:pt x="14256" y="19210"/>
                        <a:pt x="14408" y="19301"/>
                        <a:pt x="14560" y="19423"/>
                      </a:cubicBezTo>
                      <a:cubicBezTo>
                        <a:pt x="14652" y="19484"/>
                        <a:pt x="14712" y="19575"/>
                        <a:pt x="14804" y="19636"/>
                      </a:cubicBezTo>
                      <a:cubicBezTo>
                        <a:pt x="14864" y="19696"/>
                        <a:pt x="14986" y="19696"/>
                        <a:pt x="15047" y="19666"/>
                      </a:cubicBezTo>
                      <a:cubicBezTo>
                        <a:pt x="15381" y="19575"/>
                        <a:pt x="15624" y="19362"/>
                        <a:pt x="15807" y="19119"/>
                      </a:cubicBezTo>
                      <a:cubicBezTo>
                        <a:pt x="15837" y="19058"/>
                        <a:pt x="15898" y="19088"/>
                        <a:pt x="15928" y="19119"/>
                      </a:cubicBezTo>
                      <a:cubicBezTo>
                        <a:pt x="15959" y="19149"/>
                        <a:pt x="15959" y="19149"/>
                        <a:pt x="15959" y="19149"/>
                      </a:cubicBezTo>
                      <a:cubicBezTo>
                        <a:pt x="15959" y="19180"/>
                        <a:pt x="15898" y="19332"/>
                        <a:pt x="15898" y="19362"/>
                      </a:cubicBezTo>
                      <a:cubicBezTo>
                        <a:pt x="16019" y="19575"/>
                        <a:pt x="16171" y="19757"/>
                        <a:pt x="16354" y="19970"/>
                      </a:cubicBezTo>
                      <a:cubicBezTo>
                        <a:pt x="16384" y="20000"/>
                        <a:pt x="16475" y="20031"/>
                        <a:pt x="16506" y="20000"/>
                      </a:cubicBezTo>
                      <a:cubicBezTo>
                        <a:pt x="16749" y="19788"/>
                        <a:pt x="17053" y="19605"/>
                        <a:pt x="17266" y="19423"/>
                      </a:cubicBezTo>
                      <a:cubicBezTo>
                        <a:pt x="17509" y="19240"/>
                        <a:pt x="17813" y="19149"/>
                        <a:pt x="18086" y="19149"/>
                      </a:cubicBezTo>
                      <a:cubicBezTo>
                        <a:pt x="18208" y="19149"/>
                        <a:pt x="18329" y="19149"/>
                        <a:pt x="18451" y="19149"/>
                      </a:cubicBezTo>
                      <a:cubicBezTo>
                        <a:pt x="18664" y="19088"/>
                        <a:pt x="18846" y="18936"/>
                        <a:pt x="18907" y="18693"/>
                      </a:cubicBezTo>
                      <a:cubicBezTo>
                        <a:pt x="18968" y="18420"/>
                        <a:pt x="19029" y="18146"/>
                        <a:pt x="19150" y="17873"/>
                      </a:cubicBezTo>
                      <a:cubicBezTo>
                        <a:pt x="19211" y="17538"/>
                        <a:pt x="19363" y="17265"/>
                        <a:pt x="19606" y="17022"/>
                      </a:cubicBezTo>
                      <a:cubicBezTo>
                        <a:pt x="19728" y="16870"/>
                        <a:pt x="19849" y="16718"/>
                        <a:pt x="19940" y="16535"/>
                      </a:cubicBezTo>
                      <a:cubicBezTo>
                        <a:pt x="20062" y="16322"/>
                        <a:pt x="20184" y="16079"/>
                        <a:pt x="20305" y="15867"/>
                      </a:cubicBezTo>
                      <a:cubicBezTo>
                        <a:pt x="20488" y="15502"/>
                        <a:pt x="20761" y="15167"/>
                        <a:pt x="21095" y="14955"/>
                      </a:cubicBezTo>
                      <a:cubicBezTo>
                        <a:pt x="21187" y="14924"/>
                        <a:pt x="21247" y="14833"/>
                        <a:pt x="21278" y="14772"/>
                      </a:cubicBezTo>
                      <a:cubicBezTo>
                        <a:pt x="21339" y="14468"/>
                        <a:pt x="21643" y="14286"/>
                        <a:pt x="21734" y="14012"/>
                      </a:cubicBezTo>
                      <a:cubicBezTo>
                        <a:pt x="21795" y="13708"/>
                        <a:pt x="21855" y="13435"/>
                        <a:pt x="21947" y="13161"/>
                      </a:cubicBezTo>
                      <a:cubicBezTo>
                        <a:pt x="22068" y="12797"/>
                        <a:pt x="22220" y="12462"/>
                        <a:pt x="22402" y="12158"/>
                      </a:cubicBezTo>
                      <a:cubicBezTo>
                        <a:pt x="22463" y="12067"/>
                        <a:pt x="22494" y="11945"/>
                        <a:pt x="22494" y="11824"/>
                      </a:cubicBezTo>
                      <a:cubicBezTo>
                        <a:pt x="22524" y="11611"/>
                        <a:pt x="22524" y="11368"/>
                        <a:pt x="22433" y="11155"/>
                      </a:cubicBezTo>
                      <a:cubicBezTo>
                        <a:pt x="22402" y="11003"/>
                        <a:pt x="22402" y="10851"/>
                        <a:pt x="22433" y="10699"/>
                      </a:cubicBezTo>
                      <a:cubicBezTo>
                        <a:pt x="22463" y="10578"/>
                        <a:pt x="22494" y="10456"/>
                        <a:pt x="22494" y="10365"/>
                      </a:cubicBezTo>
                      <a:cubicBezTo>
                        <a:pt x="22524" y="10031"/>
                        <a:pt x="22585" y="9727"/>
                        <a:pt x="22706" y="9423"/>
                      </a:cubicBezTo>
                      <a:cubicBezTo>
                        <a:pt x="22737" y="9392"/>
                        <a:pt x="22737" y="9331"/>
                        <a:pt x="22737" y="9301"/>
                      </a:cubicBezTo>
                      <a:cubicBezTo>
                        <a:pt x="22737" y="9271"/>
                        <a:pt x="22706" y="9240"/>
                        <a:pt x="22706" y="92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6" name="Google Shape;849;p21">
                  <a:extLst>
                    <a:ext uri="{FF2B5EF4-FFF2-40B4-BE49-F238E27FC236}">
                      <a16:creationId xmlns:a16="http://schemas.microsoft.com/office/drawing/2014/main" id="{413A3566-9B4D-9C1C-0907-ECDF627F9DBA}"/>
                    </a:ext>
                  </a:extLst>
                </p:cNvPr>
                <p:cNvSpPr/>
                <p:nvPr/>
              </p:nvSpPr>
              <p:spPr>
                <a:xfrm>
                  <a:off x="5494957" y="3377717"/>
                  <a:ext cx="350921" cy="1963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4" h="6141" extrusionOk="0">
                      <a:moveTo>
                        <a:pt x="3435" y="973"/>
                      </a:moveTo>
                      <a:cubicBezTo>
                        <a:pt x="3435" y="1004"/>
                        <a:pt x="3405" y="1034"/>
                        <a:pt x="3405" y="1034"/>
                      </a:cubicBezTo>
                      <a:cubicBezTo>
                        <a:pt x="3101" y="1186"/>
                        <a:pt x="2827" y="1399"/>
                        <a:pt x="2645" y="1672"/>
                      </a:cubicBezTo>
                      <a:cubicBezTo>
                        <a:pt x="2554" y="1733"/>
                        <a:pt x="2463" y="1733"/>
                        <a:pt x="2402" y="1672"/>
                      </a:cubicBezTo>
                      <a:lnTo>
                        <a:pt x="2007" y="1308"/>
                      </a:lnTo>
                      <a:cubicBezTo>
                        <a:pt x="1946" y="1217"/>
                        <a:pt x="1916" y="1156"/>
                        <a:pt x="1916" y="1065"/>
                      </a:cubicBezTo>
                      <a:cubicBezTo>
                        <a:pt x="1916" y="973"/>
                        <a:pt x="1916" y="882"/>
                        <a:pt x="1946" y="791"/>
                      </a:cubicBezTo>
                      <a:cubicBezTo>
                        <a:pt x="1976" y="609"/>
                        <a:pt x="1916" y="457"/>
                        <a:pt x="1855" y="335"/>
                      </a:cubicBezTo>
                      <a:cubicBezTo>
                        <a:pt x="1794" y="214"/>
                        <a:pt x="1642" y="214"/>
                        <a:pt x="1551" y="183"/>
                      </a:cubicBezTo>
                      <a:cubicBezTo>
                        <a:pt x="1429" y="153"/>
                        <a:pt x="1277" y="92"/>
                        <a:pt x="1156" y="62"/>
                      </a:cubicBezTo>
                      <a:cubicBezTo>
                        <a:pt x="1034" y="1"/>
                        <a:pt x="912" y="1"/>
                        <a:pt x="791" y="62"/>
                      </a:cubicBezTo>
                      <a:cubicBezTo>
                        <a:pt x="548" y="183"/>
                        <a:pt x="305" y="305"/>
                        <a:pt x="61" y="396"/>
                      </a:cubicBezTo>
                      <a:cubicBezTo>
                        <a:pt x="31" y="396"/>
                        <a:pt x="1" y="457"/>
                        <a:pt x="1" y="487"/>
                      </a:cubicBezTo>
                      <a:cubicBezTo>
                        <a:pt x="1" y="548"/>
                        <a:pt x="31" y="578"/>
                        <a:pt x="61" y="609"/>
                      </a:cubicBezTo>
                      <a:cubicBezTo>
                        <a:pt x="122" y="639"/>
                        <a:pt x="213" y="700"/>
                        <a:pt x="305" y="700"/>
                      </a:cubicBezTo>
                      <a:cubicBezTo>
                        <a:pt x="426" y="730"/>
                        <a:pt x="517" y="791"/>
                        <a:pt x="578" y="882"/>
                      </a:cubicBezTo>
                      <a:cubicBezTo>
                        <a:pt x="669" y="1095"/>
                        <a:pt x="852" y="1186"/>
                        <a:pt x="1064" y="1186"/>
                      </a:cubicBezTo>
                      <a:lnTo>
                        <a:pt x="1490" y="1186"/>
                      </a:lnTo>
                      <a:cubicBezTo>
                        <a:pt x="1520" y="1186"/>
                        <a:pt x="1551" y="1217"/>
                        <a:pt x="1581" y="1247"/>
                      </a:cubicBezTo>
                      <a:cubicBezTo>
                        <a:pt x="1612" y="1247"/>
                        <a:pt x="1551" y="1277"/>
                        <a:pt x="1520" y="1277"/>
                      </a:cubicBezTo>
                      <a:cubicBezTo>
                        <a:pt x="1277" y="1247"/>
                        <a:pt x="1064" y="1460"/>
                        <a:pt x="791" y="1429"/>
                      </a:cubicBezTo>
                      <a:cubicBezTo>
                        <a:pt x="761" y="1429"/>
                        <a:pt x="730" y="1490"/>
                        <a:pt x="761" y="1521"/>
                      </a:cubicBezTo>
                      <a:cubicBezTo>
                        <a:pt x="912" y="1703"/>
                        <a:pt x="1004" y="1916"/>
                        <a:pt x="1064" y="2128"/>
                      </a:cubicBezTo>
                      <a:cubicBezTo>
                        <a:pt x="1125" y="2220"/>
                        <a:pt x="1247" y="2250"/>
                        <a:pt x="1368" y="2189"/>
                      </a:cubicBezTo>
                      <a:cubicBezTo>
                        <a:pt x="1399" y="2128"/>
                        <a:pt x="1460" y="2098"/>
                        <a:pt x="1490" y="2037"/>
                      </a:cubicBezTo>
                      <a:cubicBezTo>
                        <a:pt x="1520" y="1976"/>
                        <a:pt x="1581" y="1946"/>
                        <a:pt x="1642" y="1976"/>
                      </a:cubicBezTo>
                      <a:cubicBezTo>
                        <a:pt x="1824" y="2068"/>
                        <a:pt x="2007" y="2159"/>
                        <a:pt x="2189" y="2280"/>
                      </a:cubicBezTo>
                      <a:cubicBezTo>
                        <a:pt x="2280" y="2341"/>
                        <a:pt x="2432" y="2402"/>
                        <a:pt x="2554" y="2463"/>
                      </a:cubicBezTo>
                      <a:cubicBezTo>
                        <a:pt x="2767" y="2524"/>
                        <a:pt x="2979" y="2584"/>
                        <a:pt x="3192" y="2645"/>
                      </a:cubicBezTo>
                      <a:cubicBezTo>
                        <a:pt x="3314" y="2706"/>
                        <a:pt x="3466" y="2736"/>
                        <a:pt x="3587" y="2797"/>
                      </a:cubicBezTo>
                      <a:cubicBezTo>
                        <a:pt x="3830" y="2888"/>
                        <a:pt x="4043" y="3101"/>
                        <a:pt x="4104" y="3375"/>
                      </a:cubicBezTo>
                      <a:cubicBezTo>
                        <a:pt x="4134" y="3466"/>
                        <a:pt x="4195" y="3587"/>
                        <a:pt x="4256" y="3679"/>
                      </a:cubicBezTo>
                      <a:cubicBezTo>
                        <a:pt x="4286" y="3770"/>
                        <a:pt x="4317" y="3861"/>
                        <a:pt x="4378" y="3922"/>
                      </a:cubicBezTo>
                      <a:cubicBezTo>
                        <a:pt x="4408" y="4013"/>
                        <a:pt x="4378" y="4074"/>
                        <a:pt x="4317" y="4104"/>
                      </a:cubicBezTo>
                      <a:cubicBezTo>
                        <a:pt x="4074" y="4135"/>
                        <a:pt x="3982" y="4287"/>
                        <a:pt x="3861" y="4469"/>
                      </a:cubicBezTo>
                      <a:cubicBezTo>
                        <a:pt x="3800" y="4560"/>
                        <a:pt x="3861" y="4712"/>
                        <a:pt x="3982" y="4712"/>
                      </a:cubicBezTo>
                      <a:cubicBezTo>
                        <a:pt x="4195" y="4712"/>
                        <a:pt x="4408" y="4682"/>
                        <a:pt x="4590" y="4651"/>
                      </a:cubicBezTo>
                      <a:cubicBezTo>
                        <a:pt x="4803" y="4560"/>
                        <a:pt x="5046" y="4651"/>
                        <a:pt x="5198" y="4834"/>
                      </a:cubicBezTo>
                      <a:cubicBezTo>
                        <a:pt x="5229" y="4894"/>
                        <a:pt x="5259" y="4955"/>
                        <a:pt x="5320" y="5016"/>
                      </a:cubicBezTo>
                      <a:cubicBezTo>
                        <a:pt x="5411" y="5107"/>
                        <a:pt x="5533" y="5168"/>
                        <a:pt x="5685" y="5168"/>
                      </a:cubicBezTo>
                      <a:cubicBezTo>
                        <a:pt x="5958" y="5198"/>
                        <a:pt x="6232" y="5229"/>
                        <a:pt x="6475" y="5320"/>
                      </a:cubicBezTo>
                      <a:cubicBezTo>
                        <a:pt x="6596" y="5320"/>
                        <a:pt x="6718" y="5320"/>
                        <a:pt x="6809" y="5259"/>
                      </a:cubicBezTo>
                      <a:cubicBezTo>
                        <a:pt x="6961" y="5168"/>
                        <a:pt x="6992" y="5107"/>
                        <a:pt x="6931" y="4925"/>
                      </a:cubicBezTo>
                      <a:cubicBezTo>
                        <a:pt x="6931" y="4864"/>
                        <a:pt x="6900" y="4803"/>
                        <a:pt x="6931" y="4803"/>
                      </a:cubicBezTo>
                      <a:cubicBezTo>
                        <a:pt x="7083" y="4651"/>
                        <a:pt x="7235" y="4530"/>
                        <a:pt x="7387" y="4408"/>
                      </a:cubicBezTo>
                      <a:cubicBezTo>
                        <a:pt x="7539" y="4317"/>
                        <a:pt x="7721" y="4317"/>
                        <a:pt x="7873" y="4378"/>
                      </a:cubicBezTo>
                      <a:cubicBezTo>
                        <a:pt x="7995" y="4438"/>
                        <a:pt x="8147" y="4530"/>
                        <a:pt x="8299" y="4590"/>
                      </a:cubicBezTo>
                      <a:cubicBezTo>
                        <a:pt x="8420" y="4651"/>
                        <a:pt x="8511" y="4712"/>
                        <a:pt x="8603" y="4834"/>
                      </a:cubicBezTo>
                      <a:cubicBezTo>
                        <a:pt x="8785" y="5107"/>
                        <a:pt x="8967" y="5350"/>
                        <a:pt x="9180" y="5594"/>
                      </a:cubicBezTo>
                      <a:cubicBezTo>
                        <a:pt x="9302" y="5776"/>
                        <a:pt x="9514" y="5867"/>
                        <a:pt x="9697" y="5867"/>
                      </a:cubicBezTo>
                      <a:cubicBezTo>
                        <a:pt x="10062" y="5867"/>
                        <a:pt x="10426" y="5958"/>
                        <a:pt x="10761" y="6110"/>
                      </a:cubicBezTo>
                      <a:cubicBezTo>
                        <a:pt x="10761" y="6141"/>
                        <a:pt x="10791" y="6141"/>
                        <a:pt x="10821" y="6110"/>
                      </a:cubicBezTo>
                      <a:cubicBezTo>
                        <a:pt x="10852" y="6110"/>
                        <a:pt x="10913" y="6110"/>
                        <a:pt x="10943" y="6080"/>
                      </a:cubicBezTo>
                      <a:cubicBezTo>
                        <a:pt x="10973" y="6049"/>
                        <a:pt x="10973" y="5989"/>
                        <a:pt x="10973" y="5958"/>
                      </a:cubicBezTo>
                      <a:cubicBezTo>
                        <a:pt x="10973" y="5867"/>
                        <a:pt x="10913" y="5776"/>
                        <a:pt x="10821" y="5746"/>
                      </a:cubicBezTo>
                      <a:cubicBezTo>
                        <a:pt x="10639" y="5685"/>
                        <a:pt x="10700" y="5563"/>
                        <a:pt x="10700" y="5442"/>
                      </a:cubicBezTo>
                      <a:cubicBezTo>
                        <a:pt x="10548" y="5442"/>
                        <a:pt x="10396" y="5442"/>
                        <a:pt x="10335" y="5259"/>
                      </a:cubicBezTo>
                      <a:cubicBezTo>
                        <a:pt x="10305" y="5259"/>
                        <a:pt x="10305" y="5229"/>
                        <a:pt x="10305" y="5198"/>
                      </a:cubicBezTo>
                      <a:cubicBezTo>
                        <a:pt x="10183" y="5138"/>
                        <a:pt x="10062" y="5046"/>
                        <a:pt x="9970" y="4955"/>
                      </a:cubicBezTo>
                      <a:cubicBezTo>
                        <a:pt x="9879" y="4864"/>
                        <a:pt x="9818" y="4742"/>
                        <a:pt x="9758" y="4621"/>
                      </a:cubicBezTo>
                      <a:cubicBezTo>
                        <a:pt x="9666" y="4530"/>
                        <a:pt x="9575" y="4469"/>
                        <a:pt x="9514" y="4378"/>
                      </a:cubicBezTo>
                      <a:cubicBezTo>
                        <a:pt x="9423" y="4287"/>
                        <a:pt x="9332" y="4165"/>
                        <a:pt x="9271" y="4074"/>
                      </a:cubicBezTo>
                      <a:cubicBezTo>
                        <a:pt x="9211" y="3983"/>
                        <a:pt x="9211" y="3891"/>
                        <a:pt x="9302" y="3831"/>
                      </a:cubicBezTo>
                      <a:cubicBezTo>
                        <a:pt x="9362" y="3800"/>
                        <a:pt x="9423" y="3770"/>
                        <a:pt x="9484" y="3739"/>
                      </a:cubicBezTo>
                      <a:cubicBezTo>
                        <a:pt x="9575" y="3618"/>
                        <a:pt x="9575" y="3466"/>
                        <a:pt x="9454" y="3375"/>
                      </a:cubicBezTo>
                      <a:cubicBezTo>
                        <a:pt x="9393" y="3344"/>
                        <a:pt x="9332" y="3314"/>
                        <a:pt x="9271" y="3283"/>
                      </a:cubicBezTo>
                      <a:cubicBezTo>
                        <a:pt x="9119" y="3223"/>
                        <a:pt x="8967" y="3162"/>
                        <a:pt x="8815" y="3101"/>
                      </a:cubicBezTo>
                      <a:cubicBezTo>
                        <a:pt x="8603" y="3071"/>
                        <a:pt x="8451" y="2888"/>
                        <a:pt x="8451" y="2676"/>
                      </a:cubicBezTo>
                      <a:cubicBezTo>
                        <a:pt x="8420" y="2584"/>
                        <a:pt x="8359" y="2524"/>
                        <a:pt x="8299" y="2463"/>
                      </a:cubicBezTo>
                      <a:cubicBezTo>
                        <a:pt x="7873" y="2128"/>
                        <a:pt x="7387" y="1855"/>
                        <a:pt x="6840" y="1703"/>
                      </a:cubicBezTo>
                      <a:cubicBezTo>
                        <a:pt x="6627" y="1642"/>
                        <a:pt x="6384" y="1551"/>
                        <a:pt x="6141" y="1460"/>
                      </a:cubicBezTo>
                      <a:cubicBezTo>
                        <a:pt x="5897" y="1338"/>
                        <a:pt x="5654" y="1247"/>
                        <a:pt x="5381" y="1156"/>
                      </a:cubicBezTo>
                      <a:cubicBezTo>
                        <a:pt x="5016" y="1065"/>
                        <a:pt x="4651" y="943"/>
                        <a:pt x="4317" y="791"/>
                      </a:cubicBezTo>
                      <a:cubicBezTo>
                        <a:pt x="3952" y="700"/>
                        <a:pt x="3678" y="609"/>
                        <a:pt x="3435" y="9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7" name="Google Shape;850;p21">
                  <a:extLst>
                    <a:ext uri="{FF2B5EF4-FFF2-40B4-BE49-F238E27FC236}">
                      <a16:creationId xmlns:a16="http://schemas.microsoft.com/office/drawing/2014/main" id="{8E26CA54-5C57-DE14-7A47-AD6E21CE0F0D}"/>
                    </a:ext>
                  </a:extLst>
                </p:cNvPr>
                <p:cNvSpPr/>
                <p:nvPr/>
              </p:nvSpPr>
              <p:spPr>
                <a:xfrm>
                  <a:off x="5097414" y="3241654"/>
                  <a:ext cx="182783" cy="207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6" h="6475" extrusionOk="0">
                      <a:moveTo>
                        <a:pt x="62" y="3830"/>
                      </a:moveTo>
                      <a:cubicBezTo>
                        <a:pt x="122" y="4073"/>
                        <a:pt x="214" y="4317"/>
                        <a:pt x="244" y="4560"/>
                      </a:cubicBezTo>
                      <a:cubicBezTo>
                        <a:pt x="274" y="4712"/>
                        <a:pt x="335" y="4864"/>
                        <a:pt x="517" y="4894"/>
                      </a:cubicBezTo>
                      <a:cubicBezTo>
                        <a:pt x="578" y="4924"/>
                        <a:pt x="609" y="4955"/>
                        <a:pt x="609" y="5016"/>
                      </a:cubicBezTo>
                      <a:cubicBezTo>
                        <a:pt x="609" y="5168"/>
                        <a:pt x="669" y="5350"/>
                        <a:pt x="700" y="5532"/>
                      </a:cubicBezTo>
                      <a:cubicBezTo>
                        <a:pt x="730" y="5684"/>
                        <a:pt x="852" y="5836"/>
                        <a:pt x="1034" y="5836"/>
                      </a:cubicBezTo>
                      <a:cubicBezTo>
                        <a:pt x="1125" y="5836"/>
                        <a:pt x="1247" y="5836"/>
                        <a:pt x="1369" y="5836"/>
                      </a:cubicBezTo>
                      <a:cubicBezTo>
                        <a:pt x="1490" y="5836"/>
                        <a:pt x="1581" y="5897"/>
                        <a:pt x="1642" y="6019"/>
                      </a:cubicBezTo>
                      <a:cubicBezTo>
                        <a:pt x="1673" y="6110"/>
                        <a:pt x="1794" y="6171"/>
                        <a:pt x="1916" y="6110"/>
                      </a:cubicBezTo>
                      <a:cubicBezTo>
                        <a:pt x="2037" y="6049"/>
                        <a:pt x="2189" y="6019"/>
                        <a:pt x="2311" y="5988"/>
                      </a:cubicBezTo>
                      <a:cubicBezTo>
                        <a:pt x="2341" y="5988"/>
                        <a:pt x="2372" y="5958"/>
                        <a:pt x="2432" y="5988"/>
                      </a:cubicBezTo>
                      <a:cubicBezTo>
                        <a:pt x="2615" y="6049"/>
                        <a:pt x="2797" y="6110"/>
                        <a:pt x="3010" y="6201"/>
                      </a:cubicBezTo>
                      <a:cubicBezTo>
                        <a:pt x="3040" y="6231"/>
                        <a:pt x="3071" y="6292"/>
                        <a:pt x="3101" y="6353"/>
                      </a:cubicBezTo>
                      <a:cubicBezTo>
                        <a:pt x="3162" y="6444"/>
                        <a:pt x="3253" y="6475"/>
                        <a:pt x="3344" y="6444"/>
                      </a:cubicBezTo>
                      <a:cubicBezTo>
                        <a:pt x="3466" y="6414"/>
                        <a:pt x="3618" y="6353"/>
                        <a:pt x="3739" y="6323"/>
                      </a:cubicBezTo>
                      <a:cubicBezTo>
                        <a:pt x="3800" y="6323"/>
                        <a:pt x="3861" y="6353"/>
                        <a:pt x="3922" y="6383"/>
                      </a:cubicBezTo>
                      <a:cubicBezTo>
                        <a:pt x="4013" y="6383"/>
                        <a:pt x="4104" y="6323"/>
                        <a:pt x="4104" y="6231"/>
                      </a:cubicBezTo>
                      <a:lnTo>
                        <a:pt x="4104" y="6171"/>
                      </a:lnTo>
                      <a:cubicBezTo>
                        <a:pt x="4043" y="6019"/>
                        <a:pt x="4043" y="5867"/>
                        <a:pt x="4135" y="5715"/>
                      </a:cubicBezTo>
                      <a:cubicBezTo>
                        <a:pt x="4195" y="5624"/>
                        <a:pt x="4226" y="5502"/>
                        <a:pt x="4226" y="5411"/>
                      </a:cubicBezTo>
                      <a:cubicBezTo>
                        <a:pt x="4195" y="5228"/>
                        <a:pt x="4256" y="5046"/>
                        <a:pt x="4378" y="4894"/>
                      </a:cubicBezTo>
                      <a:cubicBezTo>
                        <a:pt x="4530" y="4681"/>
                        <a:pt x="4682" y="4438"/>
                        <a:pt x="4742" y="4195"/>
                      </a:cubicBezTo>
                      <a:cubicBezTo>
                        <a:pt x="4803" y="4073"/>
                        <a:pt x="4834" y="3921"/>
                        <a:pt x="4894" y="3800"/>
                      </a:cubicBezTo>
                      <a:cubicBezTo>
                        <a:pt x="4925" y="3739"/>
                        <a:pt x="5016" y="3678"/>
                        <a:pt x="5107" y="3648"/>
                      </a:cubicBezTo>
                      <a:lnTo>
                        <a:pt x="5320" y="3648"/>
                      </a:lnTo>
                      <a:cubicBezTo>
                        <a:pt x="5350" y="3648"/>
                        <a:pt x="5411" y="3648"/>
                        <a:pt x="5442" y="3617"/>
                      </a:cubicBezTo>
                      <a:cubicBezTo>
                        <a:pt x="5502" y="3617"/>
                        <a:pt x="5502" y="3496"/>
                        <a:pt x="5472" y="3435"/>
                      </a:cubicBezTo>
                      <a:cubicBezTo>
                        <a:pt x="5411" y="3283"/>
                        <a:pt x="5198" y="3192"/>
                        <a:pt x="5107" y="3070"/>
                      </a:cubicBezTo>
                      <a:cubicBezTo>
                        <a:pt x="5046" y="3010"/>
                        <a:pt x="5016" y="2888"/>
                        <a:pt x="5077" y="2827"/>
                      </a:cubicBezTo>
                      <a:cubicBezTo>
                        <a:pt x="5107" y="2736"/>
                        <a:pt x="5107" y="2645"/>
                        <a:pt x="5046" y="2554"/>
                      </a:cubicBezTo>
                      <a:cubicBezTo>
                        <a:pt x="4834" y="2341"/>
                        <a:pt x="4803" y="2037"/>
                        <a:pt x="4986" y="1794"/>
                      </a:cubicBezTo>
                      <a:cubicBezTo>
                        <a:pt x="5016" y="1733"/>
                        <a:pt x="5077" y="1642"/>
                        <a:pt x="5168" y="1611"/>
                      </a:cubicBezTo>
                      <a:cubicBezTo>
                        <a:pt x="5229" y="1551"/>
                        <a:pt x="5290" y="1490"/>
                        <a:pt x="5290" y="1399"/>
                      </a:cubicBezTo>
                      <a:cubicBezTo>
                        <a:pt x="5290" y="1307"/>
                        <a:pt x="5381" y="1216"/>
                        <a:pt x="5472" y="1216"/>
                      </a:cubicBezTo>
                      <a:cubicBezTo>
                        <a:pt x="5563" y="1186"/>
                        <a:pt x="5624" y="1155"/>
                        <a:pt x="5715" y="1095"/>
                      </a:cubicBezTo>
                      <a:cubicBezTo>
                        <a:pt x="5715" y="1064"/>
                        <a:pt x="5715" y="1034"/>
                        <a:pt x="5715" y="1003"/>
                      </a:cubicBezTo>
                      <a:lnTo>
                        <a:pt x="5715" y="973"/>
                      </a:lnTo>
                      <a:lnTo>
                        <a:pt x="5259" y="699"/>
                      </a:lnTo>
                      <a:cubicBezTo>
                        <a:pt x="5107" y="608"/>
                        <a:pt x="4925" y="547"/>
                        <a:pt x="4894" y="304"/>
                      </a:cubicBezTo>
                      <a:cubicBezTo>
                        <a:pt x="4803" y="213"/>
                        <a:pt x="4712" y="122"/>
                        <a:pt x="4621" y="31"/>
                      </a:cubicBezTo>
                      <a:cubicBezTo>
                        <a:pt x="4560" y="0"/>
                        <a:pt x="4499" y="0"/>
                        <a:pt x="4439" y="31"/>
                      </a:cubicBezTo>
                      <a:cubicBezTo>
                        <a:pt x="4317" y="31"/>
                        <a:pt x="4226" y="122"/>
                        <a:pt x="4165" y="213"/>
                      </a:cubicBezTo>
                      <a:cubicBezTo>
                        <a:pt x="4104" y="335"/>
                        <a:pt x="4043" y="456"/>
                        <a:pt x="3983" y="578"/>
                      </a:cubicBezTo>
                      <a:cubicBezTo>
                        <a:pt x="3922" y="669"/>
                        <a:pt x="3861" y="730"/>
                        <a:pt x="3800" y="791"/>
                      </a:cubicBezTo>
                      <a:cubicBezTo>
                        <a:pt x="3648" y="912"/>
                        <a:pt x="3496" y="1034"/>
                        <a:pt x="3314" y="1125"/>
                      </a:cubicBezTo>
                      <a:cubicBezTo>
                        <a:pt x="3040" y="1216"/>
                        <a:pt x="2828" y="1399"/>
                        <a:pt x="2706" y="1642"/>
                      </a:cubicBezTo>
                      <a:cubicBezTo>
                        <a:pt x="2645" y="1763"/>
                        <a:pt x="2524" y="1854"/>
                        <a:pt x="2463" y="1976"/>
                      </a:cubicBezTo>
                      <a:cubicBezTo>
                        <a:pt x="2341" y="2189"/>
                        <a:pt x="2098" y="2341"/>
                        <a:pt x="1855" y="2371"/>
                      </a:cubicBezTo>
                      <a:cubicBezTo>
                        <a:pt x="1642" y="2432"/>
                        <a:pt x="1429" y="2584"/>
                        <a:pt x="1369" y="2797"/>
                      </a:cubicBezTo>
                      <a:cubicBezTo>
                        <a:pt x="1338" y="2888"/>
                        <a:pt x="1308" y="2979"/>
                        <a:pt x="1277" y="3070"/>
                      </a:cubicBezTo>
                      <a:cubicBezTo>
                        <a:pt x="1217" y="3131"/>
                        <a:pt x="1125" y="3192"/>
                        <a:pt x="1034" y="3162"/>
                      </a:cubicBezTo>
                      <a:lnTo>
                        <a:pt x="609" y="2979"/>
                      </a:lnTo>
                      <a:cubicBezTo>
                        <a:pt x="457" y="2918"/>
                        <a:pt x="305" y="2979"/>
                        <a:pt x="244" y="3101"/>
                      </a:cubicBezTo>
                      <a:cubicBezTo>
                        <a:pt x="183" y="3131"/>
                        <a:pt x="153" y="3192"/>
                        <a:pt x="122" y="3253"/>
                      </a:cubicBezTo>
                      <a:cubicBezTo>
                        <a:pt x="31" y="3435"/>
                        <a:pt x="1" y="3648"/>
                        <a:pt x="62" y="38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8" name="Google Shape;851;p21">
                  <a:extLst>
                    <a:ext uri="{FF2B5EF4-FFF2-40B4-BE49-F238E27FC236}">
                      <a16:creationId xmlns:a16="http://schemas.microsoft.com/office/drawing/2014/main" id="{8A38E610-3CC8-21EB-CA0E-1DD1DB50B850}"/>
                    </a:ext>
                  </a:extLst>
                </p:cNvPr>
                <p:cNvSpPr/>
                <p:nvPr/>
              </p:nvSpPr>
              <p:spPr>
                <a:xfrm>
                  <a:off x="4849557" y="3262056"/>
                  <a:ext cx="210956" cy="215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97" h="6749" extrusionOk="0">
                      <a:moveTo>
                        <a:pt x="6202" y="5138"/>
                      </a:moveTo>
                      <a:lnTo>
                        <a:pt x="6202" y="5138"/>
                      </a:lnTo>
                      <a:lnTo>
                        <a:pt x="6050" y="4986"/>
                      </a:lnTo>
                      <a:lnTo>
                        <a:pt x="6050" y="4955"/>
                      </a:lnTo>
                      <a:cubicBezTo>
                        <a:pt x="6050" y="4925"/>
                        <a:pt x="6019" y="4894"/>
                        <a:pt x="5989" y="4864"/>
                      </a:cubicBezTo>
                      <a:lnTo>
                        <a:pt x="6050" y="4864"/>
                      </a:lnTo>
                      <a:lnTo>
                        <a:pt x="6050" y="4955"/>
                      </a:lnTo>
                      <a:lnTo>
                        <a:pt x="6080" y="4986"/>
                      </a:lnTo>
                      <a:lnTo>
                        <a:pt x="6232" y="5138"/>
                      </a:lnTo>
                      <a:lnTo>
                        <a:pt x="6232" y="5138"/>
                      </a:lnTo>
                      <a:lnTo>
                        <a:pt x="6414" y="5168"/>
                      </a:lnTo>
                      <a:cubicBezTo>
                        <a:pt x="6445" y="5198"/>
                        <a:pt x="6445" y="5198"/>
                        <a:pt x="6475" y="5168"/>
                      </a:cubicBezTo>
                      <a:cubicBezTo>
                        <a:pt x="6536" y="5168"/>
                        <a:pt x="6597" y="5077"/>
                        <a:pt x="6566" y="5016"/>
                      </a:cubicBezTo>
                      <a:cubicBezTo>
                        <a:pt x="6414" y="4803"/>
                        <a:pt x="6293" y="4590"/>
                        <a:pt x="6171" y="4408"/>
                      </a:cubicBezTo>
                      <a:cubicBezTo>
                        <a:pt x="6141" y="4378"/>
                        <a:pt x="6110" y="4347"/>
                        <a:pt x="6050" y="4378"/>
                      </a:cubicBezTo>
                      <a:cubicBezTo>
                        <a:pt x="5958" y="4378"/>
                        <a:pt x="5867" y="4408"/>
                        <a:pt x="5806" y="4499"/>
                      </a:cubicBezTo>
                      <a:cubicBezTo>
                        <a:pt x="5806" y="4530"/>
                        <a:pt x="5776" y="4560"/>
                        <a:pt x="5746" y="4621"/>
                      </a:cubicBezTo>
                      <a:cubicBezTo>
                        <a:pt x="5685" y="4682"/>
                        <a:pt x="5563" y="4682"/>
                        <a:pt x="5533" y="4590"/>
                      </a:cubicBezTo>
                      <a:cubicBezTo>
                        <a:pt x="5472" y="4469"/>
                        <a:pt x="5442" y="4347"/>
                        <a:pt x="5381" y="4195"/>
                      </a:cubicBezTo>
                      <a:cubicBezTo>
                        <a:pt x="5351" y="4104"/>
                        <a:pt x="5290" y="4043"/>
                        <a:pt x="5199" y="4013"/>
                      </a:cubicBezTo>
                      <a:cubicBezTo>
                        <a:pt x="5107" y="3982"/>
                        <a:pt x="5016" y="3982"/>
                        <a:pt x="4925" y="3952"/>
                      </a:cubicBezTo>
                      <a:cubicBezTo>
                        <a:pt x="4864" y="3922"/>
                        <a:pt x="4864" y="3861"/>
                        <a:pt x="4864" y="3861"/>
                      </a:cubicBezTo>
                      <a:cubicBezTo>
                        <a:pt x="4955" y="3739"/>
                        <a:pt x="4803" y="3587"/>
                        <a:pt x="4895" y="3466"/>
                      </a:cubicBezTo>
                      <a:cubicBezTo>
                        <a:pt x="4955" y="3405"/>
                        <a:pt x="4955" y="3344"/>
                        <a:pt x="4895" y="3283"/>
                      </a:cubicBezTo>
                      <a:cubicBezTo>
                        <a:pt x="4773" y="3131"/>
                        <a:pt x="4591" y="3040"/>
                        <a:pt x="4530" y="2797"/>
                      </a:cubicBezTo>
                      <a:cubicBezTo>
                        <a:pt x="4530" y="2767"/>
                        <a:pt x="4439" y="2706"/>
                        <a:pt x="4378" y="2675"/>
                      </a:cubicBezTo>
                      <a:cubicBezTo>
                        <a:pt x="4256" y="2615"/>
                        <a:pt x="4135" y="2554"/>
                        <a:pt x="3983" y="2493"/>
                      </a:cubicBezTo>
                      <a:cubicBezTo>
                        <a:pt x="3952" y="2463"/>
                        <a:pt x="3861" y="2463"/>
                        <a:pt x="3831" y="2402"/>
                      </a:cubicBezTo>
                      <a:cubicBezTo>
                        <a:pt x="3770" y="2220"/>
                        <a:pt x="3588" y="2220"/>
                        <a:pt x="3466" y="2098"/>
                      </a:cubicBezTo>
                      <a:cubicBezTo>
                        <a:pt x="3344" y="1976"/>
                        <a:pt x="3192" y="1885"/>
                        <a:pt x="3010" y="1824"/>
                      </a:cubicBezTo>
                      <a:cubicBezTo>
                        <a:pt x="2919" y="1794"/>
                        <a:pt x="2828" y="1703"/>
                        <a:pt x="2767" y="1612"/>
                      </a:cubicBezTo>
                      <a:cubicBezTo>
                        <a:pt x="2676" y="1460"/>
                        <a:pt x="2554" y="1338"/>
                        <a:pt x="2433" y="1277"/>
                      </a:cubicBezTo>
                      <a:cubicBezTo>
                        <a:pt x="2037" y="1065"/>
                        <a:pt x="1733" y="761"/>
                        <a:pt x="1490" y="396"/>
                      </a:cubicBezTo>
                      <a:cubicBezTo>
                        <a:pt x="1429" y="305"/>
                        <a:pt x="1277" y="213"/>
                        <a:pt x="1156" y="213"/>
                      </a:cubicBezTo>
                      <a:cubicBezTo>
                        <a:pt x="852" y="183"/>
                        <a:pt x="548" y="122"/>
                        <a:pt x="274" y="31"/>
                      </a:cubicBezTo>
                      <a:cubicBezTo>
                        <a:pt x="244" y="1"/>
                        <a:pt x="153" y="31"/>
                        <a:pt x="92" y="61"/>
                      </a:cubicBezTo>
                      <a:cubicBezTo>
                        <a:pt x="31" y="61"/>
                        <a:pt x="1" y="183"/>
                        <a:pt x="31" y="274"/>
                      </a:cubicBezTo>
                      <a:cubicBezTo>
                        <a:pt x="62" y="396"/>
                        <a:pt x="122" y="487"/>
                        <a:pt x="183" y="578"/>
                      </a:cubicBezTo>
                      <a:cubicBezTo>
                        <a:pt x="366" y="791"/>
                        <a:pt x="548" y="973"/>
                        <a:pt x="791" y="1125"/>
                      </a:cubicBezTo>
                      <a:cubicBezTo>
                        <a:pt x="943" y="1186"/>
                        <a:pt x="1065" y="1308"/>
                        <a:pt x="1156" y="1429"/>
                      </a:cubicBezTo>
                      <a:cubicBezTo>
                        <a:pt x="1247" y="1520"/>
                        <a:pt x="1338" y="1642"/>
                        <a:pt x="1399" y="1764"/>
                      </a:cubicBezTo>
                      <a:cubicBezTo>
                        <a:pt x="1521" y="1976"/>
                        <a:pt x="1703" y="2189"/>
                        <a:pt x="1916" y="2372"/>
                      </a:cubicBezTo>
                      <a:cubicBezTo>
                        <a:pt x="1977" y="2432"/>
                        <a:pt x="2037" y="2524"/>
                        <a:pt x="2068" y="2584"/>
                      </a:cubicBezTo>
                      <a:cubicBezTo>
                        <a:pt x="2129" y="2736"/>
                        <a:pt x="2159" y="2888"/>
                        <a:pt x="2220" y="3040"/>
                      </a:cubicBezTo>
                      <a:cubicBezTo>
                        <a:pt x="2281" y="3131"/>
                        <a:pt x="2311" y="3192"/>
                        <a:pt x="2372" y="3253"/>
                      </a:cubicBezTo>
                      <a:cubicBezTo>
                        <a:pt x="2645" y="3496"/>
                        <a:pt x="2828" y="3770"/>
                        <a:pt x="2919" y="4104"/>
                      </a:cubicBezTo>
                      <a:cubicBezTo>
                        <a:pt x="2949" y="4256"/>
                        <a:pt x="3040" y="4408"/>
                        <a:pt x="3071" y="4560"/>
                      </a:cubicBezTo>
                      <a:cubicBezTo>
                        <a:pt x="3132" y="4712"/>
                        <a:pt x="3223" y="4834"/>
                        <a:pt x="3314" y="4955"/>
                      </a:cubicBezTo>
                      <a:cubicBezTo>
                        <a:pt x="3496" y="5198"/>
                        <a:pt x="3740" y="5381"/>
                        <a:pt x="3922" y="5593"/>
                      </a:cubicBezTo>
                      <a:cubicBezTo>
                        <a:pt x="4104" y="5837"/>
                        <a:pt x="4347" y="6019"/>
                        <a:pt x="4560" y="6201"/>
                      </a:cubicBezTo>
                      <a:cubicBezTo>
                        <a:pt x="4743" y="6323"/>
                        <a:pt x="4925" y="6475"/>
                        <a:pt x="5077" y="6657"/>
                      </a:cubicBezTo>
                      <a:cubicBezTo>
                        <a:pt x="5138" y="6718"/>
                        <a:pt x="5229" y="6748"/>
                        <a:pt x="5320" y="6718"/>
                      </a:cubicBezTo>
                      <a:cubicBezTo>
                        <a:pt x="5563" y="6688"/>
                        <a:pt x="5806" y="6688"/>
                        <a:pt x="6019" y="6718"/>
                      </a:cubicBezTo>
                      <a:cubicBezTo>
                        <a:pt x="6019" y="6475"/>
                        <a:pt x="6080" y="6201"/>
                        <a:pt x="6080" y="5958"/>
                      </a:cubicBezTo>
                      <a:cubicBezTo>
                        <a:pt x="6050" y="5715"/>
                        <a:pt x="6202" y="5441"/>
                        <a:pt x="6202" y="51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9" name="Google Shape;852;p21">
                  <a:extLst>
                    <a:ext uri="{FF2B5EF4-FFF2-40B4-BE49-F238E27FC236}">
                      <a16:creationId xmlns:a16="http://schemas.microsoft.com/office/drawing/2014/main" id="{659F5F01-04E1-D68F-8410-3E2C594DEA12}"/>
                    </a:ext>
                  </a:extLst>
                </p:cNvPr>
                <p:cNvSpPr/>
                <p:nvPr/>
              </p:nvSpPr>
              <p:spPr>
                <a:xfrm>
                  <a:off x="5042988" y="3477838"/>
                  <a:ext cx="32" cy="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31" extrusionOk="0">
                      <a:moveTo>
                        <a:pt x="1" y="0"/>
                      </a:moveTo>
                      <a:lnTo>
                        <a:pt x="1" y="31"/>
                      </a:lnTo>
                      <a:lnTo>
                        <a:pt x="1" y="3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0" name="Google Shape;853;p21">
                  <a:extLst>
                    <a:ext uri="{FF2B5EF4-FFF2-40B4-BE49-F238E27FC236}">
                      <a16:creationId xmlns:a16="http://schemas.microsoft.com/office/drawing/2014/main" id="{EF4D84C6-8A64-B8F1-EAC6-2FD8CE642A55}"/>
                    </a:ext>
                  </a:extLst>
                </p:cNvPr>
                <p:cNvSpPr/>
                <p:nvPr/>
              </p:nvSpPr>
              <p:spPr>
                <a:xfrm>
                  <a:off x="5945967" y="4310815"/>
                  <a:ext cx="180801" cy="178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4" h="5594" extrusionOk="0">
                      <a:moveTo>
                        <a:pt x="5532" y="426"/>
                      </a:moveTo>
                      <a:cubicBezTo>
                        <a:pt x="5441" y="456"/>
                        <a:pt x="5350" y="487"/>
                        <a:pt x="5259" y="487"/>
                      </a:cubicBezTo>
                      <a:cubicBezTo>
                        <a:pt x="5137" y="456"/>
                        <a:pt x="5198" y="304"/>
                        <a:pt x="5137" y="213"/>
                      </a:cubicBezTo>
                      <a:cubicBezTo>
                        <a:pt x="5107" y="183"/>
                        <a:pt x="5076" y="122"/>
                        <a:pt x="5046" y="92"/>
                      </a:cubicBezTo>
                      <a:cubicBezTo>
                        <a:pt x="4985" y="31"/>
                        <a:pt x="4894" y="0"/>
                        <a:pt x="4803" y="61"/>
                      </a:cubicBezTo>
                      <a:cubicBezTo>
                        <a:pt x="4742" y="122"/>
                        <a:pt x="4681" y="152"/>
                        <a:pt x="4651" y="213"/>
                      </a:cubicBezTo>
                      <a:cubicBezTo>
                        <a:pt x="4529" y="548"/>
                        <a:pt x="4286" y="852"/>
                        <a:pt x="3982" y="1034"/>
                      </a:cubicBezTo>
                      <a:cubicBezTo>
                        <a:pt x="3921" y="1095"/>
                        <a:pt x="3860" y="1156"/>
                        <a:pt x="3800" y="1247"/>
                      </a:cubicBezTo>
                      <a:cubicBezTo>
                        <a:pt x="3739" y="1338"/>
                        <a:pt x="3708" y="1429"/>
                        <a:pt x="3648" y="1551"/>
                      </a:cubicBezTo>
                      <a:cubicBezTo>
                        <a:pt x="3557" y="1763"/>
                        <a:pt x="3374" y="1946"/>
                        <a:pt x="3161" y="2067"/>
                      </a:cubicBezTo>
                      <a:cubicBezTo>
                        <a:pt x="2888" y="2219"/>
                        <a:pt x="2645" y="2371"/>
                        <a:pt x="2401" y="2523"/>
                      </a:cubicBezTo>
                      <a:cubicBezTo>
                        <a:pt x="2128" y="2645"/>
                        <a:pt x="2006" y="2858"/>
                        <a:pt x="1733" y="2858"/>
                      </a:cubicBezTo>
                      <a:cubicBezTo>
                        <a:pt x="1672" y="2858"/>
                        <a:pt x="1611" y="2918"/>
                        <a:pt x="1581" y="2949"/>
                      </a:cubicBezTo>
                      <a:cubicBezTo>
                        <a:pt x="1216" y="3222"/>
                        <a:pt x="912" y="3496"/>
                        <a:pt x="608" y="3800"/>
                      </a:cubicBezTo>
                      <a:cubicBezTo>
                        <a:pt x="365" y="4043"/>
                        <a:pt x="183" y="4347"/>
                        <a:pt x="31" y="4651"/>
                      </a:cubicBezTo>
                      <a:cubicBezTo>
                        <a:pt x="0" y="4773"/>
                        <a:pt x="61" y="4894"/>
                        <a:pt x="152" y="4955"/>
                      </a:cubicBezTo>
                      <a:cubicBezTo>
                        <a:pt x="365" y="4985"/>
                        <a:pt x="578" y="5137"/>
                        <a:pt x="699" y="5289"/>
                      </a:cubicBezTo>
                      <a:cubicBezTo>
                        <a:pt x="730" y="5350"/>
                        <a:pt x="760" y="5381"/>
                        <a:pt x="791" y="5411"/>
                      </a:cubicBezTo>
                      <a:cubicBezTo>
                        <a:pt x="942" y="5563"/>
                        <a:pt x="1186" y="5593"/>
                        <a:pt x="1368" y="5502"/>
                      </a:cubicBezTo>
                      <a:cubicBezTo>
                        <a:pt x="1702" y="5350"/>
                        <a:pt x="1915" y="5046"/>
                        <a:pt x="2249" y="4864"/>
                      </a:cubicBezTo>
                      <a:cubicBezTo>
                        <a:pt x="2341" y="4712"/>
                        <a:pt x="2432" y="4560"/>
                        <a:pt x="2553" y="4408"/>
                      </a:cubicBezTo>
                      <a:cubicBezTo>
                        <a:pt x="2614" y="4317"/>
                        <a:pt x="2675" y="4225"/>
                        <a:pt x="2736" y="4165"/>
                      </a:cubicBezTo>
                      <a:cubicBezTo>
                        <a:pt x="2857" y="4043"/>
                        <a:pt x="2949" y="3922"/>
                        <a:pt x="3009" y="3770"/>
                      </a:cubicBezTo>
                      <a:cubicBezTo>
                        <a:pt x="3283" y="3253"/>
                        <a:pt x="3222" y="3405"/>
                        <a:pt x="3678" y="3131"/>
                      </a:cubicBezTo>
                      <a:cubicBezTo>
                        <a:pt x="3800" y="3070"/>
                        <a:pt x="3952" y="3070"/>
                        <a:pt x="4073" y="3070"/>
                      </a:cubicBezTo>
                      <a:cubicBezTo>
                        <a:pt x="4225" y="3070"/>
                        <a:pt x="4316" y="2979"/>
                        <a:pt x="4286" y="2888"/>
                      </a:cubicBezTo>
                      <a:cubicBezTo>
                        <a:pt x="4195" y="2675"/>
                        <a:pt x="4316" y="2432"/>
                        <a:pt x="4499" y="2371"/>
                      </a:cubicBezTo>
                      <a:cubicBezTo>
                        <a:pt x="4590" y="2341"/>
                        <a:pt x="4651" y="2280"/>
                        <a:pt x="4712" y="2189"/>
                      </a:cubicBezTo>
                      <a:cubicBezTo>
                        <a:pt x="4955" y="1885"/>
                        <a:pt x="5198" y="1611"/>
                        <a:pt x="5471" y="1338"/>
                      </a:cubicBezTo>
                      <a:cubicBezTo>
                        <a:pt x="5532" y="1277"/>
                        <a:pt x="5563" y="1186"/>
                        <a:pt x="5593" y="1095"/>
                      </a:cubicBezTo>
                      <a:lnTo>
                        <a:pt x="5593" y="882"/>
                      </a:lnTo>
                      <a:cubicBezTo>
                        <a:pt x="5593" y="821"/>
                        <a:pt x="5623" y="791"/>
                        <a:pt x="5623" y="760"/>
                      </a:cubicBezTo>
                      <a:cubicBezTo>
                        <a:pt x="5623" y="700"/>
                        <a:pt x="5623" y="669"/>
                        <a:pt x="5654" y="608"/>
                      </a:cubicBezTo>
                      <a:lnTo>
                        <a:pt x="5654" y="548"/>
                      </a:lnTo>
                      <a:cubicBezTo>
                        <a:pt x="5654" y="517"/>
                        <a:pt x="5593" y="426"/>
                        <a:pt x="5532" y="4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1" name="Google Shape;854;p21">
                  <a:extLst>
                    <a:ext uri="{FF2B5EF4-FFF2-40B4-BE49-F238E27FC236}">
                      <a16:creationId xmlns:a16="http://schemas.microsoft.com/office/drawing/2014/main" id="{17132DB3-F560-F49C-5E23-35563B50D8FE}"/>
                    </a:ext>
                  </a:extLst>
                </p:cNvPr>
                <p:cNvSpPr/>
                <p:nvPr/>
              </p:nvSpPr>
              <p:spPr>
                <a:xfrm>
                  <a:off x="6133547" y="4131966"/>
                  <a:ext cx="100154" cy="21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2" h="6597" extrusionOk="0">
                      <a:moveTo>
                        <a:pt x="3040" y="3192"/>
                      </a:moveTo>
                      <a:cubicBezTo>
                        <a:pt x="2979" y="3131"/>
                        <a:pt x="2888" y="3131"/>
                        <a:pt x="2827" y="3192"/>
                      </a:cubicBezTo>
                      <a:cubicBezTo>
                        <a:pt x="2797" y="3192"/>
                        <a:pt x="2767" y="3223"/>
                        <a:pt x="2706" y="3253"/>
                      </a:cubicBezTo>
                      <a:cubicBezTo>
                        <a:pt x="2463" y="3405"/>
                        <a:pt x="2402" y="3405"/>
                        <a:pt x="2189" y="3223"/>
                      </a:cubicBezTo>
                      <a:cubicBezTo>
                        <a:pt x="2067" y="3131"/>
                        <a:pt x="2007" y="3010"/>
                        <a:pt x="1976" y="2888"/>
                      </a:cubicBezTo>
                      <a:cubicBezTo>
                        <a:pt x="1976" y="2736"/>
                        <a:pt x="1946" y="2554"/>
                        <a:pt x="1916" y="2402"/>
                      </a:cubicBezTo>
                      <a:cubicBezTo>
                        <a:pt x="1885" y="2341"/>
                        <a:pt x="1885" y="2280"/>
                        <a:pt x="1855" y="2220"/>
                      </a:cubicBezTo>
                      <a:cubicBezTo>
                        <a:pt x="1855" y="2189"/>
                        <a:pt x="1794" y="2189"/>
                        <a:pt x="1733" y="2159"/>
                      </a:cubicBezTo>
                      <a:cubicBezTo>
                        <a:pt x="1703" y="2159"/>
                        <a:pt x="1703" y="2189"/>
                        <a:pt x="1703" y="2220"/>
                      </a:cubicBezTo>
                      <a:cubicBezTo>
                        <a:pt x="1672" y="2250"/>
                        <a:pt x="1672" y="2311"/>
                        <a:pt x="1642" y="2341"/>
                      </a:cubicBezTo>
                      <a:cubicBezTo>
                        <a:pt x="1612" y="2372"/>
                        <a:pt x="1612" y="2402"/>
                        <a:pt x="1551" y="2432"/>
                      </a:cubicBezTo>
                      <a:cubicBezTo>
                        <a:pt x="1520" y="2463"/>
                        <a:pt x="1429" y="2341"/>
                        <a:pt x="1429" y="2280"/>
                      </a:cubicBezTo>
                      <a:cubicBezTo>
                        <a:pt x="1490" y="1976"/>
                        <a:pt x="1460" y="1672"/>
                        <a:pt x="1551" y="1369"/>
                      </a:cubicBezTo>
                      <a:cubicBezTo>
                        <a:pt x="1612" y="1186"/>
                        <a:pt x="1581" y="1004"/>
                        <a:pt x="1460" y="852"/>
                      </a:cubicBezTo>
                      <a:cubicBezTo>
                        <a:pt x="1338" y="639"/>
                        <a:pt x="1186" y="457"/>
                        <a:pt x="1004" y="274"/>
                      </a:cubicBezTo>
                      <a:cubicBezTo>
                        <a:pt x="943" y="244"/>
                        <a:pt x="912" y="153"/>
                        <a:pt x="882" y="92"/>
                      </a:cubicBezTo>
                      <a:cubicBezTo>
                        <a:pt x="882" y="61"/>
                        <a:pt x="882" y="61"/>
                        <a:pt x="852" y="31"/>
                      </a:cubicBezTo>
                      <a:cubicBezTo>
                        <a:pt x="821" y="1"/>
                        <a:pt x="760" y="1"/>
                        <a:pt x="730" y="31"/>
                      </a:cubicBezTo>
                      <a:cubicBezTo>
                        <a:pt x="730" y="31"/>
                        <a:pt x="700" y="92"/>
                        <a:pt x="700" y="92"/>
                      </a:cubicBezTo>
                      <a:cubicBezTo>
                        <a:pt x="700" y="274"/>
                        <a:pt x="882" y="426"/>
                        <a:pt x="791" y="639"/>
                      </a:cubicBezTo>
                      <a:cubicBezTo>
                        <a:pt x="730" y="761"/>
                        <a:pt x="730" y="882"/>
                        <a:pt x="791" y="1004"/>
                      </a:cubicBezTo>
                      <a:cubicBezTo>
                        <a:pt x="852" y="1217"/>
                        <a:pt x="912" y="1399"/>
                        <a:pt x="943" y="1612"/>
                      </a:cubicBezTo>
                      <a:cubicBezTo>
                        <a:pt x="973" y="1794"/>
                        <a:pt x="1095" y="1976"/>
                        <a:pt x="1004" y="2189"/>
                      </a:cubicBezTo>
                      <a:cubicBezTo>
                        <a:pt x="1004" y="2250"/>
                        <a:pt x="1034" y="2311"/>
                        <a:pt x="1034" y="2402"/>
                      </a:cubicBezTo>
                      <a:cubicBezTo>
                        <a:pt x="1064" y="2463"/>
                        <a:pt x="1095" y="2554"/>
                        <a:pt x="1125" y="2645"/>
                      </a:cubicBezTo>
                      <a:cubicBezTo>
                        <a:pt x="1125" y="2827"/>
                        <a:pt x="1064" y="3040"/>
                        <a:pt x="1004" y="3253"/>
                      </a:cubicBezTo>
                      <a:cubicBezTo>
                        <a:pt x="912" y="3466"/>
                        <a:pt x="821" y="3679"/>
                        <a:pt x="730" y="3861"/>
                      </a:cubicBezTo>
                      <a:cubicBezTo>
                        <a:pt x="700" y="3983"/>
                        <a:pt x="609" y="4074"/>
                        <a:pt x="487" y="4104"/>
                      </a:cubicBezTo>
                      <a:cubicBezTo>
                        <a:pt x="396" y="4135"/>
                        <a:pt x="305" y="4165"/>
                        <a:pt x="183" y="4226"/>
                      </a:cubicBezTo>
                      <a:cubicBezTo>
                        <a:pt x="31" y="4347"/>
                        <a:pt x="1" y="4560"/>
                        <a:pt x="92" y="4712"/>
                      </a:cubicBezTo>
                      <a:cubicBezTo>
                        <a:pt x="213" y="4834"/>
                        <a:pt x="335" y="4925"/>
                        <a:pt x="426" y="5046"/>
                      </a:cubicBezTo>
                      <a:cubicBezTo>
                        <a:pt x="548" y="5138"/>
                        <a:pt x="578" y="5290"/>
                        <a:pt x="548" y="5411"/>
                      </a:cubicBezTo>
                      <a:cubicBezTo>
                        <a:pt x="548" y="5533"/>
                        <a:pt x="517" y="5654"/>
                        <a:pt x="426" y="5745"/>
                      </a:cubicBezTo>
                      <a:cubicBezTo>
                        <a:pt x="305" y="5897"/>
                        <a:pt x="153" y="6049"/>
                        <a:pt x="61" y="6201"/>
                      </a:cubicBezTo>
                      <a:cubicBezTo>
                        <a:pt x="31" y="6262"/>
                        <a:pt x="31" y="6293"/>
                        <a:pt x="61" y="6323"/>
                      </a:cubicBezTo>
                      <a:cubicBezTo>
                        <a:pt x="122" y="6414"/>
                        <a:pt x="213" y="6505"/>
                        <a:pt x="274" y="6566"/>
                      </a:cubicBezTo>
                      <a:cubicBezTo>
                        <a:pt x="335" y="6597"/>
                        <a:pt x="365" y="6597"/>
                        <a:pt x="426" y="6566"/>
                      </a:cubicBezTo>
                      <a:cubicBezTo>
                        <a:pt x="578" y="6505"/>
                        <a:pt x="730" y="6384"/>
                        <a:pt x="852" y="6262"/>
                      </a:cubicBezTo>
                      <a:cubicBezTo>
                        <a:pt x="1095" y="6049"/>
                        <a:pt x="1308" y="5806"/>
                        <a:pt x="1520" y="5563"/>
                      </a:cubicBezTo>
                      <a:cubicBezTo>
                        <a:pt x="1733" y="5381"/>
                        <a:pt x="1855" y="5107"/>
                        <a:pt x="1885" y="4803"/>
                      </a:cubicBezTo>
                      <a:cubicBezTo>
                        <a:pt x="1916" y="4621"/>
                        <a:pt x="2067" y="4499"/>
                        <a:pt x="2219" y="4499"/>
                      </a:cubicBezTo>
                      <a:lnTo>
                        <a:pt x="2371" y="4499"/>
                      </a:lnTo>
                      <a:cubicBezTo>
                        <a:pt x="2402" y="4499"/>
                        <a:pt x="2463" y="4499"/>
                        <a:pt x="2493" y="4469"/>
                      </a:cubicBezTo>
                      <a:cubicBezTo>
                        <a:pt x="2523" y="4256"/>
                        <a:pt x="2706" y="4135"/>
                        <a:pt x="2858" y="4013"/>
                      </a:cubicBezTo>
                      <a:cubicBezTo>
                        <a:pt x="2919" y="3922"/>
                        <a:pt x="2979" y="3861"/>
                        <a:pt x="3010" y="3770"/>
                      </a:cubicBezTo>
                      <a:cubicBezTo>
                        <a:pt x="3040" y="3648"/>
                        <a:pt x="3101" y="3496"/>
                        <a:pt x="3131" y="3375"/>
                      </a:cubicBezTo>
                      <a:cubicBezTo>
                        <a:pt x="3131" y="3314"/>
                        <a:pt x="3101" y="3223"/>
                        <a:pt x="3040" y="319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2" name="Google Shape;855;p21">
                  <a:extLst>
                    <a:ext uri="{FF2B5EF4-FFF2-40B4-BE49-F238E27FC236}">
                      <a16:creationId xmlns:a16="http://schemas.microsoft.com/office/drawing/2014/main" id="{13A2162D-24C0-C9ED-6AF4-6C99D7220697}"/>
                    </a:ext>
                  </a:extLst>
                </p:cNvPr>
                <p:cNvSpPr/>
                <p:nvPr/>
              </p:nvSpPr>
              <p:spPr>
                <a:xfrm>
                  <a:off x="5272362" y="3343694"/>
                  <a:ext cx="120587" cy="1341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1" h="4196" extrusionOk="0">
                      <a:moveTo>
                        <a:pt x="305" y="1794"/>
                      </a:moveTo>
                      <a:cubicBezTo>
                        <a:pt x="275" y="1977"/>
                        <a:pt x="244" y="2129"/>
                        <a:pt x="183" y="2250"/>
                      </a:cubicBezTo>
                      <a:cubicBezTo>
                        <a:pt x="123" y="2372"/>
                        <a:pt x="92" y="2463"/>
                        <a:pt x="31" y="2585"/>
                      </a:cubicBezTo>
                      <a:cubicBezTo>
                        <a:pt x="1" y="2706"/>
                        <a:pt x="31" y="2858"/>
                        <a:pt x="153" y="2949"/>
                      </a:cubicBezTo>
                      <a:cubicBezTo>
                        <a:pt x="183" y="3010"/>
                        <a:pt x="244" y="3040"/>
                        <a:pt x="305" y="3071"/>
                      </a:cubicBezTo>
                      <a:cubicBezTo>
                        <a:pt x="427" y="3162"/>
                        <a:pt x="457" y="3314"/>
                        <a:pt x="427" y="3466"/>
                      </a:cubicBezTo>
                      <a:cubicBezTo>
                        <a:pt x="366" y="3588"/>
                        <a:pt x="335" y="3770"/>
                        <a:pt x="335" y="3922"/>
                      </a:cubicBezTo>
                      <a:cubicBezTo>
                        <a:pt x="335" y="3983"/>
                        <a:pt x="366" y="4044"/>
                        <a:pt x="427" y="4104"/>
                      </a:cubicBezTo>
                      <a:cubicBezTo>
                        <a:pt x="548" y="4195"/>
                        <a:pt x="730" y="4195"/>
                        <a:pt x="852" y="4135"/>
                      </a:cubicBezTo>
                      <a:cubicBezTo>
                        <a:pt x="974" y="4074"/>
                        <a:pt x="943" y="3983"/>
                        <a:pt x="943" y="3892"/>
                      </a:cubicBezTo>
                      <a:cubicBezTo>
                        <a:pt x="943" y="3466"/>
                        <a:pt x="1034" y="3071"/>
                        <a:pt x="1065" y="2676"/>
                      </a:cubicBezTo>
                      <a:cubicBezTo>
                        <a:pt x="1065" y="2645"/>
                        <a:pt x="1126" y="2615"/>
                        <a:pt x="1156" y="2615"/>
                      </a:cubicBezTo>
                      <a:cubicBezTo>
                        <a:pt x="1217" y="2615"/>
                        <a:pt x="1247" y="2645"/>
                        <a:pt x="1247" y="2676"/>
                      </a:cubicBezTo>
                      <a:cubicBezTo>
                        <a:pt x="1217" y="2888"/>
                        <a:pt x="1278" y="3132"/>
                        <a:pt x="1460" y="3284"/>
                      </a:cubicBezTo>
                      <a:cubicBezTo>
                        <a:pt x="1521" y="3344"/>
                        <a:pt x="1490" y="3466"/>
                        <a:pt x="1521" y="3557"/>
                      </a:cubicBezTo>
                      <a:cubicBezTo>
                        <a:pt x="1582" y="3709"/>
                        <a:pt x="1642" y="3740"/>
                        <a:pt x="1825" y="3740"/>
                      </a:cubicBezTo>
                      <a:cubicBezTo>
                        <a:pt x="1886" y="3740"/>
                        <a:pt x="1916" y="3740"/>
                        <a:pt x="1977" y="3740"/>
                      </a:cubicBezTo>
                      <a:lnTo>
                        <a:pt x="2007" y="3740"/>
                      </a:lnTo>
                      <a:cubicBezTo>
                        <a:pt x="2007" y="3740"/>
                        <a:pt x="2007" y="3740"/>
                        <a:pt x="1977" y="3770"/>
                      </a:cubicBezTo>
                      <a:lnTo>
                        <a:pt x="1977" y="3770"/>
                      </a:lnTo>
                      <a:cubicBezTo>
                        <a:pt x="2007" y="3922"/>
                        <a:pt x="2007" y="4044"/>
                        <a:pt x="2189" y="4074"/>
                      </a:cubicBezTo>
                      <a:cubicBezTo>
                        <a:pt x="2189" y="4074"/>
                        <a:pt x="2220" y="4104"/>
                        <a:pt x="2250" y="4104"/>
                      </a:cubicBezTo>
                      <a:cubicBezTo>
                        <a:pt x="2341" y="4165"/>
                        <a:pt x="2463" y="4135"/>
                        <a:pt x="2524" y="4013"/>
                      </a:cubicBezTo>
                      <a:cubicBezTo>
                        <a:pt x="2554" y="3831"/>
                        <a:pt x="2554" y="3648"/>
                        <a:pt x="2554" y="3466"/>
                      </a:cubicBezTo>
                      <a:cubicBezTo>
                        <a:pt x="2524" y="3375"/>
                        <a:pt x="2493" y="3314"/>
                        <a:pt x="2402" y="3253"/>
                      </a:cubicBezTo>
                      <a:cubicBezTo>
                        <a:pt x="2341" y="3253"/>
                        <a:pt x="2281" y="3192"/>
                        <a:pt x="2220" y="3162"/>
                      </a:cubicBezTo>
                      <a:cubicBezTo>
                        <a:pt x="2129" y="3101"/>
                        <a:pt x="2098" y="3010"/>
                        <a:pt x="2129" y="2919"/>
                      </a:cubicBezTo>
                      <a:cubicBezTo>
                        <a:pt x="2159" y="2828"/>
                        <a:pt x="2129" y="2706"/>
                        <a:pt x="2038" y="2615"/>
                      </a:cubicBezTo>
                      <a:cubicBezTo>
                        <a:pt x="1977" y="2493"/>
                        <a:pt x="1886" y="2372"/>
                        <a:pt x="1794" y="2281"/>
                      </a:cubicBezTo>
                      <a:cubicBezTo>
                        <a:pt x="1764" y="2220"/>
                        <a:pt x="1794" y="2129"/>
                        <a:pt x="1855" y="2098"/>
                      </a:cubicBezTo>
                      <a:lnTo>
                        <a:pt x="2189" y="1855"/>
                      </a:lnTo>
                      <a:cubicBezTo>
                        <a:pt x="2281" y="1825"/>
                        <a:pt x="2372" y="1825"/>
                        <a:pt x="2463" y="1855"/>
                      </a:cubicBezTo>
                      <a:cubicBezTo>
                        <a:pt x="2524" y="1885"/>
                        <a:pt x="2585" y="1885"/>
                        <a:pt x="2645" y="1855"/>
                      </a:cubicBezTo>
                      <a:cubicBezTo>
                        <a:pt x="2676" y="1855"/>
                        <a:pt x="2737" y="1825"/>
                        <a:pt x="2767" y="1794"/>
                      </a:cubicBezTo>
                      <a:cubicBezTo>
                        <a:pt x="2767" y="1673"/>
                        <a:pt x="2797" y="1551"/>
                        <a:pt x="2767" y="1399"/>
                      </a:cubicBezTo>
                      <a:cubicBezTo>
                        <a:pt x="2767" y="1369"/>
                        <a:pt x="2737" y="1338"/>
                        <a:pt x="2706" y="1308"/>
                      </a:cubicBezTo>
                      <a:cubicBezTo>
                        <a:pt x="2615" y="1308"/>
                        <a:pt x="2524" y="1308"/>
                        <a:pt x="2433" y="1308"/>
                      </a:cubicBezTo>
                      <a:cubicBezTo>
                        <a:pt x="2250" y="1369"/>
                        <a:pt x="2098" y="1399"/>
                        <a:pt x="1916" y="1429"/>
                      </a:cubicBezTo>
                      <a:cubicBezTo>
                        <a:pt x="1703" y="1429"/>
                        <a:pt x="1490" y="1521"/>
                        <a:pt x="1369" y="1673"/>
                      </a:cubicBezTo>
                      <a:cubicBezTo>
                        <a:pt x="1338" y="1673"/>
                        <a:pt x="1278" y="1673"/>
                        <a:pt x="1247" y="1673"/>
                      </a:cubicBezTo>
                      <a:cubicBezTo>
                        <a:pt x="1034" y="1581"/>
                        <a:pt x="913" y="1429"/>
                        <a:pt x="852" y="1217"/>
                      </a:cubicBezTo>
                      <a:cubicBezTo>
                        <a:pt x="822" y="1004"/>
                        <a:pt x="974" y="791"/>
                        <a:pt x="1186" y="761"/>
                      </a:cubicBezTo>
                      <a:cubicBezTo>
                        <a:pt x="1673" y="730"/>
                        <a:pt x="2189" y="761"/>
                        <a:pt x="2676" y="822"/>
                      </a:cubicBezTo>
                      <a:cubicBezTo>
                        <a:pt x="3132" y="913"/>
                        <a:pt x="3557" y="670"/>
                        <a:pt x="3740" y="274"/>
                      </a:cubicBezTo>
                      <a:cubicBezTo>
                        <a:pt x="3770" y="214"/>
                        <a:pt x="3770" y="122"/>
                        <a:pt x="3709" y="92"/>
                      </a:cubicBezTo>
                      <a:cubicBezTo>
                        <a:pt x="3679" y="31"/>
                        <a:pt x="3557" y="1"/>
                        <a:pt x="3527" y="31"/>
                      </a:cubicBezTo>
                      <a:cubicBezTo>
                        <a:pt x="3497" y="92"/>
                        <a:pt x="3375" y="183"/>
                        <a:pt x="3284" y="274"/>
                      </a:cubicBezTo>
                      <a:cubicBezTo>
                        <a:pt x="3132" y="396"/>
                        <a:pt x="2949" y="457"/>
                        <a:pt x="2767" y="426"/>
                      </a:cubicBezTo>
                      <a:cubicBezTo>
                        <a:pt x="2493" y="366"/>
                        <a:pt x="2220" y="366"/>
                        <a:pt x="1977" y="335"/>
                      </a:cubicBezTo>
                      <a:cubicBezTo>
                        <a:pt x="1794" y="305"/>
                        <a:pt x="1612" y="214"/>
                        <a:pt x="1430" y="214"/>
                      </a:cubicBezTo>
                      <a:cubicBezTo>
                        <a:pt x="1247" y="214"/>
                        <a:pt x="1126" y="487"/>
                        <a:pt x="913" y="487"/>
                      </a:cubicBezTo>
                      <a:cubicBezTo>
                        <a:pt x="882" y="487"/>
                        <a:pt x="852" y="487"/>
                        <a:pt x="852" y="518"/>
                      </a:cubicBezTo>
                      <a:cubicBezTo>
                        <a:pt x="730" y="578"/>
                        <a:pt x="639" y="700"/>
                        <a:pt x="609" y="852"/>
                      </a:cubicBezTo>
                      <a:cubicBezTo>
                        <a:pt x="609" y="913"/>
                        <a:pt x="609" y="1034"/>
                        <a:pt x="579" y="1095"/>
                      </a:cubicBezTo>
                      <a:cubicBezTo>
                        <a:pt x="579" y="1186"/>
                        <a:pt x="548" y="1278"/>
                        <a:pt x="487" y="1369"/>
                      </a:cubicBezTo>
                      <a:cubicBezTo>
                        <a:pt x="396" y="1490"/>
                        <a:pt x="305" y="1642"/>
                        <a:pt x="305" y="1794"/>
                      </a:cubicBezTo>
                      <a:close/>
                      <a:moveTo>
                        <a:pt x="2098" y="3588"/>
                      </a:moveTo>
                      <a:lnTo>
                        <a:pt x="2129" y="3588"/>
                      </a:lnTo>
                      <a:cubicBezTo>
                        <a:pt x="2159" y="3527"/>
                        <a:pt x="2220" y="3496"/>
                        <a:pt x="2281" y="3496"/>
                      </a:cubicBezTo>
                      <a:cubicBezTo>
                        <a:pt x="2311" y="3496"/>
                        <a:pt x="2341" y="3527"/>
                        <a:pt x="2311" y="3588"/>
                      </a:cubicBezTo>
                      <a:cubicBezTo>
                        <a:pt x="2311" y="3588"/>
                        <a:pt x="2281" y="3618"/>
                        <a:pt x="2281" y="3618"/>
                      </a:cubicBezTo>
                      <a:lnTo>
                        <a:pt x="2129" y="3588"/>
                      </a:lnTo>
                      <a:lnTo>
                        <a:pt x="2129" y="3588"/>
                      </a:lnTo>
                      <a:cubicBezTo>
                        <a:pt x="2129" y="3588"/>
                        <a:pt x="2098" y="3588"/>
                        <a:pt x="2098" y="3588"/>
                      </a:cubicBezTo>
                      <a:cubicBezTo>
                        <a:pt x="2098" y="3588"/>
                        <a:pt x="2098" y="3588"/>
                        <a:pt x="2098" y="358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3" name="Google Shape;856;p21">
                  <a:extLst>
                    <a:ext uri="{FF2B5EF4-FFF2-40B4-BE49-F238E27FC236}">
                      <a16:creationId xmlns:a16="http://schemas.microsoft.com/office/drawing/2014/main" id="{8244F40B-6B82-03C4-0178-82F375B54696}"/>
                    </a:ext>
                  </a:extLst>
                </p:cNvPr>
                <p:cNvSpPr/>
                <p:nvPr/>
              </p:nvSpPr>
              <p:spPr>
                <a:xfrm>
                  <a:off x="5035218" y="3478798"/>
                  <a:ext cx="176932" cy="564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3" h="1764" extrusionOk="0">
                      <a:moveTo>
                        <a:pt x="3830" y="1521"/>
                      </a:moveTo>
                      <a:cubicBezTo>
                        <a:pt x="4104" y="1521"/>
                        <a:pt x="4377" y="1581"/>
                        <a:pt x="4621" y="1703"/>
                      </a:cubicBezTo>
                      <a:cubicBezTo>
                        <a:pt x="4712" y="1764"/>
                        <a:pt x="4833" y="1733"/>
                        <a:pt x="4925" y="1673"/>
                      </a:cubicBezTo>
                      <a:cubicBezTo>
                        <a:pt x="4985" y="1612"/>
                        <a:pt x="5046" y="1612"/>
                        <a:pt x="5107" y="1642"/>
                      </a:cubicBezTo>
                      <a:cubicBezTo>
                        <a:pt x="5198" y="1642"/>
                        <a:pt x="5289" y="1673"/>
                        <a:pt x="5380" y="1673"/>
                      </a:cubicBezTo>
                      <a:cubicBezTo>
                        <a:pt x="5472" y="1673"/>
                        <a:pt x="5532" y="1581"/>
                        <a:pt x="5532" y="1490"/>
                      </a:cubicBezTo>
                      <a:cubicBezTo>
                        <a:pt x="5532" y="1429"/>
                        <a:pt x="5472" y="1338"/>
                        <a:pt x="5411" y="1338"/>
                      </a:cubicBezTo>
                      <a:cubicBezTo>
                        <a:pt x="5168" y="1369"/>
                        <a:pt x="4925" y="1277"/>
                        <a:pt x="4742" y="1126"/>
                      </a:cubicBezTo>
                      <a:cubicBezTo>
                        <a:pt x="4712" y="1095"/>
                        <a:pt x="4651" y="1095"/>
                        <a:pt x="4621" y="1095"/>
                      </a:cubicBezTo>
                      <a:lnTo>
                        <a:pt x="4347" y="1095"/>
                      </a:lnTo>
                      <a:cubicBezTo>
                        <a:pt x="4286" y="1095"/>
                        <a:pt x="4225" y="1065"/>
                        <a:pt x="4195" y="1004"/>
                      </a:cubicBezTo>
                      <a:cubicBezTo>
                        <a:pt x="4165" y="974"/>
                        <a:pt x="4195" y="913"/>
                        <a:pt x="4317" y="882"/>
                      </a:cubicBezTo>
                      <a:cubicBezTo>
                        <a:pt x="4347" y="882"/>
                        <a:pt x="4408" y="882"/>
                        <a:pt x="4438" y="882"/>
                      </a:cubicBezTo>
                      <a:cubicBezTo>
                        <a:pt x="4499" y="852"/>
                        <a:pt x="4590" y="852"/>
                        <a:pt x="4590" y="761"/>
                      </a:cubicBezTo>
                      <a:cubicBezTo>
                        <a:pt x="4590" y="700"/>
                        <a:pt x="4469" y="700"/>
                        <a:pt x="4408" y="670"/>
                      </a:cubicBezTo>
                      <a:cubicBezTo>
                        <a:pt x="4134" y="670"/>
                        <a:pt x="3891" y="639"/>
                        <a:pt x="3618" y="548"/>
                      </a:cubicBezTo>
                      <a:cubicBezTo>
                        <a:pt x="3496" y="518"/>
                        <a:pt x="3374" y="457"/>
                        <a:pt x="3253" y="396"/>
                      </a:cubicBezTo>
                      <a:cubicBezTo>
                        <a:pt x="3070" y="305"/>
                        <a:pt x="2858" y="335"/>
                        <a:pt x="2766" y="518"/>
                      </a:cubicBezTo>
                      <a:cubicBezTo>
                        <a:pt x="2706" y="578"/>
                        <a:pt x="2614" y="609"/>
                        <a:pt x="2523" y="609"/>
                      </a:cubicBezTo>
                      <a:cubicBezTo>
                        <a:pt x="2402" y="609"/>
                        <a:pt x="2311" y="578"/>
                        <a:pt x="2189" y="578"/>
                      </a:cubicBezTo>
                      <a:cubicBezTo>
                        <a:pt x="1976" y="578"/>
                        <a:pt x="1794" y="487"/>
                        <a:pt x="1672" y="335"/>
                      </a:cubicBezTo>
                      <a:cubicBezTo>
                        <a:pt x="1459" y="153"/>
                        <a:pt x="1216" y="62"/>
                        <a:pt x="973" y="92"/>
                      </a:cubicBezTo>
                      <a:cubicBezTo>
                        <a:pt x="730" y="92"/>
                        <a:pt x="487" y="1"/>
                        <a:pt x="244" y="1"/>
                      </a:cubicBezTo>
                      <a:cubicBezTo>
                        <a:pt x="213" y="183"/>
                        <a:pt x="152" y="335"/>
                        <a:pt x="31" y="487"/>
                      </a:cubicBezTo>
                      <a:cubicBezTo>
                        <a:pt x="0" y="548"/>
                        <a:pt x="31" y="609"/>
                        <a:pt x="92" y="639"/>
                      </a:cubicBezTo>
                      <a:cubicBezTo>
                        <a:pt x="244" y="700"/>
                        <a:pt x="426" y="730"/>
                        <a:pt x="487" y="882"/>
                      </a:cubicBezTo>
                      <a:cubicBezTo>
                        <a:pt x="548" y="943"/>
                        <a:pt x="639" y="1004"/>
                        <a:pt x="730" y="1004"/>
                      </a:cubicBezTo>
                      <a:cubicBezTo>
                        <a:pt x="912" y="1004"/>
                        <a:pt x="1064" y="1034"/>
                        <a:pt x="1247" y="1126"/>
                      </a:cubicBezTo>
                      <a:cubicBezTo>
                        <a:pt x="1368" y="1186"/>
                        <a:pt x="1490" y="1217"/>
                        <a:pt x="1611" y="1186"/>
                      </a:cubicBezTo>
                      <a:cubicBezTo>
                        <a:pt x="1915" y="1156"/>
                        <a:pt x="2219" y="1186"/>
                        <a:pt x="2462" y="1338"/>
                      </a:cubicBezTo>
                      <a:cubicBezTo>
                        <a:pt x="2736" y="1460"/>
                        <a:pt x="3040" y="1521"/>
                        <a:pt x="3314" y="1521"/>
                      </a:cubicBezTo>
                      <a:cubicBezTo>
                        <a:pt x="3526" y="1521"/>
                        <a:pt x="3678" y="1551"/>
                        <a:pt x="3830" y="15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4" name="Google Shape;857;p21">
                  <a:extLst>
                    <a:ext uri="{FF2B5EF4-FFF2-40B4-BE49-F238E27FC236}">
                      <a16:creationId xmlns:a16="http://schemas.microsoft.com/office/drawing/2014/main" id="{AFE2DF99-E5F3-2C12-CF63-339D6878B3C1}"/>
                    </a:ext>
                  </a:extLst>
                </p:cNvPr>
                <p:cNvSpPr/>
                <p:nvPr/>
              </p:nvSpPr>
              <p:spPr>
                <a:xfrm>
                  <a:off x="5610620" y="4260259"/>
                  <a:ext cx="70031" cy="86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" h="2707" extrusionOk="0">
                      <a:moveTo>
                        <a:pt x="1916" y="305"/>
                      </a:moveTo>
                      <a:cubicBezTo>
                        <a:pt x="1703" y="335"/>
                        <a:pt x="1460" y="366"/>
                        <a:pt x="1247" y="426"/>
                      </a:cubicBezTo>
                      <a:cubicBezTo>
                        <a:pt x="1065" y="487"/>
                        <a:pt x="882" y="457"/>
                        <a:pt x="761" y="305"/>
                      </a:cubicBezTo>
                      <a:cubicBezTo>
                        <a:pt x="639" y="214"/>
                        <a:pt x="548" y="153"/>
                        <a:pt x="426" y="62"/>
                      </a:cubicBezTo>
                      <a:cubicBezTo>
                        <a:pt x="365" y="31"/>
                        <a:pt x="305" y="1"/>
                        <a:pt x="244" y="31"/>
                      </a:cubicBezTo>
                      <a:cubicBezTo>
                        <a:pt x="183" y="31"/>
                        <a:pt x="92" y="123"/>
                        <a:pt x="92" y="214"/>
                      </a:cubicBezTo>
                      <a:cubicBezTo>
                        <a:pt x="92" y="305"/>
                        <a:pt x="92" y="305"/>
                        <a:pt x="92" y="366"/>
                      </a:cubicBezTo>
                      <a:cubicBezTo>
                        <a:pt x="122" y="761"/>
                        <a:pt x="92" y="1156"/>
                        <a:pt x="1" y="1551"/>
                      </a:cubicBezTo>
                      <a:cubicBezTo>
                        <a:pt x="1" y="1612"/>
                        <a:pt x="1" y="1673"/>
                        <a:pt x="1" y="1733"/>
                      </a:cubicBezTo>
                      <a:cubicBezTo>
                        <a:pt x="1" y="1855"/>
                        <a:pt x="61" y="2068"/>
                        <a:pt x="92" y="2311"/>
                      </a:cubicBezTo>
                      <a:cubicBezTo>
                        <a:pt x="122" y="2524"/>
                        <a:pt x="305" y="2645"/>
                        <a:pt x="517" y="2676"/>
                      </a:cubicBezTo>
                      <a:cubicBezTo>
                        <a:pt x="548" y="2706"/>
                        <a:pt x="609" y="2706"/>
                        <a:pt x="639" y="2676"/>
                      </a:cubicBezTo>
                      <a:cubicBezTo>
                        <a:pt x="730" y="2615"/>
                        <a:pt x="821" y="2554"/>
                        <a:pt x="913" y="2463"/>
                      </a:cubicBezTo>
                      <a:cubicBezTo>
                        <a:pt x="1004" y="2341"/>
                        <a:pt x="1156" y="2311"/>
                        <a:pt x="1277" y="2341"/>
                      </a:cubicBezTo>
                      <a:cubicBezTo>
                        <a:pt x="1369" y="2341"/>
                        <a:pt x="1460" y="2311"/>
                        <a:pt x="1490" y="2220"/>
                      </a:cubicBezTo>
                      <a:cubicBezTo>
                        <a:pt x="1551" y="1916"/>
                        <a:pt x="1672" y="1673"/>
                        <a:pt x="1885" y="1460"/>
                      </a:cubicBezTo>
                      <a:cubicBezTo>
                        <a:pt x="1916" y="1399"/>
                        <a:pt x="1916" y="1369"/>
                        <a:pt x="1916" y="1308"/>
                      </a:cubicBezTo>
                      <a:cubicBezTo>
                        <a:pt x="1976" y="1095"/>
                        <a:pt x="2037" y="882"/>
                        <a:pt x="2098" y="670"/>
                      </a:cubicBezTo>
                      <a:cubicBezTo>
                        <a:pt x="2098" y="639"/>
                        <a:pt x="2098" y="578"/>
                        <a:pt x="2128" y="548"/>
                      </a:cubicBezTo>
                      <a:cubicBezTo>
                        <a:pt x="2189" y="396"/>
                        <a:pt x="2068" y="244"/>
                        <a:pt x="1916" y="30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5" name="Google Shape;858;p21">
                  <a:extLst>
                    <a:ext uri="{FF2B5EF4-FFF2-40B4-BE49-F238E27FC236}">
                      <a16:creationId xmlns:a16="http://schemas.microsoft.com/office/drawing/2014/main" id="{6B0F97A4-5D49-F628-635C-82F67B906A9D}"/>
                    </a:ext>
                  </a:extLst>
                </p:cNvPr>
                <p:cNvSpPr/>
                <p:nvPr/>
              </p:nvSpPr>
              <p:spPr>
                <a:xfrm>
                  <a:off x="5331680" y="3180418"/>
                  <a:ext cx="87490" cy="84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6" h="2645" extrusionOk="0">
                      <a:moveTo>
                        <a:pt x="2006" y="31"/>
                      </a:moveTo>
                      <a:cubicBezTo>
                        <a:pt x="1976" y="31"/>
                        <a:pt x="1976" y="61"/>
                        <a:pt x="1976" y="92"/>
                      </a:cubicBezTo>
                      <a:cubicBezTo>
                        <a:pt x="1945" y="213"/>
                        <a:pt x="1915" y="335"/>
                        <a:pt x="1854" y="456"/>
                      </a:cubicBezTo>
                      <a:cubicBezTo>
                        <a:pt x="1763" y="578"/>
                        <a:pt x="1672" y="639"/>
                        <a:pt x="1550" y="730"/>
                      </a:cubicBezTo>
                      <a:cubicBezTo>
                        <a:pt x="1490" y="791"/>
                        <a:pt x="1459" y="821"/>
                        <a:pt x="1398" y="882"/>
                      </a:cubicBezTo>
                      <a:cubicBezTo>
                        <a:pt x="1368" y="912"/>
                        <a:pt x="1307" y="973"/>
                        <a:pt x="1246" y="1003"/>
                      </a:cubicBezTo>
                      <a:cubicBezTo>
                        <a:pt x="1186" y="1064"/>
                        <a:pt x="1125" y="1003"/>
                        <a:pt x="1094" y="973"/>
                      </a:cubicBezTo>
                      <a:cubicBezTo>
                        <a:pt x="942" y="791"/>
                        <a:pt x="851" y="730"/>
                        <a:pt x="638" y="973"/>
                      </a:cubicBezTo>
                      <a:cubicBezTo>
                        <a:pt x="517" y="1064"/>
                        <a:pt x="395" y="1155"/>
                        <a:pt x="243" y="1216"/>
                      </a:cubicBezTo>
                      <a:cubicBezTo>
                        <a:pt x="91" y="1307"/>
                        <a:pt x="0" y="1459"/>
                        <a:pt x="31" y="1642"/>
                      </a:cubicBezTo>
                      <a:cubicBezTo>
                        <a:pt x="31" y="1642"/>
                        <a:pt x="31" y="1672"/>
                        <a:pt x="31" y="1672"/>
                      </a:cubicBezTo>
                      <a:cubicBezTo>
                        <a:pt x="31" y="1733"/>
                        <a:pt x="31" y="1763"/>
                        <a:pt x="61" y="1794"/>
                      </a:cubicBezTo>
                      <a:cubicBezTo>
                        <a:pt x="122" y="1824"/>
                        <a:pt x="152" y="1794"/>
                        <a:pt x="183" y="1763"/>
                      </a:cubicBezTo>
                      <a:cubicBezTo>
                        <a:pt x="274" y="1703"/>
                        <a:pt x="334" y="1642"/>
                        <a:pt x="395" y="1581"/>
                      </a:cubicBezTo>
                      <a:cubicBezTo>
                        <a:pt x="578" y="1611"/>
                        <a:pt x="790" y="1611"/>
                        <a:pt x="973" y="1551"/>
                      </a:cubicBezTo>
                      <a:cubicBezTo>
                        <a:pt x="1034" y="1520"/>
                        <a:pt x="1186" y="1642"/>
                        <a:pt x="1186" y="1703"/>
                      </a:cubicBezTo>
                      <a:cubicBezTo>
                        <a:pt x="1186" y="1763"/>
                        <a:pt x="1186" y="1885"/>
                        <a:pt x="1186" y="1976"/>
                      </a:cubicBezTo>
                      <a:cubicBezTo>
                        <a:pt x="1186" y="2250"/>
                        <a:pt x="1368" y="2493"/>
                        <a:pt x="1642" y="2554"/>
                      </a:cubicBezTo>
                      <a:cubicBezTo>
                        <a:pt x="1763" y="2614"/>
                        <a:pt x="1885" y="2614"/>
                        <a:pt x="1976" y="2645"/>
                      </a:cubicBezTo>
                      <a:cubicBezTo>
                        <a:pt x="2067" y="2614"/>
                        <a:pt x="2128" y="2584"/>
                        <a:pt x="2158" y="2554"/>
                      </a:cubicBezTo>
                      <a:cubicBezTo>
                        <a:pt x="2219" y="2493"/>
                        <a:pt x="2249" y="2371"/>
                        <a:pt x="2219" y="2280"/>
                      </a:cubicBezTo>
                      <a:cubicBezTo>
                        <a:pt x="2189" y="2159"/>
                        <a:pt x="2097" y="2037"/>
                        <a:pt x="2158" y="1915"/>
                      </a:cubicBezTo>
                      <a:cubicBezTo>
                        <a:pt x="2158" y="1885"/>
                        <a:pt x="2219" y="1855"/>
                        <a:pt x="2249" y="1855"/>
                      </a:cubicBezTo>
                      <a:cubicBezTo>
                        <a:pt x="2280" y="1855"/>
                        <a:pt x="2310" y="1915"/>
                        <a:pt x="2341" y="1946"/>
                      </a:cubicBezTo>
                      <a:cubicBezTo>
                        <a:pt x="2432" y="2067"/>
                        <a:pt x="2432" y="2067"/>
                        <a:pt x="2523" y="1976"/>
                      </a:cubicBezTo>
                      <a:cubicBezTo>
                        <a:pt x="2675" y="1855"/>
                        <a:pt x="2736" y="1672"/>
                        <a:pt x="2675" y="1490"/>
                      </a:cubicBezTo>
                      <a:cubicBezTo>
                        <a:pt x="2614" y="1277"/>
                        <a:pt x="2553" y="1064"/>
                        <a:pt x="2523" y="821"/>
                      </a:cubicBezTo>
                      <a:cubicBezTo>
                        <a:pt x="2493" y="700"/>
                        <a:pt x="2432" y="578"/>
                        <a:pt x="2341" y="487"/>
                      </a:cubicBezTo>
                      <a:cubicBezTo>
                        <a:pt x="2219" y="396"/>
                        <a:pt x="2128" y="244"/>
                        <a:pt x="2067" y="92"/>
                      </a:cubicBezTo>
                      <a:cubicBezTo>
                        <a:pt x="2067" y="61"/>
                        <a:pt x="2037" y="0"/>
                        <a:pt x="2006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6" name="Google Shape;859;p21">
                  <a:extLst>
                    <a:ext uri="{FF2B5EF4-FFF2-40B4-BE49-F238E27FC236}">
                      <a16:creationId xmlns:a16="http://schemas.microsoft.com/office/drawing/2014/main" id="{E3E693B7-3602-3B06-B14D-E0AD338F219D}"/>
                    </a:ext>
                  </a:extLst>
                </p:cNvPr>
                <p:cNvSpPr/>
                <p:nvPr/>
              </p:nvSpPr>
              <p:spPr>
                <a:xfrm>
                  <a:off x="4567708" y="3184319"/>
                  <a:ext cx="43745" cy="7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8" h="2311" extrusionOk="0">
                      <a:moveTo>
                        <a:pt x="426" y="61"/>
                      </a:moveTo>
                      <a:cubicBezTo>
                        <a:pt x="365" y="30"/>
                        <a:pt x="304" y="0"/>
                        <a:pt x="243" y="0"/>
                      </a:cubicBezTo>
                      <a:cubicBezTo>
                        <a:pt x="182" y="0"/>
                        <a:pt x="152" y="0"/>
                        <a:pt x="152" y="61"/>
                      </a:cubicBezTo>
                      <a:cubicBezTo>
                        <a:pt x="152" y="122"/>
                        <a:pt x="213" y="182"/>
                        <a:pt x="182" y="243"/>
                      </a:cubicBezTo>
                      <a:cubicBezTo>
                        <a:pt x="91" y="486"/>
                        <a:pt x="31" y="760"/>
                        <a:pt x="0" y="1003"/>
                      </a:cubicBezTo>
                      <a:cubicBezTo>
                        <a:pt x="0" y="1368"/>
                        <a:pt x="61" y="1733"/>
                        <a:pt x="182" y="2067"/>
                      </a:cubicBezTo>
                      <a:cubicBezTo>
                        <a:pt x="274" y="2219"/>
                        <a:pt x="426" y="2310"/>
                        <a:pt x="578" y="2280"/>
                      </a:cubicBezTo>
                      <a:cubicBezTo>
                        <a:pt x="1064" y="2249"/>
                        <a:pt x="1368" y="1763"/>
                        <a:pt x="1216" y="1307"/>
                      </a:cubicBezTo>
                      <a:cubicBezTo>
                        <a:pt x="1034" y="821"/>
                        <a:pt x="760" y="426"/>
                        <a:pt x="426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7" name="Google Shape;860;p21">
                  <a:extLst>
                    <a:ext uri="{FF2B5EF4-FFF2-40B4-BE49-F238E27FC236}">
                      <a16:creationId xmlns:a16="http://schemas.microsoft.com/office/drawing/2014/main" id="{D278DB30-B4AA-3198-3DB2-DAC007764FEE}"/>
                    </a:ext>
                  </a:extLst>
                </p:cNvPr>
                <p:cNvSpPr/>
                <p:nvPr/>
              </p:nvSpPr>
              <p:spPr>
                <a:xfrm>
                  <a:off x="5809871" y="3450626"/>
                  <a:ext cx="76842" cy="43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3" h="1369" extrusionOk="0">
                      <a:moveTo>
                        <a:pt x="2189" y="61"/>
                      </a:moveTo>
                      <a:cubicBezTo>
                        <a:pt x="2037" y="0"/>
                        <a:pt x="1855" y="92"/>
                        <a:pt x="1825" y="274"/>
                      </a:cubicBezTo>
                      <a:cubicBezTo>
                        <a:pt x="1764" y="487"/>
                        <a:pt x="1581" y="639"/>
                        <a:pt x="1369" y="730"/>
                      </a:cubicBezTo>
                      <a:cubicBezTo>
                        <a:pt x="1247" y="760"/>
                        <a:pt x="1095" y="730"/>
                        <a:pt x="1034" y="639"/>
                      </a:cubicBezTo>
                      <a:lnTo>
                        <a:pt x="1034" y="608"/>
                      </a:lnTo>
                      <a:lnTo>
                        <a:pt x="1034" y="608"/>
                      </a:lnTo>
                      <a:lnTo>
                        <a:pt x="1034" y="608"/>
                      </a:lnTo>
                      <a:cubicBezTo>
                        <a:pt x="822" y="669"/>
                        <a:pt x="578" y="730"/>
                        <a:pt x="366" y="730"/>
                      </a:cubicBezTo>
                      <a:cubicBezTo>
                        <a:pt x="305" y="700"/>
                        <a:pt x="274" y="700"/>
                        <a:pt x="214" y="730"/>
                      </a:cubicBezTo>
                      <a:cubicBezTo>
                        <a:pt x="183" y="730"/>
                        <a:pt x="153" y="730"/>
                        <a:pt x="92" y="730"/>
                      </a:cubicBezTo>
                      <a:cubicBezTo>
                        <a:pt x="62" y="760"/>
                        <a:pt x="31" y="791"/>
                        <a:pt x="1" y="821"/>
                      </a:cubicBezTo>
                      <a:cubicBezTo>
                        <a:pt x="1" y="882"/>
                        <a:pt x="1" y="912"/>
                        <a:pt x="31" y="943"/>
                      </a:cubicBezTo>
                      <a:cubicBezTo>
                        <a:pt x="426" y="1247"/>
                        <a:pt x="943" y="1368"/>
                        <a:pt x="1429" y="1247"/>
                      </a:cubicBezTo>
                      <a:cubicBezTo>
                        <a:pt x="1460" y="1247"/>
                        <a:pt x="1521" y="1216"/>
                        <a:pt x="1551" y="1186"/>
                      </a:cubicBezTo>
                      <a:cubicBezTo>
                        <a:pt x="1733" y="1095"/>
                        <a:pt x="1885" y="882"/>
                        <a:pt x="2098" y="821"/>
                      </a:cubicBezTo>
                      <a:cubicBezTo>
                        <a:pt x="2129" y="791"/>
                        <a:pt x="2159" y="760"/>
                        <a:pt x="2159" y="700"/>
                      </a:cubicBezTo>
                      <a:cubicBezTo>
                        <a:pt x="2159" y="548"/>
                        <a:pt x="2280" y="487"/>
                        <a:pt x="2341" y="365"/>
                      </a:cubicBezTo>
                      <a:cubicBezTo>
                        <a:pt x="2402" y="244"/>
                        <a:pt x="2341" y="92"/>
                        <a:pt x="2189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8" name="Google Shape;861;p21">
                  <a:extLst>
                    <a:ext uri="{FF2B5EF4-FFF2-40B4-BE49-F238E27FC236}">
                      <a16:creationId xmlns:a16="http://schemas.microsoft.com/office/drawing/2014/main" id="{0D8B884C-F9A2-65A8-E8E5-258AA50D94D2}"/>
                    </a:ext>
                  </a:extLst>
                </p:cNvPr>
                <p:cNvSpPr/>
                <p:nvPr/>
              </p:nvSpPr>
              <p:spPr>
                <a:xfrm>
                  <a:off x="5353041" y="3530313"/>
                  <a:ext cx="66129" cy="37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8" h="1187" extrusionOk="0">
                      <a:moveTo>
                        <a:pt x="183" y="1156"/>
                      </a:moveTo>
                      <a:cubicBezTo>
                        <a:pt x="426" y="1125"/>
                        <a:pt x="670" y="1004"/>
                        <a:pt x="852" y="822"/>
                      </a:cubicBezTo>
                      <a:cubicBezTo>
                        <a:pt x="1034" y="639"/>
                        <a:pt x="1277" y="487"/>
                        <a:pt x="1551" y="457"/>
                      </a:cubicBezTo>
                      <a:cubicBezTo>
                        <a:pt x="1673" y="426"/>
                        <a:pt x="1764" y="396"/>
                        <a:pt x="1885" y="335"/>
                      </a:cubicBezTo>
                      <a:cubicBezTo>
                        <a:pt x="1946" y="274"/>
                        <a:pt x="2037" y="244"/>
                        <a:pt x="2068" y="153"/>
                      </a:cubicBezTo>
                      <a:cubicBezTo>
                        <a:pt x="2068" y="31"/>
                        <a:pt x="1977" y="31"/>
                        <a:pt x="1825" y="31"/>
                      </a:cubicBezTo>
                      <a:cubicBezTo>
                        <a:pt x="1460" y="1"/>
                        <a:pt x="1095" y="92"/>
                        <a:pt x="791" y="274"/>
                      </a:cubicBezTo>
                      <a:cubicBezTo>
                        <a:pt x="700" y="335"/>
                        <a:pt x="578" y="335"/>
                        <a:pt x="487" y="396"/>
                      </a:cubicBezTo>
                      <a:cubicBezTo>
                        <a:pt x="366" y="457"/>
                        <a:pt x="274" y="518"/>
                        <a:pt x="214" y="609"/>
                      </a:cubicBezTo>
                      <a:cubicBezTo>
                        <a:pt x="92" y="761"/>
                        <a:pt x="1" y="943"/>
                        <a:pt x="1" y="1156"/>
                      </a:cubicBezTo>
                      <a:cubicBezTo>
                        <a:pt x="62" y="1156"/>
                        <a:pt x="122" y="1186"/>
                        <a:pt x="183" y="115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9" name="Google Shape;862;p21">
                  <a:extLst>
                    <a:ext uri="{FF2B5EF4-FFF2-40B4-BE49-F238E27FC236}">
                      <a16:creationId xmlns:a16="http://schemas.microsoft.com/office/drawing/2014/main" id="{1A5527D7-02F0-94D2-C4C4-9B2C24BB7153}"/>
                    </a:ext>
                  </a:extLst>
                </p:cNvPr>
                <p:cNvSpPr/>
                <p:nvPr/>
              </p:nvSpPr>
              <p:spPr>
                <a:xfrm>
                  <a:off x="5371524" y="3129861"/>
                  <a:ext cx="24335" cy="48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1521" extrusionOk="0">
                      <a:moveTo>
                        <a:pt x="152" y="62"/>
                      </a:moveTo>
                      <a:cubicBezTo>
                        <a:pt x="61" y="92"/>
                        <a:pt x="0" y="183"/>
                        <a:pt x="31" y="274"/>
                      </a:cubicBezTo>
                      <a:lnTo>
                        <a:pt x="152" y="578"/>
                      </a:lnTo>
                      <a:lnTo>
                        <a:pt x="152" y="578"/>
                      </a:lnTo>
                      <a:lnTo>
                        <a:pt x="152" y="578"/>
                      </a:lnTo>
                      <a:lnTo>
                        <a:pt x="152" y="609"/>
                      </a:lnTo>
                      <a:cubicBezTo>
                        <a:pt x="183" y="609"/>
                        <a:pt x="213" y="639"/>
                        <a:pt x="244" y="670"/>
                      </a:cubicBezTo>
                      <a:cubicBezTo>
                        <a:pt x="244" y="670"/>
                        <a:pt x="244" y="700"/>
                        <a:pt x="244" y="730"/>
                      </a:cubicBezTo>
                      <a:cubicBezTo>
                        <a:pt x="213" y="761"/>
                        <a:pt x="183" y="761"/>
                        <a:pt x="152" y="700"/>
                      </a:cubicBezTo>
                      <a:cubicBezTo>
                        <a:pt x="152" y="670"/>
                        <a:pt x="152" y="639"/>
                        <a:pt x="152" y="609"/>
                      </a:cubicBezTo>
                      <a:lnTo>
                        <a:pt x="152" y="609"/>
                      </a:lnTo>
                      <a:cubicBezTo>
                        <a:pt x="152" y="609"/>
                        <a:pt x="152" y="639"/>
                        <a:pt x="122" y="639"/>
                      </a:cubicBezTo>
                      <a:cubicBezTo>
                        <a:pt x="0" y="791"/>
                        <a:pt x="0" y="974"/>
                        <a:pt x="92" y="1156"/>
                      </a:cubicBezTo>
                      <a:cubicBezTo>
                        <a:pt x="183" y="1247"/>
                        <a:pt x="244" y="1369"/>
                        <a:pt x="335" y="1490"/>
                      </a:cubicBezTo>
                      <a:cubicBezTo>
                        <a:pt x="365" y="1521"/>
                        <a:pt x="396" y="1521"/>
                        <a:pt x="426" y="1521"/>
                      </a:cubicBezTo>
                      <a:cubicBezTo>
                        <a:pt x="517" y="1521"/>
                        <a:pt x="547" y="1460"/>
                        <a:pt x="547" y="1399"/>
                      </a:cubicBezTo>
                      <a:cubicBezTo>
                        <a:pt x="517" y="1308"/>
                        <a:pt x="517" y="1247"/>
                        <a:pt x="487" y="1186"/>
                      </a:cubicBezTo>
                      <a:cubicBezTo>
                        <a:pt x="487" y="1156"/>
                        <a:pt x="487" y="1065"/>
                        <a:pt x="517" y="1065"/>
                      </a:cubicBezTo>
                      <a:cubicBezTo>
                        <a:pt x="760" y="1004"/>
                        <a:pt x="760" y="822"/>
                        <a:pt x="730" y="639"/>
                      </a:cubicBezTo>
                      <a:cubicBezTo>
                        <a:pt x="699" y="518"/>
                        <a:pt x="669" y="366"/>
                        <a:pt x="608" y="244"/>
                      </a:cubicBezTo>
                      <a:cubicBezTo>
                        <a:pt x="517" y="92"/>
                        <a:pt x="335" y="1"/>
                        <a:pt x="152" y="6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0" name="Google Shape;863;p21">
                  <a:extLst>
                    <a:ext uri="{FF2B5EF4-FFF2-40B4-BE49-F238E27FC236}">
                      <a16:creationId xmlns:a16="http://schemas.microsoft.com/office/drawing/2014/main" id="{57145B58-FD6D-8632-F6DE-D02A4202A47C}"/>
                    </a:ext>
                  </a:extLst>
                </p:cNvPr>
                <p:cNvSpPr/>
                <p:nvPr/>
              </p:nvSpPr>
              <p:spPr>
                <a:xfrm>
                  <a:off x="5439572" y="3422422"/>
                  <a:ext cx="53466" cy="22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2" h="701" extrusionOk="0">
                      <a:moveTo>
                        <a:pt x="182" y="548"/>
                      </a:moveTo>
                      <a:cubicBezTo>
                        <a:pt x="608" y="426"/>
                        <a:pt x="1064" y="457"/>
                        <a:pt x="1459" y="670"/>
                      </a:cubicBezTo>
                      <a:cubicBezTo>
                        <a:pt x="1459" y="670"/>
                        <a:pt x="1489" y="670"/>
                        <a:pt x="1520" y="670"/>
                      </a:cubicBezTo>
                      <a:cubicBezTo>
                        <a:pt x="1550" y="700"/>
                        <a:pt x="1641" y="639"/>
                        <a:pt x="1672" y="548"/>
                      </a:cubicBezTo>
                      <a:cubicBezTo>
                        <a:pt x="1641" y="487"/>
                        <a:pt x="1641" y="426"/>
                        <a:pt x="1611" y="396"/>
                      </a:cubicBezTo>
                      <a:cubicBezTo>
                        <a:pt x="1581" y="335"/>
                        <a:pt x="1520" y="305"/>
                        <a:pt x="1459" y="274"/>
                      </a:cubicBezTo>
                      <a:cubicBezTo>
                        <a:pt x="1094" y="62"/>
                        <a:pt x="669" y="1"/>
                        <a:pt x="274" y="123"/>
                      </a:cubicBezTo>
                      <a:cubicBezTo>
                        <a:pt x="152" y="123"/>
                        <a:pt x="61" y="214"/>
                        <a:pt x="30" y="335"/>
                      </a:cubicBezTo>
                      <a:cubicBezTo>
                        <a:pt x="0" y="457"/>
                        <a:pt x="91" y="578"/>
                        <a:pt x="182" y="54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1" name="Google Shape;864;p21">
                  <a:extLst>
                    <a:ext uri="{FF2B5EF4-FFF2-40B4-BE49-F238E27FC236}">
                      <a16:creationId xmlns:a16="http://schemas.microsoft.com/office/drawing/2014/main" id="{7371DDFF-B39F-909C-CC74-19D877372531}"/>
                    </a:ext>
                  </a:extLst>
                </p:cNvPr>
                <p:cNvSpPr/>
                <p:nvPr/>
              </p:nvSpPr>
              <p:spPr>
                <a:xfrm>
                  <a:off x="6069400" y="3778169"/>
                  <a:ext cx="43777" cy="45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" h="1430" extrusionOk="0">
                      <a:moveTo>
                        <a:pt x="1156" y="1429"/>
                      </a:moveTo>
                      <a:cubicBezTo>
                        <a:pt x="1216" y="1429"/>
                        <a:pt x="1277" y="1429"/>
                        <a:pt x="1338" y="1429"/>
                      </a:cubicBezTo>
                      <a:cubicBezTo>
                        <a:pt x="1338" y="1429"/>
                        <a:pt x="1338" y="1399"/>
                        <a:pt x="1368" y="1369"/>
                      </a:cubicBezTo>
                      <a:cubicBezTo>
                        <a:pt x="1338" y="1338"/>
                        <a:pt x="1338" y="1308"/>
                        <a:pt x="1307" y="1247"/>
                      </a:cubicBezTo>
                      <a:lnTo>
                        <a:pt x="548" y="396"/>
                      </a:lnTo>
                      <a:cubicBezTo>
                        <a:pt x="456" y="274"/>
                        <a:pt x="365" y="183"/>
                        <a:pt x="274" y="92"/>
                      </a:cubicBezTo>
                      <a:cubicBezTo>
                        <a:pt x="244" y="62"/>
                        <a:pt x="183" y="31"/>
                        <a:pt x="152" y="31"/>
                      </a:cubicBezTo>
                      <a:cubicBezTo>
                        <a:pt x="122" y="1"/>
                        <a:pt x="61" y="1"/>
                        <a:pt x="31" y="31"/>
                      </a:cubicBezTo>
                      <a:cubicBezTo>
                        <a:pt x="0" y="62"/>
                        <a:pt x="0" y="92"/>
                        <a:pt x="0" y="153"/>
                      </a:cubicBezTo>
                      <a:cubicBezTo>
                        <a:pt x="92" y="426"/>
                        <a:pt x="244" y="669"/>
                        <a:pt x="456" y="882"/>
                      </a:cubicBezTo>
                      <a:cubicBezTo>
                        <a:pt x="639" y="1095"/>
                        <a:pt x="882" y="1308"/>
                        <a:pt x="1156" y="14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2" name="Google Shape;865;p21">
                  <a:extLst>
                    <a:ext uri="{FF2B5EF4-FFF2-40B4-BE49-F238E27FC236}">
                      <a16:creationId xmlns:a16="http://schemas.microsoft.com/office/drawing/2014/main" id="{0F55495C-3284-DB6E-6353-33A0EC3011AB}"/>
                    </a:ext>
                  </a:extLst>
                </p:cNvPr>
                <p:cNvSpPr/>
                <p:nvPr/>
              </p:nvSpPr>
              <p:spPr>
                <a:xfrm>
                  <a:off x="5218928" y="3522543"/>
                  <a:ext cx="59318" cy="19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5" h="609" extrusionOk="0">
                      <a:moveTo>
                        <a:pt x="1155" y="31"/>
                      </a:moveTo>
                      <a:cubicBezTo>
                        <a:pt x="1125" y="31"/>
                        <a:pt x="1094" y="92"/>
                        <a:pt x="1064" y="122"/>
                      </a:cubicBezTo>
                      <a:cubicBezTo>
                        <a:pt x="1034" y="153"/>
                        <a:pt x="1003" y="183"/>
                        <a:pt x="1003" y="213"/>
                      </a:cubicBezTo>
                      <a:cubicBezTo>
                        <a:pt x="760" y="92"/>
                        <a:pt x="517" y="213"/>
                        <a:pt x="274" y="153"/>
                      </a:cubicBezTo>
                      <a:cubicBezTo>
                        <a:pt x="183" y="122"/>
                        <a:pt x="91" y="183"/>
                        <a:pt x="61" y="274"/>
                      </a:cubicBezTo>
                      <a:cubicBezTo>
                        <a:pt x="0" y="335"/>
                        <a:pt x="31" y="426"/>
                        <a:pt x="91" y="426"/>
                      </a:cubicBezTo>
                      <a:lnTo>
                        <a:pt x="456" y="548"/>
                      </a:lnTo>
                      <a:cubicBezTo>
                        <a:pt x="547" y="578"/>
                        <a:pt x="639" y="609"/>
                        <a:pt x="699" y="609"/>
                      </a:cubicBezTo>
                      <a:cubicBezTo>
                        <a:pt x="1064" y="578"/>
                        <a:pt x="1429" y="487"/>
                        <a:pt x="1794" y="396"/>
                      </a:cubicBezTo>
                      <a:cubicBezTo>
                        <a:pt x="1824" y="396"/>
                        <a:pt x="1854" y="335"/>
                        <a:pt x="1794" y="305"/>
                      </a:cubicBezTo>
                      <a:cubicBezTo>
                        <a:pt x="1642" y="92"/>
                        <a:pt x="1398" y="1"/>
                        <a:pt x="1155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3" name="Google Shape;866;p21">
                  <a:extLst>
                    <a:ext uri="{FF2B5EF4-FFF2-40B4-BE49-F238E27FC236}">
                      <a16:creationId xmlns:a16="http://schemas.microsoft.com/office/drawing/2014/main" id="{DAE56D48-CC75-F5CA-116E-C455D06A3A67}"/>
                    </a:ext>
                  </a:extLst>
                </p:cNvPr>
                <p:cNvSpPr/>
                <p:nvPr/>
              </p:nvSpPr>
              <p:spPr>
                <a:xfrm>
                  <a:off x="5287935" y="3524493"/>
                  <a:ext cx="59318" cy="15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5" h="487" extrusionOk="0">
                      <a:moveTo>
                        <a:pt x="1551" y="335"/>
                      </a:moveTo>
                      <a:cubicBezTo>
                        <a:pt x="1611" y="335"/>
                        <a:pt x="1672" y="304"/>
                        <a:pt x="1733" y="244"/>
                      </a:cubicBezTo>
                      <a:cubicBezTo>
                        <a:pt x="1763" y="213"/>
                        <a:pt x="1794" y="183"/>
                        <a:pt x="1824" y="152"/>
                      </a:cubicBezTo>
                      <a:cubicBezTo>
                        <a:pt x="1854" y="122"/>
                        <a:pt x="1824" y="61"/>
                        <a:pt x="1794" y="31"/>
                      </a:cubicBezTo>
                      <a:cubicBezTo>
                        <a:pt x="1794" y="31"/>
                        <a:pt x="1763" y="0"/>
                        <a:pt x="1733" y="0"/>
                      </a:cubicBezTo>
                      <a:cubicBezTo>
                        <a:pt x="1551" y="92"/>
                        <a:pt x="1338" y="122"/>
                        <a:pt x="1155" y="122"/>
                      </a:cubicBezTo>
                      <a:cubicBezTo>
                        <a:pt x="943" y="61"/>
                        <a:pt x="760" y="61"/>
                        <a:pt x="547" y="31"/>
                      </a:cubicBezTo>
                      <a:lnTo>
                        <a:pt x="487" y="31"/>
                      </a:lnTo>
                      <a:cubicBezTo>
                        <a:pt x="304" y="0"/>
                        <a:pt x="152" y="61"/>
                        <a:pt x="61" y="183"/>
                      </a:cubicBezTo>
                      <a:cubicBezTo>
                        <a:pt x="31" y="213"/>
                        <a:pt x="0" y="244"/>
                        <a:pt x="0" y="304"/>
                      </a:cubicBezTo>
                      <a:cubicBezTo>
                        <a:pt x="0" y="335"/>
                        <a:pt x="31" y="365"/>
                        <a:pt x="92" y="396"/>
                      </a:cubicBezTo>
                      <a:cubicBezTo>
                        <a:pt x="243" y="426"/>
                        <a:pt x="426" y="456"/>
                        <a:pt x="608" y="487"/>
                      </a:cubicBezTo>
                      <a:cubicBezTo>
                        <a:pt x="943" y="426"/>
                        <a:pt x="1247" y="396"/>
                        <a:pt x="1551" y="33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4" name="Google Shape;867;p21">
                  <a:extLst>
                    <a:ext uri="{FF2B5EF4-FFF2-40B4-BE49-F238E27FC236}">
                      <a16:creationId xmlns:a16="http://schemas.microsoft.com/office/drawing/2014/main" id="{51289D6F-6503-66BD-4645-77F53DB83A21}"/>
                    </a:ext>
                  </a:extLst>
                </p:cNvPr>
                <p:cNvSpPr/>
                <p:nvPr/>
              </p:nvSpPr>
              <p:spPr>
                <a:xfrm>
                  <a:off x="5248091" y="3162926"/>
                  <a:ext cx="41827" cy="44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8" h="1399" extrusionOk="0">
                      <a:moveTo>
                        <a:pt x="0" y="1307"/>
                      </a:moveTo>
                      <a:cubicBezTo>
                        <a:pt x="0" y="1307"/>
                        <a:pt x="0" y="1338"/>
                        <a:pt x="0" y="1368"/>
                      </a:cubicBezTo>
                      <a:cubicBezTo>
                        <a:pt x="0" y="1368"/>
                        <a:pt x="30" y="1368"/>
                        <a:pt x="61" y="1399"/>
                      </a:cubicBezTo>
                      <a:cubicBezTo>
                        <a:pt x="61" y="1399"/>
                        <a:pt x="91" y="1399"/>
                        <a:pt x="122" y="1399"/>
                      </a:cubicBezTo>
                      <a:cubicBezTo>
                        <a:pt x="334" y="1277"/>
                        <a:pt x="517" y="1125"/>
                        <a:pt x="669" y="912"/>
                      </a:cubicBezTo>
                      <a:cubicBezTo>
                        <a:pt x="821" y="669"/>
                        <a:pt x="1003" y="487"/>
                        <a:pt x="1246" y="335"/>
                      </a:cubicBezTo>
                      <a:cubicBezTo>
                        <a:pt x="1307" y="304"/>
                        <a:pt x="1307" y="304"/>
                        <a:pt x="1246" y="183"/>
                      </a:cubicBezTo>
                      <a:cubicBezTo>
                        <a:pt x="1125" y="0"/>
                        <a:pt x="1003" y="31"/>
                        <a:pt x="942" y="152"/>
                      </a:cubicBezTo>
                      <a:cubicBezTo>
                        <a:pt x="669" y="517"/>
                        <a:pt x="395" y="882"/>
                        <a:pt x="61" y="1186"/>
                      </a:cubicBezTo>
                      <a:cubicBezTo>
                        <a:pt x="30" y="1216"/>
                        <a:pt x="30" y="1247"/>
                        <a:pt x="0" y="130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5" name="Google Shape;868;p21">
                  <a:extLst>
                    <a:ext uri="{FF2B5EF4-FFF2-40B4-BE49-F238E27FC236}">
                      <a16:creationId xmlns:a16="http://schemas.microsoft.com/office/drawing/2014/main" id="{33A86EC0-30D7-E411-35B7-B0C98D8F3A5B}"/>
                    </a:ext>
                  </a:extLst>
                </p:cNvPr>
                <p:cNvSpPr/>
                <p:nvPr/>
              </p:nvSpPr>
              <p:spPr>
                <a:xfrm>
                  <a:off x="5328739" y="3144443"/>
                  <a:ext cx="30187" cy="544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" h="1703" extrusionOk="0">
                      <a:moveTo>
                        <a:pt x="943" y="821"/>
                      </a:moveTo>
                      <a:cubicBezTo>
                        <a:pt x="943" y="639"/>
                        <a:pt x="791" y="609"/>
                        <a:pt x="670" y="548"/>
                      </a:cubicBezTo>
                      <a:lnTo>
                        <a:pt x="700" y="518"/>
                      </a:lnTo>
                      <a:lnTo>
                        <a:pt x="670" y="518"/>
                      </a:lnTo>
                      <a:cubicBezTo>
                        <a:pt x="670" y="487"/>
                        <a:pt x="670" y="426"/>
                        <a:pt x="670" y="396"/>
                      </a:cubicBezTo>
                      <a:cubicBezTo>
                        <a:pt x="670" y="335"/>
                        <a:pt x="670" y="305"/>
                        <a:pt x="639" y="274"/>
                      </a:cubicBezTo>
                      <a:cubicBezTo>
                        <a:pt x="457" y="153"/>
                        <a:pt x="244" y="62"/>
                        <a:pt x="31" y="1"/>
                      </a:cubicBezTo>
                      <a:cubicBezTo>
                        <a:pt x="31" y="1"/>
                        <a:pt x="1" y="31"/>
                        <a:pt x="1" y="31"/>
                      </a:cubicBezTo>
                      <a:cubicBezTo>
                        <a:pt x="1" y="274"/>
                        <a:pt x="1" y="487"/>
                        <a:pt x="31" y="700"/>
                      </a:cubicBezTo>
                      <a:cubicBezTo>
                        <a:pt x="31" y="791"/>
                        <a:pt x="92" y="791"/>
                        <a:pt x="153" y="821"/>
                      </a:cubicBezTo>
                      <a:cubicBezTo>
                        <a:pt x="244" y="852"/>
                        <a:pt x="335" y="882"/>
                        <a:pt x="396" y="791"/>
                      </a:cubicBezTo>
                      <a:lnTo>
                        <a:pt x="548" y="639"/>
                      </a:lnTo>
                      <a:lnTo>
                        <a:pt x="548" y="670"/>
                      </a:lnTo>
                      <a:lnTo>
                        <a:pt x="548" y="670"/>
                      </a:lnTo>
                      <a:cubicBezTo>
                        <a:pt x="487" y="821"/>
                        <a:pt x="518" y="1004"/>
                        <a:pt x="396" y="1156"/>
                      </a:cubicBezTo>
                      <a:cubicBezTo>
                        <a:pt x="275" y="1308"/>
                        <a:pt x="275" y="1399"/>
                        <a:pt x="457" y="1521"/>
                      </a:cubicBezTo>
                      <a:cubicBezTo>
                        <a:pt x="518" y="1581"/>
                        <a:pt x="578" y="1612"/>
                        <a:pt x="670" y="1673"/>
                      </a:cubicBezTo>
                      <a:cubicBezTo>
                        <a:pt x="730" y="1703"/>
                        <a:pt x="791" y="1673"/>
                        <a:pt x="822" y="1581"/>
                      </a:cubicBezTo>
                      <a:cubicBezTo>
                        <a:pt x="882" y="1490"/>
                        <a:pt x="943" y="1338"/>
                        <a:pt x="943" y="1217"/>
                      </a:cubicBezTo>
                      <a:lnTo>
                        <a:pt x="943" y="1217"/>
                      </a:lnTo>
                      <a:lnTo>
                        <a:pt x="943" y="1217"/>
                      </a:lnTo>
                      <a:lnTo>
                        <a:pt x="943" y="1217"/>
                      </a:lnTo>
                      <a:cubicBezTo>
                        <a:pt x="822" y="1095"/>
                        <a:pt x="822" y="913"/>
                        <a:pt x="943" y="8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6" name="Google Shape;869;p21">
                  <a:extLst>
                    <a:ext uri="{FF2B5EF4-FFF2-40B4-BE49-F238E27FC236}">
                      <a16:creationId xmlns:a16="http://schemas.microsoft.com/office/drawing/2014/main" id="{85CFDEB6-1A4D-B64C-A828-74D00CDC6E21}"/>
                    </a:ext>
                  </a:extLst>
                </p:cNvPr>
                <p:cNvSpPr/>
                <p:nvPr/>
              </p:nvSpPr>
              <p:spPr>
                <a:xfrm>
                  <a:off x="5273354" y="3543935"/>
                  <a:ext cx="31146" cy="19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609" extrusionOk="0">
                      <a:moveTo>
                        <a:pt x="639" y="608"/>
                      </a:moveTo>
                      <a:cubicBezTo>
                        <a:pt x="699" y="608"/>
                        <a:pt x="791" y="608"/>
                        <a:pt x="851" y="608"/>
                      </a:cubicBezTo>
                      <a:cubicBezTo>
                        <a:pt x="943" y="578"/>
                        <a:pt x="973" y="487"/>
                        <a:pt x="943" y="396"/>
                      </a:cubicBezTo>
                      <a:cubicBezTo>
                        <a:pt x="912" y="365"/>
                        <a:pt x="882" y="304"/>
                        <a:pt x="882" y="274"/>
                      </a:cubicBezTo>
                      <a:cubicBezTo>
                        <a:pt x="699" y="92"/>
                        <a:pt x="456" y="0"/>
                        <a:pt x="213" y="31"/>
                      </a:cubicBezTo>
                      <a:cubicBezTo>
                        <a:pt x="152" y="31"/>
                        <a:pt x="122" y="61"/>
                        <a:pt x="61" y="61"/>
                      </a:cubicBezTo>
                      <a:cubicBezTo>
                        <a:pt x="31" y="92"/>
                        <a:pt x="0" y="122"/>
                        <a:pt x="0" y="183"/>
                      </a:cubicBezTo>
                      <a:cubicBezTo>
                        <a:pt x="0" y="213"/>
                        <a:pt x="0" y="274"/>
                        <a:pt x="31" y="304"/>
                      </a:cubicBezTo>
                      <a:cubicBezTo>
                        <a:pt x="244" y="365"/>
                        <a:pt x="456" y="487"/>
                        <a:pt x="639" y="60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7" name="Google Shape;870;p21">
                  <a:extLst>
                    <a:ext uri="{FF2B5EF4-FFF2-40B4-BE49-F238E27FC236}">
                      <a16:creationId xmlns:a16="http://schemas.microsoft.com/office/drawing/2014/main" id="{8CAC6033-5C7E-8876-7F48-B326D177A4E1}"/>
                    </a:ext>
                  </a:extLst>
                </p:cNvPr>
                <p:cNvSpPr/>
                <p:nvPr/>
              </p:nvSpPr>
              <p:spPr>
                <a:xfrm>
                  <a:off x="5924574" y="3476879"/>
                  <a:ext cx="22384" cy="25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" h="791" extrusionOk="0">
                      <a:moveTo>
                        <a:pt x="122" y="0"/>
                      </a:moveTo>
                      <a:lnTo>
                        <a:pt x="61" y="0"/>
                      </a:lnTo>
                      <a:cubicBezTo>
                        <a:pt x="61" y="61"/>
                        <a:pt x="1" y="122"/>
                        <a:pt x="1" y="182"/>
                      </a:cubicBezTo>
                      <a:cubicBezTo>
                        <a:pt x="61" y="395"/>
                        <a:pt x="152" y="578"/>
                        <a:pt x="274" y="699"/>
                      </a:cubicBezTo>
                      <a:cubicBezTo>
                        <a:pt x="335" y="790"/>
                        <a:pt x="517" y="790"/>
                        <a:pt x="608" y="699"/>
                      </a:cubicBezTo>
                      <a:cubicBezTo>
                        <a:pt x="700" y="638"/>
                        <a:pt x="700" y="517"/>
                        <a:pt x="639" y="426"/>
                      </a:cubicBezTo>
                      <a:cubicBezTo>
                        <a:pt x="487" y="243"/>
                        <a:pt x="335" y="122"/>
                        <a:pt x="1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8" name="Google Shape;871;p21">
                  <a:extLst>
                    <a:ext uri="{FF2B5EF4-FFF2-40B4-BE49-F238E27FC236}">
                      <a16:creationId xmlns:a16="http://schemas.microsoft.com/office/drawing/2014/main" id="{E2A35863-4F89-EA8A-37BE-633CFB203FE0}"/>
                    </a:ext>
                  </a:extLst>
                </p:cNvPr>
                <p:cNvSpPr/>
                <p:nvPr/>
              </p:nvSpPr>
              <p:spPr>
                <a:xfrm>
                  <a:off x="5403598" y="3428274"/>
                  <a:ext cx="23344" cy="175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548" extrusionOk="0">
                      <a:moveTo>
                        <a:pt x="700" y="395"/>
                      </a:moveTo>
                      <a:cubicBezTo>
                        <a:pt x="730" y="395"/>
                        <a:pt x="730" y="335"/>
                        <a:pt x="730" y="304"/>
                      </a:cubicBezTo>
                      <a:cubicBezTo>
                        <a:pt x="730" y="243"/>
                        <a:pt x="700" y="213"/>
                        <a:pt x="700" y="183"/>
                      </a:cubicBezTo>
                      <a:cubicBezTo>
                        <a:pt x="517" y="0"/>
                        <a:pt x="213" y="0"/>
                        <a:pt x="31" y="183"/>
                      </a:cubicBezTo>
                      <a:cubicBezTo>
                        <a:pt x="0" y="243"/>
                        <a:pt x="0" y="304"/>
                        <a:pt x="31" y="365"/>
                      </a:cubicBezTo>
                      <a:cubicBezTo>
                        <a:pt x="152" y="487"/>
                        <a:pt x="335" y="547"/>
                        <a:pt x="517" y="517"/>
                      </a:cubicBezTo>
                      <a:cubicBezTo>
                        <a:pt x="578" y="487"/>
                        <a:pt x="639" y="456"/>
                        <a:pt x="700" y="39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9" name="Google Shape;872;p21">
                  <a:extLst>
                    <a:ext uri="{FF2B5EF4-FFF2-40B4-BE49-F238E27FC236}">
                      <a16:creationId xmlns:a16="http://schemas.microsoft.com/office/drawing/2014/main" id="{CA9C2DAF-8599-471D-F310-B58005CF3080}"/>
                    </a:ext>
                  </a:extLst>
                </p:cNvPr>
                <p:cNvSpPr/>
                <p:nvPr/>
              </p:nvSpPr>
              <p:spPr>
                <a:xfrm>
                  <a:off x="5512449" y="4113515"/>
                  <a:ext cx="20466" cy="10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" h="335" extrusionOk="0">
                      <a:moveTo>
                        <a:pt x="31" y="122"/>
                      </a:moveTo>
                      <a:cubicBezTo>
                        <a:pt x="1" y="152"/>
                        <a:pt x="1" y="213"/>
                        <a:pt x="1" y="243"/>
                      </a:cubicBezTo>
                      <a:cubicBezTo>
                        <a:pt x="1" y="274"/>
                        <a:pt x="31" y="274"/>
                        <a:pt x="62" y="274"/>
                      </a:cubicBezTo>
                      <a:lnTo>
                        <a:pt x="274" y="335"/>
                      </a:lnTo>
                      <a:lnTo>
                        <a:pt x="457" y="335"/>
                      </a:lnTo>
                      <a:lnTo>
                        <a:pt x="517" y="335"/>
                      </a:lnTo>
                      <a:lnTo>
                        <a:pt x="639" y="274"/>
                      </a:lnTo>
                      <a:cubicBezTo>
                        <a:pt x="609" y="213"/>
                        <a:pt x="578" y="152"/>
                        <a:pt x="517" y="122"/>
                      </a:cubicBezTo>
                      <a:cubicBezTo>
                        <a:pt x="396" y="0"/>
                        <a:pt x="183" y="0"/>
                        <a:pt x="31" y="1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0" name="Google Shape;873;p21">
                  <a:extLst>
                    <a:ext uri="{FF2B5EF4-FFF2-40B4-BE49-F238E27FC236}">
                      <a16:creationId xmlns:a16="http://schemas.microsoft.com/office/drawing/2014/main" id="{52EE718E-30B5-8BC2-FAE7-392FC497ADB8}"/>
                    </a:ext>
                  </a:extLst>
                </p:cNvPr>
                <p:cNvSpPr/>
                <p:nvPr/>
              </p:nvSpPr>
              <p:spPr>
                <a:xfrm>
                  <a:off x="5550374" y="3477838"/>
                  <a:ext cx="13622" cy="20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" h="639" extrusionOk="0">
                      <a:moveTo>
                        <a:pt x="243" y="0"/>
                      </a:moveTo>
                      <a:cubicBezTo>
                        <a:pt x="213" y="0"/>
                        <a:pt x="183" y="31"/>
                        <a:pt x="183" y="31"/>
                      </a:cubicBezTo>
                      <a:cubicBezTo>
                        <a:pt x="61" y="152"/>
                        <a:pt x="0" y="335"/>
                        <a:pt x="0" y="517"/>
                      </a:cubicBezTo>
                      <a:cubicBezTo>
                        <a:pt x="0" y="548"/>
                        <a:pt x="31" y="578"/>
                        <a:pt x="61" y="608"/>
                      </a:cubicBezTo>
                      <a:cubicBezTo>
                        <a:pt x="91" y="639"/>
                        <a:pt x="122" y="608"/>
                        <a:pt x="122" y="608"/>
                      </a:cubicBezTo>
                      <a:cubicBezTo>
                        <a:pt x="335" y="517"/>
                        <a:pt x="426" y="274"/>
                        <a:pt x="335" y="61"/>
                      </a:cubicBezTo>
                      <a:cubicBezTo>
                        <a:pt x="335" y="0"/>
                        <a:pt x="274" y="0"/>
                        <a:pt x="2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1" name="Google Shape;874;p21">
                  <a:extLst>
                    <a:ext uri="{FF2B5EF4-FFF2-40B4-BE49-F238E27FC236}">
                      <a16:creationId xmlns:a16="http://schemas.microsoft.com/office/drawing/2014/main" id="{61190FF1-E1BE-8201-38DC-EF3F49B60F23}"/>
                    </a:ext>
                  </a:extLst>
                </p:cNvPr>
                <p:cNvSpPr/>
                <p:nvPr/>
              </p:nvSpPr>
              <p:spPr>
                <a:xfrm>
                  <a:off x="5476506" y="3584738"/>
                  <a:ext cx="19442" cy="12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397" extrusionOk="0">
                      <a:moveTo>
                        <a:pt x="334" y="366"/>
                      </a:moveTo>
                      <a:cubicBezTo>
                        <a:pt x="426" y="396"/>
                        <a:pt x="547" y="305"/>
                        <a:pt x="578" y="183"/>
                      </a:cubicBezTo>
                      <a:cubicBezTo>
                        <a:pt x="608" y="123"/>
                        <a:pt x="578" y="62"/>
                        <a:pt x="517" y="31"/>
                      </a:cubicBezTo>
                      <a:lnTo>
                        <a:pt x="334" y="1"/>
                      </a:lnTo>
                      <a:cubicBezTo>
                        <a:pt x="274" y="1"/>
                        <a:pt x="182" y="31"/>
                        <a:pt x="91" y="31"/>
                      </a:cubicBezTo>
                      <a:cubicBezTo>
                        <a:pt x="30" y="62"/>
                        <a:pt x="0" y="92"/>
                        <a:pt x="0" y="123"/>
                      </a:cubicBezTo>
                      <a:cubicBezTo>
                        <a:pt x="0" y="153"/>
                        <a:pt x="0" y="244"/>
                        <a:pt x="30" y="244"/>
                      </a:cubicBezTo>
                      <a:cubicBezTo>
                        <a:pt x="122" y="305"/>
                        <a:pt x="243" y="335"/>
                        <a:pt x="334" y="36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2" name="Google Shape;875;p21">
                  <a:extLst>
                    <a:ext uri="{FF2B5EF4-FFF2-40B4-BE49-F238E27FC236}">
                      <a16:creationId xmlns:a16="http://schemas.microsoft.com/office/drawing/2014/main" id="{E4B8D3EE-3CA0-2413-0BDC-99996FFC248F}"/>
                    </a:ext>
                  </a:extLst>
                </p:cNvPr>
                <p:cNvSpPr/>
                <p:nvPr/>
              </p:nvSpPr>
              <p:spPr>
                <a:xfrm>
                  <a:off x="5949836" y="4484803"/>
                  <a:ext cx="14614" cy="15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" h="487" extrusionOk="0">
                      <a:moveTo>
                        <a:pt x="214" y="31"/>
                      </a:moveTo>
                      <a:cubicBezTo>
                        <a:pt x="92" y="122"/>
                        <a:pt x="31" y="274"/>
                        <a:pt x="1" y="426"/>
                      </a:cubicBezTo>
                      <a:cubicBezTo>
                        <a:pt x="1" y="426"/>
                        <a:pt x="31" y="487"/>
                        <a:pt x="62" y="487"/>
                      </a:cubicBezTo>
                      <a:cubicBezTo>
                        <a:pt x="122" y="456"/>
                        <a:pt x="214" y="426"/>
                        <a:pt x="305" y="395"/>
                      </a:cubicBezTo>
                      <a:cubicBezTo>
                        <a:pt x="426" y="335"/>
                        <a:pt x="457" y="213"/>
                        <a:pt x="396" y="61"/>
                      </a:cubicBezTo>
                      <a:cubicBezTo>
                        <a:pt x="335" y="0"/>
                        <a:pt x="274" y="0"/>
                        <a:pt x="214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3" name="Google Shape;876;p21">
                  <a:extLst>
                    <a:ext uri="{FF2B5EF4-FFF2-40B4-BE49-F238E27FC236}">
                      <a16:creationId xmlns:a16="http://schemas.microsoft.com/office/drawing/2014/main" id="{099129F5-E832-8D77-03FA-D73C0B213E9E}"/>
                    </a:ext>
                  </a:extLst>
                </p:cNvPr>
                <p:cNvSpPr/>
                <p:nvPr/>
              </p:nvSpPr>
              <p:spPr>
                <a:xfrm>
                  <a:off x="6123826" y="3662507"/>
                  <a:ext cx="11704" cy="165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518" extrusionOk="0">
                      <a:moveTo>
                        <a:pt x="365" y="274"/>
                      </a:moveTo>
                      <a:cubicBezTo>
                        <a:pt x="305" y="153"/>
                        <a:pt x="213" y="61"/>
                        <a:pt x="92" y="1"/>
                      </a:cubicBezTo>
                      <a:cubicBezTo>
                        <a:pt x="61" y="31"/>
                        <a:pt x="1" y="31"/>
                        <a:pt x="1" y="61"/>
                      </a:cubicBezTo>
                      <a:cubicBezTo>
                        <a:pt x="1" y="183"/>
                        <a:pt x="1" y="305"/>
                        <a:pt x="31" y="396"/>
                      </a:cubicBezTo>
                      <a:cubicBezTo>
                        <a:pt x="31" y="487"/>
                        <a:pt x="153" y="517"/>
                        <a:pt x="244" y="487"/>
                      </a:cubicBezTo>
                      <a:cubicBezTo>
                        <a:pt x="335" y="457"/>
                        <a:pt x="365" y="365"/>
                        <a:pt x="365" y="2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4" name="Google Shape;877;p21">
                  <a:extLst>
                    <a:ext uri="{FF2B5EF4-FFF2-40B4-BE49-F238E27FC236}">
                      <a16:creationId xmlns:a16="http://schemas.microsoft.com/office/drawing/2014/main" id="{B403FAB2-B9B1-946C-0ADC-79206C8FD358}"/>
                    </a:ext>
                  </a:extLst>
                </p:cNvPr>
                <p:cNvSpPr/>
                <p:nvPr/>
              </p:nvSpPr>
              <p:spPr>
                <a:xfrm>
                  <a:off x="6029556" y="3535174"/>
                  <a:ext cx="15573" cy="19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609" extrusionOk="0">
                      <a:moveTo>
                        <a:pt x="395" y="609"/>
                      </a:moveTo>
                      <a:cubicBezTo>
                        <a:pt x="426" y="609"/>
                        <a:pt x="426" y="609"/>
                        <a:pt x="456" y="609"/>
                      </a:cubicBezTo>
                      <a:cubicBezTo>
                        <a:pt x="456" y="578"/>
                        <a:pt x="487" y="578"/>
                        <a:pt x="487" y="548"/>
                      </a:cubicBezTo>
                      <a:cubicBezTo>
                        <a:pt x="426" y="487"/>
                        <a:pt x="395" y="396"/>
                        <a:pt x="335" y="335"/>
                      </a:cubicBezTo>
                      <a:lnTo>
                        <a:pt x="335" y="335"/>
                      </a:lnTo>
                      <a:cubicBezTo>
                        <a:pt x="274" y="244"/>
                        <a:pt x="213" y="153"/>
                        <a:pt x="152" y="62"/>
                      </a:cubicBezTo>
                      <a:cubicBezTo>
                        <a:pt x="122" y="31"/>
                        <a:pt x="91" y="31"/>
                        <a:pt x="31" y="1"/>
                      </a:cubicBezTo>
                      <a:cubicBezTo>
                        <a:pt x="0" y="1"/>
                        <a:pt x="0" y="153"/>
                        <a:pt x="0" y="214"/>
                      </a:cubicBezTo>
                      <a:cubicBezTo>
                        <a:pt x="91" y="366"/>
                        <a:pt x="213" y="518"/>
                        <a:pt x="395" y="60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5" name="Google Shape;878;p21">
                  <a:extLst>
                    <a:ext uri="{FF2B5EF4-FFF2-40B4-BE49-F238E27FC236}">
                      <a16:creationId xmlns:a16="http://schemas.microsoft.com/office/drawing/2014/main" id="{B016D1EF-FE4C-F1FA-FC21-2EB3A4984F4C}"/>
                    </a:ext>
                  </a:extLst>
                </p:cNvPr>
                <p:cNvSpPr/>
                <p:nvPr/>
              </p:nvSpPr>
              <p:spPr>
                <a:xfrm>
                  <a:off x="5377344" y="3404930"/>
                  <a:ext cx="24335" cy="4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153" extrusionOk="0">
                      <a:moveTo>
                        <a:pt x="31" y="62"/>
                      </a:moveTo>
                      <a:cubicBezTo>
                        <a:pt x="1" y="122"/>
                        <a:pt x="31" y="153"/>
                        <a:pt x="92" y="153"/>
                      </a:cubicBezTo>
                      <a:lnTo>
                        <a:pt x="396" y="153"/>
                      </a:lnTo>
                      <a:lnTo>
                        <a:pt x="396" y="153"/>
                      </a:lnTo>
                      <a:lnTo>
                        <a:pt x="669" y="153"/>
                      </a:lnTo>
                      <a:cubicBezTo>
                        <a:pt x="700" y="153"/>
                        <a:pt x="730" y="122"/>
                        <a:pt x="730" y="92"/>
                      </a:cubicBezTo>
                      <a:cubicBezTo>
                        <a:pt x="761" y="92"/>
                        <a:pt x="700" y="62"/>
                        <a:pt x="700" y="62"/>
                      </a:cubicBezTo>
                      <a:cubicBezTo>
                        <a:pt x="517" y="31"/>
                        <a:pt x="305" y="1"/>
                        <a:pt x="122" y="1"/>
                      </a:cubicBezTo>
                      <a:cubicBezTo>
                        <a:pt x="92" y="1"/>
                        <a:pt x="31" y="31"/>
                        <a:pt x="31" y="6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6" name="Google Shape;879;p21">
                  <a:extLst>
                    <a:ext uri="{FF2B5EF4-FFF2-40B4-BE49-F238E27FC236}">
                      <a16:creationId xmlns:a16="http://schemas.microsoft.com/office/drawing/2014/main" id="{79B7ACDD-7FAB-3E50-F0C1-763324FF5E8F}"/>
                    </a:ext>
                  </a:extLst>
                </p:cNvPr>
                <p:cNvSpPr/>
                <p:nvPr/>
              </p:nvSpPr>
              <p:spPr>
                <a:xfrm>
                  <a:off x="6012064" y="3549755"/>
                  <a:ext cx="17524" cy="11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366" extrusionOk="0">
                      <a:moveTo>
                        <a:pt x="426" y="366"/>
                      </a:moveTo>
                      <a:cubicBezTo>
                        <a:pt x="486" y="335"/>
                        <a:pt x="517" y="335"/>
                        <a:pt x="517" y="274"/>
                      </a:cubicBezTo>
                      <a:cubicBezTo>
                        <a:pt x="547" y="244"/>
                        <a:pt x="517" y="214"/>
                        <a:pt x="486" y="153"/>
                      </a:cubicBezTo>
                      <a:cubicBezTo>
                        <a:pt x="426" y="62"/>
                        <a:pt x="304" y="1"/>
                        <a:pt x="152" y="1"/>
                      </a:cubicBezTo>
                      <a:cubicBezTo>
                        <a:pt x="122" y="1"/>
                        <a:pt x="91" y="31"/>
                        <a:pt x="31" y="62"/>
                      </a:cubicBezTo>
                      <a:cubicBezTo>
                        <a:pt x="0" y="92"/>
                        <a:pt x="31" y="183"/>
                        <a:pt x="61" y="214"/>
                      </a:cubicBezTo>
                      <a:cubicBezTo>
                        <a:pt x="182" y="305"/>
                        <a:pt x="304" y="335"/>
                        <a:pt x="426" y="36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7" name="Google Shape;880;p21">
                  <a:extLst>
                    <a:ext uri="{FF2B5EF4-FFF2-40B4-BE49-F238E27FC236}">
                      <a16:creationId xmlns:a16="http://schemas.microsoft.com/office/drawing/2014/main" id="{14AA9161-6285-9C7B-90DE-382549F0671E}"/>
                    </a:ext>
                  </a:extLst>
                </p:cNvPr>
                <p:cNvSpPr/>
                <p:nvPr/>
              </p:nvSpPr>
              <p:spPr>
                <a:xfrm>
                  <a:off x="4888441" y="3343694"/>
                  <a:ext cx="10744" cy="12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" h="397" extrusionOk="0">
                      <a:moveTo>
                        <a:pt x="122" y="1"/>
                      </a:moveTo>
                      <a:cubicBezTo>
                        <a:pt x="122" y="1"/>
                        <a:pt x="92" y="1"/>
                        <a:pt x="92" y="1"/>
                      </a:cubicBezTo>
                      <a:cubicBezTo>
                        <a:pt x="31" y="31"/>
                        <a:pt x="1" y="62"/>
                        <a:pt x="1" y="92"/>
                      </a:cubicBezTo>
                      <a:cubicBezTo>
                        <a:pt x="1" y="214"/>
                        <a:pt x="61" y="335"/>
                        <a:pt x="183" y="396"/>
                      </a:cubicBezTo>
                      <a:cubicBezTo>
                        <a:pt x="213" y="396"/>
                        <a:pt x="244" y="396"/>
                        <a:pt x="244" y="396"/>
                      </a:cubicBezTo>
                      <a:cubicBezTo>
                        <a:pt x="274" y="366"/>
                        <a:pt x="305" y="335"/>
                        <a:pt x="335" y="305"/>
                      </a:cubicBezTo>
                      <a:cubicBezTo>
                        <a:pt x="335" y="183"/>
                        <a:pt x="244" y="62"/>
                        <a:pt x="12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8" name="Google Shape;881;p21">
                  <a:extLst>
                    <a:ext uri="{FF2B5EF4-FFF2-40B4-BE49-F238E27FC236}">
                      <a16:creationId xmlns:a16="http://schemas.microsoft.com/office/drawing/2014/main" id="{330D6DE5-3E41-466D-345F-FE934CB776DC}"/>
                    </a:ext>
                  </a:extLst>
                </p:cNvPr>
                <p:cNvSpPr/>
                <p:nvPr/>
              </p:nvSpPr>
              <p:spPr>
                <a:xfrm>
                  <a:off x="5073111" y="3418552"/>
                  <a:ext cx="13654" cy="126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" h="396" extrusionOk="0">
                      <a:moveTo>
                        <a:pt x="92" y="31"/>
                      </a:moveTo>
                      <a:cubicBezTo>
                        <a:pt x="92" y="31"/>
                        <a:pt x="62" y="61"/>
                        <a:pt x="62" y="61"/>
                      </a:cubicBezTo>
                      <a:cubicBezTo>
                        <a:pt x="1" y="122"/>
                        <a:pt x="1" y="183"/>
                        <a:pt x="31" y="244"/>
                      </a:cubicBezTo>
                      <a:cubicBezTo>
                        <a:pt x="62" y="335"/>
                        <a:pt x="153" y="395"/>
                        <a:pt x="244" y="365"/>
                      </a:cubicBezTo>
                      <a:cubicBezTo>
                        <a:pt x="305" y="335"/>
                        <a:pt x="366" y="335"/>
                        <a:pt x="396" y="304"/>
                      </a:cubicBezTo>
                      <a:cubicBezTo>
                        <a:pt x="396" y="244"/>
                        <a:pt x="426" y="213"/>
                        <a:pt x="396" y="213"/>
                      </a:cubicBezTo>
                      <a:cubicBezTo>
                        <a:pt x="366" y="61"/>
                        <a:pt x="244" y="0"/>
                        <a:pt x="92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9" name="Google Shape;882;p21">
                  <a:extLst>
                    <a:ext uri="{FF2B5EF4-FFF2-40B4-BE49-F238E27FC236}">
                      <a16:creationId xmlns:a16="http://schemas.microsoft.com/office/drawing/2014/main" id="{76152A49-B9B7-243B-9E8A-201CF7112CC9}"/>
                    </a:ext>
                  </a:extLst>
                </p:cNvPr>
                <p:cNvSpPr/>
                <p:nvPr/>
              </p:nvSpPr>
              <p:spPr>
                <a:xfrm>
                  <a:off x="5997483" y="3517682"/>
                  <a:ext cx="13622" cy="13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" h="427" extrusionOk="0">
                      <a:moveTo>
                        <a:pt x="304" y="396"/>
                      </a:moveTo>
                      <a:cubicBezTo>
                        <a:pt x="365" y="426"/>
                        <a:pt x="395" y="426"/>
                        <a:pt x="426" y="365"/>
                      </a:cubicBezTo>
                      <a:cubicBezTo>
                        <a:pt x="426" y="335"/>
                        <a:pt x="426" y="274"/>
                        <a:pt x="426" y="244"/>
                      </a:cubicBezTo>
                      <a:cubicBezTo>
                        <a:pt x="335" y="122"/>
                        <a:pt x="213" y="31"/>
                        <a:pt x="31" y="1"/>
                      </a:cubicBezTo>
                      <a:cubicBezTo>
                        <a:pt x="31" y="1"/>
                        <a:pt x="0" y="1"/>
                        <a:pt x="0" y="31"/>
                      </a:cubicBezTo>
                      <a:cubicBezTo>
                        <a:pt x="0" y="61"/>
                        <a:pt x="0" y="61"/>
                        <a:pt x="0" y="92"/>
                      </a:cubicBezTo>
                      <a:cubicBezTo>
                        <a:pt x="61" y="213"/>
                        <a:pt x="183" y="335"/>
                        <a:pt x="304" y="39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0" name="Google Shape;883;p21">
                  <a:extLst>
                    <a:ext uri="{FF2B5EF4-FFF2-40B4-BE49-F238E27FC236}">
                      <a16:creationId xmlns:a16="http://schemas.microsoft.com/office/drawing/2014/main" id="{6DCC109A-BDAF-AF1E-B88E-4F4B15174FE7}"/>
                    </a:ext>
                  </a:extLst>
                </p:cNvPr>
                <p:cNvSpPr/>
                <p:nvPr/>
              </p:nvSpPr>
              <p:spPr>
                <a:xfrm>
                  <a:off x="4912744" y="3390349"/>
                  <a:ext cx="10712" cy="11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" h="366" extrusionOk="0">
                      <a:moveTo>
                        <a:pt x="183" y="1"/>
                      </a:moveTo>
                      <a:cubicBezTo>
                        <a:pt x="122" y="1"/>
                        <a:pt x="92" y="1"/>
                        <a:pt x="31" y="31"/>
                      </a:cubicBezTo>
                      <a:cubicBezTo>
                        <a:pt x="1" y="31"/>
                        <a:pt x="1" y="92"/>
                        <a:pt x="1" y="153"/>
                      </a:cubicBezTo>
                      <a:cubicBezTo>
                        <a:pt x="31" y="244"/>
                        <a:pt x="122" y="335"/>
                        <a:pt x="213" y="366"/>
                      </a:cubicBezTo>
                      <a:lnTo>
                        <a:pt x="274" y="366"/>
                      </a:lnTo>
                      <a:cubicBezTo>
                        <a:pt x="305" y="335"/>
                        <a:pt x="335" y="305"/>
                        <a:pt x="335" y="274"/>
                      </a:cubicBezTo>
                      <a:cubicBezTo>
                        <a:pt x="335" y="153"/>
                        <a:pt x="274" y="62"/>
                        <a:pt x="18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1" name="Google Shape;884;p21">
                  <a:extLst>
                    <a:ext uri="{FF2B5EF4-FFF2-40B4-BE49-F238E27FC236}">
                      <a16:creationId xmlns:a16="http://schemas.microsoft.com/office/drawing/2014/main" id="{C475257F-01DC-8437-8727-BE95C635E0EB}"/>
                    </a:ext>
                  </a:extLst>
                </p:cNvPr>
                <p:cNvSpPr/>
                <p:nvPr/>
              </p:nvSpPr>
              <p:spPr>
                <a:xfrm>
                  <a:off x="6040237" y="3570189"/>
                  <a:ext cx="13654" cy="9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" h="305" extrusionOk="0">
                      <a:moveTo>
                        <a:pt x="1" y="61"/>
                      </a:moveTo>
                      <a:cubicBezTo>
                        <a:pt x="1" y="91"/>
                        <a:pt x="1" y="91"/>
                        <a:pt x="1" y="122"/>
                      </a:cubicBezTo>
                      <a:cubicBezTo>
                        <a:pt x="61" y="213"/>
                        <a:pt x="153" y="304"/>
                        <a:pt x="274" y="304"/>
                      </a:cubicBezTo>
                      <a:cubicBezTo>
                        <a:pt x="305" y="304"/>
                        <a:pt x="365" y="274"/>
                        <a:pt x="426" y="243"/>
                      </a:cubicBezTo>
                      <a:cubicBezTo>
                        <a:pt x="426" y="213"/>
                        <a:pt x="426" y="182"/>
                        <a:pt x="396" y="152"/>
                      </a:cubicBezTo>
                      <a:cubicBezTo>
                        <a:pt x="335" y="91"/>
                        <a:pt x="244" y="30"/>
                        <a:pt x="122" y="0"/>
                      </a:cubicBezTo>
                      <a:cubicBezTo>
                        <a:pt x="61" y="0"/>
                        <a:pt x="31" y="0"/>
                        <a:pt x="1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2" name="Google Shape;885;p21">
                  <a:extLst>
                    <a:ext uri="{FF2B5EF4-FFF2-40B4-BE49-F238E27FC236}">
                      <a16:creationId xmlns:a16="http://schemas.microsoft.com/office/drawing/2014/main" id="{D8D21054-3CFE-2AF4-E715-8342F5C703A7}"/>
                    </a:ext>
                  </a:extLst>
                </p:cNvPr>
                <p:cNvSpPr/>
                <p:nvPr/>
              </p:nvSpPr>
              <p:spPr>
                <a:xfrm>
                  <a:off x="5886681" y="3439945"/>
                  <a:ext cx="9753" cy="20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639" extrusionOk="0">
                      <a:moveTo>
                        <a:pt x="0" y="0"/>
                      </a:moveTo>
                      <a:cubicBezTo>
                        <a:pt x="0" y="213"/>
                        <a:pt x="61" y="426"/>
                        <a:pt x="152" y="638"/>
                      </a:cubicBezTo>
                      <a:lnTo>
                        <a:pt x="213" y="638"/>
                      </a:lnTo>
                      <a:cubicBezTo>
                        <a:pt x="274" y="608"/>
                        <a:pt x="304" y="547"/>
                        <a:pt x="304" y="486"/>
                      </a:cubicBezTo>
                      <a:cubicBezTo>
                        <a:pt x="304" y="274"/>
                        <a:pt x="182" y="9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3" name="Google Shape;886;p21">
                  <a:extLst>
                    <a:ext uri="{FF2B5EF4-FFF2-40B4-BE49-F238E27FC236}">
                      <a16:creationId xmlns:a16="http://schemas.microsoft.com/office/drawing/2014/main" id="{112B496D-69EC-F518-D5A3-9E7CB9748EBF}"/>
                    </a:ext>
                  </a:extLst>
                </p:cNvPr>
                <p:cNvSpPr/>
                <p:nvPr/>
              </p:nvSpPr>
              <p:spPr>
                <a:xfrm>
                  <a:off x="5008964" y="3347595"/>
                  <a:ext cx="14614" cy="6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" h="214" extrusionOk="0">
                      <a:moveTo>
                        <a:pt x="426" y="152"/>
                      </a:moveTo>
                      <a:cubicBezTo>
                        <a:pt x="457" y="152"/>
                        <a:pt x="457" y="122"/>
                        <a:pt x="426" y="122"/>
                      </a:cubicBezTo>
                      <a:cubicBezTo>
                        <a:pt x="426" y="61"/>
                        <a:pt x="396" y="31"/>
                        <a:pt x="366" y="0"/>
                      </a:cubicBezTo>
                      <a:cubicBezTo>
                        <a:pt x="305" y="0"/>
                        <a:pt x="274" y="0"/>
                        <a:pt x="214" y="0"/>
                      </a:cubicBezTo>
                      <a:lnTo>
                        <a:pt x="1" y="0"/>
                      </a:lnTo>
                      <a:cubicBezTo>
                        <a:pt x="92" y="92"/>
                        <a:pt x="214" y="152"/>
                        <a:pt x="305" y="213"/>
                      </a:cubicBezTo>
                      <a:cubicBezTo>
                        <a:pt x="366" y="213"/>
                        <a:pt x="396" y="183"/>
                        <a:pt x="426" y="1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4" name="Google Shape;887;p21">
                  <a:extLst>
                    <a:ext uri="{FF2B5EF4-FFF2-40B4-BE49-F238E27FC236}">
                      <a16:creationId xmlns:a16="http://schemas.microsoft.com/office/drawing/2014/main" id="{06C98552-6474-3FCE-FB38-42A024A8763E}"/>
                    </a:ext>
                  </a:extLst>
                </p:cNvPr>
                <p:cNvSpPr/>
                <p:nvPr/>
              </p:nvSpPr>
              <p:spPr>
                <a:xfrm>
                  <a:off x="5491088" y="3371898"/>
                  <a:ext cx="12663" cy="8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274" extrusionOk="0">
                      <a:moveTo>
                        <a:pt x="334" y="244"/>
                      </a:moveTo>
                      <a:cubicBezTo>
                        <a:pt x="334" y="244"/>
                        <a:pt x="365" y="213"/>
                        <a:pt x="365" y="183"/>
                      </a:cubicBezTo>
                      <a:cubicBezTo>
                        <a:pt x="395" y="183"/>
                        <a:pt x="365" y="152"/>
                        <a:pt x="365" y="122"/>
                      </a:cubicBezTo>
                      <a:cubicBezTo>
                        <a:pt x="304" y="0"/>
                        <a:pt x="122" y="0"/>
                        <a:pt x="61" y="122"/>
                      </a:cubicBezTo>
                      <a:cubicBezTo>
                        <a:pt x="61" y="122"/>
                        <a:pt x="0" y="183"/>
                        <a:pt x="30" y="183"/>
                      </a:cubicBezTo>
                      <a:cubicBezTo>
                        <a:pt x="30" y="183"/>
                        <a:pt x="61" y="274"/>
                        <a:pt x="91" y="274"/>
                      </a:cubicBezTo>
                      <a:cubicBezTo>
                        <a:pt x="182" y="274"/>
                        <a:pt x="243" y="244"/>
                        <a:pt x="334" y="2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5" name="Google Shape;888;p21">
                  <a:extLst>
                    <a:ext uri="{FF2B5EF4-FFF2-40B4-BE49-F238E27FC236}">
                      <a16:creationId xmlns:a16="http://schemas.microsoft.com/office/drawing/2014/main" id="{DC7B2DE3-35C3-012D-D17A-CDBDAC9860F2}"/>
                    </a:ext>
                  </a:extLst>
                </p:cNvPr>
                <p:cNvSpPr/>
                <p:nvPr/>
              </p:nvSpPr>
              <p:spPr>
                <a:xfrm>
                  <a:off x="5363754" y="3179458"/>
                  <a:ext cx="13622" cy="10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" h="335" extrusionOk="0">
                      <a:moveTo>
                        <a:pt x="0" y="122"/>
                      </a:moveTo>
                      <a:cubicBezTo>
                        <a:pt x="91" y="304"/>
                        <a:pt x="183" y="334"/>
                        <a:pt x="304" y="274"/>
                      </a:cubicBezTo>
                      <a:cubicBezTo>
                        <a:pt x="365" y="243"/>
                        <a:pt x="426" y="152"/>
                        <a:pt x="395" y="61"/>
                      </a:cubicBezTo>
                      <a:cubicBezTo>
                        <a:pt x="335" y="0"/>
                        <a:pt x="274" y="0"/>
                        <a:pt x="213" y="0"/>
                      </a:cubicBezTo>
                      <a:cubicBezTo>
                        <a:pt x="152" y="61"/>
                        <a:pt x="61" y="91"/>
                        <a:pt x="0" y="1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6" name="Google Shape;889;p21">
                  <a:extLst>
                    <a:ext uri="{FF2B5EF4-FFF2-40B4-BE49-F238E27FC236}">
                      <a16:creationId xmlns:a16="http://schemas.microsoft.com/office/drawing/2014/main" id="{2C396512-F55D-6E2E-17FF-267690D68112}"/>
                    </a:ext>
                  </a:extLst>
                </p:cNvPr>
                <p:cNvSpPr/>
                <p:nvPr/>
              </p:nvSpPr>
              <p:spPr>
                <a:xfrm>
                  <a:off x="5359853" y="3164877"/>
                  <a:ext cx="7803" cy="18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" h="578" extrusionOk="0">
                      <a:moveTo>
                        <a:pt x="244" y="91"/>
                      </a:moveTo>
                      <a:cubicBezTo>
                        <a:pt x="244" y="61"/>
                        <a:pt x="244" y="61"/>
                        <a:pt x="213" y="31"/>
                      </a:cubicBezTo>
                      <a:cubicBezTo>
                        <a:pt x="183" y="0"/>
                        <a:pt x="153" y="0"/>
                        <a:pt x="122" y="31"/>
                      </a:cubicBezTo>
                      <a:cubicBezTo>
                        <a:pt x="92" y="61"/>
                        <a:pt x="31" y="122"/>
                        <a:pt x="1" y="152"/>
                      </a:cubicBezTo>
                      <a:lnTo>
                        <a:pt x="1" y="578"/>
                      </a:lnTo>
                      <a:lnTo>
                        <a:pt x="122" y="578"/>
                      </a:lnTo>
                      <a:cubicBezTo>
                        <a:pt x="153" y="486"/>
                        <a:pt x="183" y="365"/>
                        <a:pt x="213" y="274"/>
                      </a:cubicBezTo>
                      <a:cubicBezTo>
                        <a:pt x="213" y="213"/>
                        <a:pt x="244" y="152"/>
                        <a:pt x="244" y="9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7" name="Google Shape;890;p21">
                  <a:extLst>
                    <a:ext uri="{FF2B5EF4-FFF2-40B4-BE49-F238E27FC236}">
                      <a16:creationId xmlns:a16="http://schemas.microsoft.com/office/drawing/2014/main" id="{EAC53707-C434-744D-180B-B3C5379F9DB4}"/>
                    </a:ext>
                  </a:extLst>
                </p:cNvPr>
                <p:cNvSpPr/>
                <p:nvPr/>
              </p:nvSpPr>
              <p:spPr>
                <a:xfrm>
                  <a:off x="5358893" y="3169737"/>
                  <a:ext cx="32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8" name="Google Shape;891;p21">
                  <a:extLst>
                    <a:ext uri="{FF2B5EF4-FFF2-40B4-BE49-F238E27FC236}">
                      <a16:creationId xmlns:a16="http://schemas.microsoft.com/office/drawing/2014/main" id="{BC68814E-A020-DB05-6B13-9F0B59628DEB}"/>
                    </a:ext>
                  </a:extLst>
                </p:cNvPr>
                <p:cNvSpPr/>
                <p:nvPr/>
              </p:nvSpPr>
              <p:spPr>
                <a:xfrm>
                  <a:off x="5363754" y="3183328"/>
                  <a:ext cx="32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9" name="Google Shape;892;p21">
                  <a:extLst>
                    <a:ext uri="{FF2B5EF4-FFF2-40B4-BE49-F238E27FC236}">
                      <a16:creationId xmlns:a16="http://schemas.microsoft.com/office/drawing/2014/main" id="{47718A6A-2E08-45A6-2A31-8374A7E9103B}"/>
                    </a:ext>
                  </a:extLst>
                </p:cNvPr>
                <p:cNvSpPr/>
                <p:nvPr/>
              </p:nvSpPr>
              <p:spPr>
                <a:xfrm>
                  <a:off x="5876960" y="3435085"/>
                  <a:ext cx="991" cy="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1" extrusionOk="0">
                      <a:moveTo>
                        <a:pt x="0" y="0"/>
                      </a:moveTo>
                      <a:lnTo>
                        <a:pt x="0" y="30"/>
                      </a:lnTo>
                      <a:lnTo>
                        <a:pt x="31" y="30"/>
                      </a:lnTo>
                      <a:cubicBezTo>
                        <a:pt x="0" y="0"/>
                        <a:pt x="0" y="0"/>
                        <a:pt x="3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0" name="Google Shape;893;p21">
                  <a:extLst>
                    <a:ext uri="{FF2B5EF4-FFF2-40B4-BE49-F238E27FC236}">
                      <a16:creationId xmlns:a16="http://schemas.microsoft.com/office/drawing/2014/main" id="{9142CAA2-B5FE-2F63-DE0C-61584C5E2D40}"/>
                    </a:ext>
                  </a:extLst>
                </p:cNvPr>
                <p:cNvSpPr/>
                <p:nvPr/>
              </p:nvSpPr>
              <p:spPr>
                <a:xfrm>
                  <a:off x="5860427" y="3425364"/>
                  <a:ext cx="15573" cy="9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305" extrusionOk="0">
                      <a:moveTo>
                        <a:pt x="0" y="61"/>
                      </a:moveTo>
                      <a:cubicBezTo>
                        <a:pt x="92" y="213"/>
                        <a:pt x="304" y="304"/>
                        <a:pt x="487" y="304"/>
                      </a:cubicBezTo>
                      <a:cubicBezTo>
                        <a:pt x="396" y="122"/>
                        <a:pt x="183" y="0"/>
                        <a:pt x="0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1" name="Google Shape;894;p21">
                  <a:extLst>
                    <a:ext uri="{FF2B5EF4-FFF2-40B4-BE49-F238E27FC236}">
                      <a16:creationId xmlns:a16="http://schemas.microsoft.com/office/drawing/2014/main" id="{621ED2A2-CD1C-0EB3-CC19-868EA2BC3FB6}"/>
                    </a:ext>
                  </a:extLst>
                </p:cNvPr>
                <p:cNvSpPr/>
                <p:nvPr/>
              </p:nvSpPr>
              <p:spPr>
                <a:xfrm>
                  <a:off x="5429851" y="3330103"/>
                  <a:ext cx="28204" cy="593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" h="1855" extrusionOk="0">
                      <a:moveTo>
                        <a:pt x="30" y="1763"/>
                      </a:moveTo>
                      <a:cubicBezTo>
                        <a:pt x="61" y="1824"/>
                        <a:pt x="152" y="1854"/>
                        <a:pt x="182" y="1824"/>
                      </a:cubicBezTo>
                      <a:cubicBezTo>
                        <a:pt x="243" y="1763"/>
                        <a:pt x="304" y="1733"/>
                        <a:pt x="334" y="1703"/>
                      </a:cubicBezTo>
                      <a:lnTo>
                        <a:pt x="334" y="1703"/>
                      </a:lnTo>
                      <a:lnTo>
                        <a:pt x="334" y="1672"/>
                      </a:lnTo>
                      <a:lnTo>
                        <a:pt x="456" y="1672"/>
                      </a:lnTo>
                      <a:cubicBezTo>
                        <a:pt x="456" y="1581"/>
                        <a:pt x="426" y="1490"/>
                        <a:pt x="395" y="1368"/>
                      </a:cubicBezTo>
                      <a:cubicBezTo>
                        <a:pt x="395" y="1307"/>
                        <a:pt x="426" y="1247"/>
                        <a:pt x="486" y="1216"/>
                      </a:cubicBezTo>
                      <a:lnTo>
                        <a:pt x="547" y="1216"/>
                      </a:lnTo>
                      <a:cubicBezTo>
                        <a:pt x="669" y="1186"/>
                        <a:pt x="760" y="1155"/>
                        <a:pt x="699" y="973"/>
                      </a:cubicBezTo>
                      <a:cubicBezTo>
                        <a:pt x="699" y="912"/>
                        <a:pt x="730" y="851"/>
                        <a:pt x="760" y="821"/>
                      </a:cubicBezTo>
                      <a:cubicBezTo>
                        <a:pt x="821" y="730"/>
                        <a:pt x="882" y="669"/>
                        <a:pt x="882" y="578"/>
                      </a:cubicBezTo>
                      <a:cubicBezTo>
                        <a:pt x="882" y="487"/>
                        <a:pt x="851" y="487"/>
                        <a:pt x="821" y="456"/>
                      </a:cubicBezTo>
                      <a:cubicBezTo>
                        <a:pt x="760" y="456"/>
                        <a:pt x="699" y="426"/>
                        <a:pt x="638" y="426"/>
                      </a:cubicBezTo>
                      <a:cubicBezTo>
                        <a:pt x="578" y="456"/>
                        <a:pt x="517" y="426"/>
                        <a:pt x="486" y="335"/>
                      </a:cubicBezTo>
                      <a:cubicBezTo>
                        <a:pt x="456" y="274"/>
                        <a:pt x="456" y="274"/>
                        <a:pt x="578" y="213"/>
                      </a:cubicBezTo>
                      <a:cubicBezTo>
                        <a:pt x="608" y="183"/>
                        <a:pt x="669" y="183"/>
                        <a:pt x="669" y="122"/>
                      </a:cubicBezTo>
                      <a:cubicBezTo>
                        <a:pt x="699" y="92"/>
                        <a:pt x="669" y="61"/>
                        <a:pt x="669" y="31"/>
                      </a:cubicBezTo>
                      <a:cubicBezTo>
                        <a:pt x="669" y="0"/>
                        <a:pt x="638" y="0"/>
                        <a:pt x="638" y="0"/>
                      </a:cubicBezTo>
                      <a:cubicBezTo>
                        <a:pt x="152" y="122"/>
                        <a:pt x="30" y="396"/>
                        <a:pt x="61" y="851"/>
                      </a:cubicBezTo>
                      <a:cubicBezTo>
                        <a:pt x="61" y="943"/>
                        <a:pt x="91" y="1034"/>
                        <a:pt x="122" y="1125"/>
                      </a:cubicBezTo>
                      <a:lnTo>
                        <a:pt x="213" y="1581"/>
                      </a:lnTo>
                      <a:lnTo>
                        <a:pt x="213" y="1581"/>
                      </a:lnTo>
                      <a:lnTo>
                        <a:pt x="213" y="1581"/>
                      </a:lnTo>
                      <a:cubicBezTo>
                        <a:pt x="152" y="1581"/>
                        <a:pt x="122" y="1611"/>
                        <a:pt x="91" y="1611"/>
                      </a:cubicBezTo>
                      <a:cubicBezTo>
                        <a:pt x="30" y="1642"/>
                        <a:pt x="0" y="1703"/>
                        <a:pt x="30" y="176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2" name="Google Shape;895;p21">
                  <a:extLst>
                    <a:ext uri="{FF2B5EF4-FFF2-40B4-BE49-F238E27FC236}">
                      <a16:creationId xmlns:a16="http://schemas.microsoft.com/office/drawing/2014/main" id="{55687B7E-13F0-D83B-4BF9-57883AEDFAB1}"/>
                    </a:ext>
                  </a:extLst>
                </p:cNvPr>
                <p:cNvSpPr/>
                <p:nvPr/>
              </p:nvSpPr>
              <p:spPr>
                <a:xfrm>
                  <a:off x="5496908" y="3509912"/>
                  <a:ext cx="9753" cy="10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335" extrusionOk="0">
                      <a:moveTo>
                        <a:pt x="0" y="213"/>
                      </a:moveTo>
                      <a:cubicBezTo>
                        <a:pt x="0" y="244"/>
                        <a:pt x="61" y="274"/>
                        <a:pt x="92" y="304"/>
                      </a:cubicBezTo>
                      <a:cubicBezTo>
                        <a:pt x="122" y="335"/>
                        <a:pt x="122" y="304"/>
                        <a:pt x="152" y="304"/>
                      </a:cubicBezTo>
                      <a:cubicBezTo>
                        <a:pt x="244" y="274"/>
                        <a:pt x="304" y="183"/>
                        <a:pt x="274" y="92"/>
                      </a:cubicBezTo>
                      <a:cubicBezTo>
                        <a:pt x="244" y="61"/>
                        <a:pt x="244" y="1"/>
                        <a:pt x="213" y="1"/>
                      </a:cubicBezTo>
                      <a:cubicBezTo>
                        <a:pt x="183" y="1"/>
                        <a:pt x="122" y="1"/>
                        <a:pt x="92" y="31"/>
                      </a:cubicBezTo>
                      <a:cubicBezTo>
                        <a:pt x="61" y="92"/>
                        <a:pt x="31" y="153"/>
                        <a:pt x="0" y="2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3" name="Google Shape;896;p21">
                  <a:extLst>
                    <a:ext uri="{FF2B5EF4-FFF2-40B4-BE49-F238E27FC236}">
                      <a16:creationId xmlns:a16="http://schemas.microsoft.com/office/drawing/2014/main" id="{C3B5600B-1645-9888-A205-60EB19CE1519}"/>
                    </a:ext>
                  </a:extLst>
                </p:cNvPr>
                <p:cNvSpPr/>
                <p:nvPr/>
              </p:nvSpPr>
              <p:spPr>
                <a:xfrm>
                  <a:off x="5137258" y="3869528"/>
                  <a:ext cx="8794" cy="10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" h="336" extrusionOk="0">
                      <a:moveTo>
                        <a:pt x="183" y="62"/>
                      </a:moveTo>
                      <a:cubicBezTo>
                        <a:pt x="153" y="31"/>
                        <a:pt x="123" y="1"/>
                        <a:pt x="92" y="31"/>
                      </a:cubicBezTo>
                      <a:cubicBezTo>
                        <a:pt x="62" y="31"/>
                        <a:pt x="1" y="92"/>
                        <a:pt x="31" y="122"/>
                      </a:cubicBezTo>
                      <a:cubicBezTo>
                        <a:pt x="31" y="183"/>
                        <a:pt x="62" y="274"/>
                        <a:pt x="123" y="335"/>
                      </a:cubicBezTo>
                      <a:lnTo>
                        <a:pt x="244" y="335"/>
                      </a:lnTo>
                      <a:cubicBezTo>
                        <a:pt x="275" y="244"/>
                        <a:pt x="275" y="122"/>
                        <a:pt x="183" y="6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4" name="Google Shape;897;p21">
                  <a:extLst>
                    <a:ext uri="{FF2B5EF4-FFF2-40B4-BE49-F238E27FC236}">
                      <a16:creationId xmlns:a16="http://schemas.microsoft.com/office/drawing/2014/main" id="{630880E8-D401-1B39-1232-94DF993806AC}"/>
                    </a:ext>
                  </a:extLst>
                </p:cNvPr>
                <p:cNvSpPr/>
                <p:nvPr/>
              </p:nvSpPr>
              <p:spPr>
                <a:xfrm>
                  <a:off x="5141159" y="3880241"/>
                  <a:ext cx="32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5" name="Google Shape;898;p21">
                  <a:extLst>
                    <a:ext uri="{FF2B5EF4-FFF2-40B4-BE49-F238E27FC236}">
                      <a16:creationId xmlns:a16="http://schemas.microsoft.com/office/drawing/2014/main" id="{70DBA7F5-5929-DD8E-9FBD-C6DE3042241F}"/>
                    </a:ext>
                  </a:extLst>
                </p:cNvPr>
                <p:cNvSpPr/>
                <p:nvPr/>
              </p:nvSpPr>
              <p:spPr>
                <a:xfrm>
                  <a:off x="5400688" y="3514772"/>
                  <a:ext cx="11672" cy="5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" h="183" extrusionOk="0">
                      <a:moveTo>
                        <a:pt x="152" y="183"/>
                      </a:moveTo>
                      <a:cubicBezTo>
                        <a:pt x="213" y="183"/>
                        <a:pt x="243" y="183"/>
                        <a:pt x="304" y="183"/>
                      </a:cubicBezTo>
                      <a:cubicBezTo>
                        <a:pt x="335" y="152"/>
                        <a:pt x="365" y="122"/>
                        <a:pt x="365" y="92"/>
                      </a:cubicBezTo>
                      <a:cubicBezTo>
                        <a:pt x="365" y="61"/>
                        <a:pt x="335" y="31"/>
                        <a:pt x="304" y="1"/>
                      </a:cubicBezTo>
                      <a:cubicBezTo>
                        <a:pt x="274" y="1"/>
                        <a:pt x="243" y="1"/>
                        <a:pt x="243" y="1"/>
                      </a:cubicBezTo>
                      <a:lnTo>
                        <a:pt x="183" y="1"/>
                      </a:lnTo>
                      <a:cubicBezTo>
                        <a:pt x="91" y="1"/>
                        <a:pt x="31" y="31"/>
                        <a:pt x="0" y="92"/>
                      </a:cubicBezTo>
                      <a:cubicBezTo>
                        <a:pt x="0" y="152"/>
                        <a:pt x="61" y="152"/>
                        <a:pt x="152" y="18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6" name="Google Shape;899;p21">
                  <a:extLst>
                    <a:ext uri="{FF2B5EF4-FFF2-40B4-BE49-F238E27FC236}">
                      <a16:creationId xmlns:a16="http://schemas.microsoft.com/office/drawing/2014/main" id="{47938C76-55CD-48C1-C281-FDE320A31748}"/>
                    </a:ext>
                  </a:extLst>
                </p:cNvPr>
                <p:cNvSpPr/>
                <p:nvPr/>
              </p:nvSpPr>
              <p:spPr>
                <a:xfrm>
                  <a:off x="5608669" y="4231128"/>
                  <a:ext cx="7834" cy="10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" h="335" extrusionOk="0">
                      <a:moveTo>
                        <a:pt x="183" y="274"/>
                      </a:moveTo>
                      <a:cubicBezTo>
                        <a:pt x="183" y="243"/>
                        <a:pt x="214" y="182"/>
                        <a:pt x="214" y="152"/>
                      </a:cubicBezTo>
                      <a:cubicBezTo>
                        <a:pt x="244" y="122"/>
                        <a:pt x="244" y="91"/>
                        <a:pt x="214" y="91"/>
                      </a:cubicBezTo>
                      <a:cubicBezTo>
                        <a:pt x="214" y="30"/>
                        <a:pt x="183" y="0"/>
                        <a:pt x="153" y="0"/>
                      </a:cubicBezTo>
                      <a:cubicBezTo>
                        <a:pt x="122" y="0"/>
                        <a:pt x="62" y="0"/>
                        <a:pt x="62" y="30"/>
                      </a:cubicBezTo>
                      <a:cubicBezTo>
                        <a:pt x="31" y="91"/>
                        <a:pt x="1" y="152"/>
                        <a:pt x="1" y="213"/>
                      </a:cubicBezTo>
                      <a:cubicBezTo>
                        <a:pt x="1" y="243"/>
                        <a:pt x="62" y="304"/>
                        <a:pt x="92" y="304"/>
                      </a:cubicBezTo>
                      <a:cubicBezTo>
                        <a:pt x="122" y="334"/>
                        <a:pt x="153" y="304"/>
                        <a:pt x="183" y="2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7" name="Google Shape;900;p21">
                  <a:extLst>
                    <a:ext uri="{FF2B5EF4-FFF2-40B4-BE49-F238E27FC236}">
                      <a16:creationId xmlns:a16="http://schemas.microsoft.com/office/drawing/2014/main" id="{9532019D-03B4-FF0B-F4BB-01E5F66F82A8}"/>
                    </a:ext>
                  </a:extLst>
                </p:cNvPr>
                <p:cNvSpPr/>
                <p:nvPr/>
              </p:nvSpPr>
              <p:spPr>
                <a:xfrm>
                  <a:off x="5433720" y="3399110"/>
                  <a:ext cx="8794" cy="7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" h="244" extrusionOk="0">
                      <a:moveTo>
                        <a:pt x="183" y="213"/>
                      </a:moveTo>
                      <a:cubicBezTo>
                        <a:pt x="213" y="213"/>
                        <a:pt x="244" y="183"/>
                        <a:pt x="274" y="152"/>
                      </a:cubicBezTo>
                      <a:cubicBezTo>
                        <a:pt x="274" y="122"/>
                        <a:pt x="274" y="92"/>
                        <a:pt x="274" y="92"/>
                      </a:cubicBezTo>
                      <a:cubicBezTo>
                        <a:pt x="244" y="31"/>
                        <a:pt x="183" y="0"/>
                        <a:pt x="122" y="0"/>
                      </a:cubicBezTo>
                      <a:cubicBezTo>
                        <a:pt x="31" y="0"/>
                        <a:pt x="1" y="122"/>
                        <a:pt x="31" y="152"/>
                      </a:cubicBezTo>
                      <a:cubicBezTo>
                        <a:pt x="61" y="213"/>
                        <a:pt x="122" y="244"/>
                        <a:pt x="183" y="2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8" name="Google Shape;901;p21">
                  <a:extLst>
                    <a:ext uri="{FF2B5EF4-FFF2-40B4-BE49-F238E27FC236}">
                      <a16:creationId xmlns:a16="http://schemas.microsoft.com/office/drawing/2014/main" id="{83F1B9A4-FEC9-19B2-6609-2C1FE94F62FA}"/>
                    </a:ext>
                  </a:extLst>
                </p:cNvPr>
                <p:cNvSpPr/>
                <p:nvPr/>
              </p:nvSpPr>
              <p:spPr>
                <a:xfrm>
                  <a:off x="5582448" y="3635295"/>
                  <a:ext cx="8762" cy="7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" h="244" extrusionOk="0">
                      <a:moveTo>
                        <a:pt x="31" y="122"/>
                      </a:moveTo>
                      <a:cubicBezTo>
                        <a:pt x="61" y="183"/>
                        <a:pt x="91" y="213"/>
                        <a:pt x="152" y="244"/>
                      </a:cubicBezTo>
                      <a:cubicBezTo>
                        <a:pt x="213" y="213"/>
                        <a:pt x="243" y="183"/>
                        <a:pt x="243" y="153"/>
                      </a:cubicBezTo>
                      <a:cubicBezTo>
                        <a:pt x="274" y="122"/>
                        <a:pt x="243" y="92"/>
                        <a:pt x="213" y="61"/>
                      </a:cubicBezTo>
                      <a:cubicBezTo>
                        <a:pt x="183" y="31"/>
                        <a:pt x="152" y="1"/>
                        <a:pt x="122" y="1"/>
                      </a:cubicBezTo>
                      <a:cubicBezTo>
                        <a:pt x="31" y="1"/>
                        <a:pt x="0" y="61"/>
                        <a:pt x="31" y="1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9" name="Google Shape;902;p21">
                  <a:extLst>
                    <a:ext uri="{FF2B5EF4-FFF2-40B4-BE49-F238E27FC236}">
                      <a16:creationId xmlns:a16="http://schemas.microsoft.com/office/drawing/2014/main" id="{1BD952FB-9EC5-E4F3-9EF7-0455CEC33281}"/>
                    </a:ext>
                  </a:extLst>
                </p:cNvPr>
                <p:cNvSpPr/>
                <p:nvPr/>
              </p:nvSpPr>
              <p:spPr>
                <a:xfrm>
                  <a:off x="6134506" y="3687769"/>
                  <a:ext cx="6843" cy="9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" h="305" extrusionOk="0">
                      <a:moveTo>
                        <a:pt x="123" y="305"/>
                      </a:moveTo>
                      <a:cubicBezTo>
                        <a:pt x="153" y="305"/>
                        <a:pt x="183" y="274"/>
                        <a:pt x="214" y="274"/>
                      </a:cubicBezTo>
                      <a:lnTo>
                        <a:pt x="214" y="183"/>
                      </a:lnTo>
                      <a:cubicBezTo>
                        <a:pt x="214" y="153"/>
                        <a:pt x="183" y="92"/>
                        <a:pt x="123" y="31"/>
                      </a:cubicBezTo>
                      <a:cubicBezTo>
                        <a:pt x="123" y="31"/>
                        <a:pt x="92" y="1"/>
                        <a:pt x="62" y="1"/>
                      </a:cubicBezTo>
                      <a:cubicBezTo>
                        <a:pt x="62" y="1"/>
                        <a:pt x="31" y="31"/>
                        <a:pt x="31" y="31"/>
                      </a:cubicBezTo>
                      <a:cubicBezTo>
                        <a:pt x="1" y="183"/>
                        <a:pt x="31" y="274"/>
                        <a:pt x="123" y="30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0" name="Google Shape;903;p21">
                  <a:extLst>
                    <a:ext uri="{FF2B5EF4-FFF2-40B4-BE49-F238E27FC236}">
                      <a16:creationId xmlns:a16="http://schemas.microsoft.com/office/drawing/2014/main" id="{83C66B7A-DE99-08C4-A76B-896A8C861E12}"/>
                    </a:ext>
                  </a:extLst>
                </p:cNvPr>
                <p:cNvSpPr/>
                <p:nvPr/>
              </p:nvSpPr>
              <p:spPr>
                <a:xfrm>
                  <a:off x="5080913" y="3289268"/>
                  <a:ext cx="8762" cy="7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" h="244" extrusionOk="0">
                      <a:moveTo>
                        <a:pt x="152" y="244"/>
                      </a:moveTo>
                      <a:cubicBezTo>
                        <a:pt x="213" y="244"/>
                        <a:pt x="274" y="183"/>
                        <a:pt x="243" y="122"/>
                      </a:cubicBezTo>
                      <a:cubicBezTo>
                        <a:pt x="213" y="62"/>
                        <a:pt x="182" y="31"/>
                        <a:pt x="152" y="1"/>
                      </a:cubicBezTo>
                      <a:cubicBezTo>
                        <a:pt x="61" y="31"/>
                        <a:pt x="0" y="122"/>
                        <a:pt x="61" y="153"/>
                      </a:cubicBezTo>
                      <a:cubicBezTo>
                        <a:pt x="61" y="214"/>
                        <a:pt x="91" y="214"/>
                        <a:pt x="152" y="2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1" name="Google Shape;904;p21">
                  <a:extLst>
                    <a:ext uri="{FF2B5EF4-FFF2-40B4-BE49-F238E27FC236}">
                      <a16:creationId xmlns:a16="http://schemas.microsoft.com/office/drawing/2014/main" id="{2C2FFD43-F9B8-8570-4F92-3864AD35D804}"/>
                    </a:ext>
                  </a:extLst>
                </p:cNvPr>
                <p:cNvSpPr/>
                <p:nvPr/>
              </p:nvSpPr>
              <p:spPr>
                <a:xfrm>
                  <a:off x="5960549" y="3501150"/>
                  <a:ext cx="32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2" name="Google Shape;905;p21">
                  <a:extLst>
                    <a:ext uri="{FF2B5EF4-FFF2-40B4-BE49-F238E27FC236}">
                      <a16:creationId xmlns:a16="http://schemas.microsoft.com/office/drawing/2014/main" id="{D4309F91-5024-60F1-600F-1BE7D4C32BAD}"/>
                    </a:ext>
                  </a:extLst>
                </p:cNvPr>
                <p:cNvSpPr/>
                <p:nvPr/>
              </p:nvSpPr>
              <p:spPr>
                <a:xfrm>
                  <a:off x="5960549" y="3500191"/>
                  <a:ext cx="10712" cy="9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" h="305" extrusionOk="0">
                      <a:moveTo>
                        <a:pt x="243" y="305"/>
                      </a:moveTo>
                      <a:cubicBezTo>
                        <a:pt x="274" y="305"/>
                        <a:pt x="304" y="274"/>
                        <a:pt x="335" y="244"/>
                      </a:cubicBezTo>
                      <a:cubicBezTo>
                        <a:pt x="335" y="213"/>
                        <a:pt x="335" y="213"/>
                        <a:pt x="335" y="183"/>
                      </a:cubicBezTo>
                      <a:cubicBezTo>
                        <a:pt x="274" y="61"/>
                        <a:pt x="122" y="1"/>
                        <a:pt x="0" y="61"/>
                      </a:cubicBezTo>
                      <a:cubicBezTo>
                        <a:pt x="0" y="183"/>
                        <a:pt x="91" y="305"/>
                        <a:pt x="243" y="30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3" name="Google Shape;906;p21">
                  <a:extLst>
                    <a:ext uri="{FF2B5EF4-FFF2-40B4-BE49-F238E27FC236}">
                      <a16:creationId xmlns:a16="http://schemas.microsoft.com/office/drawing/2014/main" id="{F712ED20-59B0-F016-63B5-C9219F861581}"/>
                    </a:ext>
                  </a:extLst>
                </p:cNvPr>
                <p:cNvSpPr/>
                <p:nvPr/>
              </p:nvSpPr>
              <p:spPr>
                <a:xfrm>
                  <a:off x="5585357" y="3403012"/>
                  <a:ext cx="8762" cy="3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" h="122" extrusionOk="0">
                      <a:moveTo>
                        <a:pt x="0" y="61"/>
                      </a:moveTo>
                      <a:cubicBezTo>
                        <a:pt x="0" y="61"/>
                        <a:pt x="31" y="122"/>
                        <a:pt x="31" y="122"/>
                      </a:cubicBezTo>
                      <a:cubicBezTo>
                        <a:pt x="61" y="122"/>
                        <a:pt x="92" y="122"/>
                        <a:pt x="92" y="122"/>
                      </a:cubicBezTo>
                      <a:cubicBezTo>
                        <a:pt x="183" y="122"/>
                        <a:pt x="244" y="122"/>
                        <a:pt x="274" y="61"/>
                      </a:cubicBezTo>
                      <a:lnTo>
                        <a:pt x="152" y="0"/>
                      </a:lnTo>
                      <a:cubicBezTo>
                        <a:pt x="92" y="0"/>
                        <a:pt x="61" y="0"/>
                        <a:pt x="31" y="0"/>
                      </a:cubicBezTo>
                      <a:cubicBezTo>
                        <a:pt x="31" y="0"/>
                        <a:pt x="0" y="61"/>
                        <a:pt x="0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4" name="Google Shape;907;p21">
                  <a:extLst>
                    <a:ext uri="{FF2B5EF4-FFF2-40B4-BE49-F238E27FC236}">
                      <a16:creationId xmlns:a16="http://schemas.microsoft.com/office/drawing/2014/main" id="{BC9B394B-0D73-0D20-D523-1A8DFAA91B55}"/>
                    </a:ext>
                  </a:extLst>
                </p:cNvPr>
                <p:cNvSpPr/>
                <p:nvPr/>
              </p:nvSpPr>
              <p:spPr>
                <a:xfrm>
                  <a:off x="5969279" y="3522543"/>
                  <a:ext cx="10744" cy="9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" h="305" extrusionOk="0">
                      <a:moveTo>
                        <a:pt x="153" y="274"/>
                      </a:moveTo>
                      <a:cubicBezTo>
                        <a:pt x="213" y="305"/>
                        <a:pt x="335" y="213"/>
                        <a:pt x="274" y="153"/>
                      </a:cubicBezTo>
                      <a:cubicBezTo>
                        <a:pt x="213" y="61"/>
                        <a:pt x="92" y="1"/>
                        <a:pt x="1" y="31"/>
                      </a:cubicBezTo>
                      <a:cubicBezTo>
                        <a:pt x="1" y="122"/>
                        <a:pt x="62" y="213"/>
                        <a:pt x="153" y="2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5" name="Google Shape;908;p21">
                  <a:extLst>
                    <a:ext uri="{FF2B5EF4-FFF2-40B4-BE49-F238E27FC236}">
                      <a16:creationId xmlns:a16="http://schemas.microsoft.com/office/drawing/2014/main" id="{D04B8C07-33B2-09B6-3874-D650AD82C773}"/>
                    </a:ext>
                  </a:extLst>
                </p:cNvPr>
                <p:cNvSpPr/>
                <p:nvPr/>
              </p:nvSpPr>
              <p:spPr>
                <a:xfrm>
                  <a:off x="5583407" y="3386479"/>
                  <a:ext cx="6843" cy="6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" h="214" extrusionOk="0">
                      <a:moveTo>
                        <a:pt x="31" y="0"/>
                      </a:moveTo>
                      <a:cubicBezTo>
                        <a:pt x="31" y="0"/>
                        <a:pt x="1" y="31"/>
                        <a:pt x="1" y="61"/>
                      </a:cubicBezTo>
                      <a:cubicBezTo>
                        <a:pt x="1" y="91"/>
                        <a:pt x="31" y="152"/>
                        <a:pt x="92" y="213"/>
                      </a:cubicBezTo>
                      <a:cubicBezTo>
                        <a:pt x="92" y="213"/>
                        <a:pt x="153" y="213"/>
                        <a:pt x="183" y="213"/>
                      </a:cubicBezTo>
                      <a:cubicBezTo>
                        <a:pt x="213" y="213"/>
                        <a:pt x="213" y="183"/>
                        <a:pt x="213" y="152"/>
                      </a:cubicBezTo>
                      <a:cubicBezTo>
                        <a:pt x="213" y="61"/>
                        <a:pt x="122" y="0"/>
                        <a:pt x="3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6" name="Google Shape;909;p21">
                  <a:extLst>
                    <a:ext uri="{FF2B5EF4-FFF2-40B4-BE49-F238E27FC236}">
                      <a16:creationId xmlns:a16="http://schemas.microsoft.com/office/drawing/2014/main" id="{18F51041-724B-3972-52B8-7521E8FE4A16}"/>
                    </a:ext>
                  </a:extLst>
                </p:cNvPr>
                <p:cNvSpPr/>
                <p:nvPr/>
              </p:nvSpPr>
              <p:spPr>
                <a:xfrm>
                  <a:off x="5783650" y="3408831"/>
                  <a:ext cx="6811" cy="6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" h="214" extrusionOk="0">
                      <a:moveTo>
                        <a:pt x="213" y="122"/>
                      </a:moveTo>
                      <a:lnTo>
                        <a:pt x="213" y="61"/>
                      </a:lnTo>
                      <a:cubicBezTo>
                        <a:pt x="183" y="0"/>
                        <a:pt x="122" y="0"/>
                        <a:pt x="61" y="31"/>
                      </a:cubicBezTo>
                      <a:cubicBezTo>
                        <a:pt x="31" y="31"/>
                        <a:pt x="0" y="31"/>
                        <a:pt x="0" y="61"/>
                      </a:cubicBezTo>
                      <a:cubicBezTo>
                        <a:pt x="0" y="61"/>
                        <a:pt x="0" y="152"/>
                        <a:pt x="31" y="152"/>
                      </a:cubicBezTo>
                      <a:cubicBezTo>
                        <a:pt x="122" y="213"/>
                        <a:pt x="183" y="183"/>
                        <a:pt x="213" y="1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7" name="Google Shape;910;p21">
                  <a:extLst>
                    <a:ext uri="{FF2B5EF4-FFF2-40B4-BE49-F238E27FC236}">
                      <a16:creationId xmlns:a16="http://schemas.microsoft.com/office/drawing/2014/main" id="{6BB14598-A997-187D-C84A-8F759D35524A}"/>
                    </a:ext>
                  </a:extLst>
                </p:cNvPr>
                <p:cNvSpPr/>
                <p:nvPr/>
              </p:nvSpPr>
              <p:spPr>
                <a:xfrm>
                  <a:off x="6119956" y="3789841"/>
                  <a:ext cx="4893" cy="6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214" extrusionOk="0">
                      <a:moveTo>
                        <a:pt x="152" y="183"/>
                      </a:moveTo>
                      <a:cubicBezTo>
                        <a:pt x="152" y="122"/>
                        <a:pt x="152" y="92"/>
                        <a:pt x="152" y="31"/>
                      </a:cubicBezTo>
                      <a:cubicBezTo>
                        <a:pt x="122" y="0"/>
                        <a:pt x="61" y="0"/>
                        <a:pt x="30" y="31"/>
                      </a:cubicBezTo>
                      <a:cubicBezTo>
                        <a:pt x="30" y="31"/>
                        <a:pt x="0" y="61"/>
                        <a:pt x="0" y="61"/>
                      </a:cubicBezTo>
                      <a:cubicBezTo>
                        <a:pt x="30" y="122"/>
                        <a:pt x="30" y="152"/>
                        <a:pt x="61" y="183"/>
                      </a:cubicBezTo>
                      <a:cubicBezTo>
                        <a:pt x="91" y="213"/>
                        <a:pt x="152" y="213"/>
                        <a:pt x="152" y="18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8" name="Google Shape;911;p21">
                  <a:extLst>
                    <a:ext uri="{FF2B5EF4-FFF2-40B4-BE49-F238E27FC236}">
                      <a16:creationId xmlns:a16="http://schemas.microsoft.com/office/drawing/2014/main" id="{6E896141-BB25-B049-DFE5-B3B94E1B92ED}"/>
                    </a:ext>
                  </a:extLst>
                </p:cNvPr>
                <p:cNvSpPr/>
                <p:nvPr/>
              </p:nvSpPr>
              <p:spPr>
                <a:xfrm>
                  <a:off x="5677708" y="4242767"/>
                  <a:ext cx="6811" cy="87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" h="275" extrusionOk="0">
                      <a:moveTo>
                        <a:pt x="61" y="31"/>
                      </a:moveTo>
                      <a:cubicBezTo>
                        <a:pt x="30" y="31"/>
                        <a:pt x="30" y="92"/>
                        <a:pt x="0" y="153"/>
                      </a:cubicBezTo>
                      <a:cubicBezTo>
                        <a:pt x="30" y="183"/>
                        <a:pt x="61" y="214"/>
                        <a:pt x="91" y="244"/>
                      </a:cubicBezTo>
                      <a:cubicBezTo>
                        <a:pt x="122" y="274"/>
                        <a:pt x="182" y="244"/>
                        <a:pt x="182" y="183"/>
                      </a:cubicBezTo>
                      <a:cubicBezTo>
                        <a:pt x="213" y="153"/>
                        <a:pt x="213" y="122"/>
                        <a:pt x="182" y="92"/>
                      </a:cubicBezTo>
                      <a:cubicBezTo>
                        <a:pt x="182" y="31"/>
                        <a:pt x="122" y="1"/>
                        <a:pt x="61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9" name="Google Shape;912;p21">
                  <a:extLst>
                    <a:ext uri="{FF2B5EF4-FFF2-40B4-BE49-F238E27FC236}">
                      <a16:creationId xmlns:a16="http://schemas.microsoft.com/office/drawing/2014/main" id="{A4E1FF7C-C774-925E-2479-C6A66DE721EE}"/>
                    </a:ext>
                  </a:extLst>
                </p:cNvPr>
                <p:cNvSpPr/>
                <p:nvPr/>
              </p:nvSpPr>
              <p:spPr>
                <a:xfrm>
                  <a:off x="5837084" y="3548796"/>
                  <a:ext cx="12695" cy="7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" h="244" extrusionOk="0">
                      <a:moveTo>
                        <a:pt x="396" y="213"/>
                      </a:moveTo>
                      <a:cubicBezTo>
                        <a:pt x="335" y="31"/>
                        <a:pt x="274" y="0"/>
                        <a:pt x="92" y="61"/>
                      </a:cubicBezTo>
                      <a:cubicBezTo>
                        <a:pt x="62" y="61"/>
                        <a:pt x="31" y="92"/>
                        <a:pt x="1" y="92"/>
                      </a:cubicBezTo>
                      <a:cubicBezTo>
                        <a:pt x="153" y="122"/>
                        <a:pt x="274" y="183"/>
                        <a:pt x="396" y="244"/>
                      </a:cubicBezTo>
                      <a:cubicBezTo>
                        <a:pt x="396" y="244"/>
                        <a:pt x="396" y="244"/>
                        <a:pt x="396" y="2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0" name="Google Shape;913;p21">
                  <a:extLst>
                    <a:ext uri="{FF2B5EF4-FFF2-40B4-BE49-F238E27FC236}">
                      <a16:creationId xmlns:a16="http://schemas.microsoft.com/office/drawing/2014/main" id="{CCA94380-429D-4DD0-E837-A5C4F04DF9C7}"/>
                    </a:ext>
                  </a:extLst>
                </p:cNvPr>
                <p:cNvSpPr/>
                <p:nvPr/>
              </p:nvSpPr>
              <p:spPr>
                <a:xfrm>
                  <a:off x="5836125" y="3552665"/>
                  <a:ext cx="991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31" y="1"/>
                      </a:move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1" name="Google Shape;914;p21">
                  <a:extLst>
                    <a:ext uri="{FF2B5EF4-FFF2-40B4-BE49-F238E27FC236}">
                      <a16:creationId xmlns:a16="http://schemas.microsoft.com/office/drawing/2014/main" id="{C406D463-9941-98B9-EC5F-FF33E14EA738}"/>
                    </a:ext>
                  </a:extLst>
                </p:cNvPr>
                <p:cNvSpPr/>
                <p:nvPr/>
              </p:nvSpPr>
              <p:spPr>
                <a:xfrm>
                  <a:off x="4796122" y="3145434"/>
                  <a:ext cx="3901" cy="4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53" extrusionOk="0">
                      <a:moveTo>
                        <a:pt x="30" y="0"/>
                      </a:moveTo>
                      <a:cubicBezTo>
                        <a:pt x="0" y="61"/>
                        <a:pt x="0" y="152"/>
                        <a:pt x="61" y="152"/>
                      </a:cubicBezTo>
                      <a:cubicBezTo>
                        <a:pt x="122" y="122"/>
                        <a:pt x="122" y="122"/>
                        <a:pt x="122" y="122"/>
                      </a:cubicBezTo>
                      <a:cubicBezTo>
                        <a:pt x="122" y="61"/>
                        <a:pt x="91" y="31"/>
                        <a:pt x="91" y="0"/>
                      </a:cubicBezTo>
                      <a:cubicBezTo>
                        <a:pt x="91" y="0"/>
                        <a:pt x="61" y="0"/>
                        <a:pt x="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2" name="Google Shape;915;p21">
                  <a:extLst>
                    <a:ext uri="{FF2B5EF4-FFF2-40B4-BE49-F238E27FC236}">
                      <a16:creationId xmlns:a16="http://schemas.microsoft.com/office/drawing/2014/main" id="{ADD2BB39-FB6C-509C-DD1B-86CE27BBAA52}"/>
                    </a:ext>
                  </a:extLst>
                </p:cNvPr>
                <p:cNvSpPr/>
                <p:nvPr/>
              </p:nvSpPr>
              <p:spPr>
                <a:xfrm>
                  <a:off x="5330689" y="3244564"/>
                  <a:ext cx="5884" cy="6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" h="214" extrusionOk="0">
                      <a:moveTo>
                        <a:pt x="183" y="61"/>
                      </a:moveTo>
                      <a:cubicBezTo>
                        <a:pt x="183" y="31"/>
                        <a:pt x="122" y="1"/>
                        <a:pt x="62" y="31"/>
                      </a:cubicBezTo>
                      <a:cubicBezTo>
                        <a:pt x="31" y="31"/>
                        <a:pt x="1" y="92"/>
                        <a:pt x="31" y="122"/>
                      </a:cubicBezTo>
                      <a:cubicBezTo>
                        <a:pt x="62" y="183"/>
                        <a:pt x="92" y="183"/>
                        <a:pt x="122" y="183"/>
                      </a:cubicBezTo>
                      <a:cubicBezTo>
                        <a:pt x="153" y="213"/>
                        <a:pt x="183" y="122"/>
                        <a:pt x="183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3" name="Google Shape;916;p21">
                  <a:extLst>
                    <a:ext uri="{FF2B5EF4-FFF2-40B4-BE49-F238E27FC236}">
                      <a16:creationId xmlns:a16="http://schemas.microsoft.com/office/drawing/2014/main" id="{04A58F2A-1C59-07AF-12F3-E272207C8E27}"/>
                    </a:ext>
                  </a:extLst>
                </p:cNvPr>
                <p:cNvSpPr/>
                <p:nvPr/>
              </p:nvSpPr>
              <p:spPr>
                <a:xfrm>
                  <a:off x="5477466" y="3404930"/>
                  <a:ext cx="5852" cy="58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84" extrusionOk="0">
                      <a:moveTo>
                        <a:pt x="183" y="92"/>
                      </a:moveTo>
                      <a:cubicBezTo>
                        <a:pt x="183" y="62"/>
                        <a:pt x="152" y="62"/>
                        <a:pt x="122" y="31"/>
                      </a:cubicBezTo>
                      <a:cubicBezTo>
                        <a:pt x="92" y="1"/>
                        <a:pt x="31" y="62"/>
                        <a:pt x="31" y="92"/>
                      </a:cubicBezTo>
                      <a:cubicBezTo>
                        <a:pt x="0" y="122"/>
                        <a:pt x="31" y="153"/>
                        <a:pt x="61" y="183"/>
                      </a:cubicBezTo>
                      <a:cubicBezTo>
                        <a:pt x="122" y="183"/>
                        <a:pt x="183" y="153"/>
                        <a:pt x="183" y="9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4" name="Google Shape;917;p21">
                  <a:extLst>
                    <a:ext uri="{FF2B5EF4-FFF2-40B4-BE49-F238E27FC236}">
                      <a16:creationId xmlns:a16="http://schemas.microsoft.com/office/drawing/2014/main" id="{6BA5CCA4-BD1D-E06E-820A-80E69792CCA4}"/>
                    </a:ext>
                  </a:extLst>
                </p:cNvPr>
                <p:cNvSpPr/>
                <p:nvPr/>
              </p:nvSpPr>
              <p:spPr>
                <a:xfrm>
                  <a:off x="5375394" y="3524493"/>
                  <a:ext cx="6843" cy="6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" h="214" extrusionOk="0">
                      <a:moveTo>
                        <a:pt x="1" y="92"/>
                      </a:moveTo>
                      <a:cubicBezTo>
                        <a:pt x="1" y="122"/>
                        <a:pt x="62" y="152"/>
                        <a:pt x="62" y="183"/>
                      </a:cubicBezTo>
                      <a:cubicBezTo>
                        <a:pt x="92" y="213"/>
                        <a:pt x="214" y="122"/>
                        <a:pt x="183" y="61"/>
                      </a:cubicBezTo>
                      <a:cubicBezTo>
                        <a:pt x="183" y="61"/>
                        <a:pt x="153" y="31"/>
                        <a:pt x="153" y="31"/>
                      </a:cubicBezTo>
                      <a:cubicBezTo>
                        <a:pt x="62" y="0"/>
                        <a:pt x="1" y="31"/>
                        <a:pt x="1" y="9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5" name="Google Shape;918;p21">
                  <a:extLst>
                    <a:ext uri="{FF2B5EF4-FFF2-40B4-BE49-F238E27FC236}">
                      <a16:creationId xmlns:a16="http://schemas.microsoft.com/office/drawing/2014/main" id="{C87E0946-8D35-2345-B08B-74AE95B9669A}"/>
                    </a:ext>
                  </a:extLst>
                </p:cNvPr>
                <p:cNvSpPr/>
                <p:nvPr/>
              </p:nvSpPr>
              <p:spPr>
                <a:xfrm>
                  <a:off x="5850706" y="3558517"/>
                  <a:ext cx="5852" cy="4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53" extrusionOk="0">
                      <a:moveTo>
                        <a:pt x="183" y="61"/>
                      </a:moveTo>
                      <a:cubicBezTo>
                        <a:pt x="183" y="61"/>
                        <a:pt x="152" y="31"/>
                        <a:pt x="152" y="31"/>
                      </a:cubicBezTo>
                      <a:lnTo>
                        <a:pt x="0" y="0"/>
                      </a:lnTo>
                      <a:cubicBezTo>
                        <a:pt x="31" y="31"/>
                        <a:pt x="61" y="61"/>
                        <a:pt x="92" y="122"/>
                      </a:cubicBezTo>
                      <a:cubicBezTo>
                        <a:pt x="152" y="152"/>
                        <a:pt x="183" y="122"/>
                        <a:pt x="183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6" name="Google Shape;919;p21">
                  <a:extLst>
                    <a:ext uri="{FF2B5EF4-FFF2-40B4-BE49-F238E27FC236}">
                      <a16:creationId xmlns:a16="http://schemas.microsoft.com/office/drawing/2014/main" id="{E1A4DC89-671E-80D6-C09F-6779D5EB04E4}"/>
                    </a:ext>
                  </a:extLst>
                </p:cNvPr>
                <p:cNvSpPr/>
                <p:nvPr/>
              </p:nvSpPr>
              <p:spPr>
                <a:xfrm>
                  <a:off x="5850706" y="3557526"/>
                  <a:ext cx="32" cy="1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32" extrusionOk="0">
                      <a:moveTo>
                        <a:pt x="0" y="31"/>
                      </a:move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7" name="Google Shape;920;p21">
                  <a:extLst>
                    <a:ext uri="{FF2B5EF4-FFF2-40B4-BE49-F238E27FC236}">
                      <a16:creationId xmlns:a16="http://schemas.microsoft.com/office/drawing/2014/main" id="{18499E7E-80E1-2F93-B55C-D812E1CE0CB3}"/>
                    </a:ext>
                  </a:extLst>
                </p:cNvPr>
                <p:cNvSpPr/>
                <p:nvPr/>
              </p:nvSpPr>
              <p:spPr>
                <a:xfrm>
                  <a:off x="5626193" y="3695572"/>
                  <a:ext cx="991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3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8" name="Google Shape;921;p21">
                  <a:extLst>
                    <a:ext uri="{FF2B5EF4-FFF2-40B4-BE49-F238E27FC236}">
                      <a16:creationId xmlns:a16="http://schemas.microsoft.com/office/drawing/2014/main" id="{5B5715E5-3E51-C6CB-AF66-625E2F996903}"/>
                    </a:ext>
                  </a:extLst>
                </p:cNvPr>
                <p:cNvSpPr/>
                <p:nvPr/>
              </p:nvSpPr>
              <p:spPr>
                <a:xfrm>
                  <a:off x="5627152" y="3690711"/>
                  <a:ext cx="5852" cy="3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22" extrusionOk="0">
                      <a:moveTo>
                        <a:pt x="152" y="0"/>
                      </a:moveTo>
                      <a:lnTo>
                        <a:pt x="122" y="0"/>
                      </a:lnTo>
                      <a:lnTo>
                        <a:pt x="0" y="122"/>
                      </a:lnTo>
                      <a:cubicBezTo>
                        <a:pt x="61" y="122"/>
                        <a:pt x="122" y="91"/>
                        <a:pt x="152" y="91"/>
                      </a:cubicBezTo>
                      <a:cubicBezTo>
                        <a:pt x="183" y="61"/>
                        <a:pt x="183" y="31"/>
                        <a:pt x="15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9" name="Google Shape;922;p21">
                  <a:extLst>
                    <a:ext uri="{FF2B5EF4-FFF2-40B4-BE49-F238E27FC236}">
                      <a16:creationId xmlns:a16="http://schemas.microsoft.com/office/drawing/2014/main" id="{625CE292-4283-7F09-3A19-56C48D0204F5}"/>
                    </a:ext>
                  </a:extLst>
                </p:cNvPr>
                <p:cNvSpPr/>
                <p:nvPr/>
              </p:nvSpPr>
              <p:spPr>
                <a:xfrm>
                  <a:off x="5134348" y="3881200"/>
                  <a:ext cx="6843" cy="7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" h="244" extrusionOk="0">
                      <a:moveTo>
                        <a:pt x="153" y="1"/>
                      </a:moveTo>
                      <a:cubicBezTo>
                        <a:pt x="31" y="31"/>
                        <a:pt x="1" y="122"/>
                        <a:pt x="92" y="213"/>
                      </a:cubicBezTo>
                      <a:cubicBezTo>
                        <a:pt x="122" y="244"/>
                        <a:pt x="153" y="244"/>
                        <a:pt x="214" y="244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0" name="Google Shape;923;p21">
                  <a:extLst>
                    <a:ext uri="{FF2B5EF4-FFF2-40B4-BE49-F238E27FC236}">
                      <a16:creationId xmlns:a16="http://schemas.microsoft.com/office/drawing/2014/main" id="{977564FB-2088-8F43-DB22-20876CB9185E}"/>
                    </a:ext>
                  </a:extLst>
                </p:cNvPr>
                <p:cNvSpPr/>
                <p:nvPr/>
              </p:nvSpPr>
              <p:spPr>
                <a:xfrm>
                  <a:off x="5877919" y="3436044"/>
                  <a:ext cx="7803" cy="29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" h="92" extrusionOk="0">
                      <a:moveTo>
                        <a:pt x="244" y="92"/>
                      </a:moveTo>
                      <a:cubicBezTo>
                        <a:pt x="183" y="31"/>
                        <a:pt x="92" y="0"/>
                        <a:pt x="1" y="0"/>
                      </a:cubicBezTo>
                      <a:cubicBezTo>
                        <a:pt x="61" y="61"/>
                        <a:pt x="152" y="92"/>
                        <a:pt x="244" y="9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1" name="Google Shape;924;p21">
                  <a:extLst>
                    <a:ext uri="{FF2B5EF4-FFF2-40B4-BE49-F238E27FC236}">
                      <a16:creationId xmlns:a16="http://schemas.microsoft.com/office/drawing/2014/main" id="{4E59BBFC-0581-8470-6D87-D8FD46EA8004}"/>
                    </a:ext>
                  </a:extLst>
                </p:cNvPr>
                <p:cNvSpPr/>
                <p:nvPr/>
              </p:nvSpPr>
              <p:spPr>
                <a:xfrm>
                  <a:off x="5885690" y="3438954"/>
                  <a:ext cx="1023" cy="1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32" extrusionOk="0">
                      <a:moveTo>
                        <a:pt x="1" y="1"/>
                      </a:moveTo>
                      <a:lnTo>
                        <a:pt x="31" y="31"/>
                      </a:lnTo>
                      <a:lnTo>
                        <a:pt x="31" y="31"/>
                      </a:lnTo>
                      <a:lnTo>
                        <a:pt x="3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2" name="Google Shape;925;p21">
                  <a:extLst>
                    <a:ext uri="{FF2B5EF4-FFF2-40B4-BE49-F238E27FC236}">
                      <a16:creationId xmlns:a16="http://schemas.microsoft.com/office/drawing/2014/main" id="{6680B57F-75EC-1DD8-0C11-9F5001F46FF7}"/>
                    </a:ext>
                  </a:extLst>
                </p:cNvPr>
                <p:cNvSpPr/>
                <p:nvPr/>
              </p:nvSpPr>
              <p:spPr>
                <a:xfrm>
                  <a:off x="4796122" y="3166795"/>
                  <a:ext cx="2942" cy="3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23" extrusionOk="0">
                      <a:moveTo>
                        <a:pt x="0" y="92"/>
                      </a:moveTo>
                      <a:cubicBezTo>
                        <a:pt x="0" y="92"/>
                        <a:pt x="30" y="122"/>
                        <a:pt x="61" y="122"/>
                      </a:cubicBezTo>
                      <a:cubicBezTo>
                        <a:pt x="61" y="122"/>
                        <a:pt x="91" y="92"/>
                        <a:pt x="91" y="92"/>
                      </a:cubicBezTo>
                      <a:cubicBezTo>
                        <a:pt x="91" y="92"/>
                        <a:pt x="61" y="31"/>
                        <a:pt x="61" y="1"/>
                      </a:cubicBezTo>
                      <a:cubicBezTo>
                        <a:pt x="30" y="31"/>
                        <a:pt x="30" y="31"/>
                        <a:pt x="0" y="9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3" name="Google Shape;926;p21">
                  <a:extLst>
                    <a:ext uri="{FF2B5EF4-FFF2-40B4-BE49-F238E27FC236}">
                      <a16:creationId xmlns:a16="http://schemas.microsoft.com/office/drawing/2014/main" id="{512DB58E-726D-92F2-AB0E-9D319330466C}"/>
                    </a:ext>
                  </a:extLst>
                </p:cNvPr>
                <p:cNvSpPr/>
                <p:nvPr/>
              </p:nvSpPr>
              <p:spPr>
                <a:xfrm>
                  <a:off x="5240289" y="3219302"/>
                  <a:ext cx="1023" cy="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31" extrusionOk="0">
                      <a:moveTo>
                        <a:pt x="1" y="0"/>
                      </a:moveTo>
                      <a:lnTo>
                        <a:pt x="31" y="31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4" name="Google Shape;927;p21">
                  <a:extLst>
                    <a:ext uri="{FF2B5EF4-FFF2-40B4-BE49-F238E27FC236}">
                      <a16:creationId xmlns:a16="http://schemas.microsoft.com/office/drawing/2014/main" id="{3ECE7ECA-C56D-556D-0567-5153FBDC8DD0}"/>
                    </a:ext>
                  </a:extLst>
                </p:cNvPr>
                <p:cNvSpPr/>
                <p:nvPr/>
              </p:nvSpPr>
              <p:spPr>
                <a:xfrm>
                  <a:off x="4822344" y="3233884"/>
                  <a:ext cx="3933" cy="4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153" extrusionOk="0">
                      <a:moveTo>
                        <a:pt x="62" y="0"/>
                      </a:moveTo>
                      <a:cubicBezTo>
                        <a:pt x="1" y="31"/>
                        <a:pt x="1" y="61"/>
                        <a:pt x="1" y="91"/>
                      </a:cubicBezTo>
                      <a:cubicBezTo>
                        <a:pt x="1" y="91"/>
                        <a:pt x="31" y="122"/>
                        <a:pt x="31" y="152"/>
                      </a:cubicBezTo>
                      <a:cubicBezTo>
                        <a:pt x="62" y="152"/>
                        <a:pt x="62" y="91"/>
                        <a:pt x="92" y="61"/>
                      </a:cubicBezTo>
                      <a:cubicBezTo>
                        <a:pt x="122" y="31"/>
                        <a:pt x="62" y="0"/>
                        <a:pt x="6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5" name="Google Shape;928;p21">
                  <a:extLst>
                    <a:ext uri="{FF2B5EF4-FFF2-40B4-BE49-F238E27FC236}">
                      <a16:creationId xmlns:a16="http://schemas.microsoft.com/office/drawing/2014/main" id="{53378EC4-E95C-E091-51CA-B20D56BCBD5D}"/>
                    </a:ext>
                  </a:extLst>
                </p:cNvPr>
                <p:cNvSpPr/>
                <p:nvPr/>
              </p:nvSpPr>
              <p:spPr>
                <a:xfrm>
                  <a:off x="5314189" y="3258186"/>
                  <a:ext cx="3901" cy="1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61" extrusionOk="0">
                      <a:moveTo>
                        <a:pt x="61" y="0"/>
                      </a:moveTo>
                      <a:cubicBezTo>
                        <a:pt x="61" y="0"/>
                        <a:pt x="30" y="0"/>
                        <a:pt x="0" y="30"/>
                      </a:cubicBezTo>
                      <a:cubicBezTo>
                        <a:pt x="0" y="61"/>
                        <a:pt x="30" y="61"/>
                        <a:pt x="61" y="61"/>
                      </a:cubicBezTo>
                      <a:cubicBezTo>
                        <a:pt x="61" y="61"/>
                        <a:pt x="91" y="61"/>
                        <a:pt x="91" y="61"/>
                      </a:cubicBezTo>
                      <a:cubicBezTo>
                        <a:pt x="122" y="30"/>
                        <a:pt x="61" y="0"/>
                        <a:pt x="6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6" name="Google Shape;929;p21">
                  <a:extLst>
                    <a:ext uri="{FF2B5EF4-FFF2-40B4-BE49-F238E27FC236}">
                      <a16:creationId xmlns:a16="http://schemas.microsoft.com/office/drawing/2014/main" id="{83473D34-32C6-B727-C64B-9FFDA0841396}"/>
                    </a:ext>
                  </a:extLst>
                </p:cNvPr>
                <p:cNvSpPr/>
                <p:nvPr/>
              </p:nvSpPr>
              <p:spPr>
                <a:xfrm>
                  <a:off x="5295706" y="3270817"/>
                  <a:ext cx="2942" cy="29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92" extrusionOk="0">
                      <a:moveTo>
                        <a:pt x="31" y="61"/>
                      </a:moveTo>
                      <a:cubicBezTo>
                        <a:pt x="31" y="61"/>
                        <a:pt x="61" y="91"/>
                        <a:pt x="61" y="91"/>
                      </a:cubicBezTo>
                      <a:cubicBezTo>
                        <a:pt x="92" y="91"/>
                        <a:pt x="61" y="61"/>
                        <a:pt x="61" y="31"/>
                      </a:cubicBezTo>
                      <a:cubicBezTo>
                        <a:pt x="31" y="0"/>
                        <a:pt x="0" y="31"/>
                        <a:pt x="31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7" name="Google Shape;930;p21">
                  <a:extLst>
                    <a:ext uri="{FF2B5EF4-FFF2-40B4-BE49-F238E27FC236}">
                      <a16:creationId xmlns:a16="http://schemas.microsoft.com/office/drawing/2014/main" id="{391E3213-C104-113E-B18F-4E451C125F06}"/>
                    </a:ext>
                  </a:extLst>
                </p:cNvPr>
                <p:cNvSpPr/>
                <p:nvPr/>
              </p:nvSpPr>
              <p:spPr>
                <a:xfrm>
                  <a:off x="5421089" y="3290260"/>
                  <a:ext cx="1983" cy="3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122" extrusionOk="0">
                      <a:moveTo>
                        <a:pt x="1" y="61"/>
                      </a:moveTo>
                      <a:cubicBezTo>
                        <a:pt x="1" y="61"/>
                        <a:pt x="1" y="91"/>
                        <a:pt x="31" y="122"/>
                      </a:cubicBezTo>
                      <a:lnTo>
                        <a:pt x="61" y="61"/>
                      </a:lnTo>
                      <a:cubicBezTo>
                        <a:pt x="61" y="0"/>
                        <a:pt x="1" y="0"/>
                        <a:pt x="1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8" name="Google Shape;931;p21">
                  <a:extLst>
                    <a:ext uri="{FF2B5EF4-FFF2-40B4-BE49-F238E27FC236}">
                      <a16:creationId xmlns:a16="http://schemas.microsoft.com/office/drawing/2014/main" id="{7A053209-DE42-9989-B302-478DFFCC40CC}"/>
                    </a:ext>
                  </a:extLst>
                </p:cNvPr>
                <p:cNvSpPr/>
                <p:nvPr/>
              </p:nvSpPr>
              <p:spPr>
                <a:xfrm>
                  <a:off x="5021595" y="3373848"/>
                  <a:ext cx="4893" cy="3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122" extrusionOk="0">
                      <a:moveTo>
                        <a:pt x="153" y="91"/>
                      </a:moveTo>
                      <a:cubicBezTo>
                        <a:pt x="153" y="31"/>
                        <a:pt x="92" y="0"/>
                        <a:pt x="62" y="31"/>
                      </a:cubicBezTo>
                      <a:cubicBezTo>
                        <a:pt x="1" y="61"/>
                        <a:pt x="31" y="91"/>
                        <a:pt x="1" y="122"/>
                      </a:cubicBezTo>
                      <a:cubicBezTo>
                        <a:pt x="62" y="122"/>
                        <a:pt x="92" y="122"/>
                        <a:pt x="122" y="122"/>
                      </a:cubicBezTo>
                      <a:cubicBezTo>
                        <a:pt x="122" y="122"/>
                        <a:pt x="153" y="91"/>
                        <a:pt x="153" y="9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9" name="Google Shape;932;p21">
                  <a:extLst>
                    <a:ext uri="{FF2B5EF4-FFF2-40B4-BE49-F238E27FC236}">
                      <a16:creationId xmlns:a16="http://schemas.microsoft.com/office/drawing/2014/main" id="{35AB4F48-CFF8-F00A-447A-5B28DF17F8CD}"/>
                    </a:ext>
                  </a:extLst>
                </p:cNvPr>
                <p:cNvSpPr/>
                <p:nvPr/>
              </p:nvSpPr>
              <p:spPr>
                <a:xfrm>
                  <a:off x="5021595" y="3377717"/>
                  <a:ext cx="1023" cy="1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32" extrusionOk="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1" y="1"/>
                        <a:pt x="1" y="31"/>
                        <a:pt x="1" y="31"/>
                      </a:cubicBezTo>
                      <a:lnTo>
                        <a:pt x="3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0" name="Google Shape;933;p21">
                  <a:extLst>
                    <a:ext uri="{FF2B5EF4-FFF2-40B4-BE49-F238E27FC236}">
                      <a16:creationId xmlns:a16="http://schemas.microsoft.com/office/drawing/2014/main" id="{E722C135-541F-16E3-5CD8-26C09F8CCDC2}"/>
                    </a:ext>
                  </a:extLst>
                </p:cNvPr>
                <p:cNvSpPr/>
                <p:nvPr/>
              </p:nvSpPr>
              <p:spPr>
                <a:xfrm>
                  <a:off x="5019677" y="3378709"/>
                  <a:ext cx="991" cy="3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22" extrusionOk="0">
                      <a:moveTo>
                        <a:pt x="0" y="61"/>
                      </a:moveTo>
                      <a:lnTo>
                        <a:pt x="0" y="122"/>
                      </a:lnTo>
                      <a:lnTo>
                        <a:pt x="31" y="0"/>
                      </a:lnTo>
                      <a:cubicBezTo>
                        <a:pt x="0" y="31"/>
                        <a:pt x="0" y="31"/>
                        <a:pt x="0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1" name="Google Shape;934;p21">
                  <a:extLst>
                    <a:ext uri="{FF2B5EF4-FFF2-40B4-BE49-F238E27FC236}">
                      <a16:creationId xmlns:a16="http://schemas.microsoft.com/office/drawing/2014/main" id="{B5D75F4F-E861-FB67-9646-792CB6098721}"/>
                    </a:ext>
                  </a:extLst>
                </p:cNvPr>
                <p:cNvSpPr/>
                <p:nvPr/>
              </p:nvSpPr>
              <p:spPr>
                <a:xfrm>
                  <a:off x="5843895" y="3421462"/>
                  <a:ext cx="2942" cy="29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92" extrusionOk="0">
                      <a:moveTo>
                        <a:pt x="61" y="31"/>
                      </a:moveTo>
                      <a:lnTo>
                        <a:pt x="31" y="1"/>
                      </a:lnTo>
                      <a:cubicBezTo>
                        <a:pt x="31" y="1"/>
                        <a:pt x="1" y="31"/>
                        <a:pt x="1" y="31"/>
                      </a:cubicBezTo>
                      <a:cubicBezTo>
                        <a:pt x="1" y="31"/>
                        <a:pt x="1" y="92"/>
                        <a:pt x="61" y="92"/>
                      </a:cubicBezTo>
                      <a:cubicBezTo>
                        <a:pt x="92" y="61"/>
                        <a:pt x="61" y="61"/>
                        <a:pt x="61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2" name="Google Shape;935;p21">
                  <a:extLst>
                    <a:ext uri="{FF2B5EF4-FFF2-40B4-BE49-F238E27FC236}">
                      <a16:creationId xmlns:a16="http://schemas.microsoft.com/office/drawing/2014/main" id="{4121A29D-F597-505C-CC12-6AEA45856420}"/>
                    </a:ext>
                  </a:extLst>
                </p:cNvPr>
                <p:cNvSpPr/>
                <p:nvPr/>
              </p:nvSpPr>
              <p:spPr>
                <a:xfrm>
                  <a:off x="4941908" y="3426323"/>
                  <a:ext cx="3933" cy="1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62" extrusionOk="0">
                      <a:moveTo>
                        <a:pt x="61" y="1"/>
                      </a:moveTo>
                      <a:cubicBezTo>
                        <a:pt x="61" y="1"/>
                        <a:pt x="31" y="1"/>
                        <a:pt x="0" y="31"/>
                      </a:cubicBezTo>
                      <a:cubicBezTo>
                        <a:pt x="0" y="61"/>
                        <a:pt x="31" y="61"/>
                        <a:pt x="61" y="61"/>
                      </a:cubicBezTo>
                      <a:cubicBezTo>
                        <a:pt x="61" y="61"/>
                        <a:pt x="92" y="61"/>
                        <a:pt x="92" y="61"/>
                      </a:cubicBezTo>
                      <a:cubicBezTo>
                        <a:pt x="122" y="31"/>
                        <a:pt x="92" y="1"/>
                        <a:pt x="6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3" name="Google Shape;936;p21">
                  <a:extLst>
                    <a:ext uri="{FF2B5EF4-FFF2-40B4-BE49-F238E27FC236}">
                      <a16:creationId xmlns:a16="http://schemas.microsoft.com/office/drawing/2014/main" id="{741BB868-F13C-43A2-2E7E-A60C8BACD015}"/>
                    </a:ext>
                  </a:extLst>
                </p:cNvPr>
                <p:cNvSpPr/>
                <p:nvPr/>
              </p:nvSpPr>
              <p:spPr>
                <a:xfrm>
                  <a:off x="5327779" y="3469077"/>
                  <a:ext cx="3933" cy="3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123" extrusionOk="0">
                      <a:moveTo>
                        <a:pt x="1" y="31"/>
                      </a:moveTo>
                      <a:cubicBezTo>
                        <a:pt x="1" y="92"/>
                        <a:pt x="1" y="123"/>
                        <a:pt x="61" y="92"/>
                      </a:cubicBezTo>
                      <a:cubicBezTo>
                        <a:pt x="122" y="62"/>
                        <a:pt x="61" y="62"/>
                        <a:pt x="92" y="31"/>
                      </a:cubicBezTo>
                      <a:lnTo>
                        <a:pt x="31" y="1"/>
                      </a:lnTo>
                      <a:cubicBezTo>
                        <a:pt x="31" y="1"/>
                        <a:pt x="1" y="31"/>
                        <a:pt x="1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4" name="Google Shape;937;p21">
                  <a:extLst>
                    <a:ext uri="{FF2B5EF4-FFF2-40B4-BE49-F238E27FC236}">
                      <a16:creationId xmlns:a16="http://schemas.microsoft.com/office/drawing/2014/main" id="{98C3102D-0C8E-E350-0638-D3D903B576E3}"/>
                    </a:ext>
                  </a:extLst>
                </p:cNvPr>
                <p:cNvSpPr/>
                <p:nvPr/>
              </p:nvSpPr>
              <p:spPr>
                <a:xfrm>
                  <a:off x="5800150" y="3477838"/>
                  <a:ext cx="1983" cy="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31" extrusionOk="0">
                      <a:moveTo>
                        <a:pt x="1" y="0"/>
                      </a:moveTo>
                      <a:cubicBezTo>
                        <a:pt x="1" y="0"/>
                        <a:pt x="1" y="31"/>
                        <a:pt x="1" y="31"/>
                      </a:cubicBezTo>
                      <a:lnTo>
                        <a:pt x="62" y="31"/>
                      </a:lnTo>
                      <a:cubicBezTo>
                        <a:pt x="62" y="31"/>
                        <a:pt x="62" y="0"/>
                        <a:pt x="62" y="0"/>
                      </a:cubicBezTo>
                      <a:cubicBezTo>
                        <a:pt x="62" y="0"/>
                        <a:pt x="3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5" name="Google Shape;938;p21">
                  <a:extLst>
                    <a:ext uri="{FF2B5EF4-FFF2-40B4-BE49-F238E27FC236}">
                      <a16:creationId xmlns:a16="http://schemas.microsoft.com/office/drawing/2014/main" id="{37EF8E14-FF03-E16A-8207-58ABCE029375}"/>
                    </a:ext>
                  </a:extLst>
                </p:cNvPr>
                <p:cNvSpPr/>
                <p:nvPr/>
              </p:nvSpPr>
              <p:spPr>
                <a:xfrm>
                  <a:off x="5302517" y="3484650"/>
                  <a:ext cx="991" cy="1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62" extrusionOk="0">
                      <a:moveTo>
                        <a:pt x="0" y="61"/>
                      </a:moveTo>
                      <a:lnTo>
                        <a:pt x="31" y="61"/>
                      </a:lnTo>
                      <a:cubicBezTo>
                        <a:pt x="31" y="31"/>
                        <a:pt x="31" y="0"/>
                        <a:pt x="31" y="0"/>
                      </a:cubicBezTo>
                      <a:lnTo>
                        <a:pt x="0" y="0"/>
                      </a:lnTo>
                      <a:cubicBezTo>
                        <a:pt x="0" y="0"/>
                        <a:pt x="0" y="31"/>
                        <a:pt x="0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6" name="Google Shape;939;p21">
                  <a:extLst>
                    <a:ext uri="{FF2B5EF4-FFF2-40B4-BE49-F238E27FC236}">
                      <a16:creationId xmlns:a16="http://schemas.microsoft.com/office/drawing/2014/main" id="{F102AFFA-9686-84B1-5C8F-45791480E126}"/>
                    </a:ext>
                  </a:extLst>
                </p:cNvPr>
                <p:cNvSpPr/>
                <p:nvPr/>
              </p:nvSpPr>
              <p:spPr>
                <a:xfrm>
                  <a:off x="5354992" y="3529354"/>
                  <a:ext cx="3933" cy="29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92" extrusionOk="0">
                      <a:moveTo>
                        <a:pt x="61" y="0"/>
                      </a:moveTo>
                      <a:cubicBezTo>
                        <a:pt x="1" y="31"/>
                        <a:pt x="31" y="61"/>
                        <a:pt x="61" y="61"/>
                      </a:cubicBezTo>
                      <a:cubicBezTo>
                        <a:pt x="92" y="92"/>
                        <a:pt x="92" y="61"/>
                        <a:pt x="122" y="61"/>
                      </a:cubicBezTo>
                      <a:cubicBezTo>
                        <a:pt x="122" y="61"/>
                        <a:pt x="122" y="31"/>
                        <a:pt x="122" y="31"/>
                      </a:cubicBezTo>
                      <a:cubicBezTo>
                        <a:pt x="122" y="31"/>
                        <a:pt x="61" y="0"/>
                        <a:pt x="6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7" name="Google Shape;940;p21">
                  <a:extLst>
                    <a:ext uri="{FF2B5EF4-FFF2-40B4-BE49-F238E27FC236}">
                      <a16:creationId xmlns:a16="http://schemas.microsoft.com/office/drawing/2014/main" id="{37A0FAE4-59E6-09B6-357A-E908972F5D4B}"/>
                    </a:ext>
                  </a:extLst>
                </p:cNvPr>
                <p:cNvSpPr/>
                <p:nvPr/>
              </p:nvSpPr>
              <p:spPr>
                <a:xfrm>
                  <a:off x="5342361" y="3572107"/>
                  <a:ext cx="4893" cy="3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123" extrusionOk="0">
                      <a:moveTo>
                        <a:pt x="122" y="92"/>
                      </a:moveTo>
                      <a:cubicBezTo>
                        <a:pt x="152" y="62"/>
                        <a:pt x="152" y="31"/>
                        <a:pt x="152" y="1"/>
                      </a:cubicBezTo>
                      <a:lnTo>
                        <a:pt x="61" y="1"/>
                      </a:lnTo>
                      <a:cubicBezTo>
                        <a:pt x="61" y="1"/>
                        <a:pt x="0" y="31"/>
                        <a:pt x="31" y="62"/>
                      </a:cubicBezTo>
                      <a:cubicBezTo>
                        <a:pt x="31" y="62"/>
                        <a:pt x="92" y="122"/>
                        <a:pt x="122" y="9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8" name="Google Shape;941;p21">
                  <a:extLst>
                    <a:ext uri="{FF2B5EF4-FFF2-40B4-BE49-F238E27FC236}">
                      <a16:creationId xmlns:a16="http://schemas.microsoft.com/office/drawing/2014/main" id="{52184323-6AC6-6E42-D8E2-319274D59F33}"/>
                    </a:ext>
                  </a:extLst>
                </p:cNvPr>
                <p:cNvSpPr/>
                <p:nvPr/>
              </p:nvSpPr>
              <p:spPr>
                <a:xfrm>
                  <a:off x="6147169" y="3692630"/>
                  <a:ext cx="2942" cy="3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23" extrusionOk="0">
                      <a:moveTo>
                        <a:pt x="61" y="122"/>
                      </a:moveTo>
                      <a:cubicBezTo>
                        <a:pt x="61" y="122"/>
                        <a:pt x="91" y="92"/>
                        <a:pt x="91" y="62"/>
                      </a:cubicBezTo>
                      <a:cubicBezTo>
                        <a:pt x="91" y="31"/>
                        <a:pt x="91" y="31"/>
                        <a:pt x="61" y="1"/>
                      </a:cubicBezTo>
                      <a:cubicBezTo>
                        <a:pt x="31" y="1"/>
                        <a:pt x="31" y="31"/>
                        <a:pt x="31" y="31"/>
                      </a:cubicBezTo>
                      <a:cubicBezTo>
                        <a:pt x="0" y="92"/>
                        <a:pt x="31" y="122"/>
                        <a:pt x="61" y="1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9" name="Google Shape;942;p21">
                  <a:extLst>
                    <a:ext uri="{FF2B5EF4-FFF2-40B4-BE49-F238E27FC236}">
                      <a16:creationId xmlns:a16="http://schemas.microsoft.com/office/drawing/2014/main" id="{500B6B2F-3F6D-816E-8D49-26ABACD66482}"/>
                    </a:ext>
                  </a:extLst>
                </p:cNvPr>
                <p:cNvSpPr/>
                <p:nvPr/>
              </p:nvSpPr>
              <p:spPr>
                <a:xfrm>
                  <a:off x="6149088" y="3720834"/>
                  <a:ext cx="4893" cy="29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92" extrusionOk="0">
                      <a:moveTo>
                        <a:pt x="31" y="92"/>
                      </a:moveTo>
                      <a:cubicBezTo>
                        <a:pt x="62" y="92"/>
                        <a:pt x="123" y="92"/>
                        <a:pt x="153" y="61"/>
                      </a:cubicBezTo>
                      <a:cubicBezTo>
                        <a:pt x="153" y="61"/>
                        <a:pt x="153" y="31"/>
                        <a:pt x="92" y="31"/>
                      </a:cubicBezTo>
                      <a:cubicBezTo>
                        <a:pt x="62" y="0"/>
                        <a:pt x="31" y="0"/>
                        <a:pt x="1" y="61"/>
                      </a:cubicBezTo>
                      <a:cubicBezTo>
                        <a:pt x="1" y="61"/>
                        <a:pt x="31" y="92"/>
                        <a:pt x="31" y="9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0" name="Google Shape;943;p21">
                  <a:extLst>
                    <a:ext uri="{FF2B5EF4-FFF2-40B4-BE49-F238E27FC236}">
                      <a16:creationId xmlns:a16="http://schemas.microsoft.com/office/drawing/2014/main" id="{E1E1E199-038A-8B50-FD56-603BFE23624B}"/>
                    </a:ext>
                  </a:extLst>
                </p:cNvPr>
                <p:cNvSpPr/>
                <p:nvPr/>
              </p:nvSpPr>
              <p:spPr>
                <a:xfrm>
                  <a:off x="6160759" y="3746096"/>
                  <a:ext cx="1983" cy="1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32" extrusionOk="0">
                      <a:moveTo>
                        <a:pt x="61" y="1"/>
                      </a:moveTo>
                      <a:lnTo>
                        <a:pt x="1" y="1"/>
                      </a:lnTo>
                      <a:lnTo>
                        <a:pt x="31" y="3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1" name="Google Shape;944;p21">
                  <a:extLst>
                    <a:ext uri="{FF2B5EF4-FFF2-40B4-BE49-F238E27FC236}">
                      <a16:creationId xmlns:a16="http://schemas.microsoft.com/office/drawing/2014/main" id="{4556FAF7-01FF-6C30-AAD7-D3A7B275C1D9}"/>
                    </a:ext>
                  </a:extLst>
                </p:cNvPr>
                <p:cNvSpPr/>
                <p:nvPr/>
              </p:nvSpPr>
              <p:spPr>
                <a:xfrm>
                  <a:off x="6132587" y="3805382"/>
                  <a:ext cx="3901" cy="3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3" extrusionOk="0">
                      <a:moveTo>
                        <a:pt x="122" y="31"/>
                      </a:moveTo>
                      <a:cubicBezTo>
                        <a:pt x="122" y="31"/>
                        <a:pt x="91" y="1"/>
                        <a:pt x="91" y="1"/>
                      </a:cubicBezTo>
                      <a:cubicBezTo>
                        <a:pt x="31" y="1"/>
                        <a:pt x="0" y="62"/>
                        <a:pt x="31" y="92"/>
                      </a:cubicBezTo>
                      <a:cubicBezTo>
                        <a:pt x="31" y="122"/>
                        <a:pt x="61" y="122"/>
                        <a:pt x="61" y="122"/>
                      </a:cubicBezTo>
                      <a:cubicBezTo>
                        <a:pt x="122" y="122"/>
                        <a:pt x="122" y="92"/>
                        <a:pt x="122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2" name="Google Shape;945;p21">
                  <a:extLst>
                    <a:ext uri="{FF2B5EF4-FFF2-40B4-BE49-F238E27FC236}">
                      <a16:creationId xmlns:a16="http://schemas.microsoft.com/office/drawing/2014/main" id="{633DD7A8-B4B2-EF9F-13D5-1FB726A33D38}"/>
                    </a:ext>
                  </a:extLst>
                </p:cNvPr>
                <p:cNvSpPr/>
                <p:nvPr/>
              </p:nvSpPr>
              <p:spPr>
                <a:xfrm>
                  <a:off x="5678668" y="4255398"/>
                  <a:ext cx="4893" cy="3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123" extrusionOk="0">
                      <a:moveTo>
                        <a:pt x="31" y="1"/>
                      </a:moveTo>
                      <a:cubicBezTo>
                        <a:pt x="31" y="1"/>
                        <a:pt x="0" y="31"/>
                        <a:pt x="0" y="62"/>
                      </a:cubicBezTo>
                      <a:cubicBezTo>
                        <a:pt x="0" y="92"/>
                        <a:pt x="61" y="123"/>
                        <a:pt x="92" y="123"/>
                      </a:cubicBezTo>
                      <a:cubicBezTo>
                        <a:pt x="122" y="123"/>
                        <a:pt x="152" y="92"/>
                        <a:pt x="122" y="62"/>
                      </a:cubicBezTo>
                      <a:cubicBezTo>
                        <a:pt x="122" y="31"/>
                        <a:pt x="92" y="1"/>
                        <a:pt x="3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3" name="Google Shape;946;p21">
                  <a:extLst>
                    <a:ext uri="{FF2B5EF4-FFF2-40B4-BE49-F238E27FC236}">
                      <a16:creationId xmlns:a16="http://schemas.microsoft.com/office/drawing/2014/main" id="{B2764E22-B512-904D-174D-FD4B95849A5C}"/>
                    </a:ext>
                  </a:extLst>
                </p:cNvPr>
                <p:cNvSpPr/>
                <p:nvPr/>
              </p:nvSpPr>
              <p:spPr>
                <a:xfrm>
                  <a:off x="5398737" y="3306760"/>
                  <a:ext cx="991" cy="1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62" extrusionOk="0">
                      <a:moveTo>
                        <a:pt x="31" y="1"/>
                      </a:moveTo>
                      <a:lnTo>
                        <a:pt x="0" y="31"/>
                      </a:lnTo>
                      <a:lnTo>
                        <a:pt x="31" y="6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4" name="Google Shape;947;p21">
                  <a:extLst>
                    <a:ext uri="{FF2B5EF4-FFF2-40B4-BE49-F238E27FC236}">
                      <a16:creationId xmlns:a16="http://schemas.microsoft.com/office/drawing/2014/main" id="{07B9A4A2-4CB9-C998-A27A-6297238D1D60}"/>
                    </a:ext>
                  </a:extLst>
                </p:cNvPr>
                <p:cNvSpPr/>
                <p:nvPr/>
              </p:nvSpPr>
              <p:spPr>
                <a:xfrm>
                  <a:off x="4861228" y="3316481"/>
                  <a:ext cx="1983" cy="1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62" extrusionOk="0">
                      <a:moveTo>
                        <a:pt x="1" y="62"/>
                      </a:moveTo>
                      <a:lnTo>
                        <a:pt x="61" y="62"/>
                      </a:lnTo>
                      <a:lnTo>
                        <a:pt x="3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5" name="Google Shape;948;p21">
                  <a:extLst>
                    <a:ext uri="{FF2B5EF4-FFF2-40B4-BE49-F238E27FC236}">
                      <a16:creationId xmlns:a16="http://schemas.microsoft.com/office/drawing/2014/main" id="{810EAE5C-F9E8-5DEB-9939-0D1678945F46}"/>
                    </a:ext>
                  </a:extLst>
                </p:cNvPr>
                <p:cNvSpPr/>
                <p:nvPr/>
              </p:nvSpPr>
              <p:spPr>
                <a:xfrm>
                  <a:off x="5445392" y="3384529"/>
                  <a:ext cx="32" cy="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31" extrusionOk="0">
                      <a:moveTo>
                        <a:pt x="0" y="31"/>
                      </a:moveTo>
                      <a:cubicBezTo>
                        <a:pt x="0" y="1"/>
                        <a:pt x="0" y="1"/>
                        <a:pt x="0" y="1"/>
                      </a:cubicBez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6" name="Google Shape;949;p21">
                  <a:extLst>
                    <a:ext uri="{FF2B5EF4-FFF2-40B4-BE49-F238E27FC236}">
                      <a16:creationId xmlns:a16="http://schemas.microsoft.com/office/drawing/2014/main" id="{ED29689C-4C95-8154-3FF5-0EE8E522FBB7}"/>
                    </a:ext>
                  </a:extLst>
                </p:cNvPr>
                <p:cNvSpPr/>
                <p:nvPr/>
              </p:nvSpPr>
              <p:spPr>
                <a:xfrm>
                  <a:off x="5445392" y="3385488"/>
                  <a:ext cx="1983" cy="1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32" extrusionOk="0">
                      <a:moveTo>
                        <a:pt x="61" y="1"/>
                      </a:moveTo>
                      <a:lnTo>
                        <a:pt x="31" y="1"/>
                      </a:lnTo>
                      <a:cubicBezTo>
                        <a:pt x="0" y="31"/>
                        <a:pt x="31" y="31"/>
                        <a:pt x="6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7" name="Google Shape;950;p21">
                  <a:extLst>
                    <a:ext uri="{FF2B5EF4-FFF2-40B4-BE49-F238E27FC236}">
                      <a16:creationId xmlns:a16="http://schemas.microsoft.com/office/drawing/2014/main" id="{AAED23B8-3E0B-A45D-9546-D49BE885C4F6}"/>
                    </a:ext>
                  </a:extLst>
                </p:cNvPr>
                <p:cNvSpPr/>
                <p:nvPr/>
              </p:nvSpPr>
              <p:spPr>
                <a:xfrm>
                  <a:off x="5859468" y="3425364"/>
                  <a:ext cx="991" cy="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1" extrusionOk="0">
                      <a:moveTo>
                        <a:pt x="0" y="0"/>
                      </a:moveTo>
                      <a:lnTo>
                        <a:pt x="0" y="31"/>
                      </a:lnTo>
                      <a:lnTo>
                        <a:pt x="30" y="31"/>
                      </a:lnTo>
                      <a:lnTo>
                        <a:pt x="30" y="3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8" name="Google Shape;951;p21">
                  <a:extLst>
                    <a:ext uri="{FF2B5EF4-FFF2-40B4-BE49-F238E27FC236}">
                      <a16:creationId xmlns:a16="http://schemas.microsoft.com/office/drawing/2014/main" id="{F8B149DA-A7AB-FF11-EC9C-FF5EB9623850}"/>
                    </a:ext>
                  </a:extLst>
                </p:cNvPr>
                <p:cNvSpPr/>
                <p:nvPr/>
              </p:nvSpPr>
              <p:spPr>
                <a:xfrm>
                  <a:off x="5958598" y="3499231"/>
                  <a:ext cx="991" cy="1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61" extrusionOk="0">
                      <a:moveTo>
                        <a:pt x="31" y="61"/>
                      </a:moveTo>
                      <a:lnTo>
                        <a:pt x="31" y="0"/>
                      </a:lnTo>
                      <a:cubicBezTo>
                        <a:pt x="31" y="0"/>
                        <a:pt x="0" y="0"/>
                        <a:pt x="0" y="0"/>
                      </a:cubicBezTo>
                      <a:cubicBezTo>
                        <a:pt x="0" y="0"/>
                        <a:pt x="0" y="61"/>
                        <a:pt x="31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9" name="Google Shape;952;p21">
                  <a:extLst>
                    <a:ext uri="{FF2B5EF4-FFF2-40B4-BE49-F238E27FC236}">
                      <a16:creationId xmlns:a16="http://schemas.microsoft.com/office/drawing/2014/main" id="{C1828BEC-C1B8-97C6-5D61-2981D9A5880C}"/>
                    </a:ext>
                  </a:extLst>
                </p:cNvPr>
                <p:cNvSpPr/>
                <p:nvPr/>
              </p:nvSpPr>
              <p:spPr>
                <a:xfrm>
                  <a:off x="5967328" y="3522543"/>
                  <a:ext cx="1983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1" extrusionOk="0">
                      <a:moveTo>
                        <a:pt x="1" y="1"/>
                      </a:moveTo>
                      <a:lnTo>
                        <a:pt x="62" y="1"/>
                      </a:lnTo>
                      <a:lnTo>
                        <a:pt x="62" y="1"/>
                      </a:lnTo>
                      <a:lnTo>
                        <a:pt x="62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0" name="Google Shape;953;p21">
                  <a:extLst>
                    <a:ext uri="{FF2B5EF4-FFF2-40B4-BE49-F238E27FC236}">
                      <a16:creationId xmlns:a16="http://schemas.microsoft.com/office/drawing/2014/main" id="{B57E1A43-6890-2807-AB73-26DE4A5CDFC3}"/>
                    </a:ext>
                  </a:extLst>
                </p:cNvPr>
                <p:cNvSpPr/>
                <p:nvPr/>
              </p:nvSpPr>
              <p:spPr>
                <a:xfrm>
                  <a:off x="5348181" y="3568238"/>
                  <a:ext cx="4893" cy="3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122" extrusionOk="0">
                      <a:moveTo>
                        <a:pt x="153" y="0"/>
                      </a:moveTo>
                      <a:lnTo>
                        <a:pt x="153" y="0"/>
                      </a:lnTo>
                      <a:lnTo>
                        <a:pt x="153" y="0"/>
                      </a:lnTo>
                      <a:lnTo>
                        <a:pt x="1" y="122"/>
                      </a:lnTo>
                      <a:lnTo>
                        <a:pt x="1" y="122"/>
                      </a:lnTo>
                      <a:lnTo>
                        <a:pt x="1" y="1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1" name="Google Shape;954;p21">
                  <a:extLst>
                    <a:ext uri="{FF2B5EF4-FFF2-40B4-BE49-F238E27FC236}">
                      <a16:creationId xmlns:a16="http://schemas.microsoft.com/office/drawing/2014/main" id="{F9B2CE95-B3AE-A29B-7700-CFAC9B9C8DCD}"/>
                    </a:ext>
                  </a:extLst>
                </p:cNvPr>
                <p:cNvSpPr/>
                <p:nvPr/>
              </p:nvSpPr>
              <p:spPr>
                <a:xfrm>
                  <a:off x="4693507" y="3148760"/>
                  <a:ext cx="10744" cy="12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" h="397" extrusionOk="0">
                      <a:moveTo>
                        <a:pt x="122" y="1"/>
                      </a:moveTo>
                      <a:cubicBezTo>
                        <a:pt x="122" y="1"/>
                        <a:pt x="92" y="1"/>
                        <a:pt x="92" y="1"/>
                      </a:cubicBezTo>
                      <a:cubicBezTo>
                        <a:pt x="31" y="31"/>
                        <a:pt x="1" y="62"/>
                        <a:pt x="1" y="92"/>
                      </a:cubicBezTo>
                      <a:cubicBezTo>
                        <a:pt x="1" y="214"/>
                        <a:pt x="61" y="335"/>
                        <a:pt x="183" y="396"/>
                      </a:cubicBezTo>
                      <a:cubicBezTo>
                        <a:pt x="213" y="396"/>
                        <a:pt x="244" y="396"/>
                        <a:pt x="244" y="396"/>
                      </a:cubicBezTo>
                      <a:cubicBezTo>
                        <a:pt x="274" y="366"/>
                        <a:pt x="305" y="335"/>
                        <a:pt x="335" y="305"/>
                      </a:cubicBezTo>
                      <a:cubicBezTo>
                        <a:pt x="335" y="183"/>
                        <a:pt x="244" y="62"/>
                        <a:pt x="12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2" name="Google Shape;955;p21">
                  <a:extLst>
                    <a:ext uri="{FF2B5EF4-FFF2-40B4-BE49-F238E27FC236}">
                      <a16:creationId xmlns:a16="http://schemas.microsoft.com/office/drawing/2014/main" id="{8CD3E11D-72A0-DE89-C485-70842203C85D}"/>
                    </a:ext>
                  </a:extLst>
                </p:cNvPr>
                <p:cNvSpPr/>
                <p:nvPr/>
              </p:nvSpPr>
              <p:spPr>
                <a:xfrm>
                  <a:off x="4717810" y="3195415"/>
                  <a:ext cx="10712" cy="11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" h="366" extrusionOk="0">
                      <a:moveTo>
                        <a:pt x="183" y="1"/>
                      </a:moveTo>
                      <a:cubicBezTo>
                        <a:pt x="122" y="1"/>
                        <a:pt x="92" y="1"/>
                        <a:pt x="31" y="31"/>
                      </a:cubicBezTo>
                      <a:cubicBezTo>
                        <a:pt x="1" y="31"/>
                        <a:pt x="1" y="92"/>
                        <a:pt x="1" y="153"/>
                      </a:cubicBezTo>
                      <a:cubicBezTo>
                        <a:pt x="31" y="244"/>
                        <a:pt x="122" y="335"/>
                        <a:pt x="213" y="366"/>
                      </a:cubicBezTo>
                      <a:lnTo>
                        <a:pt x="274" y="366"/>
                      </a:lnTo>
                      <a:cubicBezTo>
                        <a:pt x="305" y="335"/>
                        <a:pt x="335" y="305"/>
                        <a:pt x="335" y="274"/>
                      </a:cubicBezTo>
                      <a:cubicBezTo>
                        <a:pt x="335" y="153"/>
                        <a:pt x="274" y="62"/>
                        <a:pt x="18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3" name="Google Shape;956;p21">
                  <a:extLst>
                    <a:ext uri="{FF2B5EF4-FFF2-40B4-BE49-F238E27FC236}">
                      <a16:creationId xmlns:a16="http://schemas.microsoft.com/office/drawing/2014/main" id="{6DA6430A-0D93-E054-C41D-932EF0656A9B}"/>
                    </a:ext>
                  </a:extLst>
                </p:cNvPr>
                <p:cNvSpPr/>
                <p:nvPr/>
              </p:nvSpPr>
              <p:spPr>
                <a:xfrm>
                  <a:off x="4746973" y="3231389"/>
                  <a:ext cx="3933" cy="1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62" extrusionOk="0">
                      <a:moveTo>
                        <a:pt x="61" y="1"/>
                      </a:moveTo>
                      <a:cubicBezTo>
                        <a:pt x="61" y="1"/>
                        <a:pt x="31" y="1"/>
                        <a:pt x="0" y="31"/>
                      </a:cubicBezTo>
                      <a:cubicBezTo>
                        <a:pt x="0" y="61"/>
                        <a:pt x="31" y="61"/>
                        <a:pt x="61" y="61"/>
                      </a:cubicBezTo>
                      <a:cubicBezTo>
                        <a:pt x="61" y="61"/>
                        <a:pt x="92" y="61"/>
                        <a:pt x="92" y="61"/>
                      </a:cubicBezTo>
                      <a:cubicBezTo>
                        <a:pt x="122" y="31"/>
                        <a:pt x="92" y="1"/>
                        <a:pt x="6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02" name="Google Shape;957;p21">
                <a:extLst>
                  <a:ext uri="{FF2B5EF4-FFF2-40B4-BE49-F238E27FC236}">
                    <a16:creationId xmlns:a16="http://schemas.microsoft.com/office/drawing/2014/main" id="{8D082294-4DD3-B133-E2DE-C44324CBDD11}"/>
                  </a:ext>
                </a:extLst>
              </p:cNvPr>
              <p:cNvSpPr/>
              <p:nvPr/>
            </p:nvSpPr>
            <p:spPr>
              <a:xfrm>
                <a:off x="4228196" y="3019249"/>
                <a:ext cx="188535" cy="75471"/>
              </a:xfrm>
              <a:custGeom>
                <a:avLst/>
                <a:gdLst/>
                <a:ahLst/>
                <a:cxnLst/>
                <a:rect l="l" t="t" r="r" b="b"/>
                <a:pathLst>
                  <a:path w="5837" h="2311" extrusionOk="0">
                    <a:moveTo>
                      <a:pt x="5715" y="2037"/>
                    </a:moveTo>
                    <a:cubicBezTo>
                      <a:pt x="5806" y="2006"/>
                      <a:pt x="5837" y="1885"/>
                      <a:pt x="5776" y="1824"/>
                    </a:cubicBezTo>
                    <a:cubicBezTo>
                      <a:pt x="5715" y="1733"/>
                      <a:pt x="5624" y="1672"/>
                      <a:pt x="5563" y="1641"/>
                    </a:cubicBezTo>
                    <a:cubicBezTo>
                      <a:pt x="5107" y="1429"/>
                      <a:pt x="4682" y="1186"/>
                      <a:pt x="4195" y="1003"/>
                    </a:cubicBezTo>
                    <a:cubicBezTo>
                      <a:pt x="4043" y="973"/>
                      <a:pt x="3922" y="882"/>
                      <a:pt x="3770" y="821"/>
                    </a:cubicBezTo>
                    <a:cubicBezTo>
                      <a:pt x="3618" y="699"/>
                      <a:pt x="3466" y="638"/>
                      <a:pt x="3283" y="578"/>
                    </a:cubicBezTo>
                    <a:cubicBezTo>
                      <a:pt x="3192" y="547"/>
                      <a:pt x="3131" y="517"/>
                      <a:pt x="3071" y="456"/>
                    </a:cubicBezTo>
                    <a:cubicBezTo>
                      <a:pt x="2888" y="274"/>
                      <a:pt x="2615" y="182"/>
                      <a:pt x="2372" y="182"/>
                    </a:cubicBezTo>
                    <a:cubicBezTo>
                      <a:pt x="2189" y="182"/>
                      <a:pt x="2007" y="152"/>
                      <a:pt x="1855" y="61"/>
                    </a:cubicBezTo>
                    <a:cubicBezTo>
                      <a:pt x="1764" y="30"/>
                      <a:pt x="1642" y="0"/>
                      <a:pt x="1520" y="0"/>
                    </a:cubicBezTo>
                    <a:cubicBezTo>
                      <a:pt x="1217" y="61"/>
                      <a:pt x="913" y="152"/>
                      <a:pt x="609" y="243"/>
                    </a:cubicBezTo>
                    <a:cubicBezTo>
                      <a:pt x="305" y="365"/>
                      <a:pt x="183" y="638"/>
                      <a:pt x="1" y="851"/>
                    </a:cubicBezTo>
                    <a:cubicBezTo>
                      <a:pt x="1" y="851"/>
                      <a:pt x="31" y="882"/>
                      <a:pt x="31" y="882"/>
                    </a:cubicBezTo>
                    <a:cubicBezTo>
                      <a:pt x="122" y="912"/>
                      <a:pt x="213" y="912"/>
                      <a:pt x="305" y="882"/>
                    </a:cubicBezTo>
                    <a:cubicBezTo>
                      <a:pt x="639" y="760"/>
                      <a:pt x="973" y="608"/>
                      <a:pt x="1277" y="456"/>
                    </a:cubicBezTo>
                    <a:cubicBezTo>
                      <a:pt x="1368" y="395"/>
                      <a:pt x="1460" y="426"/>
                      <a:pt x="1520" y="517"/>
                    </a:cubicBezTo>
                    <a:cubicBezTo>
                      <a:pt x="1581" y="608"/>
                      <a:pt x="1672" y="699"/>
                      <a:pt x="1764" y="730"/>
                    </a:cubicBezTo>
                    <a:cubicBezTo>
                      <a:pt x="1946" y="760"/>
                      <a:pt x="2098" y="790"/>
                      <a:pt x="2250" y="821"/>
                    </a:cubicBezTo>
                    <a:cubicBezTo>
                      <a:pt x="2341" y="821"/>
                      <a:pt x="2463" y="851"/>
                      <a:pt x="2554" y="912"/>
                    </a:cubicBezTo>
                    <a:cubicBezTo>
                      <a:pt x="2767" y="1034"/>
                      <a:pt x="2979" y="1094"/>
                      <a:pt x="3223" y="1094"/>
                    </a:cubicBezTo>
                    <a:cubicBezTo>
                      <a:pt x="3314" y="1125"/>
                      <a:pt x="3435" y="1186"/>
                      <a:pt x="3466" y="1307"/>
                    </a:cubicBezTo>
                    <a:cubicBezTo>
                      <a:pt x="3557" y="1520"/>
                      <a:pt x="3770" y="1672"/>
                      <a:pt x="3983" y="1672"/>
                    </a:cubicBezTo>
                    <a:cubicBezTo>
                      <a:pt x="4013" y="1672"/>
                      <a:pt x="4043" y="1702"/>
                      <a:pt x="4043" y="1702"/>
                    </a:cubicBezTo>
                    <a:cubicBezTo>
                      <a:pt x="4135" y="1733"/>
                      <a:pt x="4135" y="1793"/>
                      <a:pt x="4104" y="1885"/>
                    </a:cubicBezTo>
                    <a:lnTo>
                      <a:pt x="4013" y="1976"/>
                    </a:lnTo>
                    <a:cubicBezTo>
                      <a:pt x="3952" y="2067"/>
                      <a:pt x="4013" y="2189"/>
                      <a:pt x="4104" y="2189"/>
                    </a:cubicBezTo>
                    <a:lnTo>
                      <a:pt x="4712" y="2189"/>
                    </a:lnTo>
                    <a:cubicBezTo>
                      <a:pt x="4986" y="2310"/>
                      <a:pt x="5350" y="2128"/>
                      <a:pt x="5715" y="20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24" name="Google Shape;973;p21">
              <a:extLst>
                <a:ext uri="{FF2B5EF4-FFF2-40B4-BE49-F238E27FC236}">
                  <a16:creationId xmlns:a16="http://schemas.microsoft.com/office/drawing/2014/main" id="{9126957E-1D16-27D4-F8F7-B94D8FE1B4BB}"/>
                </a:ext>
              </a:extLst>
            </p:cNvPr>
            <p:cNvGrpSpPr/>
            <p:nvPr/>
          </p:nvGrpSpPr>
          <p:grpSpPr>
            <a:xfrm>
              <a:off x="8322963" y="3137956"/>
              <a:ext cx="598800" cy="598800"/>
              <a:chOff x="5606140" y="2135633"/>
              <a:chExt cx="598800" cy="598800"/>
            </a:xfrm>
            <a:grpFill/>
          </p:grpSpPr>
          <p:sp>
            <p:nvSpPr>
              <p:cNvPr id="2525" name="Google Shape;974;p21">
                <a:extLst>
                  <a:ext uri="{FF2B5EF4-FFF2-40B4-BE49-F238E27FC236}">
                    <a16:creationId xmlns:a16="http://schemas.microsoft.com/office/drawing/2014/main" id="{B8694DFF-6B80-F013-CE3D-082E8A17A998}"/>
                  </a:ext>
                </a:extLst>
              </p:cNvPr>
              <p:cNvSpPr/>
              <p:nvPr/>
            </p:nvSpPr>
            <p:spPr>
              <a:xfrm>
                <a:off x="5606140" y="2135633"/>
                <a:ext cx="598800" cy="598800"/>
              </a:xfrm>
              <a:prstGeom prst="ellipse">
                <a:avLst/>
              </a:prstGeom>
              <a:grpFill/>
              <a:ln w="38100" cap="flat" cmpd="sng">
                <a:solidFill>
                  <a:schemeClr val="tx1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Google Shape;975;p21">
                <a:extLst>
                  <a:ext uri="{FF2B5EF4-FFF2-40B4-BE49-F238E27FC236}">
                    <a16:creationId xmlns:a16="http://schemas.microsoft.com/office/drawing/2014/main" id="{2466AA91-91C2-3A83-DF75-04E4B08DECE8}"/>
                  </a:ext>
                </a:extLst>
              </p:cNvPr>
              <p:cNvSpPr/>
              <p:nvPr/>
            </p:nvSpPr>
            <p:spPr>
              <a:xfrm>
                <a:off x="5840725" y="2349300"/>
                <a:ext cx="129622" cy="171475"/>
              </a:xfrm>
              <a:custGeom>
                <a:avLst/>
                <a:gdLst/>
                <a:ahLst/>
                <a:cxnLst/>
                <a:rect l="l" t="t" r="r" b="b"/>
                <a:pathLst>
                  <a:path w="27332" h="30123" extrusionOk="0">
                    <a:moveTo>
                      <a:pt x="9595" y="1"/>
                    </a:moveTo>
                    <a:lnTo>
                      <a:pt x="10767" y="1"/>
                    </a:lnTo>
                    <a:lnTo>
                      <a:pt x="11124" y="65"/>
                    </a:lnTo>
                    <a:lnTo>
                      <a:pt x="11723" y="332"/>
                    </a:lnTo>
                    <a:lnTo>
                      <a:pt x="12232" y="727"/>
                    </a:lnTo>
                    <a:lnTo>
                      <a:pt x="12640" y="1250"/>
                    </a:lnTo>
                    <a:lnTo>
                      <a:pt x="12819" y="1555"/>
                    </a:lnTo>
                    <a:lnTo>
                      <a:pt x="12933" y="1696"/>
                    </a:lnTo>
                    <a:lnTo>
                      <a:pt x="13086" y="1823"/>
                    </a:lnTo>
                    <a:lnTo>
                      <a:pt x="13264" y="1938"/>
                    </a:lnTo>
                    <a:lnTo>
                      <a:pt x="13647" y="2091"/>
                    </a:lnTo>
                    <a:lnTo>
                      <a:pt x="14042" y="2142"/>
                    </a:lnTo>
                    <a:lnTo>
                      <a:pt x="14449" y="2116"/>
                    </a:lnTo>
                    <a:lnTo>
                      <a:pt x="14653" y="2078"/>
                    </a:lnTo>
                    <a:lnTo>
                      <a:pt x="15278" y="1874"/>
                    </a:lnTo>
                    <a:lnTo>
                      <a:pt x="15889" y="1619"/>
                    </a:lnTo>
                    <a:lnTo>
                      <a:pt x="15469" y="2435"/>
                    </a:lnTo>
                    <a:lnTo>
                      <a:pt x="15036" y="3263"/>
                    </a:lnTo>
                    <a:lnTo>
                      <a:pt x="15290" y="3390"/>
                    </a:lnTo>
                    <a:lnTo>
                      <a:pt x="15787" y="3518"/>
                    </a:lnTo>
                    <a:lnTo>
                      <a:pt x="16272" y="3505"/>
                    </a:lnTo>
                    <a:lnTo>
                      <a:pt x="16756" y="3352"/>
                    </a:lnTo>
                    <a:lnTo>
                      <a:pt x="16998" y="3212"/>
                    </a:lnTo>
                    <a:lnTo>
                      <a:pt x="17406" y="2983"/>
                    </a:lnTo>
                    <a:lnTo>
                      <a:pt x="18272" y="2575"/>
                    </a:lnTo>
                    <a:lnTo>
                      <a:pt x="18718" y="2396"/>
                    </a:lnTo>
                    <a:lnTo>
                      <a:pt x="19610" y="2091"/>
                    </a:lnTo>
                    <a:lnTo>
                      <a:pt x="20910" y="1581"/>
                    </a:lnTo>
                    <a:lnTo>
                      <a:pt x="21725" y="1084"/>
                    </a:lnTo>
                    <a:lnTo>
                      <a:pt x="22094" y="765"/>
                    </a:lnTo>
                    <a:lnTo>
                      <a:pt x="22196" y="689"/>
                    </a:lnTo>
                    <a:lnTo>
                      <a:pt x="22464" y="676"/>
                    </a:lnTo>
                    <a:lnTo>
                      <a:pt x="22706" y="791"/>
                    </a:lnTo>
                    <a:lnTo>
                      <a:pt x="22884" y="995"/>
                    </a:lnTo>
                    <a:lnTo>
                      <a:pt x="22897" y="1122"/>
                    </a:lnTo>
                    <a:lnTo>
                      <a:pt x="22923" y="1390"/>
                    </a:lnTo>
                    <a:lnTo>
                      <a:pt x="23063" y="1899"/>
                    </a:lnTo>
                    <a:lnTo>
                      <a:pt x="23279" y="2371"/>
                    </a:lnTo>
                    <a:lnTo>
                      <a:pt x="23560" y="2817"/>
                    </a:lnTo>
                    <a:lnTo>
                      <a:pt x="23713" y="3033"/>
                    </a:lnTo>
                    <a:lnTo>
                      <a:pt x="24439" y="3964"/>
                    </a:lnTo>
                    <a:lnTo>
                      <a:pt x="25127" y="4919"/>
                    </a:lnTo>
                    <a:lnTo>
                      <a:pt x="25254" y="5110"/>
                    </a:lnTo>
                    <a:lnTo>
                      <a:pt x="25433" y="5518"/>
                    </a:lnTo>
                    <a:lnTo>
                      <a:pt x="25535" y="5951"/>
                    </a:lnTo>
                    <a:lnTo>
                      <a:pt x="25522" y="6397"/>
                    </a:lnTo>
                    <a:lnTo>
                      <a:pt x="25471" y="6627"/>
                    </a:lnTo>
                    <a:lnTo>
                      <a:pt x="25382" y="6945"/>
                    </a:lnTo>
                    <a:lnTo>
                      <a:pt x="25127" y="7570"/>
                    </a:lnTo>
                    <a:lnTo>
                      <a:pt x="24987" y="7863"/>
                    </a:lnTo>
                    <a:lnTo>
                      <a:pt x="24910" y="8041"/>
                    </a:lnTo>
                    <a:lnTo>
                      <a:pt x="24910" y="8283"/>
                    </a:lnTo>
                    <a:lnTo>
                      <a:pt x="24987" y="8436"/>
                    </a:lnTo>
                    <a:lnTo>
                      <a:pt x="25051" y="8512"/>
                    </a:lnTo>
                    <a:lnTo>
                      <a:pt x="25344" y="8818"/>
                    </a:lnTo>
                    <a:lnTo>
                      <a:pt x="25649" y="9111"/>
                    </a:lnTo>
                    <a:lnTo>
                      <a:pt x="25841" y="9302"/>
                    </a:lnTo>
                    <a:lnTo>
                      <a:pt x="26083" y="9761"/>
                    </a:lnTo>
                    <a:lnTo>
                      <a:pt x="26121" y="10029"/>
                    </a:lnTo>
                    <a:lnTo>
                      <a:pt x="26223" y="11023"/>
                    </a:lnTo>
                    <a:lnTo>
                      <a:pt x="26299" y="12016"/>
                    </a:lnTo>
                    <a:lnTo>
                      <a:pt x="26337" y="12360"/>
                    </a:lnTo>
                    <a:lnTo>
                      <a:pt x="26439" y="13036"/>
                    </a:lnTo>
                    <a:lnTo>
                      <a:pt x="26631" y="13673"/>
                    </a:lnTo>
                    <a:lnTo>
                      <a:pt x="26924" y="14297"/>
                    </a:lnTo>
                    <a:lnTo>
                      <a:pt x="27127" y="14577"/>
                    </a:lnTo>
                    <a:lnTo>
                      <a:pt x="27255" y="14794"/>
                    </a:lnTo>
                    <a:lnTo>
                      <a:pt x="27331" y="15227"/>
                    </a:lnTo>
                    <a:lnTo>
                      <a:pt x="27204" y="15635"/>
                    </a:lnTo>
                    <a:lnTo>
                      <a:pt x="26911" y="15954"/>
                    </a:lnTo>
                    <a:lnTo>
                      <a:pt x="26681" y="16055"/>
                    </a:lnTo>
                    <a:lnTo>
                      <a:pt x="26261" y="16170"/>
                    </a:lnTo>
                    <a:lnTo>
                      <a:pt x="25828" y="16234"/>
                    </a:lnTo>
                    <a:lnTo>
                      <a:pt x="24859" y="16336"/>
                    </a:lnTo>
                    <a:lnTo>
                      <a:pt x="23917" y="16501"/>
                    </a:lnTo>
                    <a:lnTo>
                      <a:pt x="23330" y="16667"/>
                    </a:lnTo>
                    <a:lnTo>
                      <a:pt x="22209" y="17113"/>
                    </a:lnTo>
                    <a:lnTo>
                      <a:pt x="21152" y="17661"/>
                    </a:lnTo>
                    <a:lnTo>
                      <a:pt x="20120" y="18298"/>
                    </a:lnTo>
                    <a:lnTo>
                      <a:pt x="19623" y="18642"/>
                    </a:lnTo>
                    <a:lnTo>
                      <a:pt x="19508" y="18731"/>
                    </a:lnTo>
                    <a:lnTo>
                      <a:pt x="19330" y="18948"/>
                    </a:lnTo>
                    <a:lnTo>
                      <a:pt x="19228" y="19190"/>
                    </a:lnTo>
                    <a:lnTo>
                      <a:pt x="19202" y="19470"/>
                    </a:lnTo>
                    <a:lnTo>
                      <a:pt x="19215" y="19610"/>
                    </a:lnTo>
                    <a:lnTo>
                      <a:pt x="19253" y="19840"/>
                    </a:lnTo>
                    <a:lnTo>
                      <a:pt x="19380" y="20260"/>
                    </a:lnTo>
                    <a:lnTo>
                      <a:pt x="19674" y="20859"/>
                    </a:lnTo>
                    <a:lnTo>
                      <a:pt x="19916" y="21241"/>
                    </a:lnTo>
                    <a:lnTo>
                      <a:pt x="20094" y="21509"/>
                    </a:lnTo>
                    <a:lnTo>
                      <a:pt x="20515" y="21955"/>
                    </a:lnTo>
                    <a:lnTo>
                      <a:pt x="21215" y="22541"/>
                    </a:lnTo>
                    <a:lnTo>
                      <a:pt x="21725" y="22898"/>
                    </a:lnTo>
                    <a:lnTo>
                      <a:pt x="22171" y="23242"/>
                    </a:lnTo>
                    <a:lnTo>
                      <a:pt x="23050" y="23955"/>
                    </a:lnTo>
                    <a:lnTo>
                      <a:pt x="23458" y="24350"/>
                    </a:lnTo>
                    <a:lnTo>
                      <a:pt x="23598" y="24490"/>
                    </a:lnTo>
                    <a:lnTo>
                      <a:pt x="23725" y="24771"/>
                    </a:lnTo>
                    <a:lnTo>
                      <a:pt x="23687" y="25038"/>
                    </a:lnTo>
                    <a:lnTo>
                      <a:pt x="23496" y="25306"/>
                    </a:lnTo>
                    <a:lnTo>
                      <a:pt x="23343" y="25433"/>
                    </a:lnTo>
                    <a:lnTo>
                      <a:pt x="23241" y="25510"/>
                    </a:lnTo>
                    <a:lnTo>
                      <a:pt x="23127" y="25586"/>
                    </a:lnTo>
                    <a:lnTo>
                      <a:pt x="22426" y="25969"/>
                    </a:lnTo>
                    <a:lnTo>
                      <a:pt x="21712" y="26364"/>
                    </a:lnTo>
                    <a:lnTo>
                      <a:pt x="21445" y="26529"/>
                    </a:lnTo>
                    <a:lnTo>
                      <a:pt x="21088" y="26860"/>
                    </a:lnTo>
                    <a:lnTo>
                      <a:pt x="20948" y="27255"/>
                    </a:lnTo>
                    <a:lnTo>
                      <a:pt x="20999" y="27740"/>
                    </a:lnTo>
                    <a:lnTo>
                      <a:pt x="21101" y="28045"/>
                    </a:lnTo>
                    <a:lnTo>
                      <a:pt x="21266" y="28479"/>
                    </a:lnTo>
                    <a:lnTo>
                      <a:pt x="21381" y="28937"/>
                    </a:lnTo>
                    <a:lnTo>
                      <a:pt x="21406" y="29039"/>
                    </a:lnTo>
                    <a:lnTo>
                      <a:pt x="21368" y="29218"/>
                    </a:lnTo>
                    <a:lnTo>
                      <a:pt x="21266" y="29307"/>
                    </a:lnTo>
                    <a:lnTo>
                      <a:pt x="21088" y="29332"/>
                    </a:lnTo>
                    <a:lnTo>
                      <a:pt x="20973" y="29307"/>
                    </a:lnTo>
                    <a:lnTo>
                      <a:pt x="20578" y="29179"/>
                    </a:lnTo>
                    <a:lnTo>
                      <a:pt x="20183" y="29014"/>
                    </a:lnTo>
                    <a:lnTo>
                      <a:pt x="19814" y="28886"/>
                    </a:lnTo>
                    <a:lnTo>
                      <a:pt x="19087" y="28746"/>
                    </a:lnTo>
                    <a:lnTo>
                      <a:pt x="18374" y="28797"/>
                    </a:lnTo>
                    <a:lnTo>
                      <a:pt x="17686" y="29065"/>
                    </a:lnTo>
                    <a:lnTo>
                      <a:pt x="17342" y="29294"/>
                    </a:lnTo>
                    <a:lnTo>
                      <a:pt x="17202" y="29383"/>
                    </a:lnTo>
                    <a:lnTo>
                      <a:pt x="16909" y="29523"/>
                    </a:lnTo>
                    <a:lnTo>
                      <a:pt x="16424" y="29625"/>
                    </a:lnTo>
                    <a:lnTo>
                      <a:pt x="16093" y="29613"/>
                    </a:lnTo>
                    <a:lnTo>
                      <a:pt x="15380" y="29523"/>
                    </a:lnTo>
                    <a:lnTo>
                      <a:pt x="14666" y="29434"/>
                    </a:lnTo>
                    <a:lnTo>
                      <a:pt x="14398" y="29409"/>
                    </a:lnTo>
                    <a:lnTo>
                      <a:pt x="13876" y="29434"/>
                    </a:lnTo>
                    <a:lnTo>
                      <a:pt x="13417" y="29574"/>
                    </a:lnTo>
                    <a:lnTo>
                      <a:pt x="13010" y="29880"/>
                    </a:lnTo>
                    <a:lnTo>
                      <a:pt x="12831" y="30122"/>
                    </a:lnTo>
                    <a:lnTo>
                      <a:pt x="12717" y="30122"/>
                    </a:lnTo>
                    <a:lnTo>
                      <a:pt x="12525" y="29944"/>
                    </a:lnTo>
                    <a:lnTo>
                      <a:pt x="12143" y="29638"/>
                    </a:lnTo>
                    <a:lnTo>
                      <a:pt x="11723" y="29396"/>
                    </a:lnTo>
                    <a:lnTo>
                      <a:pt x="11251" y="29243"/>
                    </a:lnTo>
                    <a:lnTo>
                      <a:pt x="10996" y="29205"/>
                    </a:lnTo>
                    <a:lnTo>
                      <a:pt x="10474" y="29128"/>
                    </a:lnTo>
                    <a:lnTo>
                      <a:pt x="9952" y="29014"/>
                    </a:lnTo>
                    <a:lnTo>
                      <a:pt x="9455" y="28925"/>
                    </a:lnTo>
                    <a:lnTo>
                      <a:pt x="8474" y="28810"/>
                    </a:lnTo>
                    <a:lnTo>
                      <a:pt x="7505" y="28835"/>
                    </a:lnTo>
                    <a:lnTo>
                      <a:pt x="6524" y="29001"/>
                    </a:lnTo>
                    <a:lnTo>
                      <a:pt x="6040" y="29167"/>
                    </a:lnTo>
                    <a:lnTo>
                      <a:pt x="5862" y="29218"/>
                    </a:lnTo>
                    <a:lnTo>
                      <a:pt x="5670" y="29230"/>
                    </a:lnTo>
                    <a:lnTo>
                      <a:pt x="5479" y="29230"/>
                    </a:lnTo>
                    <a:lnTo>
                      <a:pt x="5174" y="29141"/>
                    </a:lnTo>
                    <a:lnTo>
                      <a:pt x="4931" y="28937"/>
                    </a:lnTo>
                    <a:lnTo>
                      <a:pt x="4804" y="28644"/>
                    </a:lnTo>
                    <a:lnTo>
                      <a:pt x="4779" y="28466"/>
                    </a:lnTo>
                    <a:lnTo>
                      <a:pt x="4766" y="27982"/>
                    </a:lnTo>
                    <a:lnTo>
                      <a:pt x="4842" y="27498"/>
                    </a:lnTo>
                    <a:lnTo>
                      <a:pt x="4919" y="27077"/>
                    </a:lnTo>
                    <a:lnTo>
                      <a:pt x="5110" y="26249"/>
                    </a:lnTo>
                    <a:lnTo>
                      <a:pt x="5390" y="25459"/>
                    </a:lnTo>
                    <a:lnTo>
                      <a:pt x="5785" y="24707"/>
                    </a:lnTo>
                    <a:lnTo>
                      <a:pt x="6040" y="24350"/>
                    </a:lnTo>
                    <a:lnTo>
                      <a:pt x="6244" y="24096"/>
                    </a:lnTo>
                    <a:lnTo>
                      <a:pt x="6473" y="23802"/>
                    </a:lnTo>
                    <a:lnTo>
                      <a:pt x="5823" y="23624"/>
                    </a:lnTo>
                    <a:lnTo>
                      <a:pt x="5224" y="23471"/>
                    </a:lnTo>
                    <a:lnTo>
                      <a:pt x="4116" y="23216"/>
                    </a:lnTo>
                    <a:lnTo>
                      <a:pt x="3033" y="22923"/>
                    </a:lnTo>
                    <a:lnTo>
                      <a:pt x="2587" y="22770"/>
                    </a:lnTo>
                    <a:lnTo>
                      <a:pt x="2014" y="22465"/>
                    </a:lnTo>
                    <a:lnTo>
                      <a:pt x="1670" y="22210"/>
                    </a:lnTo>
                    <a:lnTo>
                      <a:pt x="1389" y="21904"/>
                    </a:lnTo>
                    <a:lnTo>
                      <a:pt x="1147" y="21573"/>
                    </a:lnTo>
                    <a:lnTo>
                      <a:pt x="956" y="21178"/>
                    </a:lnTo>
                    <a:lnTo>
                      <a:pt x="841" y="20744"/>
                    </a:lnTo>
                    <a:lnTo>
                      <a:pt x="803" y="20502"/>
                    </a:lnTo>
                    <a:lnTo>
                      <a:pt x="765" y="19980"/>
                    </a:lnTo>
                    <a:lnTo>
                      <a:pt x="803" y="18948"/>
                    </a:lnTo>
                    <a:lnTo>
                      <a:pt x="841" y="18425"/>
                    </a:lnTo>
                    <a:lnTo>
                      <a:pt x="854" y="18183"/>
                    </a:lnTo>
                    <a:lnTo>
                      <a:pt x="765" y="17865"/>
                    </a:lnTo>
                    <a:lnTo>
                      <a:pt x="637" y="17686"/>
                    </a:lnTo>
                    <a:lnTo>
                      <a:pt x="536" y="17597"/>
                    </a:lnTo>
                    <a:lnTo>
                      <a:pt x="408" y="17470"/>
                    </a:lnTo>
                    <a:lnTo>
                      <a:pt x="204" y="17189"/>
                    </a:lnTo>
                    <a:lnTo>
                      <a:pt x="64" y="16884"/>
                    </a:lnTo>
                    <a:lnTo>
                      <a:pt x="0" y="16552"/>
                    </a:lnTo>
                    <a:lnTo>
                      <a:pt x="13" y="16374"/>
                    </a:lnTo>
                    <a:lnTo>
                      <a:pt x="115" y="15559"/>
                    </a:lnTo>
                    <a:lnTo>
                      <a:pt x="268" y="14756"/>
                    </a:lnTo>
                    <a:lnTo>
                      <a:pt x="370" y="14272"/>
                    </a:lnTo>
                    <a:lnTo>
                      <a:pt x="395" y="13545"/>
                    </a:lnTo>
                    <a:lnTo>
                      <a:pt x="281" y="13074"/>
                    </a:lnTo>
                    <a:lnTo>
                      <a:pt x="153" y="12845"/>
                    </a:lnTo>
                    <a:lnTo>
                      <a:pt x="90" y="12730"/>
                    </a:lnTo>
                    <a:lnTo>
                      <a:pt x="39" y="12577"/>
                    </a:lnTo>
                    <a:lnTo>
                      <a:pt x="77" y="12450"/>
                    </a:lnTo>
                    <a:lnTo>
                      <a:pt x="230" y="12360"/>
                    </a:lnTo>
                    <a:lnTo>
                      <a:pt x="344" y="12322"/>
                    </a:lnTo>
                    <a:lnTo>
                      <a:pt x="867" y="12182"/>
                    </a:lnTo>
                    <a:lnTo>
                      <a:pt x="1389" y="12055"/>
                    </a:lnTo>
                    <a:lnTo>
                      <a:pt x="1708" y="11965"/>
                    </a:lnTo>
                    <a:lnTo>
                      <a:pt x="2154" y="11698"/>
                    </a:lnTo>
                    <a:lnTo>
                      <a:pt x="2421" y="11316"/>
                    </a:lnTo>
                    <a:lnTo>
                      <a:pt x="2510" y="10793"/>
                    </a:lnTo>
                    <a:lnTo>
                      <a:pt x="2472" y="10475"/>
                    </a:lnTo>
                    <a:lnTo>
                      <a:pt x="2396" y="10067"/>
                    </a:lnTo>
                    <a:lnTo>
                      <a:pt x="2294" y="9672"/>
                    </a:lnTo>
                    <a:lnTo>
                      <a:pt x="2256" y="9494"/>
                    </a:lnTo>
                    <a:lnTo>
                      <a:pt x="2383" y="9251"/>
                    </a:lnTo>
                    <a:lnTo>
                      <a:pt x="2523" y="9162"/>
                    </a:lnTo>
                    <a:lnTo>
                      <a:pt x="2804" y="9009"/>
                    </a:lnTo>
                    <a:lnTo>
                      <a:pt x="3211" y="8627"/>
                    </a:lnTo>
                    <a:lnTo>
                      <a:pt x="3453" y="8143"/>
                    </a:lnTo>
                    <a:lnTo>
                      <a:pt x="3555" y="7595"/>
                    </a:lnTo>
                    <a:lnTo>
                      <a:pt x="3568" y="7289"/>
                    </a:lnTo>
                    <a:lnTo>
                      <a:pt x="3581" y="6486"/>
                    </a:lnTo>
                    <a:lnTo>
                      <a:pt x="3657" y="5696"/>
                    </a:lnTo>
                    <a:lnTo>
                      <a:pt x="3721" y="5378"/>
                    </a:lnTo>
                    <a:lnTo>
                      <a:pt x="3912" y="4996"/>
                    </a:lnTo>
                    <a:lnTo>
                      <a:pt x="4090" y="4805"/>
                    </a:lnTo>
                    <a:lnTo>
                      <a:pt x="4307" y="4664"/>
                    </a:lnTo>
                    <a:lnTo>
                      <a:pt x="4562" y="4588"/>
                    </a:lnTo>
                    <a:lnTo>
                      <a:pt x="4982" y="4562"/>
                    </a:lnTo>
                    <a:lnTo>
                      <a:pt x="5314" y="4626"/>
                    </a:lnTo>
                    <a:lnTo>
                      <a:pt x="5823" y="4805"/>
                    </a:lnTo>
                    <a:lnTo>
                      <a:pt x="6320" y="5021"/>
                    </a:lnTo>
                    <a:lnTo>
                      <a:pt x="6562" y="5123"/>
                    </a:lnTo>
                    <a:lnTo>
                      <a:pt x="6945" y="5187"/>
                    </a:lnTo>
                    <a:lnTo>
                      <a:pt x="7250" y="5085"/>
                    </a:lnTo>
                    <a:lnTo>
                      <a:pt x="7531" y="4817"/>
                    </a:lnTo>
                    <a:lnTo>
                      <a:pt x="7671" y="4613"/>
                    </a:lnTo>
                    <a:lnTo>
                      <a:pt x="7824" y="4371"/>
                    </a:lnTo>
                    <a:lnTo>
                      <a:pt x="8206" y="3989"/>
                    </a:lnTo>
                    <a:lnTo>
                      <a:pt x="8474" y="3862"/>
                    </a:lnTo>
                    <a:lnTo>
                      <a:pt x="8576" y="3811"/>
                    </a:lnTo>
                    <a:lnTo>
                      <a:pt x="8716" y="3683"/>
                    </a:lnTo>
                    <a:lnTo>
                      <a:pt x="8779" y="3505"/>
                    </a:lnTo>
                    <a:lnTo>
                      <a:pt x="8767" y="3301"/>
                    </a:lnTo>
                    <a:lnTo>
                      <a:pt x="8728" y="3186"/>
                    </a:lnTo>
                    <a:lnTo>
                      <a:pt x="8614" y="2906"/>
                    </a:lnTo>
                    <a:lnTo>
                      <a:pt x="8448" y="2664"/>
                    </a:lnTo>
                    <a:lnTo>
                      <a:pt x="8384" y="2549"/>
                    </a:lnTo>
                    <a:lnTo>
                      <a:pt x="8295" y="2333"/>
                    </a:lnTo>
                    <a:lnTo>
                      <a:pt x="8270" y="1989"/>
                    </a:lnTo>
                    <a:lnTo>
                      <a:pt x="8346" y="1747"/>
                    </a:lnTo>
                    <a:lnTo>
                      <a:pt x="8435" y="1454"/>
                    </a:lnTo>
                    <a:lnTo>
                      <a:pt x="8512" y="1148"/>
                    </a:lnTo>
                    <a:lnTo>
                      <a:pt x="8537" y="1008"/>
                    </a:lnTo>
                    <a:lnTo>
                      <a:pt x="8525" y="753"/>
                    </a:lnTo>
                    <a:lnTo>
                      <a:pt x="8435" y="523"/>
                    </a:lnTo>
                    <a:lnTo>
                      <a:pt x="8270" y="319"/>
                    </a:lnTo>
                    <a:lnTo>
                      <a:pt x="8155" y="230"/>
                    </a:lnTo>
                    <a:lnTo>
                      <a:pt x="8053" y="167"/>
                    </a:lnTo>
                    <a:lnTo>
                      <a:pt x="7964" y="103"/>
                    </a:lnTo>
                    <a:lnTo>
                      <a:pt x="8779" y="52"/>
                    </a:lnTo>
                    <a:lnTo>
                      <a:pt x="9595" y="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A3C9E60-955A-8DC0-A56F-0D6F2EE620CE}"/>
              </a:ext>
            </a:extLst>
          </p:cNvPr>
          <p:cNvCxnSpPr>
            <a:cxnSpLocks/>
          </p:cNvCxnSpPr>
          <p:nvPr/>
        </p:nvCxnSpPr>
        <p:spPr>
          <a:xfrm>
            <a:off x="3748005" y="3616983"/>
            <a:ext cx="1440000" cy="0"/>
          </a:xfrm>
          <a:prstGeom prst="straightConnector1">
            <a:avLst/>
          </a:prstGeom>
          <a:ln w="28575" cap="sq" cmpd="sng" algn="ctr">
            <a:solidFill>
              <a:schemeClr val="tx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409A7C-C645-DF4A-589F-6E47DC85DA88}"/>
              </a:ext>
            </a:extLst>
          </p:cNvPr>
          <p:cNvCxnSpPr>
            <a:cxnSpLocks/>
          </p:cNvCxnSpPr>
          <p:nvPr/>
        </p:nvCxnSpPr>
        <p:spPr>
          <a:xfrm>
            <a:off x="7222855" y="3616983"/>
            <a:ext cx="1440000" cy="0"/>
          </a:xfrm>
          <a:prstGeom prst="straightConnector1">
            <a:avLst/>
          </a:prstGeom>
          <a:ln w="28575" cap="sq" cmpd="sng" algn="ctr">
            <a:solidFill>
              <a:schemeClr val="tx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335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66395-BEB8-D4C5-00A0-4DBB6CA8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Self Hosting: Behind the scenes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4C7C3-2CDF-1B9D-00E1-4156AD278C4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2162D5B-250E-4598-A930-B964702EF604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2B2CD6-1D93-86FB-6025-4E0E17950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Universität Hohenheim, How to host an LLM for sensitive Data, Leonard Hegemann (B.Sc. Digital Business Management)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010C2-55CF-FC53-2FD7-F8B4B0474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104B226-4361-4E3F-8691-235B281AC8CE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1E6D88-BCAB-5C6C-BE37-FD21174B4E82}"/>
              </a:ext>
            </a:extLst>
          </p:cNvPr>
          <p:cNvSpPr txBox="1"/>
          <p:nvPr/>
        </p:nvSpPr>
        <p:spPr>
          <a:xfrm>
            <a:off x="695325" y="1808164"/>
            <a:ext cx="10801349" cy="381017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DE" dirty="0"/>
          </a:p>
        </p:txBody>
      </p:sp>
      <p:pic>
        <p:nvPicPr>
          <p:cNvPr id="3074" name="Picture 2" descr="Docker Icon SVG Vector &amp; PNG Free Download | UXWing">
            <a:extLst>
              <a:ext uri="{FF2B5EF4-FFF2-40B4-BE49-F238E27FC236}">
                <a16:creationId xmlns:a16="http://schemas.microsoft.com/office/drawing/2014/main" id="{9C34AB69-8EAF-5BC8-43CA-3D1853DD0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00" y="1187417"/>
            <a:ext cx="1224000" cy="12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🎨 Brand Guidelines / Open WebUI">
            <a:extLst>
              <a:ext uri="{FF2B5EF4-FFF2-40B4-BE49-F238E27FC236}">
                <a16:creationId xmlns:a16="http://schemas.microsoft.com/office/drawing/2014/main" id="{63BEEB56-9311-E2B1-C147-CE8C63E90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797" y="2987622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B07786CE-74BB-2469-3601-1302DD384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225" y="3167622"/>
            <a:ext cx="104725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Farbiges Nginx Icon als PNG, SVG">
            <a:hlinkClick r:id="rId5" action="ppaction://hlinksldjump"/>
            <a:extLst>
              <a:ext uri="{FF2B5EF4-FFF2-40B4-BE49-F238E27FC236}">
                <a16:creationId xmlns:a16="http://schemas.microsoft.com/office/drawing/2014/main" id="{4DD15237-4658-AE1B-297C-0E523AC17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294" y="2987622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n8n Free SVG, PNG, and vector downloads · LobeHub">
            <a:extLst>
              <a:ext uri="{FF2B5EF4-FFF2-40B4-BE49-F238E27FC236}">
                <a16:creationId xmlns:a16="http://schemas.microsoft.com/office/drawing/2014/main" id="{2B945F92-99A7-D274-BCF3-D05FD5AAE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978" y="2987622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vLLM">
            <a:extLst>
              <a:ext uri="{FF2B5EF4-FFF2-40B4-BE49-F238E27FC236}">
                <a16:creationId xmlns:a16="http://schemas.microsoft.com/office/drawing/2014/main" id="{A2930931-9005-81D4-C8C5-C43DDF7AAC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5" r="14271"/>
          <a:stretch>
            <a:fillRect/>
          </a:stretch>
        </p:blipFill>
        <p:spPr bwMode="auto">
          <a:xfrm>
            <a:off x="4746299" y="2298412"/>
            <a:ext cx="2945424" cy="118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1CF226F3-B7FC-E89E-5D20-6918B7858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740" y="1232164"/>
            <a:ext cx="1185867" cy="11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Ollama Icon SVG Vector &amp; PNG Free Download | UXWing">
            <a:extLst>
              <a:ext uri="{FF2B5EF4-FFF2-40B4-BE49-F238E27FC236}">
                <a16:creationId xmlns:a16="http://schemas.microsoft.com/office/drawing/2014/main" id="{C5153122-C2C3-2E74-A179-BACC3D3D2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273" y="3481463"/>
            <a:ext cx="1655477" cy="1655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625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86779-456A-22E7-9B25-CC0614EC1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5174"/>
            <a:ext cx="5221287" cy="1042989"/>
          </a:xfrm>
        </p:spPr>
        <p:txBody>
          <a:bodyPr anchor="t">
            <a:normAutofit/>
          </a:bodyPr>
          <a:lstStyle/>
          <a:p>
            <a:r>
              <a:rPr lang="en-DE" dirty="0"/>
              <a:t>SELF HOSTING: NGINX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FE0A05-260F-90F0-3BD5-D68D311C6D23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95326" y="6176964"/>
            <a:ext cx="71546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162D5B-250E-4598-A930-B964702EF604}" type="datetime1">
              <a:rPr lang="de-DE" smtClean="0"/>
              <a:pPr>
                <a:spcAft>
                  <a:spcPts val="600"/>
                </a:spcAft>
              </a:pPr>
              <a:t>21.04.26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788A84-D6FB-FBC3-B683-936DDDF3D31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538243" y="6176964"/>
            <a:ext cx="9000000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Universität Hohenheim, How to host an LLM for sensitive Data, Leonard Hegemann (B.Sc. Digital Business Management)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957090-E6BC-A078-9FB1-AD7D9B3BA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388" y="1774682"/>
            <a:ext cx="5221287" cy="3237197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9D2D1-EF64-BCE8-CD00-7700ED219A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104B226-4361-4E3F-8691-235B281AC8CE}" type="slidenum">
              <a:rPr lang="de-DE" smtClean="0"/>
              <a:pPr>
                <a:spcAft>
                  <a:spcPts val="600"/>
                </a:spcAft>
              </a:pPr>
              <a:t>6</a:t>
            </a:fld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0DFE6C-8D02-F496-A1B1-56954D783A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2168525"/>
            <a:ext cx="5221287" cy="3852863"/>
          </a:xfrm>
        </p:spPr>
        <p:txBody>
          <a:bodyPr>
            <a:norm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DE" dirty="0"/>
              <a:t>Serves static landing page</a:t>
            </a:r>
            <a:endParaRPr lang="en-DE"/>
          </a:p>
          <a:p>
            <a:pPr marL="342900" indent="-342900">
              <a:buFont typeface="Wingdings" pitchFamily="2" charset="2"/>
              <a:buChar char="q"/>
            </a:pPr>
            <a:r>
              <a:rPr lang="en-DE" dirty="0"/>
              <a:t>Acts as reverse proxy to route traffic away from the landing page</a:t>
            </a:r>
            <a:endParaRPr lang="en-DE"/>
          </a:p>
          <a:p>
            <a:pPr marL="342900" indent="-342900">
              <a:buFont typeface="Wingdings" pitchFamily="2" charset="2"/>
              <a:buChar char="q"/>
            </a:pPr>
            <a:r>
              <a:rPr lang="en-GB" dirty="0"/>
              <a:t>Maps subdomains to organization-specific services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1393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DD2E2-29ED-6686-C485-E011CDAB5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D2931-7226-84CF-753A-0C45D0280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5174"/>
            <a:ext cx="5400674" cy="1042989"/>
          </a:xfrm>
        </p:spPr>
        <p:txBody>
          <a:bodyPr anchor="t">
            <a:normAutofit/>
          </a:bodyPr>
          <a:lstStyle/>
          <a:p>
            <a:r>
              <a:rPr lang="en-DE" dirty="0"/>
              <a:t>SELF HOSTING: OPEN web ui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EA9495-5478-7B8A-BF1D-6D5C0E63938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95326" y="6176964"/>
            <a:ext cx="71546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162D5B-250E-4598-A930-B964702EF604}" type="datetime1">
              <a:rPr lang="de-DE" smtClean="0"/>
              <a:pPr>
                <a:spcAft>
                  <a:spcPts val="600"/>
                </a:spcAft>
              </a:pPr>
              <a:t>21.04.26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81356-85B1-135E-ED7A-1768A5B68CC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538243" y="6176964"/>
            <a:ext cx="9000000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Universität Hohenheim, How to host an LLM for sensitive Data, Leonard Hegemann (B.Sc. Digital Business Management)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ECB6CB-7714-C6D3-EDC6-A35EC75D4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388" y="1963954"/>
            <a:ext cx="5221287" cy="2858653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18CC9B-06C4-9C30-B2B7-59CB97948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104B226-4361-4E3F-8691-235B281AC8CE}" type="slidenum">
              <a:rPr lang="de-DE" smtClean="0"/>
              <a:pPr>
                <a:spcAft>
                  <a:spcPts val="600"/>
                </a:spcAft>
              </a:pPr>
              <a:t>7</a:t>
            </a:fld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02D387-7821-EB94-2C9D-5F1A5774D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2168525"/>
            <a:ext cx="5221287" cy="3852863"/>
          </a:xfrm>
        </p:spPr>
        <p:txBody>
          <a:bodyPr>
            <a:norm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DE" dirty="0"/>
              <a:t>Acts as frontend</a:t>
            </a:r>
            <a:endParaRPr lang="en-DE"/>
          </a:p>
          <a:p>
            <a:pPr marL="342900" indent="-342900">
              <a:buFont typeface="Wingdings" pitchFamily="2" charset="2"/>
              <a:buChar char="q"/>
            </a:pPr>
            <a:r>
              <a:rPr lang="en-DE" dirty="0"/>
              <a:t>U</a:t>
            </a:r>
            <a:r>
              <a:rPr lang="en-GB" dirty="0"/>
              <a:t>s</a:t>
            </a:r>
            <a:r>
              <a:rPr lang="en-DE" dirty="0"/>
              <a:t>ers can chat with their data (RAG)</a:t>
            </a:r>
            <a:endParaRPr lang="en-DE"/>
          </a:p>
          <a:p>
            <a:pPr marL="342900" indent="-342900">
              <a:buFont typeface="Wingdings" pitchFamily="2" charset="2"/>
              <a:buChar char="q"/>
            </a:pPr>
            <a:r>
              <a:rPr lang="en-DE" dirty="0"/>
              <a:t>U</a:t>
            </a:r>
            <a:r>
              <a:rPr lang="en-GB" dirty="0"/>
              <a:t>s</a:t>
            </a:r>
            <a:r>
              <a:rPr lang="en-DE" dirty="0"/>
              <a:t>ers can natively trigger N8N workflows through tools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33509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90D0E-0D5F-B597-B8C3-D98727019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D9E67-B278-1A64-8A6E-CA7BB577C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SELF HOSTING: VLLM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348E85-F9E2-2E68-EB6D-22924790D3C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2162D5B-250E-4598-A930-B964702EF604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0E4B0E-F528-087B-5500-5EBE640D63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Universität Hohenheim, How to host an LLM for sensitive Data, Leonard Hegemann (B.Sc. Digital Business Management)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9DBD8-6E1A-1887-A803-ECAC6D83CA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104B226-4361-4E3F-8691-235B281AC8CE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D696D3-98F0-CB85-A005-43D9C3BC44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q"/>
            </a:pPr>
            <a:r>
              <a:rPr lang="en-DE" dirty="0"/>
              <a:t>Runs chat model (gpt-oss 20b) and reranker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q"/>
            </a:pPr>
            <a:r>
              <a:rPr lang="en-DE" dirty="0"/>
              <a:t>Exposes them through OpenAI compatible API 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q"/>
            </a:pPr>
            <a:r>
              <a:rPr lang="en-DE" dirty="0"/>
              <a:t>High-Perfomance focus (PagedAttention, Continious Batching, Quantization)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q"/>
            </a:pPr>
            <a:r>
              <a:rPr lang="en-DE" dirty="0"/>
              <a:t>Enables you to host many models that are available on HuggingFace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06D985-2F81-CBB9-994D-EF8FF14DEEAE}"/>
              </a:ext>
            </a:extLst>
          </p:cNvPr>
          <p:cNvSpPr txBox="1"/>
          <p:nvPr/>
        </p:nvSpPr>
        <p:spPr>
          <a:xfrm>
            <a:off x="695325" y="5908158"/>
            <a:ext cx="3850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>
                <a:solidFill>
                  <a:srgbClr val="FF0000"/>
                </a:solidFill>
              </a:rPr>
              <a:t>Explain benefit of vllm vs. ollama</a:t>
            </a:r>
          </a:p>
        </p:txBody>
      </p:sp>
    </p:spTree>
    <p:extLst>
      <p:ext uri="{BB962C8B-B14F-4D97-AF65-F5344CB8AC3E}">
        <p14:creationId xmlns:p14="http://schemas.microsoft.com/office/powerpoint/2010/main" val="3828273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BD807-7E82-A3AD-67AC-54B3489B3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9BDD-A905-BA33-4288-38A02C039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SELF HOSTING: Postgres INSTEAD of SQLITE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C1710B-40D6-BBC5-1D5B-AABAA1C0227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2162D5B-250E-4598-A930-B964702EF604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FE931-D64A-7CCC-2D61-24F4025AA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Universität Hohenheim, How to host an LLM for sensitive Data, Leonard Hegemann (B.Sc. Digital Business Management)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AC06E-CC4E-2736-DD45-E354D7795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104B226-4361-4E3F-8691-235B281AC8CE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DD2697-3ACC-2523-95EA-283AEC6605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5325" y="1808164"/>
            <a:ext cx="10801350" cy="4368800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q"/>
            </a:pPr>
            <a:r>
              <a:rPr lang="en-DE" dirty="0"/>
              <a:t>Persistent storage for multi-user app data </a:t>
            </a:r>
          </a:p>
          <a:p>
            <a:pPr marL="630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DE" dirty="0"/>
              <a:t>User data (email, password)</a:t>
            </a:r>
          </a:p>
          <a:p>
            <a:pPr marL="630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DE" dirty="0"/>
              <a:t>Chat history</a:t>
            </a:r>
          </a:p>
          <a:p>
            <a:pPr marL="630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DE" dirty="0"/>
              <a:t>API Keys</a:t>
            </a:r>
          </a:p>
          <a:p>
            <a:pPr marL="630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DE" dirty="0"/>
              <a:t>…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q"/>
            </a:pPr>
            <a:r>
              <a:rPr lang="en-DE" dirty="0"/>
              <a:t>Storage of Embeddings for RAG </a:t>
            </a:r>
          </a:p>
        </p:txBody>
      </p:sp>
    </p:spTree>
    <p:extLst>
      <p:ext uri="{BB962C8B-B14F-4D97-AF65-F5344CB8AC3E}">
        <p14:creationId xmlns:p14="http://schemas.microsoft.com/office/powerpoint/2010/main" val="4009970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3EDE6-3EB6-038A-6E5C-6FCF15D51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CC0DD-97A8-3B59-EBB9-983244B3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5174"/>
            <a:ext cx="5221287" cy="1042989"/>
          </a:xfrm>
        </p:spPr>
        <p:txBody>
          <a:bodyPr anchor="t">
            <a:normAutofit/>
          </a:bodyPr>
          <a:lstStyle/>
          <a:p>
            <a:r>
              <a:rPr lang="en-DE" dirty="0"/>
              <a:t>SELF HOSTING: N8N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9101A6-1F1A-0815-F752-F0B35B43E920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95326" y="6176964"/>
            <a:ext cx="71546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162D5B-250E-4598-A930-B964702EF604}" type="datetime1">
              <a:rPr lang="de-DE" smtClean="0"/>
              <a:pPr>
                <a:spcAft>
                  <a:spcPts val="600"/>
                </a:spcAft>
              </a:pPr>
              <a:t>21.04.26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CF958-6360-D0D3-D21A-CAA200B4F8E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538243" y="6176964"/>
            <a:ext cx="9000000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Universität Hohenheim, How to host an LLM for sensitive Data, Leonard Hegemann (B.Sc. Digital Business Management)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1A597D-8FAB-E21B-7234-01454B3A1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388" y="1957427"/>
            <a:ext cx="5221287" cy="2871707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7E0BA2-56EB-5580-ED50-FBD93AB15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104B226-4361-4E3F-8691-235B281AC8CE}" type="slidenum">
              <a:rPr lang="de-DE" smtClean="0"/>
              <a:pPr>
                <a:spcAft>
                  <a:spcPts val="600"/>
                </a:spcAft>
              </a:pPr>
              <a:t>10</a:t>
            </a:fld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B47532E-5723-5D90-7B13-5745EF6860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2168525"/>
            <a:ext cx="5221287" cy="3852863"/>
          </a:xfrm>
        </p:spPr>
        <p:txBody>
          <a:bodyPr>
            <a:norm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DE" dirty="0"/>
              <a:t>No-code to low-code workflow automations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DE" dirty="0"/>
              <a:t>C</a:t>
            </a:r>
            <a:r>
              <a:rPr lang="en-GB" dirty="0"/>
              <a:t>a</a:t>
            </a:r>
            <a:r>
              <a:rPr lang="en-DE" dirty="0"/>
              <a:t>n be triggered through Open WebUI Webhook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DE" dirty="0"/>
              <a:t>Easy connection to countless third party tools (WhatsApp, Telegram, Teams, Outlook, …)</a:t>
            </a:r>
          </a:p>
        </p:txBody>
      </p:sp>
    </p:spTree>
    <p:extLst>
      <p:ext uri="{BB962C8B-B14F-4D97-AF65-F5344CB8AC3E}">
        <p14:creationId xmlns:p14="http://schemas.microsoft.com/office/powerpoint/2010/main" val="842077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7B35E-68EC-082E-15EB-C25B5FD2B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41A8F-7276-E03C-3788-C6515EA7D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5174"/>
            <a:ext cx="5221287" cy="1042989"/>
          </a:xfrm>
        </p:spPr>
        <p:txBody>
          <a:bodyPr anchor="t">
            <a:normAutofit/>
          </a:bodyPr>
          <a:lstStyle/>
          <a:p>
            <a:r>
              <a:rPr lang="en-DE" dirty="0"/>
              <a:t>SELF HOSTING: Docker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8E93A-C205-40AA-3053-DBB4F876EFD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95326" y="6176964"/>
            <a:ext cx="71546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162D5B-250E-4598-A930-B964702EF604}" type="datetime1">
              <a:rPr lang="de-DE" smtClean="0"/>
              <a:pPr>
                <a:spcAft>
                  <a:spcPts val="600"/>
                </a:spcAft>
              </a:pPr>
              <a:t>21.04.26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97B6FA-2EF9-59BD-92EA-9FD3500DC02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538243" y="6176964"/>
            <a:ext cx="9000000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Universität Hohenheim, How to host an LLM for sensitive Data, Leonard Hegemann (B.Sc. Digital Business Management)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645EF9-B7B8-3F19-41BE-8BC482D35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388" y="1787735"/>
            <a:ext cx="5221287" cy="3211090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F26A10-5A86-BA17-DA15-76401E940C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104B226-4361-4E3F-8691-235B281AC8CE}" type="slidenum">
              <a:rPr lang="de-DE" smtClean="0"/>
              <a:pPr>
                <a:spcAft>
                  <a:spcPts val="600"/>
                </a:spcAft>
              </a:pPr>
              <a:t>11</a:t>
            </a:fld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5A7C10-B9CD-8E06-29CD-5DD00D8688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2168525"/>
            <a:ext cx="5221287" cy="3852863"/>
          </a:xfrm>
        </p:spPr>
        <p:txBody>
          <a:bodyPr>
            <a:norm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DE" dirty="0"/>
              <a:t>Packages each service and its dependencies in a container</a:t>
            </a:r>
          </a:p>
          <a:p>
            <a:pPr marL="573750" lvl="1" indent="-285750">
              <a:buFont typeface="Wingdings" pitchFamily="2" charset="2"/>
              <a:buChar char="q"/>
            </a:pPr>
            <a:r>
              <a:rPr lang="en-DE" sz="2000" dirty="0"/>
              <a:t>Enables portability</a:t>
            </a:r>
          </a:p>
          <a:p>
            <a:pPr marL="573750" lvl="1" indent="-285750">
              <a:buFont typeface="Wingdings" pitchFamily="2" charset="2"/>
              <a:buChar char="q"/>
            </a:pPr>
            <a:r>
              <a:rPr lang="en-DE" sz="2000" dirty="0"/>
              <a:t>Easy deployment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DE" dirty="0"/>
              <a:t>Runs all services via one docker-compose.yaml</a:t>
            </a:r>
          </a:p>
          <a:p>
            <a:pPr marL="342900" indent="-342900">
              <a:buFont typeface="Wingdings" pitchFamily="2" charset="2"/>
              <a:buChar char="q"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530150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07FD9-968E-7768-72E7-2646649A9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1925-7DB5-A85F-2844-C5C48FD16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SELF HOSTING: Kubernetes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BDBFB0-C989-5353-CD55-FA6457A68DC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2162D5B-250E-4598-A930-B964702EF604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9E4EC-0C6B-EDC6-38AD-CC82718B7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Universität Hohenheim, How to host an LLM for sensitive Data, Leonard Hegemann (B.Sc. Digital Business Management)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599C7E-B3F7-6070-1235-8073637FE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104B226-4361-4E3F-8691-235B281AC8CE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5641C2-90D7-A712-E355-FE9134949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q"/>
            </a:pPr>
            <a:r>
              <a:rPr lang="en-DE" dirty="0"/>
              <a:t>Run and orchestrate pods (containers)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q"/>
            </a:pPr>
            <a:r>
              <a:rPr lang="en-DE" dirty="0"/>
              <a:t>Creates new ones if they die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q"/>
            </a:pPr>
            <a:r>
              <a:rPr lang="en-DE" dirty="0"/>
              <a:t>Enables updating whilst keeping the app live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3994AF-69EF-4772-A5A6-A6DE0E74FA53}"/>
              </a:ext>
            </a:extLst>
          </p:cNvPr>
          <p:cNvSpPr txBox="1"/>
          <p:nvPr/>
        </p:nvSpPr>
        <p:spPr>
          <a:xfrm>
            <a:off x="695325" y="5908158"/>
            <a:ext cx="3850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>
                <a:solidFill>
                  <a:srgbClr val="FF0000"/>
                </a:solidFill>
              </a:rPr>
              <a:t>Explain Kubernetes</a:t>
            </a:r>
          </a:p>
        </p:txBody>
      </p:sp>
    </p:spTree>
    <p:extLst>
      <p:ext uri="{BB962C8B-B14F-4D97-AF65-F5344CB8AC3E}">
        <p14:creationId xmlns:p14="http://schemas.microsoft.com/office/powerpoint/2010/main" val="362002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8C053-BB76-A06F-9F3F-B3B20677F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Future plans &amp; thoughts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A7ED4-C487-F458-B6B3-8F5FFDE079F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2162D5B-250E-4598-A930-B964702EF604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2CB725-0B08-E4C9-9F48-61317C382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Universität Hohenheim, How to host an LLM for sensitive Data, Leonard Hegemann (B.Sc. Digital Business Management)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16331-D11F-1211-D5D1-5060B6A7E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104B226-4361-4E3F-8691-235B281AC8CE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38B282A-E338-2F3C-B79B-B7EEF520EC78}"/>
              </a:ext>
            </a:extLst>
          </p:cNvPr>
          <p:cNvSpPr txBox="1">
            <a:spLocks/>
          </p:cNvSpPr>
          <p:nvPr/>
        </p:nvSpPr>
        <p:spPr>
          <a:xfrm>
            <a:off x="847725" y="1960564"/>
            <a:ext cx="10801350" cy="42132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kern="1200" spc="30" baseline="0">
                <a:solidFill>
                  <a:schemeClr val="tx1">
                    <a:lumMod val="75000"/>
                  </a:schemeClr>
                </a:solidFill>
                <a:latin typeface="Rockwell" panose="02060603020205020403" pitchFamily="18" charset="0"/>
                <a:ea typeface="+mn-ea"/>
                <a:cs typeface="+mn-cs"/>
              </a:defRPr>
            </a:lvl1pPr>
            <a:lvl2pPr marL="288000" indent="-2880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500"/>
              </a:spcAft>
              <a:buClr>
                <a:schemeClr val="tx2"/>
              </a:buClr>
              <a:buSzPct val="90000"/>
              <a:buFontTx/>
              <a:buBlip>
                <a:blip r:embed="rId2"/>
              </a:buBlip>
              <a:defRPr sz="18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 sz="16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88000" indent="-288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Tx/>
              <a:buBlip>
                <a:blip r:embed="rId3"/>
              </a:buBlip>
              <a:defRPr sz="18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540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80000"/>
              <a:buFontTx/>
              <a:buBlip>
                <a:blip r:embed="rId4"/>
              </a:buBlip>
              <a:defRPr sz="16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200000"/>
              </a:lnSpc>
              <a:buFont typeface="Wingdings" pitchFamily="2" charset="2"/>
              <a:buChar char="q"/>
            </a:pPr>
            <a:r>
              <a:rPr lang="en-DE" dirty="0"/>
              <a:t>Deploy as subdomain on </a:t>
            </a:r>
            <a:r>
              <a:rPr lang="en-DE" dirty="0">
                <a:hlinkClick r:id="rId5"/>
              </a:rPr>
              <a:t>https://subdomain.aidaho.uni-hohenheim.de</a:t>
            </a:r>
            <a:r>
              <a:rPr lang="en-DE" dirty="0"/>
              <a:t> 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q"/>
            </a:pPr>
            <a:r>
              <a:rPr lang="en-DE" dirty="0"/>
              <a:t>L</a:t>
            </a:r>
            <a:r>
              <a:rPr lang="en-GB" dirty="0"/>
              <a:t>e</a:t>
            </a:r>
            <a:r>
              <a:rPr lang="en-DE" dirty="0"/>
              <a:t>t people test it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q"/>
            </a:pPr>
            <a:r>
              <a:rPr lang="en-DE" dirty="0"/>
              <a:t>Data Backups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q"/>
            </a:pPr>
            <a:r>
              <a:rPr lang="en-DE" dirty="0"/>
              <a:t>Hosting outside of Hohenheim (</a:t>
            </a:r>
            <a:r>
              <a:rPr lang="en-DE" dirty="0">
                <a:hlinkClick r:id="rId6"/>
              </a:rPr>
              <a:t>Hetzner</a:t>
            </a:r>
            <a:r>
              <a:rPr lang="en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67618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694C2-FD32-9C5E-AF5D-81FB51BB1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Self H</a:t>
            </a:r>
            <a:r>
              <a:rPr lang="en-GB" dirty="0"/>
              <a:t>o</a:t>
            </a:r>
            <a:r>
              <a:rPr lang="en-DE" dirty="0"/>
              <a:t>sting: Requirements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06BF57-D02A-2E3F-19F1-DFB5EEA58DB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2162D5B-250E-4598-A930-B964702EF604}" type="datetime1">
              <a:rPr lang="de-DE" smtClean="0"/>
              <a:t>21.04.26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ABB8B-651E-E566-BC82-2E1A858A78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Universität Hohenheim, How to host an LLM for sensitive Data, Leonard Hegemann (B.Sc. Digital Business Management)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75868-6F7D-7596-5F9B-51910263D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104B226-4361-4E3F-8691-235B281AC8CE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E7CC49-8FD7-4D00-71AA-B06C48C6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 anchorCtr="0"/>
          <a:lstStyle/>
          <a:p>
            <a:pPr algn="ctr"/>
            <a:r>
              <a:rPr lang="en-DE" sz="166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926821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55B6C-70B3-F950-A209-E827609A57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E" dirty="0"/>
              <a:t>Thank you for your attention!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B591B-F898-8A72-9C85-471C0FB3BD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E" dirty="0"/>
              <a:t>22.04.2026 – Leonard Hegemann (B.Sc. Digital Business Management)</a:t>
            </a:r>
          </a:p>
        </p:txBody>
      </p:sp>
    </p:spTree>
    <p:extLst>
      <p:ext uri="{BB962C8B-B14F-4D97-AF65-F5344CB8AC3E}">
        <p14:creationId xmlns:p14="http://schemas.microsoft.com/office/powerpoint/2010/main" val="1332217742"/>
      </p:ext>
    </p:extLst>
  </p:cSld>
  <p:clrMapOvr>
    <a:masterClrMapping/>
  </p:clrMapOvr>
</p:sld>
</file>

<file path=ppt/theme/theme1.xml><?xml version="1.0" encoding="utf-8"?>
<a:theme xmlns:a="http://schemas.openxmlformats.org/drawingml/2006/main" name="UHOH PPT ">
  <a:themeElements>
    <a:clrScheme name="UHOH 1">
      <a:dk1>
        <a:srgbClr val="525250"/>
      </a:dk1>
      <a:lt1>
        <a:sysClr val="window" lastClr="FFFFFF"/>
      </a:lt1>
      <a:dk2>
        <a:srgbClr val="004178"/>
      </a:dk2>
      <a:lt2>
        <a:srgbClr val="EBF2F5"/>
      </a:lt2>
      <a:accent1>
        <a:srgbClr val="6EAAC3"/>
      </a:accent1>
      <a:accent2>
        <a:srgbClr val="4B782D"/>
      </a:accent2>
      <a:accent3>
        <a:srgbClr val="AFC80A"/>
      </a:accent3>
      <a:accent4>
        <a:srgbClr val="731E5A"/>
      </a:accent4>
      <a:accent5>
        <a:srgbClr val="C3A53C"/>
      </a:accent5>
      <a:accent6>
        <a:srgbClr val="EBF2F5"/>
      </a:accent6>
      <a:hlink>
        <a:srgbClr val="7030A0"/>
      </a:hlink>
      <a:folHlink>
        <a:srgbClr val="525250"/>
      </a:folHlink>
    </a:clrScheme>
    <a:fontScheme name="UHOH-Segoe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alpha val="4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 cmpd="sng" algn="ctr">
          <a:solidFill>
            <a:schemeClr val="tx1">
              <a:lumMod val="40000"/>
              <a:lumOff val="60000"/>
            </a:schemeClr>
          </a:solidFill>
          <a:prstDash val="solid"/>
          <a:round/>
          <a:headEnd type="none" w="med" len="med"/>
          <a:tailEnd type="none" w="lg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UHOH1</Template>
  <TotalTime>240</TotalTime>
  <Words>631</Words>
  <Application>Microsoft Macintosh PowerPoint</Application>
  <PresentationFormat>Widescreen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Rockwell</vt:lpstr>
      <vt:lpstr>Segoe UI</vt:lpstr>
      <vt:lpstr>Segoe UI </vt:lpstr>
      <vt:lpstr>Segoe UI Semibold</vt:lpstr>
      <vt:lpstr>Wingdings</vt:lpstr>
      <vt:lpstr>UHOH PPT </vt:lpstr>
      <vt:lpstr>How to host an LLM for sensitive data</vt:lpstr>
      <vt:lpstr>Problem with Sensitive data</vt:lpstr>
      <vt:lpstr>Potential Solution: Startups like NENNA AI</vt:lpstr>
      <vt:lpstr>SAFE Solution: Self Hosting</vt:lpstr>
      <vt:lpstr>Self Hosting: Behind the scenes</vt:lpstr>
      <vt:lpstr>SELF HOSTING: NGINX</vt:lpstr>
      <vt:lpstr>SELF HOSTING: OPEN web ui</vt:lpstr>
      <vt:lpstr>SELF HOSTING: VLLM</vt:lpstr>
      <vt:lpstr>SELF HOSTING: Postgres INSTEAD of SQLITE</vt:lpstr>
      <vt:lpstr>SELF HOSTING: N8N</vt:lpstr>
      <vt:lpstr>SELF HOSTING: Docker</vt:lpstr>
      <vt:lpstr>SELF HOSTING: Kubernetes</vt:lpstr>
      <vt:lpstr>Future plans &amp; thoughts</vt:lpstr>
      <vt:lpstr>Self Hosting: Requirements</vt:lpstr>
      <vt:lpstr>Thank you for your attention!</vt:lpstr>
    </vt:vector>
  </TitlesOfParts>
  <Company>Universität Hohenheim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Terzoglou, Sabine</dc:creator>
  <cp:lastModifiedBy>Hegemann, Leonard</cp:lastModifiedBy>
  <cp:revision>193</cp:revision>
  <dcterms:created xsi:type="dcterms:W3CDTF">2022-11-17T16:00:33Z</dcterms:created>
  <dcterms:modified xsi:type="dcterms:W3CDTF">2026-04-21T15:06:01Z</dcterms:modified>
</cp:coreProperties>
</file>